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58" r:id="rId2"/>
    <p:sldId id="259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29" autoAdjust="0"/>
    <p:restoredTop sz="89130" autoAdjust="0"/>
  </p:normalViewPr>
  <p:slideViewPr>
    <p:cSldViewPr showGuides="1">
      <p:cViewPr>
        <p:scale>
          <a:sx n="139" d="100"/>
          <a:sy n="139" d="100"/>
        </p:scale>
        <p:origin x="1296" y="1376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08/11/2024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7706392-38EC-D371-F74A-41AB978ED4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9850" y="4958080"/>
            <a:ext cx="9128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itchFamily="2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D130D2AE-D22E-0B58-87B2-F1C9CE0CC7D6}"/>
              </a:ext>
            </a:extLst>
          </p:cNvPr>
          <p:cNvGrpSpPr/>
          <p:nvPr/>
        </p:nvGrpSpPr>
        <p:grpSpPr>
          <a:xfrm>
            <a:off x="683569" y="771551"/>
            <a:ext cx="7776172" cy="3836784"/>
            <a:chOff x="678873" y="768635"/>
            <a:chExt cx="7786254" cy="3841758"/>
          </a:xfrm>
        </p:grpSpPr>
        <p:grpSp>
          <p:nvGrpSpPr>
            <p:cNvPr id="4" name="Group 1">
              <a:extLst>
                <a:ext uri="{FF2B5EF4-FFF2-40B4-BE49-F238E27FC236}">
                  <a16:creationId xmlns:a16="http://schemas.microsoft.com/office/drawing/2014/main" id="{2FBECD92-2206-FD96-143D-B21A62304A92}"/>
                </a:ext>
              </a:extLst>
            </p:cNvPr>
            <p:cNvGrpSpPr/>
            <p:nvPr/>
          </p:nvGrpSpPr>
          <p:grpSpPr>
            <a:xfrm>
              <a:off x="678873" y="768635"/>
              <a:ext cx="7786254" cy="3841758"/>
              <a:chOff x="678873" y="768635"/>
              <a:chExt cx="7786254" cy="3841758"/>
            </a:xfrm>
            <a:solidFill>
              <a:schemeClr val="bg1"/>
            </a:solidFill>
          </p:grpSpPr>
          <p:sp>
            <p:nvSpPr>
              <p:cNvPr id="7" name="Freeform 19">
                <a:extLst>
                  <a:ext uri="{FF2B5EF4-FFF2-40B4-BE49-F238E27FC236}">
                    <a16:creationId xmlns:a16="http://schemas.microsoft.com/office/drawing/2014/main" id="{58AFF5B1-66B4-6A71-EF24-8018218F1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1565" y="2431324"/>
                <a:ext cx="259542" cy="206822"/>
              </a:xfrm>
              <a:custGeom>
                <a:avLst/>
                <a:gdLst>
                  <a:gd name="T0" fmla="*/ 51 w 135"/>
                  <a:gd name="T1" fmla="*/ 108 h 108"/>
                  <a:gd name="T2" fmla="*/ 51 w 135"/>
                  <a:gd name="T3" fmla="*/ 93 h 108"/>
                  <a:gd name="T4" fmla="*/ 69 w 135"/>
                  <a:gd name="T5" fmla="*/ 81 h 108"/>
                  <a:gd name="T6" fmla="*/ 75 w 135"/>
                  <a:gd name="T7" fmla="*/ 78 h 108"/>
                  <a:gd name="T8" fmla="*/ 84 w 135"/>
                  <a:gd name="T9" fmla="*/ 75 h 108"/>
                  <a:gd name="T10" fmla="*/ 90 w 135"/>
                  <a:gd name="T11" fmla="*/ 69 h 108"/>
                  <a:gd name="T12" fmla="*/ 99 w 135"/>
                  <a:gd name="T13" fmla="*/ 66 h 108"/>
                  <a:gd name="T14" fmla="*/ 105 w 135"/>
                  <a:gd name="T15" fmla="*/ 63 h 108"/>
                  <a:gd name="T16" fmla="*/ 105 w 135"/>
                  <a:gd name="T17" fmla="*/ 57 h 108"/>
                  <a:gd name="T18" fmla="*/ 111 w 135"/>
                  <a:gd name="T19" fmla="*/ 54 h 108"/>
                  <a:gd name="T20" fmla="*/ 117 w 135"/>
                  <a:gd name="T21" fmla="*/ 48 h 108"/>
                  <a:gd name="T22" fmla="*/ 132 w 135"/>
                  <a:gd name="T23" fmla="*/ 48 h 108"/>
                  <a:gd name="T24" fmla="*/ 135 w 135"/>
                  <a:gd name="T25" fmla="*/ 45 h 108"/>
                  <a:gd name="T26" fmla="*/ 132 w 135"/>
                  <a:gd name="T27" fmla="*/ 36 h 108"/>
                  <a:gd name="T28" fmla="*/ 129 w 135"/>
                  <a:gd name="T29" fmla="*/ 27 h 108"/>
                  <a:gd name="T30" fmla="*/ 126 w 135"/>
                  <a:gd name="T31" fmla="*/ 15 h 108"/>
                  <a:gd name="T32" fmla="*/ 126 w 135"/>
                  <a:gd name="T33" fmla="*/ 9 h 108"/>
                  <a:gd name="T34" fmla="*/ 111 w 135"/>
                  <a:gd name="T35" fmla="*/ 6 h 108"/>
                  <a:gd name="T36" fmla="*/ 93 w 135"/>
                  <a:gd name="T37" fmla="*/ 6 h 108"/>
                  <a:gd name="T38" fmla="*/ 81 w 135"/>
                  <a:gd name="T39" fmla="*/ 0 h 108"/>
                  <a:gd name="T40" fmla="*/ 69 w 135"/>
                  <a:gd name="T41" fmla="*/ 24 h 108"/>
                  <a:gd name="T42" fmla="*/ 54 w 135"/>
                  <a:gd name="T43" fmla="*/ 33 h 108"/>
                  <a:gd name="T44" fmla="*/ 45 w 135"/>
                  <a:gd name="T45" fmla="*/ 42 h 108"/>
                  <a:gd name="T46" fmla="*/ 39 w 135"/>
                  <a:gd name="T47" fmla="*/ 51 h 108"/>
                  <a:gd name="T48" fmla="*/ 39 w 135"/>
                  <a:gd name="T49" fmla="*/ 69 h 108"/>
                  <a:gd name="T50" fmla="*/ 24 w 135"/>
                  <a:gd name="T51" fmla="*/ 87 h 108"/>
                  <a:gd name="T52" fmla="*/ 9 w 135"/>
                  <a:gd name="T53" fmla="*/ 99 h 108"/>
                  <a:gd name="T54" fmla="*/ 0 w 135"/>
                  <a:gd name="T55" fmla="*/ 10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5" h="108">
                    <a:moveTo>
                      <a:pt x="51" y="108"/>
                    </a:moveTo>
                    <a:cubicBezTo>
                      <a:pt x="51" y="99"/>
                      <a:pt x="48" y="93"/>
                      <a:pt x="51" y="93"/>
                    </a:cubicBezTo>
                    <a:cubicBezTo>
                      <a:pt x="51" y="90"/>
                      <a:pt x="66" y="81"/>
                      <a:pt x="69" y="81"/>
                    </a:cubicBezTo>
                    <a:cubicBezTo>
                      <a:pt x="69" y="78"/>
                      <a:pt x="75" y="81"/>
                      <a:pt x="75" y="78"/>
                    </a:cubicBezTo>
                    <a:cubicBezTo>
                      <a:pt x="75" y="75"/>
                      <a:pt x="81" y="75"/>
                      <a:pt x="84" y="75"/>
                    </a:cubicBezTo>
                    <a:cubicBezTo>
                      <a:pt x="90" y="75"/>
                      <a:pt x="90" y="72"/>
                      <a:pt x="90" y="69"/>
                    </a:cubicBezTo>
                    <a:cubicBezTo>
                      <a:pt x="90" y="66"/>
                      <a:pt x="96" y="66"/>
                      <a:pt x="99" y="66"/>
                    </a:cubicBezTo>
                    <a:cubicBezTo>
                      <a:pt x="102" y="66"/>
                      <a:pt x="102" y="63"/>
                      <a:pt x="105" y="63"/>
                    </a:cubicBezTo>
                    <a:cubicBezTo>
                      <a:pt x="108" y="63"/>
                      <a:pt x="105" y="60"/>
                      <a:pt x="105" y="57"/>
                    </a:cubicBezTo>
                    <a:cubicBezTo>
                      <a:pt x="105" y="51"/>
                      <a:pt x="105" y="54"/>
                      <a:pt x="111" y="54"/>
                    </a:cubicBezTo>
                    <a:cubicBezTo>
                      <a:pt x="114" y="54"/>
                      <a:pt x="117" y="51"/>
                      <a:pt x="117" y="48"/>
                    </a:cubicBezTo>
                    <a:cubicBezTo>
                      <a:pt x="132" y="48"/>
                      <a:pt x="132" y="48"/>
                      <a:pt x="132" y="48"/>
                    </a:cubicBezTo>
                    <a:cubicBezTo>
                      <a:pt x="135" y="48"/>
                      <a:pt x="135" y="45"/>
                      <a:pt x="135" y="45"/>
                    </a:cubicBezTo>
                    <a:cubicBezTo>
                      <a:pt x="135" y="42"/>
                      <a:pt x="132" y="36"/>
                      <a:pt x="132" y="36"/>
                    </a:cubicBezTo>
                    <a:cubicBezTo>
                      <a:pt x="129" y="36"/>
                      <a:pt x="129" y="30"/>
                      <a:pt x="129" y="27"/>
                    </a:cubicBezTo>
                    <a:cubicBezTo>
                      <a:pt x="129" y="21"/>
                      <a:pt x="129" y="18"/>
                      <a:pt x="126" y="15"/>
                    </a:cubicBezTo>
                    <a:cubicBezTo>
                      <a:pt x="126" y="12"/>
                      <a:pt x="126" y="12"/>
                      <a:pt x="126" y="9"/>
                    </a:cubicBezTo>
                    <a:cubicBezTo>
                      <a:pt x="120" y="9"/>
                      <a:pt x="117" y="6"/>
                      <a:pt x="111" y="6"/>
                    </a:cubicBezTo>
                    <a:cubicBezTo>
                      <a:pt x="105" y="6"/>
                      <a:pt x="96" y="9"/>
                      <a:pt x="93" y="6"/>
                    </a:cubicBezTo>
                    <a:cubicBezTo>
                      <a:pt x="87" y="0"/>
                      <a:pt x="84" y="0"/>
                      <a:pt x="81" y="0"/>
                    </a:cubicBezTo>
                    <a:cubicBezTo>
                      <a:pt x="78" y="3"/>
                      <a:pt x="72" y="18"/>
                      <a:pt x="69" y="24"/>
                    </a:cubicBezTo>
                    <a:cubicBezTo>
                      <a:pt x="66" y="27"/>
                      <a:pt x="57" y="33"/>
                      <a:pt x="54" y="33"/>
                    </a:cubicBezTo>
                    <a:cubicBezTo>
                      <a:pt x="48" y="33"/>
                      <a:pt x="48" y="39"/>
                      <a:pt x="45" y="42"/>
                    </a:cubicBezTo>
                    <a:cubicBezTo>
                      <a:pt x="42" y="45"/>
                      <a:pt x="42" y="48"/>
                      <a:pt x="39" y="51"/>
                    </a:cubicBezTo>
                    <a:cubicBezTo>
                      <a:pt x="33" y="54"/>
                      <a:pt x="36" y="66"/>
                      <a:pt x="39" y="69"/>
                    </a:cubicBezTo>
                    <a:cubicBezTo>
                      <a:pt x="39" y="72"/>
                      <a:pt x="30" y="84"/>
                      <a:pt x="24" y="87"/>
                    </a:cubicBezTo>
                    <a:cubicBezTo>
                      <a:pt x="18" y="90"/>
                      <a:pt x="18" y="96"/>
                      <a:pt x="9" y="99"/>
                    </a:cubicBezTo>
                    <a:cubicBezTo>
                      <a:pt x="6" y="99"/>
                      <a:pt x="3" y="102"/>
                      <a:pt x="0" y="102"/>
                    </a:cubicBezTo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1C44B090-2DCE-C90F-6904-92EF75591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539" y="1959553"/>
                <a:ext cx="1299061" cy="844862"/>
              </a:xfrm>
              <a:custGeom>
                <a:avLst/>
                <a:gdLst>
                  <a:gd name="T0" fmla="*/ 642 w 678"/>
                  <a:gd name="T1" fmla="*/ 87 h 441"/>
                  <a:gd name="T2" fmla="*/ 609 w 678"/>
                  <a:gd name="T3" fmla="*/ 63 h 441"/>
                  <a:gd name="T4" fmla="*/ 582 w 678"/>
                  <a:gd name="T5" fmla="*/ 24 h 441"/>
                  <a:gd name="T6" fmla="*/ 543 w 678"/>
                  <a:gd name="T7" fmla="*/ 0 h 441"/>
                  <a:gd name="T8" fmla="*/ 516 w 678"/>
                  <a:gd name="T9" fmla="*/ 21 h 441"/>
                  <a:gd name="T10" fmla="*/ 495 w 678"/>
                  <a:gd name="T11" fmla="*/ 54 h 441"/>
                  <a:gd name="T12" fmla="*/ 462 w 678"/>
                  <a:gd name="T13" fmla="*/ 72 h 441"/>
                  <a:gd name="T14" fmla="*/ 483 w 678"/>
                  <a:gd name="T15" fmla="*/ 84 h 441"/>
                  <a:gd name="T16" fmla="*/ 480 w 678"/>
                  <a:gd name="T17" fmla="*/ 105 h 441"/>
                  <a:gd name="T18" fmla="*/ 423 w 678"/>
                  <a:gd name="T19" fmla="*/ 126 h 441"/>
                  <a:gd name="T20" fmla="*/ 381 w 678"/>
                  <a:gd name="T21" fmla="*/ 162 h 441"/>
                  <a:gd name="T22" fmla="*/ 315 w 678"/>
                  <a:gd name="T23" fmla="*/ 165 h 441"/>
                  <a:gd name="T24" fmla="*/ 240 w 678"/>
                  <a:gd name="T25" fmla="*/ 156 h 441"/>
                  <a:gd name="T26" fmla="*/ 210 w 678"/>
                  <a:gd name="T27" fmla="*/ 123 h 441"/>
                  <a:gd name="T28" fmla="*/ 183 w 678"/>
                  <a:gd name="T29" fmla="*/ 90 h 441"/>
                  <a:gd name="T30" fmla="*/ 153 w 678"/>
                  <a:gd name="T31" fmla="*/ 63 h 441"/>
                  <a:gd name="T32" fmla="*/ 138 w 678"/>
                  <a:gd name="T33" fmla="*/ 75 h 441"/>
                  <a:gd name="T34" fmla="*/ 111 w 678"/>
                  <a:gd name="T35" fmla="*/ 96 h 441"/>
                  <a:gd name="T36" fmla="*/ 87 w 678"/>
                  <a:gd name="T37" fmla="*/ 120 h 441"/>
                  <a:gd name="T38" fmla="*/ 78 w 678"/>
                  <a:gd name="T39" fmla="*/ 150 h 441"/>
                  <a:gd name="T40" fmla="*/ 51 w 678"/>
                  <a:gd name="T41" fmla="*/ 174 h 441"/>
                  <a:gd name="T42" fmla="*/ 18 w 678"/>
                  <a:gd name="T43" fmla="*/ 186 h 441"/>
                  <a:gd name="T44" fmla="*/ 0 w 678"/>
                  <a:gd name="T45" fmla="*/ 198 h 441"/>
                  <a:gd name="T46" fmla="*/ 18 w 678"/>
                  <a:gd name="T47" fmla="*/ 228 h 441"/>
                  <a:gd name="T48" fmla="*/ 59 w 678"/>
                  <a:gd name="T49" fmla="*/ 247 h 441"/>
                  <a:gd name="T50" fmla="*/ 63 w 678"/>
                  <a:gd name="T51" fmla="*/ 286 h 441"/>
                  <a:gd name="T52" fmla="*/ 61 w 678"/>
                  <a:gd name="T53" fmla="*/ 288 h 441"/>
                  <a:gd name="T54" fmla="*/ 60 w 678"/>
                  <a:gd name="T55" fmla="*/ 289 h 441"/>
                  <a:gd name="T56" fmla="*/ 57 w 678"/>
                  <a:gd name="T57" fmla="*/ 290 h 441"/>
                  <a:gd name="T58" fmla="*/ 57 w 678"/>
                  <a:gd name="T59" fmla="*/ 303 h 441"/>
                  <a:gd name="T60" fmla="*/ 84 w 678"/>
                  <a:gd name="T61" fmla="*/ 318 h 441"/>
                  <a:gd name="T62" fmla="*/ 153 w 678"/>
                  <a:gd name="T63" fmla="*/ 348 h 441"/>
                  <a:gd name="T64" fmla="*/ 162 w 678"/>
                  <a:gd name="T65" fmla="*/ 354 h 441"/>
                  <a:gd name="T66" fmla="*/ 165 w 678"/>
                  <a:gd name="T67" fmla="*/ 351 h 441"/>
                  <a:gd name="T68" fmla="*/ 201 w 678"/>
                  <a:gd name="T69" fmla="*/ 348 h 441"/>
                  <a:gd name="T70" fmla="*/ 234 w 678"/>
                  <a:gd name="T71" fmla="*/ 333 h 441"/>
                  <a:gd name="T72" fmla="*/ 252 w 678"/>
                  <a:gd name="T73" fmla="*/ 342 h 441"/>
                  <a:gd name="T74" fmla="*/ 264 w 678"/>
                  <a:gd name="T75" fmla="*/ 372 h 441"/>
                  <a:gd name="T76" fmla="*/ 270 w 678"/>
                  <a:gd name="T77" fmla="*/ 405 h 441"/>
                  <a:gd name="T78" fmla="*/ 288 w 678"/>
                  <a:gd name="T79" fmla="*/ 426 h 441"/>
                  <a:gd name="T80" fmla="*/ 300 w 678"/>
                  <a:gd name="T81" fmla="*/ 414 h 441"/>
                  <a:gd name="T82" fmla="*/ 333 w 678"/>
                  <a:gd name="T83" fmla="*/ 408 h 441"/>
                  <a:gd name="T84" fmla="*/ 366 w 678"/>
                  <a:gd name="T85" fmla="*/ 423 h 441"/>
                  <a:gd name="T86" fmla="*/ 387 w 678"/>
                  <a:gd name="T87" fmla="*/ 423 h 441"/>
                  <a:gd name="T88" fmla="*/ 411 w 678"/>
                  <a:gd name="T89" fmla="*/ 423 h 441"/>
                  <a:gd name="T90" fmla="*/ 471 w 678"/>
                  <a:gd name="T91" fmla="*/ 402 h 441"/>
                  <a:gd name="T92" fmla="*/ 498 w 678"/>
                  <a:gd name="T93" fmla="*/ 381 h 441"/>
                  <a:gd name="T94" fmla="*/ 510 w 678"/>
                  <a:gd name="T95" fmla="*/ 357 h 441"/>
                  <a:gd name="T96" fmla="*/ 528 w 678"/>
                  <a:gd name="T97" fmla="*/ 330 h 441"/>
                  <a:gd name="T98" fmla="*/ 516 w 678"/>
                  <a:gd name="T99" fmla="*/ 318 h 441"/>
                  <a:gd name="T100" fmla="*/ 519 w 678"/>
                  <a:gd name="T101" fmla="*/ 297 h 441"/>
                  <a:gd name="T102" fmla="*/ 510 w 678"/>
                  <a:gd name="T103" fmla="*/ 267 h 441"/>
                  <a:gd name="T104" fmla="*/ 516 w 678"/>
                  <a:gd name="T105" fmla="*/ 240 h 441"/>
                  <a:gd name="T106" fmla="*/ 519 w 678"/>
                  <a:gd name="T107" fmla="*/ 222 h 441"/>
                  <a:gd name="T108" fmla="*/ 486 w 678"/>
                  <a:gd name="T109" fmla="*/ 204 h 441"/>
                  <a:gd name="T110" fmla="*/ 522 w 678"/>
                  <a:gd name="T111" fmla="*/ 198 h 441"/>
                  <a:gd name="T112" fmla="*/ 555 w 678"/>
                  <a:gd name="T113" fmla="*/ 195 h 441"/>
                  <a:gd name="T114" fmla="*/ 594 w 678"/>
                  <a:gd name="T115" fmla="*/ 174 h 441"/>
                  <a:gd name="T116" fmla="*/ 621 w 678"/>
                  <a:gd name="T117" fmla="*/ 153 h 441"/>
                  <a:gd name="T118" fmla="*/ 636 w 678"/>
                  <a:gd name="T119" fmla="*/ 144 h 441"/>
                  <a:gd name="T120" fmla="*/ 654 w 678"/>
                  <a:gd name="T121" fmla="*/ 123 h 441"/>
                  <a:gd name="T122" fmla="*/ 672 w 678"/>
                  <a:gd name="T123" fmla="*/ 81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78" h="441">
                    <a:moveTo>
                      <a:pt x="672" y="81"/>
                    </a:moveTo>
                    <a:cubicBezTo>
                      <a:pt x="672" y="75"/>
                      <a:pt x="666" y="78"/>
                      <a:pt x="663" y="81"/>
                    </a:cubicBezTo>
                    <a:cubicBezTo>
                      <a:pt x="663" y="81"/>
                      <a:pt x="654" y="81"/>
                      <a:pt x="654" y="84"/>
                    </a:cubicBezTo>
                    <a:cubicBezTo>
                      <a:pt x="651" y="87"/>
                      <a:pt x="648" y="87"/>
                      <a:pt x="642" y="87"/>
                    </a:cubicBezTo>
                    <a:cubicBezTo>
                      <a:pt x="639" y="87"/>
                      <a:pt x="633" y="84"/>
                      <a:pt x="633" y="81"/>
                    </a:cubicBezTo>
                    <a:cubicBezTo>
                      <a:pt x="633" y="78"/>
                      <a:pt x="630" y="75"/>
                      <a:pt x="630" y="72"/>
                    </a:cubicBezTo>
                    <a:cubicBezTo>
                      <a:pt x="630" y="69"/>
                      <a:pt x="624" y="69"/>
                      <a:pt x="621" y="66"/>
                    </a:cubicBezTo>
                    <a:cubicBezTo>
                      <a:pt x="618" y="63"/>
                      <a:pt x="612" y="60"/>
                      <a:pt x="609" y="63"/>
                    </a:cubicBezTo>
                    <a:cubicBezTo>
                      <a:pt x="609" y="63"/>
                      <a:pt x="606" y="57"/>
                      <a:pt x="600" y="57"/>
                    </a:cubicBezTo>
                    <a:cubicBezTo>
                      <a:pt x="594" y="57"/>
                      <a:pt x="594" y="54"/>
                      <a:pt x="594" y="51"/>
                    </a:cubicBezTo>
                    <a:cubicBezTo>
                      <a:pt x="597" y="48"/>
                      <a:pt x="591" y="42"/>
                      <a:pt x="588" y="39"/>
                    </a:cubicBezTo>
                    <a:cubicBezTo>
                      <a:pt x="588" y="33"/>
                      <a:pt x="585" y="33"/>
                      <a:pt x="582" y="24"/>
                    </a:cubicBezTo>
                    <a:cubicBezTo>
                      <a:pt x="582" y="15"/>
                      <a:pt x="576" y="18"/>
                      <a:pt x="576" y="15"/>
                    </a:cubicBezTo>
                    <a:cubicBezTo>
                      <a:pt x="579" y="9"/>
                      <a:pt x="573" y="9"/>
                      <a:pt x="570" y="6"/>
                    </a:cubicBezTo>
                    <a:cubicBezTo>
                      <a:pt x="567" y="3"/>
                      <a:pt x="561" y="6"/>
                      <a:pt x="555" y="3"/>
                    </a:cubicBezTo>
                    <a:cubicBezTo>
                      <a:pt x="552" y="0"/>
                      <a:pt x="549" y="0"/>
                      <a:pt x="543" y="0"/>
                    </a:cubicBezTo>
                    <a:cubicBezTo>
                      <a:pt x="540" y="0"/>
                      <a:pt x="528" y="0"/>
                      <a:pt x="528" y="0"/>
                    </a:cubicBezTo>
                    <a:cubicBezTo>
                      <a:pt x="525" y="0"/>
                      <a:pt x="516" y="0"/>
                      <a:pt x="513" y="6"/>
                    </a:cubicBezTo>
                    <a:cubicBezTo>
                      <a:pt x="507" y="12"/>
                      <a:pt x="513" y="12"/>
                      <a:pt x="513" y="12"/>
                    </a:cubicBezTo>
                    <a:cubicBezTo>
                      <a:pt x="516" y="12"/>
                      <a:pt x="516" y="18"/>
                      <a:pt x="516" y="21"/>
                    </a:cubicBezTo>
                    <a:cubicBezTo>
                      <a:pt x="516" y="21"/>
                      <a:pt x="513" y="24"/>
                      <a:pt x="513" y="27"/>
                    </a:cubicBezTo>
                    <a:cubicBezTo>
                      <a:pt x="510" y="27"/>
                      <a:pt x="507" y="33"/>
                      <a:pt x="504" y="36"/>
                    </a:cubicBezTo>
                    <a:cubicBezTo>
                      <a:pt x="504" y="39"/>
                      <a:pt x="498" y="45"/>
                      <a:pt x="501" y="48"/>
                    </a:cubicBezTo>
                    <a:cubicBezTo>
                      <a:pt x="501" y="51"/>
                      <a:pt x="498" y="54"/>
                      <a:pt x="495" y="54"/>
                    </a:cubicBezTo>
                    <a:cubicBezTo>
                      <a:pt x="492" y="54"/>
                      <a:pt x="486" y="57"/>
                      <a:pt x="483" y="60"/>
                    </a:cubicBezTo>
                    <a:cubicBezTo>
                      <a:pt x="474" y="57"/>
                      <a:pt x="474" y="57"/>
                      <a:pt x="474" y="57"/>
                    </a:cubicBezTo>
                    <a:cubicBezTo>
                      <a:pt x="474" y="54"/>
                      <a:pt x="471" y="54"/>
                      <a:pt x="471" y="54"/>
                    </a:cubicBezTo>
                    <a:cubicBezTo>
                      <a:pt x="462" y="72"/>
                      <a:pt x="462" y="72"/>
                      <a:pt x="462" y="72"/>
                    </a:cubicBezTo>
                    <a:cubicBezTo>
                      <a:pt x="462" y="78"/>
                      <a:pt x="462" y="78"/>
                      <a:pt x="462" y="78"/>
                    </a:cubicBezTo>
                    <a:cubicBezTo>
                      <a:pt x="462" y="78"/>
                      <a:pt x="456" y="78"/>
                      <a:pt x="459" y="84"/>
                    </a:cubicBezTo>
                    <a:cubicBezTo>
                      <a:pt x="465" y="87"/>
                      <a:pt x="465" y="84"/>
                      <a:pt x="471" y="84"/>
                    </a:cubicBezTo>
                    <a:cubicBezTo>
                      <a:pt x="477" y="84"/>
                      <a:pt x="480" y="90"/>
                      <a:pt x="483" y="84"/>
                    </a:cubicBezTo>
                    <a:cubicBezTo>
                      <a:pt x="483" y="81"/>
                      <a:pt x="489" y="81"/>
                      <a:pt x="492" y="84"/>
                    </a:cubicBezTo>
                    <a:cubicBezTo>
                      <a:pt x="495" y="87"/>
                      <a:pt x="507" y="96"/>
                      <a:pt x="507" y="99"/>
                    </a:cubicBezTo>
                    <a:cubicBezTo>
                      <a:pt x="507" y="102"/>
                      <a:pt x="501" y="102"/>
                      <a:pt x="495" y="102"/>
                    </a:cubicBezTo>
                    <a:cubicBezTo>
                      <a:pt x="492" y="99"/>
                      <a:pt x="486" y="105"/>
                      <a:pt x="480" y="105"/>
                    </a:cubicBezTo>
                    <a:cubicBezTo>
                      <a:pt x="477" y="105"/>
                      <a:pt x="471" y="105"/>
                      <a:pt x="468" y="108"/>
                    </a:cubicBezTo>
                    <a:cubicBezTo>
                      <a:pt x="462" y="114"/>
                      <a:pt x="465" y="117"/>
                      <a:pt x="456" y="120"/>
                    </a:cubicBezTo>
                    <a:cubicBezTo>
                      <a:pt x="450" y="120"/>
                      <a:pt x="447" y="120"/>
                      <a:pt x="441" y="123"/>
                    </a:cubicBezTo>
                    <a:cubicBezTo>
                      <a:pt x="432" y="129"/>
                      <a:pt x="426" y="126"/>
                      <a:pt x="423" y="126"/>
                    </a:cubicBezTo>
                    <a:cubicBezTo>
                      <a:pt x="420" y="123"/>
                      <a:pt x="414" y="123"/>
                      <a:pt x="411" y="129"/>
                    </a:cubicBezTo>
                    <a:cubicBezTo>
                      <a:pt x="408" y="132"/>
                      <a:pt x="414" y="135"/>
                      <a:pt x="414" y="141"/>
                    </a:cubicBezTo>
                    <a:cubicBezTo>
                      <a:pt x="414" y="147"/>
                      <a:pt x="405" y="147"/>
                      <a:pt x="402" y="153"/>
                    </a:cubicBezTo>
                    <a:cubicBezTo>
                      <a:pt x="396" y="159"/>
                      <a:pt x="384" y="162"/>
                      <a:pt x="381" y="162"/>
                    </a:cubicBezTo>
                    <a:cubicBezTo>
                      <a:pt x="375" y="159"/>
                      <a:pt x="363" y="156"/>
                      <a:pt x="354" y="162"/>
                    </a:cubicBezTo>
                    <a:cubicBezTo>
                      <a:pt x="345" y="165"/>
                      <a:pt x="339" y="174"/>
                      <a:pt x="336" y="171"/>
                    </a:cubicBezTo>
                    <a:cubicBezTo>
                      <a:pt x="333" y="171"/>
                      <a:pt x="333" y="168"/>
                      <a:pt x="327" y="168"/>
                    </a:cubicBezTo>
                    <a:cubicBezTo>
                      <a:pt x="321" y="168"/>
                      <a:pt x="318" y="168"/>
                      <a:pt x="315" y="165"/>
                    </a:cubicBezTo>
                    <a:cubicBezTo>
                      <a:pt x="312" y="162"/>
                      <a:pt x="309" y="165"/>
                      <a:pt x="303" y="162"/>
                    </a:cubicBezTo>
                    <a:cubicBezTo>
                      <a:pt x="297" y="156"/>
                      <a:pt x="288" y="159"/>
                      <a:pt x="282" y="156"/>
                    </a:cubicBezTo>
                    <a:cubicBezTo>
                      <a:pt x="279" y="156"/>
                      <a:pt x="261" y="156"/>
                      <a:pt x="255" y="156"/>
                    </a:cubicBezTo>
                    <a:cubicBezTo>
                      <a:pt x="249" y="156"/>
                      <a:pt x="240" y="159"/>
                      <a:pt x="240" y="156"/>
                    </a:cubicBezTo>
                    <a:cubicBezTo>
                      <a:pt x="240" y="153"/>
                      <a:pt x="237" y="150"/>
                      <a:pt x="234" y="144"/>
                    </a:cubicBezTo>
                    <a:cubicBezTo>
                      <a:pt x="234" y="138"/>
                      <a:pt x="228" y="135"/>
                      <a:pt x="225" y="135"/>
                    </a:cubicBezTo>
                    <a:cubicBezTo>
                      <a:pt x="222" y="132"/>
                      <a:pt x="222" y="129"/>
                      <a:pt x="219" y="129"/>
                    </a:cubicBezTo>
                    <a:cubicBezTo>
                      <a:pt x="216" y="129"/>
                      <a:pt x="216" y="123"/>
                      <a:pt x="210" y="123"/>
                    </a:cubicBezTo>
                    <a:cubicBezTo>
                      <a:pt x="204" y="123"/>
                      <a:pt x="186" y="123"/>
                      <a:pt x="183" y="117"/>
                    </a:cubicBezTo>
                    <a:cubicBezTo>
                      <a:pt x="183" y="114"/>
                      <a:pt x="186" y="114"/>
                      <a:pt x="186" y="108"/>
                    </a:cubicBezTo>
                    <a:cubicBezTo>
                      <a:pt x="186" y="105"/>
                      <a:pt x="189" y="99"/>
                      <a:pt x="189" y="96"/>
                    </a:cubicBezTo>
                    <a:cubicBezTo>
                      <a:pt x="186" y="96"/>
                      <a:pt x="183" y="93"/>
                      <a:pt x="183" y="90"/>
                    </a:cubicBezTo>
                    <a:cubicBezTo>
                      <a:pt x="180" y="84"/>
                      <a:pt x="177" y="81"/>
                      <a:pt x="171" y="81"/>
                    </a:cubicBezTo>
                    <a:cubicBezTo>
                      <a:pt x="168" y="81"/>
                      <a:pt x="165" y="78"/>
                      <a:pt x="162" y="75"/>
                    </a:cubicBezTo>
                    <a:cubicBezTo>
                      <a:pt x="159" y="72"/>
                      <a:pt x="156" y="72"/>
                      <a:pt x="153" y="66"/>
                    </a:cubicBezTo>
                    <a:cubicBezTo>
                      <a:pt x="153" y="63"/>
                      <a:pt x="153" y="63"/>
                      <a:pt x="153" y="63"/>
                    </a:cubicBezTo>
                    <a:cubicBezTo>
                      <a:pt x="150" y="63"/>
                      <a:pt x="150" y="63"/>
                      <a:pt x="150" y="63"/>
                    </a:cubicBezTo>
                    <a:cubicBezTo>
                      <a:pt x="147" y="63"/>
                      <a:pt x="147" y="63"/>
                      <a:pt x="147" y="60"/>
                    </a:cubicBezTo>
                    <a:cubicBezTo>
                      <a:pt x="144" y="63"/>
                      <a:pt x="141" y="66"/>
                      <a:pt x="141" y="69"/>
                    </a:cubicBezTo>
                    <a:cubicBezTo>
                      <a:pt x="141" y="72"/>
                      <a:pt x="141" y="75"/>
                      <a:pt x="138" y="75"/>
                    </a:cubicBezTo>
                    <a:cubicBezTo>
                      <a:pt x="135" y="75"/>
                      <a:pt x="129" y="78"/>
                      <a:pt x="129" y="84"/>
                    </a:cubicBezTo>
                    <a:cubicBezTo>
                      <a:pt x="129" y="90"/>
                      <a:pt x="132" y="90"/>
                      <a:pt x="132" y="93"/>
                    </a:cubicBezTo>
                    <a:cubicBezTo>
                      <a:pt x="129" y="96"/>
                      <a:pt x="123" y="96"/>
                      <a:pt x="120" y="96"/>
                    </a:cubicBezTo>
                    <a:cubicBezTo>
                      <a:pt x="120" y="96"/>
                      <a:pt x="114" y="96"/>
                      <a:pt x="111" y="96"/>
                    </a:cubicBezTo>
                    <a:cubicBezTo>
                      <a:pt x="108" y="96"/>
                      <a:pt x="105" y="90"/>
                      <a:pt x="102" y="96"/>
                    </a:cubicBezTo>
                    <a:cubicBezTo>
                      <a:pt x="102" y="99"/>
                      <a:pt x="93" y="114"/>
                      <a:pt x="96" y="117"/>
                    </a:cubicBezTo>
                    <a:cubicBezTo>
                      <a:pt x="99" y="117"/>
                      <a:pt x="99" y="123"/>
                      <a:pt x="96" y="123"/>
                    </a:cubicBezTo>
                    <a:cubicBezTo>
                      <a:pt x="93" y="123"/>
                      <a:pt x="90" y="123"/>
                      <a:pt x="87" y="120"/>
                    </a:cubicBezTo>
                    <a:cubicBezTo>
                      <a:pt x="87" y="117"/>
                      <a:pt x="81" y="123"/>
                      <a:pt x="78" y="123"/>
                    </a:cubicBezTo>
                    <a:cubicBezTo>
                      <a:pt x="75" y="123"/>
                      <a:pt x="69" y="126"/>
                      <a:pt x="72" y="126"/>
                    </a:cubicBezTo>
                    <a:cubicBezTo>
                      <a:pt x="72" y="129"/>
                      <a:pt x="72" y="135"/>
                      <a:pt x="72" y="135"/>
                    </a:cubicBezTo>
                    <a:cubicBezTo>
                      <a:pt x="72" y="138"/>
                      <a:pt x="78" y="147"/>
                      <a:pt x="78" y="150"/>
                    </a:cubicBezTo>
                    <a:cubicBezTo>
                      <a:pt x="78" y="150"/>
                      <a:pt x="72" y="153"/>
                      <a:pt x="72" y="156"/>
                    </a:cubicBezTo>
                    <a:cubicBezTo>
                      <a:pt x="72" y="162"/>
                      <a:pt x="72" y="165"/>
                      <a:pt x="72" y="165"/>
                    </a:cubicBezTo>
                    <a:cubicBezTo>
                      <a:pt x="69" y="165"/>
                      <a:pt x="63" y="168"/>
                      <a:pt x="60" y="168"/>
                    </a:cubicBezTo>
                    <a:cubicBezTo>
                      <a:pt x="57" y="171"/>
                      <a:pt x="54" y="171"/>
                      <a:pt x="51" y="174"/>
                    </a:cubicBezTo>
                    <a:cubicBezTo>
                      <a:pt x="51" y="177"/>
                      <a:pt x="48" y="180"/>
                      <a:pt x="42" y="180"/>
                    </a:cubicBezTo>
                    <a:cubicBezTo>
                      <a:pt x="39" y="180"/>
                      <a:pt x="36" y="177"/>
                      <a:pt x="33" y="183"/>
                    </a:cubicBezTo>
                    <a:cubicBezTo>
                      <a:pt x="30" y="186"/>
                      <a:pt x="30" y="186"/>
                      <a:pt x="27" y="186"/>
                    </a:cubicBezTo>
                    <a:cubicBezTo>
                      <a:pt x="24" y="189"/>
                      <a:pt x="21" y="186"/>
                      <a:pt x="18" y="186"/>
                    </a:cubicBezTo>
                    <a:cubicBezTo>
                      <a:pt x="18" y="183"/>
                      <a:pt x="15" y="186"/>
                      <a:pt x="12" y="186"/>
                    </a:cubicBezTo>
                    <a:cubicBezTo>
                      <a:pt x="12" y="186"/>
                      <a:pt x="9" y="189"/>
                      <a:pt x="6" y="192"/>
                    </a:cubicBezTo>
                    <a:cubicBezTo>
                      <a:pt x="3" y="192"/>
                      <a:pt x="0" y="192"/>
                      <a:pt x="0" y="195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0" y="210"/>
                      <a:pt x="0" y="210"/>
                      <a:pt x="0" y="210"/>
                    </a:cubicBezTo>
                    <a:cubicBezTo>
                      <a:pt x="0" y="210"/>
                      <a:pt x="12" y="213"/>
                      <a:pt x="12" y="216"/>
                    </a:cubicBezTo>
                    <a:cubicBezTo>
                      <a:pt x="12" y="219"/>
                      <a:pt x="13" y="225"/>
                      <a:pt x="14" y="229"/>
                    </a:cubicBezTo>
                    <a:cubicBezTo>
                      <a:pt x="15" y="228"/>
                      <a:pt x="17" y="228"/>
                      <a:pt x="18" y="228"/>
                    </a:cubicBezTo>
                    <a:cubicBezTo>
                      <a:pt x="18" y="228"/>
                      <a:pt x="22" y="230"/>
                      <a:pt x="25" y="236"/>
                    </a:cubicBezTo>
                    <a:cubicBezTo>
                      <a:pt x="27" y="240"/>
                      <a:pt x="31" y="244"/>
                      <a:pt x="35" y="246"/>
                    </a:cubicBezTo>
                    <a:cubicBezTo>
                      <a:pt x="41" y="249"/>
                      <a:pt x="43" y="253"/>
                      <a:pt x="45" y="252"/>
                    </a:cubicBezTo>
                    <a:cubicBezTo>
                      <a:pt x="48" y="252"/>
                      <a:pt x="56" y="247"/>
                      <a:pt x="59" y="247"/>
                    </a:cubicBezTo>
                    <a:cubicBezTo>
                      <a:pt x="61" y="249"/>
                      <a:pt x="71" y="251"/>
                      <a:pt x="70" y="259"/>
                    </a:cubicBezTo>
                    <a:cubicBezTo>
                      <a:pt x="69" y="264"/>
                      <a:pt x="57" y="275"/>
                      <a:pt x="57" y="276"/>
                    </a:cubicBezTo>
                    <a:cubicBezTo>
                      <a:pt x="57" y="276"/>
                      <a:pt x="60" y="282"/>
                      <a:pt x="63" y="285"/>
                    </a:cubicBezTo>
                    <a:cubicBezTo>
                      <a:pt x="63" y="286"/>
                      <a:pt x="63" y="286"/>
                      <a:pt x="63" y="286"/>
                    </a:cubicBezTo>
                    <a:cubicBezTo>
                      <a:pt x="63" y="287"/>
                      <a:pt x="63" y="287"/>
                      <a:pt x="62" y="287"/>
                    </a:cubicBezTo>
                    <a:cubicBezTo>
                      <a:pt x="62" y="287"/>
                      <a:pt x="62" y="287"/>
                      <a:pt x="62" y="287"/>
                    </a:cubicBezTo>
                    <a:cubicBezTo>
                      <a:pt x="62" y="287"/>
                      <a:pt x="62" y="287"/>
                      <a:pt x="62" y="287"/>
                    </a:cubicBezTo>
                    <a:cubicBezTo>
                      <a:pt x="62" y="287"/>
                      <a:pt x="62" y="288"/>
                      <a:pt x="61" y="288"/>
                    </a:cubicBezTo>
                    <a:cubicBezTo>
                      <a:pt x="61" y="288"/>
                      <a:pt x="61" y="288"/>
                      <a:pt x="61" y="288"/>
                    </a:cubicBezTo>
                    <a:cubicBezTo>
                      <a:pt x="61" y="288"/>
                      <a:pt x="60" y="289"/>
                      <a:pt x="60" y="289"/>
                    </a:cubicBezTo>
                    <a:cubicBezTo>
                      <a:pt x="60" y="289"/>
                      <a:pt x="60" y="289"/>
                      <a:pt x="60" y="289"/>
                    </a:cubicBezTo>
                    <a:cubicBezTo>
                      <a:pt x="60" y="289"/>
                      <a:pt x="60" y="289"/>
                      <a:pt x="60" y="289"/>
                    </a:cubicBezTo>
                    <a:cubicBezTo>
                      <a:pt x="60" y="289"/>
                      <a:pt x="60" y="289"/>
                      <a:pt x="60" y="289"/>
                    </a:cubicBezTo>
                    <a:cubicBezTo>
                      <a:pt x="59" y="289"/>
                      <a:pt x="58" y="290"/>
                      <a:pt x="58" y="290"/>
                    </a:cubicBezTo>
                    <a:cubicBezTo>
                      <a:pt x="58" y="290"/>
                      <a:pt x="58" y="290"/>
                      <a:pt x="58" y="290"/>
                    </a:cubicBezTo>
                    <a:cubicBezTo>
                      <a:pt x="57" y="290"/>
                      <a:pt x="57" y="290"/>
                      <a:pt x="57" y="290"/>
                    </a:cubicBezTo>
                    <a:cubicBezTo>
                      <a:pt x="57" y="290"/>
                      <a:pt x="57" y="290"/>
                      <a:pt x="57" y="290"/>
                    </a:cubicBezTo>
                    <a:cubicBezTo>
                      <a:pt x="56" y="290"/>
                      <a:pt x="55" y="289"/>
                      <a:pt x="54" y="288"/>
                    </a:cubicBezTo>
                    <a:cubicBezTo>
                      <a:pt x="51" y="285"/>
                      <a:pt x="51" y="291"/>
                      <a:pt x="54" y="294"/>
                    </a:cubicBezTo>
                    <a:cubicBezTo>
                      <a:pt x="54" y="297"/>
                      <a:pt x="54" y="303"/>
                      <a:pt x="57" y="303"/>
                    </a:cubicBezTo>
                    <a:cubicBezTo>
                      <a:pt x="60" y="303"/>
                      <a:pt x="63" y="309"/>
                      <a:pt x="66" y="309"/>
                    </a:cubicBezTo>
                    <a:cubicBezTo>
                      <a:pt x="69" y="309"/>
                      <a:pt x="72" y="315"/>
                      <a:pt x="72" y="315"/>
                    </a:cubicBezTo>
                    <a:cubicBezTo>
                      <a:pt x="72" y="315"/>
                      <a:pt x="78" y="318"/>
                      <a:pt x="78" y="321"/>
                    </a:cubicBezTo>
                    <a:cubicBezTo>
                      <a:pt x="81" y="321"/>
                      <a:pt x="84" y="321"/>
                      <a:pt x="84" y="318"/>
                    </a:cubicBezTo>
                    <a:cubicBezTo>
                      <a:pt x="84" y="318"/>
                      <a:pt x="90" y="318"/>
                      <a:pt x="93" y="321"/>
                    </a:cubicBezTo>
                    <a:cubicBezTo>
                      <a:pt x="96" y="324"/>
                      <a:pt x="111" y="333"/>
                      <a:pt x="117" y="336"/>
                    </a:cubicBezTo>
                    <a:cubicBezTo>
                      <a:pt x="120" y="342"/>
                      <a:pt x="135" y="345"/>
                      <a:pt x="138" y="345"/>
                    </a:cubicBezTo>
                    <a:cubicBezTo>
                      <a:pt x="141" y="345"/>
                      <a:pt x="147" y="348"/>
                      <a:pt x="153" y="348"/>
                    </a:cubicBezTo>
                    <a:cubicBezTo>
                      <a:pt x="153" y="348"/>
                      <a:pt x="153" y="348"/>
                      <a:pt x="155" y="348"/>
                    </a:cubicBezTo>
                    <a:cubicBezTo>
                      <a:pt x="156" y="348"/>
                      <a:pt x="157" y="347"/>
                      <a:pt x="159" y="345"/>
                    </a:cubicBezTo>
                    <a:cubicBezTo>
                      <a:pt x="162" y="342"/>
                      <a:pt x="162" y="348"/>
                      <a:pt x="162" y="351"/>
                    </a:cubicBezTo>
                    <a:cubicBezTo>
                      <a:pt x="162" y="352"/>
                      <a:pt x="162" y="353"/>
                      <a:pt x="162" y="354"/>
                    </a:cubicBezTo>
                    <a:cubicBezTo>
                      <a:pt x="162" y="354"/>
                      <a:pt x="162" y="354"/>
                      <a:pt x="162" y="354"/>
                    </a:cubicBezTo>
                    <a:cubicBezTo>
                      <a:pt x="163" y="355"/>
                      <a:pt x="163" y="355"/>
                      <a:pt x="163" y="356"/>
                    </a:cubicBezTo>
                    <a:cubicBezTo>
                      <a:pt x="163" y="356"/>
                      <a:pt x="163" y="356"/>
                      <a:pt x="163" y="356"/>
                    </a:cubicBezTo>
                    <a:cubicBezTo>
                      <a:pt x="165" y="354"/>
                      <a:pt x="165" y="354"/>
                      <a:pt x="165" y="351"/>
                    </a:cubicBezTo>
                    <a:cubicBezTo>
                      <a:pt x="168" y="345"/>
                      <a:pt x="171" y="348"/>
                      <a:pt x="174" y="345"/>
                    </a:cubicBezTo>
                    <a:cubicBezTo>
                      <a:pt x="177" y="342"/>
                      <a:pt x="177" y="345"/>
                      <a:pt x="183" y="345"/>
                    </a:cubicBezTo>
                    <a:cubicBezTo>
                      <a:pt x="186" y="348"/>
                      <a:pt x="189" y="345"/>
                      <a:pt x="195" y="351"/>
                    </a:cubicBezTo>
                    <a:cubicBezTo>
                      <a:pt x="198" y="348"/>
                      <a:pt x="198" y="348"/>
                      <a:pt x="201" y="348"/>
                    </a:cubicBezTo>
                    <a:cubicBezTo>
                      <a:pt x="204" y="345"/>
                      <a:pt x="204" y="345"/>
                      <a:pt x="204" y="345"/>
                    </a:cubicBezTo>
                    <a:cubicBezTo>
                      <a:pt x="207" y="342"/>
                      <a:pt x="207" y="339"/>
                      <a:pt x="210" y="339"/>
                    </a:cubicBezTo>
                    <a:cubicBezTo>
                      <a:pt x="213" y="339"/>
                      <a:pt x="213" y="336"/>
                      <a:pt x="219" y="333"/>
                    </a:cubicBezTo>
                    <a:cubicBezTo>
                      <a:pt x="225" y="330"/>
                      <a:pt x="231" y="336"/>
                      <a:pt x="234" y="333"/>
                    </a:cubicBezTo>
                    <a:cubicBezTo>
                      <a:pt x="234" y="330"/>
                      <a:pt x="240" y="330"/>
                      <a:pt x="240" y="333"/>
                    </a:cubicBezTo>
                    <a:cubicBezTo>
                      <a:pt x="240" y="333"/>
                      <a:pt x="243" y="336"/>
                      <a:pt x="243" y="339"/>
                    </a:cubicBezTo>
                    <a:cubicBezTo>
                      <a:pt x="243" y="342"/>
                      <a:pt x="249" y="342"/>
                      <a:pt x="249" y="342"/>
                    </a:cubicBezTo>
                    <a:cubicBezTo>
                      <a:pt x="252" y="342"/>
                      <a:pt x="252" y="342"/>
                      <a:pt x="252" y="342"/>
                    </a:cubicBezTo>
                    <a:cubicBezTo>
                      <a:pt x="255" y="339"/>
                      <a:pt x="258" y="342"/>
                      <a:pt x="258" y="345"/>
                    </a:cubicBezTo>
                    <a:cubicBezTo>
                      <a:pt x="258" y="348"/>
                      <a:pt x="258" y="351"/>
                      <a:pt x="261" y="351"/>
                    </a:cubicBezTo>
                    <a:cubicBezTo>
                      <a:pt x="264" y="351"/>
                      <a:pt x="267" y="351"/>
                      <a:pt x="267" y="357"/>
                    </a:cubicBezTo>
                    <a:cubicBezTo>
                      <a:pt x="267" y="363"/>
                      <a:pt x="267" y="369"/>
                      <a:pt x="264" y="372"/>
                    </a:cubicBezTo>
                    <a:cubicBezTo>
                      <a:pt x="258" y="378"/>
                      <a:pt x="252" y="387"/>
                      <a:pt x="255" y="390"/>
                    </a:cubicBezTo>
                    <a:cubicBezTo>
                      <a:pt x="255" y="390"/>
                      <a:pt x="252" y="396"/>
                      <a:pt x="255" y="393"/>
                    </a:cubicBezTo>
                    <a:cubicBezTo>
                      <a:pt x="258" y="393"/>
                      <a:pt x="267" y="393"/>
                      <a:pt x="267" y="396"/>
                    </a:cubicBezTo>
                    <a:cubicBezTo>
                      <a:pt x="264" y="399"/>
                      <a:pt x="267" y="405"/>
                      <a:pt x="270" y="405"/>
                    </a:cubicBezTo>
                    <a:cubicBezTo>
                      <a:pt x="273" y="405"/>
                      <a:pt x="276" y="408"/>
                      <a:pt x="273" y="411"/>
                    </a:cubicBezTo>
                    <a:cubicBezTo>
                      <a:pt x="273" y="414"/>
                      <a:pt x="270" y="417"/>
                      <a:pt x="273" y="417"/>
                    </a:cubicBezTo>
                    <a:cubicBezTo>
                      <a:pt x="276" y="417"/>
                      <a:pt x="282" y="417"/>
                      <a:pt x="279" y="420"/>
                    </a:cubicBezTo>
                    <a:cubicBezTo>
                      <a:pt x="279" y="423"/>
                      <a:pt x="282" y="426"/>
                      <a:pt x="288" y="426"/>
                    </a:cubicBezTo>
                    <a:cubicBezTo>
                      <a:pt x="291" y="423"/>
                      <a:pt x="291" y="423"/>
                      <a:pt x="291" y="423"/>
                    </a:cubicBezTo>
                    <a:cubicBezTo>
                      <a:pt x="294" y="423"/>
                      <a:pt x="294" y="429"/>
                      <a:pt x="297" y="429"/>
                    </a:cubicBezTo>
                    <a:cubicBezTo>
                      <a:pt x="300" y="429"/>
                      <a:pt x="300" y="420"/>
                      <a:pt x="297" y="420"/>
                    </a:cubicBezTo>
                    <a:cubicBezTo>
                      <a:pt x="300" y="414"/>
                      <a:pt x="300" y="414"/>
                      <a:pt x="300" y="414"/>
                    </a:cubicBezTo>
                    <a:cubicBezTo>
                      <a:pt x="300" y="417"/>
                      <a:pt x="306" y="414"/>
                      <a:pt x="309" y="411"/>
                    </a:cubicBezTo>
                    <a:cubicBezTo>
                      <a:pt x="309" y="408"/>
                      <a:pt x="315" y="414"/>
                      <a:pt x="315" y="411"/>
                    </a:cubicBezTo>
                    <a:cubicBezTo>
                      <a:pt x="318" y="408"/>
                      <a:pt x="321" y="414"/>
                      <a:pt x="327" y="411"/>
                    </a:cubicBezTo>
                    <a:cubicBezTo>
                      <a:pt x="330" y="408"/>
                      <a:pt x="333" y="414"/>
                      <a:pt x="333" y="408"/>
                    </a:cubicBezTo>
                    <a:cubicBezTo>
                      <a:pt x="336" y="405"/>
                      <a:pt x="342" y="402"/>
                      <a:pt x="342" y="405"/>
                    </a:cubicBezTo>
                    <a:cubicBezTo>
                      <a:pt x="345" y="405"/>
                      <a:pt x="345" y="408"/>
                      <a:pt x="351" y="408"/>
                    </a:cubicBezTo>
                    <a:cubicBezTo>
                      <a:pt x="360" y="408"/>
                      <a:pt x="354" y="414"/>
                      <a:pt x="354" y="414"/>
                    </a:cubicBezTo>
                    <a:cubicBezTo>
                      <a:pt x="354" y="417"/>
                      <a:pt x="363" y="423"/>
                      <a:pt x="366" y="423"/>
                    </a:cubicBezTo>
                    <a:cubicBezTo>
                      <a:pt x="366" y="423"/>
                      <a:pt x="366" y="423"/>
                      <a:pt x="369" y="426"/>
                    </a:cubicBezTo>
                    <a:cubicBezTo>
                      <a:pt x="369" y="423"/>
                      <a:pt x="375" y="426"/>
                      <a:pt x="375" y="423"/>
                    </a:cubicBezTo>
                    <a:cubicBezTo>
                      <a:pt x="375" y="420"/>
                      <a:pt x="381" y="423"/>
                      <a:pt x="381" y="423"/>
                    </a:cubicBezTo>
                    <a:cubicBezTo>
                      <a:pt x="384" y="426"/>
                      <a:pt x="384" y="426"/>
                      <a:pt x="387" y="423"/>
                    </a:cubicBezTo>
                    <a:cubicBezTo>
                      <a:pt x="390" y="420"/>
                      <a:pt x="393" y="426"/>
                      <a:pt x="390" y="429"/>
                    </a:cubicBezTo>
                    <a:cubicBezTo>
                      <a:pt x="390" y="429"/>
                      <a:pt x="390" y="435"/>
                      <a:pt x="393" y="438"/>
                    </a:cubicBezTo>
                    <a:cubicBezTo>
                      <a:pt x="396" y="441"/>
                      <a:pt x="396" y="438"/>
                      <a:pt x="396" y="435"/>
                    </a:cubicBezTo>
                    <a:cubicBezTo>
                      <a:pt x="396" y="432"/>
                      <a:pt x="402" y="429"/>
                      <a:pt x="411" y="423"/>
                    </a:cubicBezTo>
                    <a:cubicBezTo>
                      <a:pt x="423" y="420"/>
                      <a:pt x="435" y="414"/>
                      <a:pt x="435" y="411"/>
                    </a:cubicBezTo>
                    <a:cubicBezTo>
                      <a:pt x="435" y="411"/>
                      <a:pt x="441" y="414"/>
                      <a:pt x="444" y="411"/>
                    </a:cubicBezTo>
                    <a:cubicBezTo>
                      <a:pt x="450" y="408"/>
                      <a:pt x="462" y="408"/>
                      <a:pt x="465" y="408"/>
                    </a:cubicBezTo>
                    <a:cubicBezTo>
                      <a:pt x="468" y="408"/>
                      <a:pt x="468" y="405"/>
                      <a:pt x="471" y="402"/>
                    </a:cubicBezTo>
                    <a:cubicBezTo>
                      <a:pt x="474" y="399"/>
                      <a:pt x="474" y="399"/>
                      <a:pt x="477" y="396"/>
                    </a:cubicBezTo>
                    <a:cubicBezTo>
                      <a:pt x="483" y="396"/>
                      <a:pt x="483" y="393"/>
                      <a:pt x="483" y="390"/>
                    </a:cubicBezTo>
                    <a:cubicBezTo>
                      <a:pt x="492" y="387"/>
                      <a:pt x="492" y="387"/>
                      <a:pt x="492" y="387"/>
                    </a:cubicBezTo>
                    <a:cubicBezTo>
                      <a:pt x="492" y="384"/>
                      <a:pt x="498" y="384"/>
                      <a:pt x="498" y="381"/>
                    </a:cubicBezTo>
                    <a:cubicBezTo>
                      <a:pt x="498" y="378"/>
                      <a:pt x="501" y="378"/>
                      <a:pt x="504" y="375"/>
                    </a:cubicBezTo>
                    <a:cubicBezTo>
                      <a:pt x="504" y="375"/>
                      <a:pt x="501" y="369"/>
                      <a:pt x="504" y="366"/>
                    </a:cubicBezTo>
                    <a:cubicBezTo>
                      <a:pt x="507" y="366"/>
                      <a:pt x="504" y="363"/>
                      <a:pt x="504" y="363"/>
                    </a:cubicBezTo>
                    <a:cubicBezTo>
                      <a:pt x="501" y="360"/>
                      <a:pt x="507" y="360"/>
                      <a:pt x="510" y="357"/>
                    </a:cubicBezTo>
                    <a:cubicBezTo>
                      <a:pt x="513" y="357"/>
                      <a:pt x="516" y="354"/>
                      <a:pt x="516" y="351"/>
                    </a:cubicBezTo>
                    <a:cubicBezTo>
                      <a:pt x="516" y="348"/>
                      <a:pt x="522" y="345"/>
                      <a:pt x="522" y="345"/>
                    </a:cubicBezTo>
                    <a:cubicBezTo>
                      <a:pt x="525" y="342"/>
                      <a:pt x="525" y="339"/>
                      <a:pt x="525" y="333"/>
                    </a:cubicBezTo>
                    <a:cubicBezTo>
                      <a:pt x="525" y="330"/>
                      <a:pt x="528" y="333"/>
                      <a:pt x="528" y="330"/>
                    </a:cubicBezTo>
                    <a:cubicBezTo>
                      <a:pt x="525" y="330"/>
                      <a:pt x="528" y="324"/>
                      <a:pt x="531" y="324"/>
                    </a:cubicBezTo>
                    <a:cubicBezTo>
                      <a:pt x="537" y="321"/>
                      <a:pt x="528" y="321"/>
                      <a:pt x="528" y="321"/>
                    </a:cubicBezTo>
                    <a:cubicBezTo>
                      <a:pt x="525" y="324"/>
                      <a:pt x="522" y="318"/>
                      <a:pt x="522" y="321"/>
                    </a:cubicBezTo>
                    <a:cubicBezTo>
                      <a:pt x="519" y="321"/>
                      <a:pt x="513" y="318"/>
                      <a:pt x="516" y="318"/>
                    </a:cubicBezTo>
                    <a:cubicBezTo>
                      <a:pt x="519" y="315"/>
                      <a:pt x="525" y="312"/>
                      <a:pt x="528" y="312"/>
                    </a:cubicBezTo>
                    <a:cubicBezTo>
                      <a:pt x="531" y="312"/>
                      <a:pt x="525" y="306"/>
                      <a:pt x="522" y="306"/>
                    </a:cubicBezTo>
                    <a:cubicBezTo>
                      <a:pt x="519" y="306"/>
                      <a:pt x="516" y="297"/>
                      <a:pt x="513" y="297"/>
                    </a:cubicBezTo>
                    <a:cubicBezTo>
                      <a:pt x="515" y="297"/>
                      <a:pt x="517" y="297"/>
                      <a:pt x="519" y="297"/>
                    </a:cubicBezTo>
                    <a:cubicBezTo>
                      <a:pt x="522" y="300"/>
                      <a:pt x="525" y="300"/>
                      <a:pt x="528" y="300"/>
                    </a:cubicBezTo>
                    <a:cubicBezTo>
                      <a:pt x="531" y="297"/>
                      <a:pt x="522" y="291"/>
                      <a:pt x="519" y="288"/>
                    </a:cubicBezTo>
                    <a:cubicBezTo>
                      <a:pt x="516" y="288"/>
                      <a:pt x="519" y="282"/>
                      <a:pt x="516" y="282"/>
                    </a:cubicBezTo>
                    <a:cubicBezTo>
                      <a:pt x="516" y="282"/>
                      <a:pt x="510" y="273"/>
                      <a:pt x="510" y="267"/>
                    </a:cubicBezTo>
                    <a:cubicBezTo>
                      <a:pt x="507" y="264"/>
                      <a:pt x="501" y="264"/>
                      <a:pt x="498" y="261"/>
                    </a:cubicBezTo>
                    <a:cubicBezTo>
                      <a:pt x="498" y="258"/>
                      <a:pt x="501" y="252"/>
                      <a:pt x="504" y="252"/>
                    </a:cubicBezTo>
                    <a:cubicBezTo>
                      <a:pt x="510" y="249"/>
                      <a:pt x="507" y="243"/>
                      <a:pt x="510" y="246"/>
                    </a:cubicBezTo>
                    <a:cubicBezTo>
                      <a:pt x="513" y="246"/>
                      <a:pt x="513" y="243"/>
                      <a:pt x="516" y="240"/>
                    </a:cubicBezTo>
                    <a:cubicBezTo>
                      <a:pt x="519" y="237"/>
                      <a:pt x="522" y="240"/>
                      <a:pt x="522" y="237"/>
                    </a:cubicBezTo>
                    <a:cubicBezTo>
                      <a:pt x="525" y="234"/>
                      <a:pt x="534" y="234"/>
                      <a:pt x="537" y="234"/>
                    </a:cubicBezTo>
                    <a:cubicBezTo>
                      <a:pt x="540" y="231"/>
                      <a:pt x="534" y="225"/>
                      <a:pt x="528" y="225"/>
                    </a:cubicBezTo>
                    <a:cubicBezTo>
                      <a:pt x="525" y="228"/>
                      <a:pt x="522" y="225"/>
                      <a:pt x="519" y="222"/>
                    </a:cubicBezTo>
                    <a:cubicBezTo>
                      <a:pt x="516" y="219"/>
                      <a:pt x="510" y="228"/>
                      <a:pt x="504" y="231"/>
                    </a:cubicBezTo>
                    <a:cubicBezTo>
                      <a:pt x="498" y="234"/>
                      <a:pt x="495" y="228"/>
                      <a:pt x="495" y="222"/>
                    </a:cubicBezTo>
                    <a:cubicBezTo>
                      <a:pt x="498" y="219"/>
                      <a:pt x="492" y="219"/>
                      <a:pt x="486" y="219"/>
                    </a:cubicBezTo>
                    <a:cubicBezTo>
                      <a:pt x="477" y="219"/>
                      <a:pt x="480" y="204"/>
                      <a:pt x="486" y="204"/>
                    </a:cubicBezTo>
                    <a:cubicBezTo>
                      <a:pt x="489" y="204"/>
                      <a:pt x="495" y="210"/>
                      <a:pt x="498" y="201"/>
                    </a:cubicBezTo>
                    <a:cubicBezTo>
                      <a:pt x="501" y="192"/>
                      <a:pt x="504" y="198"/>
                      <a:pt x="513" y="192"/>
                    </a:cubicBezTo>
                    <a:cubicBezTo>
                      <a:pt x="519" y="183"/>
                      <a:pt x="525" y="180"/>
                      <a:pt x="531" y="183"/>
                    </a:cubicBezTo>
                    <a:cubicBezTo>
                      <a:pt x="537" y="189"/>
                      <a:pt x="525" y="195"/>
                      <a:pt x="522" y="198"/>
                    </a:cubicBezTo>
                    <a:cubicBezTo>
                      <a:pt x="522" y="204"/>
                      <a:pt x="525" y="204"/>
                      <a:pt x="522" y="207"/>
                    </a:cubicBezTo>
                    <a:cubicBezTo>
                      <a:pt x="519" y="210"/>
                      <a:pt x="522" y="213"/>
                      <a:pt x="528" y="207"/>
                    </a:cubicBezTo>
                    <a:cubicBezTo>
                      <a:pt x="537" y="204"/>
                      <a:pt x="543" y="198"/>
                      <a:pt x="549" y="195"/>
                    </a:cubicBezTo>
                    <a:cubicBezTo>
                      <a:pt x="552" y="195"/>
                      <a:pt x="555" y="195"/>
                      <a:pt x="555" y="195"/>
                    </a:cubicBezTo>
                    <a:cubicBezTo>
                      <a:pt x="558" y="192"/>
                      <a:pt x="558" y="192"/>
                      <a:pt x="558" y="189"/>
                    </a:cubicBezTo>
                    <a:cubicBezTo>
                      <a:pt x="564" y="189"/>
                      <a:pt x="579" y="180"/>
                      <a:pt x="579" y="177"/>
                    </a:cubicBezTo>
                    <a:cubicBezTo>
                      <a:pt x="582" y="177"/>
                      <a:pt x="585" y="171"/>
                      <a:pt x="588" y="171"/>
                    </a:cubicBezTo>
                    <a:cubicBezTo>
                      <a:pt x="591" y="171"/>
                      <a:pt x="591" y="174"/>
                      <a:pt x="594" y="174"/>
                    </a:cubicBezTo>
                    <a:cubicBezTo>
                      <a:pt x="600" y="174"/>
                      <a:pt x="603" y="174"/>
                      <a:pt x="603" y="171"/>
                    </a:cubicBezTo>
                    <a:cubicBezTo>
                      <a:pt x="600" y="168"/>
                      <a:pt x="600" y="168"/>
                      <a:pt x="606" y="168"/>
                    </a:cubicBezTo>
                    <a:cubicBezTo>
                      <a:pt x="612" y="165"/>
                      <a:pt x="609" y="162"/>
                      <a:pt x="615" y="162"/>
                    </a:cubicBezTo>
                    <a:cubicBezTo>
                      <a:pt x="618" y="162"/>
                      <a:pt x="618" y="153"/>
                      <a:pt x="621" y="153"/>
                    </a:cubicBezTo>
                    <a:cubicBezTo>
                      <a:pt x="624" y="153"/>
                      <a:pt x="627" y="156"/>
                      <a:pt x="630" y="156"/>
                    </a:cubicBezTo>
                    <a:cubicBezTo>
                      <a:pt x="633" y="156"/>
                      <a:pt x="633" y="156"/>
                      <a:pt x="633" y="156"/>
                    </a:cubicBezTo>
                    <a:cubicBezTo>
                      <a:pt x="633" y="156"/>
                      <a:pt x="636" y="156"/>
                      <a:pt x="636" y="153"/>
                    </a:cubicBezTo>
                    <a:cubicBezTo>
                      <a:pt x="636" y="150"/>
                      <a:pt x="636" y="147"/>
                      <a:pt x="636" y="144"/>
                    </a:cubicBezTo>
                    <a:cubicBezTo>
                      <a:pt x="633" y="141"/>
                      <a:pt x="636" y="138"/>
                      <a:pt x="633" y="135"/>
                    </a:cubicBezTo>
                    <a:cubicBezTo>
                      <a:pt x="633" y="132"/>
                      <a:pt x="633" y="126"/>
                      <a:pt x="636" y="126"/>
                    </a:cubicBezTo>
                    <a:cubicBezTo>
                      <a:pt x="639" y="126"/>
                      <a:pt x="642" y="120"/>
                      <a:pt x="645" y="123"/>
                    </a:cubicBezTo>
                    <a:cubicBezTo>
                      <a:pt x="648" y="123"/>
                      <a:pt x="654" y="126"/>
                      <a:pt x="654" y="123"/>
                    </a:cubicBezTo>
                    <a:cubicBezTo>
                      <a:pt x="654" y="120"/>
                      <a:pt x="660" y="120"/>
                      <a:pt x="660" y="114"/>
                    </a:cubicBezTo>
                    <a:cubicBezTo>
                      <a:pt x="660" y="111"/>
                      <a:pt x="666" y="111"/>
                      <a:pt x="666" y="105"/>
                    </a:cubicBezTo>
                    <a:cubicBezTo>
                      <a:pt x="669" y="102"/>
                      <a:pt x="669" y="93"/>
                      <a:pt x="672" y="93"/>
                    </a:cubicBezTo>
                    <a:cubicBezTo>
                      <a:pt x="678" y="90"/>
                      <a:pt x="672" y="87"/>
                      <a:pt x="672" y="8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AD619F3D-A60A-80D2-DAB0-BC0025C6E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0231" y="2396178"/>
                <a:ext cx="602894" cy="678593"/>
              </a:xfrm>
              <a:custGeom>
                <a:avLst/>
                <a:gdLst>
                  <a:gd name="T0" fmla="*/ 222 w 315"/>
                  <a:gd name="T1" fmla="*/ 156 h 354"/>
                  <a:gd name="T2" fmla="*/ 219 w 315"/>
                  <a:gd name="T3" fmla="*/ 141 h 354"/>
                  <a:gd name="T4" fmla="*/ 237 w 315"/>
                  <a:gd name="T5" fmla="*/ 147 h 354"/>
                  <a:gd name="T6" fmla="*/ 255 w 315"/>
                  <a:gd name="T7" fmla="*/ 153 h 354"/>
                  <a:gd name="T8" fmla="*/ 255 w 315"/>
                  <a:gd name="T9" fmla="*/ 168 h 354"/>
                  <a:gd name="T10" fmla="*/ 261 w 315"/>
                  <a:gd name="T11" fmla="*/ 171 h 354"/>
                  <a:gd name="T12" fmla="*/ 267 w 315"/>
                  <a:gd name="T13" fmla="*/ 192 h 354"/>
                  <a:gd name="T14" fmla="*/ 273 w 315"/>
                  <a:gd name="T15" fmla="*/ 168 h 354"/>
                  <a:gd name="T16" fmla="*/ 285 w 315"/>
                  <a:gd name="T17" fmla="*/ 153 h 354"/>
                  <a:gd name="T18" fmla="*/ 297 w 315"/>
                  <a:gd name="T19" fmla="*/ 132 h 354"/>
                  <a:gd name="T20" fmla="*/ 312 w 315"/>
                  <a:gd name="T21" fmla="*/ 129 h 354"/>
                  <a:gd name="T22" fmla="*/ 312 w 315"/>
                  <a:gd name="T23" fmla="*/ 114 h 354"/>
                  <a:gd name="T24" fmla="*/ 303 w 315"/>
                  <a:gd name="T25" fmla="*/ 105 h 354"/>
                  <a:gd name="T26" fmla="*/ 282 w 315"/>
                  <a:gd name="T27" fmla="*/ 105 h 354"/>
                  <a:gd name="T28" fmla="*/ 267 w 315"/>
                  <a:gd name="T29" fmla="*/ 117 h 354"/>
                  <a:gd name="T30" fmla="*/ 258 w 315"/>
                  <a:gd name="T31" fmla="*/ 123 h 354"/>
                  <a:gd name="T32" fmla="*/ 246 w 315"/>
                  <a:gd name="T33" fmla="*/ 135 h 354"/>
                  <a:gd name="T34" fmla="*/ 228 w 315"/>
                  <a:gd name="T35" fmla="*/ 132 h 354"/>
                  <a:gd name="T36" fmla="*/ 222 w 315"/>
                  <a:gd name="T37" fmla="*/ 117 h 354"/>
                  <a:gd name="T38" fmla="*/ 216 w 315"/>
                  <a:gd name="T39" fmla="*/ 135 h 354"/>
                  <a:gd name="T40" fmla="*/ 183 w 315"/>
                  <a:gd name="T41" fmla="*/ 132 h 354"/>
                  <a:gd name="T42" fmla="*/ 165 w 315"/>
                  <a:gd name="T43" fmla="*/ 126 h 354"/>
                  <a:gd name="T44" fmla="*/ 147 w 315"/>
                  <a:gd name="T45" fmla="*/ 117 h 354"/>
                  <a:gd name="T46" fmla="*/ 132 w 315"/>
                  <a:gd name="T47" fmla="*/ 108 h 354"/>
                  <a:gd name="T48" fmla="*/ 141 w 315"/>
                  <a:gd name="T49" fmla="*/ 93 h 354"/>
                  <a:gd name="T50" fmla="*/ 129 w 315"/>
                  <a:gd name="T51" fmla="*/ 81 h 354"/>
                  <a:gd name="T52" fmla="*/ 117 w 315"/>
                  <a:gd name="T53" fmla="*/ 66 h 354"/>
                  <a:gd name="T54" fmla="*/ 126 w 315"/>
                  <a:gd name="T55" fmla="*/ 57 h 354"/>
                  <a:gd name="T56" fmla="*/ 133 w 315"/>
                  <a:gd name="T57" fmla="*/ 31 h 354"/>
                  <a:gd name="T58" fmla="*/ 108 w 315"/>
                  <a:gd name="T59" fmla="*/ 24 h 354"/>
                  <a:gd name="T60" fmla="*/ 88 w 315"/>
                  <a:gd name="T61" fmla="*/ 8 h 354"/>
                  <a:gd name="T62" fmla="*/ 68 w 315"/>
                  <a:gd name="T63" fmla="*/ 6 h 354"/>
                  <a:gd name="T64" fmla="*/ 51 w 315"/>
                  <a:gd name="T65" fmla="*/ 16 h 354"/>
                  <a:gd name="T66" fmla="*/ 69 w 315"/>
                  <a:gd name="T67" fmla="*/ 33 h 354"/>
                  <a:gd name="T68" fmla="*/ 66 w 315"/>
                  <a:gd name="T69" fmla="*/ 51 h 354"/>
                  <a:gd name="T70" fmla="*/ 78 w 315"/>
                  <a:gd name="T71" fmla="*/ 66 h 354"/>
                  <a:gd name="T72" fmla="*/ 69 w 315"/>
                  <a:gd name="T73" fmla="*/ 84 h 354"/>
                  <a:gd name="T74" fmla="*/ 57 w 315"/>
                  <a:gd name="T75" fmla="*/ 93 h 354"/>
                  <a:gd name="T76" fmla="*/ 45 w 315"/>
                  <a:gd name="T77" fmla="*/ 111 h 354"/>
                  <a:gd name="T78" fmla="*/ 30 w 315"/>
                  <a:gd name="T79" fmla="*/ 120 h 354"/>
                  <a:gd name="T80" fmla="*/ 15 w 315"/>
                  <a:gd name="T81" fmla="*/ 132 h 354"/>
                  <a:gd name="T82" fmla="*/ 27 w 315"/>
                  <a:gd name="T83" fmla="*/ 150 h 354"/>
                  <a:gd name="T84" fmla="*/ 21 w 315"/>
                  <a:gd name="T85" fmla="*/ 162 h 354"/>
                  <a:gd name="T86" fmla="*/ 0 w 315"/>
                  <a:gd name="T87" fmla="*/ 171 h 354"/>
                  <a:gd name="T88" fmla="*/ 9 w 315"/>
                  <a:gd name="T89" fmla="*/ 180 h 354"/>
                  <a:gd name="T90" fmla="*/ 6 w 315"/>
                  <a:gd name="T91" fmla="*/ 186 h 354"/>
                  <a:gd name="T92" fmla="*/ 42 w 315"/>
                  <a:gd name="T93" fmla="*/ 195 h 354"/>
                  <a:gd name="T94" fmla="*/ 48 w 315"/>
                  <a:gd name="T95" fmla="*/ 201 h 354"/>
                  <a:gd name="T96" fmla="*/ 51 w 315"/>
                  <a:gd name="T97" fmla="*/ 231 h 354"/>
                  <a:gd name="T98" fmla="*/ 66 w 315"/>
                  <a:gd name="T99" fmla="*/ 279 h 354"/>
                  <a:gd name="T100" fmla="*/ 87 w 315"/>
                  <a:gd name="T101" fmla="*/ 333 h 354"/>
                  <a:gd name="T102" fmla="*/ 111 w 315"/>
                  <a:gd name="T103" fmla="*/ 345 h 354"/>
                  <a:gd name="T104" fmla="*/ 126 w 315"/>
                  <a:gd name="T105" fmla="*/ 327 h 354"/>
                  <a:gd name="T106" fmla="*/ 132 w 315"/>
                  <a:gd name="T107" fmla="*/ 306 h 354"/>
                  <a:gd name="T108" fmla="*/ 132 w 315"/>
                  <a:gd name="T109" fmla="*/ 273 h 354"/>
                  <a:gd name="T110" fmla="*/ 150 w 315"/>
                  <a:gd name="T111" fmla="*/ 255 h 354"/>
                  <a:gd name="T112" fmla="*/ 183 w 315"/>
                  <a:gd name="T113" fmla="*/ 225 h 354"/>
                  <a:gd name="T114" fmla="*/ 204 w 315"/>
                  <a:gd name="T115" fmla="*/ 201 h 354"/>
                  <a:gd name="T116" fmla="*/ 228 w 315"/>
                  <a:gd name="T117" fmla="*/ 192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15" h="354">
                    <a:moveTo>
                      <a:pt x="225" y="174"/>
                    </a:moveTo>
                    <a:cubicBezTo>
                      <a:pt x="222" y="168"/>
                      <a:pt x="219" y="159"/>
                      <a:pt x="222" y="156"/>
                    </a:cubicBezTo>
                    <a:cubicBezTo>
                      <a:pt x="222" y="153"/>
                      <a:pt x="225" y="156"/>
                      <a:pt x="228" y="150"/>
                    </a:cubicBezTo>
                    <a:cubicBezTo>
                      <a:pt x="228" y="147"/>
                      <a:pt x="216" y="147"/>
                      <a:pt x="219" y="141"/>
                    </a:cubicBezTo>
                    <a:cubicBezTo>
                      <a:pt x="225" y="135"/>
                      <a:pt x="225" y="141"/>
                      <a:pt x="228" y="141"/>
                    </a:cubicBezTo>
                    <a:cubicBezTo>
                      <a:pt x="234" y="141"/>
                      <a:pt x="237" y="144"/>
                      <a:pt x="237" y="147"/>
                    </a:cubicBezTo>
                    <a:cubicBezTo>
                      <a:pt x="237" y="150"/>
                      <a:pt x="243" y="153"/>
                      <a:pt x="243" y="153"/>
                    </a:cubicBezTo>
                    <a:cubicBezTo>
                      <a:pt x="243" y="153"/>
                      <a:pt x="252" y="153"/>
                      <a:pt x="255" y="153"/>
                    </a:cubicBezTo>
                    <a:cubicBezTo>
                      <a:pt x="258" y="153"/>
                      <a:pt x="264" y="153"/>
                      <a:pt x="264" y="156"/>
                    </a:cubicBezTo>
                    <a:cubicBezTo>
                      <a:pt x="264" y="159"/>
                      <a:pt x="258" y="168"/>
                      <a:pt x="255" y="168"/>
                    </a:cubicBezTo>
                    <a:cubicBezTo>
                      <a:pt x="249" y="168"/>
                      <a:pt x="249" y="177"/>
                      <a:pt x="252" y="180"/>
                    </a:cubicBezTo>
                    <a:cubicBezTo>
                      <a:pt x="258" y="180"/>
                      <a:pt x="261" y="171"/>
                      <a:pt x="261" y="171"/>
                    </a:cubicBezTo>
                    <a:cubicBezTo>
                      <a:pt x="264" y="171"/>
                      <a:pt x="264" y="180"/>
                      <a:pt x="267" y="192"/>
                    </a:cubicBezTo>
                    <a:cubicBezTo>
                      <a:pt x="267" y="192"/>
                      <a:pt x="267" y="192"/>
                      <a:pt x="267" y="192"/>
                    </a:cubicBezTo>
                    <a:cubicBezTo>
                      <a:pt x="270" y="192"/>
                      <a:pt x="270" y="180"/>
                      <a:pt x="270" y="180"/>
                    </a:cubicBezTo>
                    <a:cubicBezTo>
                      <a:pt x="273" y="177"/>
                      <a:pt x="273" y="168"/>
                      <a:pt x="273" y="168"/>
                    </a:cubicBezTo>
                    <a:cubicBezTo>
                      <a:pt x="273" y="168"/>
                      <a:pt x="282" y="171"/>
                      <a:pt x="282" y="168"/>
                    </a:cubicBezTo>
                    <a:cubicBezTo>
                      <a:pt x="282" y="165"/>
                      <a:pt x="288" y="159"/>
                      <a:pt x="285" y="153"/>
                    </a:cubicBezTo>
                    <a:cubicBezTo>
                      <a:pt x="285" y="150"/>
                      <a:pt x="288" y="144"/>
                      <a:pt x="288" y="141"/>
                    </a:cubicBezTo>
                    <a:cubicBezTo>
                      <a:pt x="288" y="135"/>
                      <a:pt x="294" y="135"/>
                      <a:pt x="297" y="132"/>
                    </a:cubicBezTo>
                    <a:cubicBezTo>
                      <a:pt x="300" y="129"/>
                      <a:pt x="306" y="126"/>
                      <a:pt x="306" y="129"/>
                    </a:cubicBezTo>
                    <a:cubicBezTo>
                      <a:pt x="306" y="129"/>
                      <a:pt x="315" y="132"/>
                      <a:pt x="312" y="129"/>
                    </a:cubicBezTo>
                    <a:cubicBezTo>
                      <a:pt x="309" y="123"/>
                      <a:pt x="309" y="120"/>
                      <a:pt x="309" y="120"/>
                    </a:cubicBezTo>
                    <a:cubicBezTo>
                      <a:pt x="312" y="120"/>
                      <a:pt x="312" y="114"/>
                      <a:pt x="312" y="114"/>
                    </a:cubicBezTo>
                    <a:cubicBezTo>
                      <a:pt x="312" y="114"/>
                      <a:pt x="306" y="114"/>
                      <a:pt x="306" y="111"/>
                    </a:cubicBezTo>
                    <a:cubicBezTo>
                      <a:pt x="306" y="108"/>
                      <a:pt x="303" y="105"/>
                      <a:pt x="303" y="105"/>
                    </a:cubicBezTo>
                    <a:cubicBezTo>
                      <a:pt x="303" y="102"/>
                      <a:pt x="297" y="102"/>
                      <a:pt x="297" y="105"/>
                    </a:cubicBezTo>
                    <a:cubicBezTo>
                      <a:pt x="294" y="108"/>
                      <a:pt x="288" y="102"/>
                      <a:pt x="282" y="105"/>
                    </a:cubicBezTo>
                    <a:cubicBezTo>
                      <a:pt x="276" y="108"/>
                      <a:pt x="276" y="111"/>
                      <a:pt x="273" y="111"/>
                    </a:cubicBezTo>
                    <a:cubicBezTo>
                      <a:pt x="270" y="111"/>
                      <a:pt x="270" y="114"/>
                      <a:pt x="267" y="117"/>
                    </a:cubicBezTo>
                    <a:cubicBezTo>
                      <a:pt x="264" y="120"/>
                      <a:pt x="264" y="120"/>
                      <a:pt x="264" y="120"/>
                    </a:cubicBezTo>
                    <a:cubicBezTo>
                      <a:pt x="261" y="120"/>
                      <a:pt x="258" y="123"/>
                      <a:pt x="258" y="123"/>
                    </a:cubicBezTo>
                    <a:cubicBezTo>
                      <a:pt x="258" y="123"/>
                      <a:pt x="261" y="129"/>
                      <a:pt x="258" y="132"/>
                    </a:cubicBezTo>
                    <a:cubicBezTo>
                      <a:pt x="258" y="135"/>
                      <a:pt x="252" y="132"/>
                      <a:pt x="246" y="135"/>
                    </a:cubicBezTo>
                    <a:cubicBezTo>
                      <a:pt x="243" y="135"/>
                      <a:pt x="240" y="132"/>
                      <a:pt x="237" y="132"/>
                    </a:cubicBezTo>
                    <a:cubicBezTo>
                      <a:pt x="234" y="135"/>
                      <a:pt x="231" y="132"/>
                      <a:pt x="228" y="132"/>
                    </a:cubicBezTo>
                    <a:cubicBezTo>
                      <a:pt x="228" y="132"/>
                      <a:pt x="225" y="126"/>
                      <a:pt x="225" y="123"/>
                    </a:cubicBezTo>
                    <a:cubicBezTo>
                      <a:pt x="225" y="120"/>
                      <a:pt x="225" y="114"/>
                      <a:pt x="222" y="117"/>
                    </a:cubicBezTo>
                    <a:cubicBezTo>
                      <a:pt x="219" y="120"/>
                      <a:pt x="216" y="120"/>
                      <a:pt x="216" y="123"/>
                    </a:cubicBezTo>
                    <a:cubicBezTo>
                      <a:pt x="216" y="126"/>
                      <a:pt x="219" y="132"/>
                      <a:pt x="216" y="135"/>
                    </a:cubicBezTo>
                    <a:cubicBezTo>
                      <a:pt x="213" y="138"/>
                      <a:pt x="201" y="138"/>
                      <a:pt x="198" y="135"/>
                    </a:cubicBezTo>
                    <a:cubicBezTo>
                      <a:pt x="195" y="135"/>
                      <a:pt x="183" y="132"/>
                      <a:pt x="183" y="132"/>
                    </a:cubicBezTo>
                    <a:cubicBezTo>
                      <a:pt x="183" y="129"/>
                      <a:pt x="180" y="123"/>
                      <a:pt x="177" y="123"/>
                    </a:cubicBezTo>
                    <a:cubicBezTo>
                      <a:pt x="174" y="123"/>
                      <a:pt x="168" y="129"/>
                      <a:pt x="165" y="126"/>
                    </a:cubicBezTo>
                    <a:cubicBezTo>
                      <a:pt x="165" y="126"/>
                      <a:pt x="159" y="120"/>
                      <a:pt x="156" y="120"/>
                    </a:cubicBezTo>
                    <a:cubicBezTo>
                      <a:pt x="153" y="120"/>
                      <a:pt x="147" y="117"/>
                      <a:pt x="147" y="117"/>
                    </a:cubicBezTo>
                    <a:cubicBezTo>
                      <a:pt x="147" y="114"/>
                      <a:pt x="141" y="114"/>
                      <a:pt x="138" y="111"/>
                    </a:cubicBezTo>
                    <a:cubicBezTo>
                      <a:pt x="138" y="111"/>
                      <a:pt x="132" y="111"/>
                      <a:pt x="132" y="108"/>
                    </a:cubicBezTo>
                    <a:cubicBezTo>
                      <a:pt x="132" y="105"/>
                      <a:pt x="135" y="102"/>
                      <a:pt x="135" y="99"/>
                    </a:cubicBezTo>
                    <a:cubicBezTo>
                      <a:pt x="135" y="96"/>
                      <a:pt x="141" y="93"/>
                      <a:pt x="141" y="93"/>
                    </a:cubicBezTo>
                    <a:cubicBezTo>
                      <a:pt x="141" y="90"/>
                      <a:pt x="135" y="87"/>
                      <a:pt x="135" y="87"/>
                    </a:cubicBezTo>
                    <a:cubicBezTo>
                      <a:pt x="135" y="87"/>
                      <a:pt x="132" y="81"/>
                      <a:pt x="129" y="81"/>
                    </a:cubicBezTo>
                    <a:cubicBezTo>
                      <a:pt x="126" y="81"/>
                      <a:pt x="123" y="75"/>
                      <a:pt x="120" y="75"/>
                    </a:cubicBezTo>
                    <a:cubicBezTo>
                      <a:pt x="117" y="75"/>
                      <a:pt x="117" y="69"/>
                      <a:pt x="117" y="66"/>
                    </a:cubicBezTo>
                    <a:cubicBezTo>
                      <a:pt x="114" y="63"/>
                      <a:pt x="114" y="57"/>
                      <a:pt x="117" y="60"/>
                    </a:cubicBezTo>
                    <a:cubicBezTo>
                      <a:pt x="120" y="63"/>
                      <a:pt x="126" y="60"/>
                      <a:pt x="126" y="57"/>
                    </a:cubicBezTo>
                    <a:cubicBezTo>
                      <a:pt x="123" y="54"/>
                      <a:pt x="120" y="48"/>
                      <a:pt x="120" y="48"/>
                    </a:cubicBezTo>
                    <a:cubicBezTo>
                      <a:pt x="120" y="47"/>
                      <a:pt x="132" y="36"/>
                      <a:pt x="133" y="31"/>
                    </a:cubicBezTo>
                    <a:cubicBezTo>
                      <a:pt x="134" y="23"/>
                      <a:pt x="124" y="21"/>
                      <a:pt x="122" y="19"/>
                    </a:cubicBezTo>
                    <a:cubicBezTo>
                      <a:pt x="119" y="19"/>
                      <a:pt x="111" y="24"/>
                      <a:pt x="108" y="24"/>
                    </a:cubicBezTo>
                    <a:cubicBezTo>
                      <a:pt x="106" y="25"/>
                      <a:pt x="104" y="21"/>
                      <a:pt x="98" y="18"/>
                    </a:cubicBezTo>
                    <a:cubicBezTo>
                      <a:pt x="94" y="16"/>
                      <a:pt x="90" y="12"/>
                      <a:pt x="88" y="8"/>
                    </a:cubicBezTo>
                    <a:cubicBezTo>
                      <a:pt x="85" y="2"/>
                      <a:pt x="81" y="0"/>
                      <a:pt x="81" y="0"/>
                    </a:cubicBezTo>
                    <a:cubicBezTo>
                      <a:pt x="75" y="0"/>
                      <a:pt x="68" y="6"/>
                      <a:pt x="68" y="6"/>
                    </a:cubicBezTo>
                    <a:cubicBezTo>
                      <a:pt x="68" y="6"/>
                      <a:pt x="65" y="9"/>
                      <a:pt x="59" y="9"/>
                    </a:cubicBezTo>
                    <a:cubicBezTo>
                      <a:pt x="56" y="9"/>
                      <a:pt x="54" y="13"/>
                      <a:pt x="51" y="16"/>
                    </a:cubicBezTo>
                    <a:cubicBezTo>
                      <a:pt x="50" y="17"/>
                      <a:pt x="57" y="21"/>
                      <a:pt x="63" y="25"/>
                    </a:cubicBezTo>
                    <a:cubicBezTo>
                      <a:pt x="68" y="29"/>
                      <a:pt x="69" y="32"/>
                      <a:pt x="69" y="33"/>
                    </a:cubicBezTo>
                    <a:cubicBezTo>
                      <a:pt x="66" y="34"/>
                      <a:pt x="63" y="39"/>
                      <a:pt x="63" y="39"/>
                    </a:cubicBezTo>
                    <a:cubicBezTo>
                      <a:pt x="66" y="42"/>
                      <a:pt x="66" y="51"/>
                      <a:pt x="66" y="51"/>
                    </a:cubicBezTo>
                    <a:cubicBezTo>
                      <a:pt x="66" y="51"/>
                      <a:pt x="69" y="63"/>
                      <a:pt x="72" y="60"/>
                    </a:cubicBezTo>
                    <a:cubicBezTo>
                      <a:pt x="78" y="60"/>
                      <a:pt x="81" y="66"/>
                      <a:pt x="78" y="66"/>
                    </a:cubicBezTo>
                    <a:cubicBezTo>
                      <a:pt x="75" y="66"/>
                      <a:pt x="72" y="72"/>
                      <a:pt x="72" y="75"/>
                    </a:cubicBezTo>
                    <a:cubicBezTo>
                      <a:pt x="72" y="78"/>
                      <a:pt x="72" y="81"/>
                      <a:pt x="69" y="84"/>
                    </a:cubicBezTo>
                    <a:cubicBezTo>
                      <a:pt x="66" y="84"/>
                      <a:pt x="66" y="84"/>
                      <a:pt x="66" y="90"/>
                    </a:cubicBezTo>
                    <a:cubicBezTo>
                      <a:pt x="66" y="93"/>
                      <a:pt x="60" y="93"/>
                      <a:pt x="57" y="93"/>
                    </a:cubicBezTo>
                    <a:cubicBezTo>
                      <a:pt x="57" y="96"/>
                      <a:pt x="54" y="105"/>
                      <a:pt x="54" y="105"/>
                    </a:cubicBezTo>
                    <a:cubicBezTo>
                      <a:pt x="51" y="108"/>
                      <a:pt x="45" y="108"/>
                      <a:pt x="45" y="111"/>
                    </a:cubicBezTo>
                    <a:cubicBezTo>
                      <a:pt x="45" y="117"/>
                      <a:pt x="39" y="120"/>
                      <a:pt x="39" y="120"/>
                    </a:cubicBezTo>
                    <a:cubicBezTo>
                      <a:pt x="36" y="120"/>
                      <a:pt x="33" y="117"/>
                      <a:pt x="30" y="120"/>
                    </a:cubicBezTo>
                    <a:cubicBezTo>
                      <a:pt x="30" y="123"/>
                      <a:pt x="24" y="120"/>
                      <a:pt x="21" y="120"/>
                    </a:cubicBezTo>
                    <a:cubicBezTo>
                      <a:pt x="21" y="120"/>
                      <a:pt x="15" y="126"/>
                      <a:pt x="15" y="132"/>
                    </a:cubicBezTo>
                    <a:cubicBezTo>
                      <a:pt x="15" y="135"/>
                      <a:pt x="21" y="135"/>
                      <a:pt x="21" y="138"/>
                    </a:cubicBezTo>
                    <a:cubicBezTo>
                      <a:pt x="21" y="144"/>
                      <a:pt x="24" y="147"/>
                      <a:pt x="27" y="150"/>
                    </a:cubicBezTo>
                    <a:cubicBezTo>
                      <a:pt x="27" y="153"/>
                      <a:pt x="30" y="159"/>
                      <a:pt x="30" y="162"/>
                    </a:cubicBezTo>
                    <a:cubicBezTo>
                      <a:pt x="27" y="162"/>
                      <a:pt x="24" y="165"/>
                      <a:pt x="21" y="162"/>
                    </a:cubicBezTo>
                    <a:cubicBezTo>
                      <a:pt x="18" y="162"/>
                      <a:pt x="18" y="165"/>
                      <a:pt x="9" y="162"/>
                    </a:cubicBezTo>
                    <a:cubicBezTo>
                      <a:pt x="3" y="162"/>
                      <a:pt x="3" y="168"/>
                      <a:pt x="0" y="171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3" y="174"/>
                      <a:pt x="3" y="180"/>
                      <a:pt x="9" y="180"/>
                    </a:cubicBezTo>
                    <a:cubicBezTo>
                      <a:pt x="15" y="183"/>
                      <a:pt x="21" y="177"/>
                      <a:pt x="21" y="180"/>
                    </a:cubicBezTo>
                    <a:cubicBezTo>
                      <a:pt x="21" y="186"/>
                      <a:pt x="6" y="186"/>
                      <a:pt x="6" y="186"/>
                    </a:cubicBezTo>
                    <a:cubicBezTo>
                      <a:pt x="6" y="189"/>
                      <a:pt x="21" y="207"/>
                      <a:pt x="30" y="207"/>
                    </a:cubicBezTo>
                    <a:cubicBezTo>
                      <a:pt x="39" y="204"/>
                      <a:pt x="45" y="195"/>
                      <a:pt x="42" y="195"/>
                    </a:cubicBezTo>
                    <a:cubicBezTo>
                      <a:pt x="39" y="192"/>
                      <a:pt x="45" y="189"/>
                      <a:pt x="45" y="189"/>
                    </a:cubicBezTo>
                    <a:cubicBezTo>
                      <a:pt x="48" y="189"/>
                      <a:pt x="45" y="198"/>
                      <a:pt x="48" y="201"/>
                    </a:cubicBezTo>
                    <a:cubicBezTo>
                      <a:pt x="51" y="201"/>
                      <a:pt x="51" y="207"/>
                      <a:pt x="48" y="210"/>
                    </a:cubicBezTo>
                    <a:cubicBezTo>
                      <a:pt x="48" y="216"/>
                      <a:pt x="51" y="225"/>
                      <a:pt x="51" y="231"/>
                    </a:cubicBezTo>
                    <a:cubicBezTo>
                      <a:pt x="51" y="234"/>
                      <a:pt x="54" y="243"/>
                      <a:pt x="57" y="249"/>
                    </a:cubicBezTo>
                    <a:cubicBezTo>
                      <a:pt x="57" y="258"/>
                      <a:pt x="63" y="273"/>
                      <a:pt x="66" y="279"/>
                    </a:cubicBezTo>
                    <a:cubicBezTo>
                      <a:pt x="72" y="288"/>
                      <a:pt x="75" y="306"/>
                      <a:pt x="78" y="309"/>
                    </a:cubicBezTo>
                    <a:cubicBezTo>
                      <a:pt x="81" y="312"/>
                      <a:pt x="87" y="327"/>
                      <a:pt x="87" y="333"/>
                    </a:cubicBezTo>
                    <a:cubicBezTo>
                      <a:pt x="87" y="342"/>
                      <a:pt x="96" y="351"/>
                      <a:pt x="99" y="354"/>
                    </a:cubicBezTo>
                    <a:cubicBezTo>
                      <a:pt x="102" y="354"/>
                      <a:pt x="108" y="351"/>
                      <a:pt x="111" y="345"/>
                    </a:cubicBezTo>
                    <a:cubicBezTo>
                      <a:pt x="111" y="342"/>
                      <a:pt x="120" y="339"/>
                      <a:pt x="120" y="336"/>
                    </a:cubicBezTo>
                    <a:cubicBezTo>
                      <a:pt x="120" y="333"/>
                      <a:pt x="123" y="327"/>
                      <a:pt x="126" y="327"/>
                    </a:cubicBezTo>
                    <a:cubicBezTo>
                      <a:pt x="129" y="327"/>
                      <a:pt x="129" y="324"/>
                      <a:pt x="129" y="321"/>
                    </a:cubicBezTo>
                    <a:cubicBezTo>
                      <a:pt x="129" y="315"/>
                      <a:pt x="129" y="309"/>
                      <a:pt x="132" y="306"/>
                    </a:cubicBezTo>
                    <a:cubicBezTo>
                      <a:pt x="135" y="303"/>
                      <a:pt x="135" y="291"/>
                      <a:pt x="132" y="288"/>
                    </a:cubicBezTo>
                    <a:cubicBezTo>
                      <a:pt x="132" y="282"/>
                      <a:pt x="132" y="276"/>
                      <a:pt x="132" y="273"/>
                    </a:cubicBezTo>
                    <a:cubicBezTo>
                      <a:pt x="135" y="270"/>
                      <a:pt x="135" y="264"/>
                      <a:pt x="138" y="264"/>
                    </a:cubicBezTo>
                    <a:cubicBezTo>
                      <a:pt x="141" y="264"/>
                      <a:pt x="144" y="261"/>
                      <a:pt x="150" y="255"/>
                    </a:cubicBezTo>
                    <a:cubicBezTo>
                      <a:pt x="153" y="252"/>
                      <a:pt x="162" y="246"/>
                      <a:pt x="165" y="243"/>
                    </a:cubicBezTo>
                    <a:cubicBezTo>
                      <a:pt x="171" y="240"/>
                      <a:pt x="180" y="231"/>
                      <a:pt x="183" y="225"/>
                    </a:cubicBezTo>
                    <a:cubicBezTo>
                      <a:pt x="186" y="219"/>
                      <a:pt x="198" y="216"/>
                      <a:pt x="201" y="213"/>
                    </a:cubicBezTo>
                    <a:cubicBezTo>
                      <a:pt x="207" y="207"/>
                      <a:pt x="204" y="204"/>
                      <a:pt x="204" y="201"/>
                    </a:cubicBezTo>
                    <a:cubicBezTo>
                      <a:pt x="207" y="195"/>
                      <a:pt x="219" y="195"/>
                      <a:pt x="225" y="195"/>
                    </a:cubicBezTo>
                    <a:cubicBezTo>
                      <a:pt x="225" y="195"/>
                      <a:pt x="228" y="195"/>
                      <a:pt x="228" y="192"/>
                    </a:cubicBezTo>
                    <a:cubicBezTo>
                      <a:pt x="228" y="186"/>
                      <a:pt x="225" y="177"/>
                      <a:pt x="225" y="17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" name="Freeform 7">
                <a:extLst>
                  <a:ext uri="{FF2B5EF4-FFF2-40B4-BE49-F238E27FC236}">
                    <a16:creationId xmlns:a16="http://schemas.microsoft.com/office/drawing/2014/main" id="{DC9B8B10-D906-DEC3-334B-E747ED66E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6870" y="3620890"/>
                <a:ext cx="275763" cy="275763"/>
              </a:xfrm>
              <a:custGeom>
                <a:avLst/>
                <a:gdLst>
                  <a:gd name="T0" fmla="*/ 54 w 144"/>
                  <a:gd name="T1" fmla="*/ 138 h 144"/>
                  <a:gd name="T2" fmla="*/ 60 w 144"/>
                  <a:gd name="T3" fmla="*/ 132 h 144"/>
                  <a:gd name="T4" fmla="*/ 66 w 144"/>
                  <a:gd name="T5" fmla="*/ 141 h 144"/>
                  <a:gd name="T6" fmla="*/ 81 w 144"/>
                  <a:gd name="T7" fmla="*/ 141 h 144"/>
                  <a:gd name="T8" fmla="*/ 87 w 144"/>
                  <a:gd name="T9" fmla="*/ 135 h 144"/>
                  <a:gd name="T10" fmla="*/ 87 w 144"/>
                  <a:gd name="T11" fmla="*/ 60 h 144"/>
                  <a:gd name="T12" fmla="*/ 99 w 144"/>
                  <a:gd name="T13" fmla="*/ 54 h 144"/>
                  <a:gd name="T14" fmla="*/ 99 w 144"/>
                  <a:gd name="T15" fmla="*/ 15 h 144"/>
                  <a:gd name="T16" fmla="*/ 111 w 144"/>
                  <a:gd name="T17" fmla="*/ 15 h 144"/>
                  <a:gd name="T18" fmla="*/ 123 w 144"/>
                  <a:gd name="T19" fmla="*/ 12 h 144"/>
                  <a:gd name="T20" fmla="*/ 129 w 144"/>
                  <a:gd name="T21" fmla="*/ 15 h 144"/>
                  <a:gd name="T22" fmla="*/ 138 w 144"/>
                  <a:gd name="T23" fmla="*/ 12 h 144"/>
                  <a:gd name="T24" fmla="*/ 144 w 144"/>
                  <a:gd name="T25" fmla="*/ 9 h 144"/>
                  <a:gd name="T26" fmla="*/ 144 w 144"/>
                  <a:gd name="T27" fmla="*/ 6 h 144"/>
                  <a:gd name="T28" fmla="*/ 120 w 144"/>
                  <a:gd name="T29" fmla="*/ 9 h 144"/>
                  <a:gd name="T30" fmla="*/ 102 w 144"/>
                  <a:gd name="T31" fmla="*/ 9 h 144"/>
                  <a:gd name="T32" fmla="*/ 78 w 144"/>
                  <a:gd name="T33" fmla="*/ 9 h 144"/>
                  <a:gd name="T34" fmla="*/ 75 w 144"/>
                  <a:gd name="T35" fmla="*/ 6 h 144"/>
                  <a:gd name="T36" fmla="*/ 36 w 144"/>
                  <a:gd name="T37" fmla="*/ 6 h 144"/>
                  <a:gd name="T38" fmla="*/ 24 w 144"/>
                  <a:gd name="T39" fmla="*/ 3 h 144"/>
                  <a:gd name="T40" fmla="*/ 15 w 144"/>
                  <a:gd name="T41" fmla="*/ 3 h 144"/>
                  <a:gd name="T42" fmla="*/ 9 w 144"/>
                  <a:gd name="T43" fmla="*/ 0 h 144"/>
                  <a:gd name="T44" fmla="*/ 6 w 144"/>
                  <a:gd name="T45" fmla="*/ 3 h 144"/>
                  <a:gd name="T46" fmla="*/ 3 w 144"/>
                  <a:gd name="T47" fmla="*/ 3 h 144"/>
                  <a:gd name="T48" fmla="*/ 9 w 144"/>
                  <a:gd name="T49" fmla="*/ 18 h 144"/>
                  <a:gd name="T50" fmla="*/ 18 w 144"/>
                  <a:gd name="T51" fmla="*/ 42 h 144"/>
                  <a:gd name="T52" fmla="*/ 30 w 144"/>
                  <a:gd name="T53" fmla="*/ 66 h 144"/>
                  <a:gd name="T54" fmla="*/ 30 w 144"/>
                  <a:gd name="T55" fmla="*/ 84 h 144"/>
                  <a:gd name="T56" fmla="*/ 36 w 144"/>
                  <a:gd name="T57" fmla="*/ 102 h 144"/>
                  <a:gd name="T58" fmla="*/ 42 w 144"/>
                  <a:gd name="T59" fmla="*/ 129 h 144"/>
                  <a:gd name="T60" fmla="*/ 51 w 144"/>
                  <a:gd name="T61" fmla="*/ 138 h 144"/>
                  <a:gd name="T62" fmla="*/ 54 w 144"/>
                  <a:gd name="T63" fmla="*/ 13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4" h="144">
                    <a:moveTo>
                      <a:pt x="54" y="138"/>
                    </a:moveTo>
                    <a:cubicBezTo>
                      <a:pt x="54" y="135"/>
                      <a:pt x="57" y="129"/>
                      <a:pt x="60" y="132"/>
                    </a:cubicBezTo>
                    <a:cubicBezTo>
                      <a:pt x="63" y="138"/>
                      <a:pt x="63" y="141"/>
                      <a:pt x="66" y="141"/>
                    </a:cubicBezTo>
                    <a:cubicBezTo>
                      <a:pt x="72" y="141"/>
                      <a:pt x="81" y="144"/>
                      <a:pt x="81" y="141"/>
                    </a:cubicBezTo>
                    <a:cubicBezTo>
                      <a:pt x="81" y="138"/>
                      <a:pt x="87" y="138"/>
                      <a:pt x="87" y="135"/>
                    </a:cubicBezTo>
                    <a:cubicBezTo>
                      <a:pt x="87" y="129"/>
                      <a:pt x="87" y="63"/>
                      <a:pt x="87" y="60"/>
                    </a:cubicBezTo>
                    <a:cubicBezTo>
                      <a:pt x="87" y="57"/>
                      <a:pt x="99" y="60"/>
                      <a:pt x="99" y="54"/>
                    </a:cubicBezTo>
                    <a:cubicBezTo>
                      <a:pt x="99" y="51"/>
                      <a:pt x="99" y="15"/>
                      <a:pt x="99" y="15"/>
                    </a:cubicBezTo>
                    <a:cubicBezTo>
                      <a:pt x="99" y="15"/>
                      <a:pt x="108" y="15"/>
                      <a:pt x="111" y="15"/>
                    </a:cubicBezTo>
                    <a:cubicBezTo>
                      <a:pt x="114" y="15"/>
                      <a:pt x="120" y="9"/>
                      <a:pt x="123" y="12"/>
                    </a:cubicBezTo>
                    <a:cubicBezTo>
                      <a:pt x="126" y="12"/>
                      <a:pt x="129" y="18"/>
                      <a:pt x="129" y="15"/>
                    </a:cubicBezTo>
                    <a:cubicBezTo>
                      <a:pt x="129" y="15"/>
                      <a:pt x="135" y="12"/>
                      <a:pt x="138" y="12"/>
                    </a:cubicBezTo>
                    <a:cubicBezTo>
                      <a:pt x="138" y="12"/>
                      <a:pt x="141" y="9"/>
                      <a:pt x="144" y="9"/>
                    </a:cubicBezTo>
                    <a:cubicBezTo>
                      <a:pt x="144" y="6"/>
                      <a:pt x="144" y="6"/>
                      <a:pt x="144" y="6"/>
                    </a:cubicBezTo>
                    <a:cubicBezTo>
                      <a:pt x="144" y="3"/>
                      <a:pt x="123" y="6"/>
                      <a:pt x="120" y="9"/>
                    </a:cubicBezTo>
                    <a:cubicBezTo>
                      <a:pt x="117" y="9"/>
                      <a:pt x="105" y="12"/>
                      <a:pt x="102" y="9"/>
                    </a:cubicBezTo>
                    <a:cubicBezTo>
                      <a:pt x="99" y="9"/>
                      <a:pt x="78" y="9"/>
                      <a:pt x="78" y="9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5" y="6"/>
                      <a:pt x="39" y="6"/>
                      <a:pt x="36" y="6"/>
                    </a:cubicBezTo>
                    <a:cubicBezTo>
                      <a:pt x="30" y="6"/>
                      <a:pt x="27" y="6"/>
                      <a:pt x="24" y="3"/>
                    </a:cubicBezTo>
                    <a:cubicBezTo>
                      <a:pt x="21" y="0"/>
                      <a:pt x="18" y="0"/>
                      <a:pt x="15" y="3"/>
                    </a:cubicBezTo>
                    <a:cubicBezTo>
                      <a:pt x="9" y="3"/>
                      <a:pt x="12" y="0"/>
                      <a:pt x="9" y="0"/>
                    </a:cubicBezTo>
                    <a:cubicBezTo>
                      <a:pt x="6" y="0"/>
                      <a:pt x="6" y="3"/>
                      <a:pt x="6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6"/>
                      <a:pt x="3" y="12"/>
                      <a:pt x="9" y="18"/>
                    </a:cubicBezTo>
                    <a:cubicBezTo>
                      <a:pt x="12" y="24"/>
                      <a:pt x="15" y="33"/>
                      <a:pt x="18" y="42"/>
                    </a:cubicBezTo>
                    <a:cubicBezTo>
                      <a:pt x="21" y="48"/>
                      <a:pt x="30" y="60"/>
                      <a:pt x="30" y="66"/>
                    </a:cubicBezTo>
                    <a:cubicBezTo>
                      <a:pt x="33" y="72"/>
                      <a:pt x="30" y="81"/>
                      <a:pt x="30" y="84"/>
                    </a:cubicBezTo>
                    <a:cubicBezTo>
                      <a:pt x="33" y="87"/>
                      <a:pt x="33" y="96"/>
                      <a:pt x="36" y="102"/>
                    </a:cubicBezTo>
                    <a:cubicBezTo>
                      <a:pt x="36" y="108"/>
                      <a:pt x="36" y="123"/>
                      <a:pt x="42" y="129"/>
                    </a:cubicBezTo>
                    <a:cubicBezTo>
                      <a:pt x="45" y="132"/>
                      <a:pt x="48" y="135"/>
                      <a:pt x="51" y="138"/>
                    </a:cubicBezTo>
                    <a:cubicBezTo>
                      <a:pt x="54" y="138"/>
                      <a:pt x="54" y="138"/>
                      <a:pt x="54" y="1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Freeform 8">
                <a:extLst>
                  <a:ext uri="{FF2B5EF4-FFF2-40B4-BE49-F238E27FC236}">
                    <a16:creationId xmlns:a16="http://schemas.microsoft.com/office/drawing/2014/main" id="{76C64861-56C7-A056-C561-5E07B3EC4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2633" y="3592503"/>
                <a:ext cx="171676" cy="150048"/>
              </a:xfrm>
              <a:custGeom>
                <a:avLst/>
                <a:gdLst>
                  <a:gd name="T0" fmla="*/ 60 w 90"/>
                  <a:gd name="T1" fmla="*/ 3 h 78"/>
                  <a:gd name="T2" fmla="*/ 60 w 90"/>
                  <a:gd name="T3" fmla="*/ 0 h 78"/>
                  <a:gd name="T4" fmla="*/ 48 w 90"/>
                  <a:gd name="T5" fmla="*/ 0 h 78"/>
                  <a:gd name="T6" fmla="*/ 42 w 90"/>
                  <a:gd name="T7" fmla="*/ 6 h 78"/>
                  <a:gd name="T8" fmla="*/ 33 w 90"/>
                  <a:gd name="T9" fmla="*/ 12 h 78"/>
                  <a:gd name="T10" fmla="*/ 21 w 90"/>
                  <a:gd name="T11" fmla="*/ 27 h 78"/>
                  <a:gd name="T12" fmla="*/ 6 w 90"/>
                  <a:gd name="T13" fmla="*/ 24 h 78"/>
                  <a:gd name="T14" fmla="*/ 0 w 90"/>
                  <a:gd name="T15" fmla="*/ 24 h 78"/>
                  <a:gd name="T16" fmla="*/ 6 w 90"/>
                  <a:gd name="T17" fmla="*/ 30 h 78"/>
                  <a:gd name="T18" fmla="*/ 12 w 90"/>
                  <a:gd name="T19" fmla="*/ 45 h 78"/>
                  <a:gd name="T20" fmla="*/ 24 w 90"/>
                  <a:gd name="T21" fmla="*/ 51 h 78"/>
                  <a:gd name="T22" fmla="*/ 30 w 90"/>
                  <a:gd name="T23" fmla="*/ 60 h 78"/>
                  <a:gd name="T24" fmla="*/ 36 w 90"/>
                  <a:gd name="T25" fmla="*/ 69 h 78"/>
                  <a:gd name="T26" fmla="*/ 45 w 90"/>
                  <a:gd name="T27" fmla="*/ 72 h 78"/>
                  <a:gd name="T28" fmla="*/ 57 w 90"/>
                  <a:gd name="T29" fmla="*/ 75 h 78"/>
                  <a:gd name="T30" fmla="*/ 69 w 90"/>
                  <a:gd name="T31" fmla="*/ 78 h 78"/>
                  <a:gd name="T32" fmla="*/ 81 w 90"/>
                  <a:gd name="T33" fmla="*/ 66 h 78"/>
                  <a:gd name="T34" fmla="*/ 84 w 90"/>
                  <a:gd name="T35" fmla="*/ 54 h 78"/>
                  <a:gd name="T36" fmla="*/ 90 w 90"/>
                  <a:gd name="T37" fmla="*/ 48 h 78"/>
                  <a:gd name="T38" fmla="*/ 84 w 90"/>
                  <a:gd name="T39" fmla="*/ 39 h 78"/>
                  <a:gd name="T40" fmla="*/ 87 w 90"/>
                  <a:gd name="T41" fmla="*/ 27 h 78"/>
                  <a:gd name="T42" fmla="*/ 87 w 90"/>
                  <a:gd name="T43" fmla="*/ 12 h 78"/>
                  <a:gd name="T44" fmla="*/ 75 w 90"/>
                  <a:gd name="T45" fmla="*/ 6 h 78"/>
                  <a:gd name="T46" fmla="*/ 60 w 90"/>
                  <a:gd name="T47" fmla="*/ 3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0" h="78">
                    <a:moveTo>
                      <a:pt x="60" y="3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2" y="0"/>
                      <a:pt x="42" y="3"/>
                      <a:pt x="42" y="6"/>
                    </a:cubicBezTo>
                    <a:cubicBezTo>
                      <a:pt x="42" y="6"/>
                      <a:pt x="36" y="12"/>
                      <a:pt x="33" y="12"/>
                    </a:cubicBezTo>
                    <a:cubicBezTo>
                      <a:pt x="27" y="15"/>
                      <a:pt x="24" y="24"/>
                      <a:pt x="21" y="27"/>
                    </a:cubicBezTo>
                    <a:cubicBezTo>
                      <a:pt x="18" y="27"/>
                      <a:pt x="9" y="24"/>
                      <a:pt x="6" y="24"/>
                    </a:cubicBezTo>
                    <a:cubicBezTo>
                      <a:pt x="6" y="24"/>
                      <a:pt x="3" y="24"/>
                      <a:pt x="0" y="24"/>
                    </a:cubicBezTo>
                    <a:cubicBezTo>
                      <a:pt x="3" y="27"/>
                      <a:pt x="6" y="30"/>
                      <a:pt x="6" y="30"/>
                    </a:cubicBezTo>
                    <a:cubicBezTo>
                      <a:pt x="9" y="30"/>
                      <a:pt x="9" y="42"/>
                      <a:pt x="12" y="45"/>
                    </a:cubicBezTo>
                    <a:cubicBezTo>
                      <a:pt x="18" y="45"/>
                      <a:pt x="24" y="51"/>
                      <a:pt x="24" y="51"/>
                    </a:cubicBezTo>
                    <a:cubicBezTo>
                      <a:pt x="24" y="54"/>
                      <a:pt x="30" y="57"/>
                      <a:pt x="30" y="60"/>
                    </a:cubicBezTo>
                    <a:cubicBezTo>
                      <a:pt x="30" y="63"/>
                      <a:pt x="33" y="69"/>
                      <a:pt x="36" y="69"/>
                    </a:cubicBezTo>
                    <a:cubicBezTo>
                      <a:pt x="45" y="69"/>
                      <a:pt x="45" y="72"/>
                      <a:pt x="45" y="72"/>
                    </a:cubicBezTo>
                    <a:cubicBezTo>
                      <a:pt x="45" y="75"/>
                      <a:pt x="54" y="72"/>
                      <a:pt x="57" y="75"/>
                    </a:cubicBezTo>
                    <a:cubicBezTo>
                      <a:pt x="57" y="78"/>
                      <a:pt x="66" y="75"/>
                      <a:pt x="69" y="78"/>
                    </a:cubicBezTo>
                    <a:cubicBezTo>
                      <a:pt x="72" y="75"/>
                      <a:pt x="78" y="69"/>
                      <a:pt x="81" y="66"/>
                    </a:cubicBezTo>
                    <a:cubicBezTo>
                      <a:pt x="84" y="63"/>
                      <a:pt x="81" y="57"/>
                      <a:pt x="84" y="54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87" y="45"/>
                      <a:pt x="87" y="42"/>
                      <a:pt x="84" y="39"/>
                    </a:cubicBezTo>
                    <a:cubicBezTo>
                      <a:pt x="81" y="36"/>
                      <a:pt x="90" y="33"/>
                      <a:pt x="87" y="27"/>
                    </a:cubicBezTo>
                    <a:cubicBezTo>
                      <a:pt x="87" y="24"/>
                      <a:pt x="90" y="12"/>
                      <a:pt x="87" y="12"/>
                    </a:cubicBezTo>
                    <a:cubicBezTo>
                      <a:pt x="87" y="9"/>
                      <a:pt x="78" y="9"/>
                      <a:pt x="75" y="6"/>
                    </a:cubicBezTo>
                    <a:cubicBezTo>
                      <a:pt x="69" y="3"/>
                      <a:pt x="60" y="3"/>
                      <a:pt x="60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86F79B9E-500A-5554-0712-F430FE2CA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3139" y="3638463"/>
                <a:ext cx="194656" cy="206822"/>
              </a:xfrm>
              <a:custGeom>
                <a:avLst/>
                <a:gdLst>
                  <a:gd name="T0" fmla="*/ 93 w 102"/>
                  <a:gd name="T1" fmla="*/ 45 h 108"/>
                  <a:gd name="T2" fmla="*/ 87 w 102"/>
                  <a:gd name="T3" fmla="*/ 36 h 108"/>
                  <a:gd name="T4" fmla="*/ 81 w 102"/>
                  <a:gd name="T5" fmla="*/ 27 h 108"/>
                  <a:gd name="T6" fmla="*/ 69 w 102"/>
                  <a:gd name="T7" fmla="*/ 21 h 108"/>
                  <a:gd name="T8" fmla="*/ 63 w 102"/>
                  <a:gd name="T9" fmla="*/ 6 h 108"/>
                  <a:gd name="T10" fmla="*/ 57 w 102"/>
                  <a:gd name="T11" fmla="*/ 0 h 108"/>
                  <a:gd name="T12" fmla="*/ 51 w 102"/>
                  <a:gd name="T13" fmla="*/ 3 h 108"/>
                  <a:gd name="T14" fmla="*/ 42 w 102"/>
                  <a:gd name="T15" fmla="*/ 6 h 108"/>
                  <a:gd name="T16" fmla="*/ 36 w 102"/>
                  <a:gd name="T17" fmla="*/ 3 h 108"/>
                  <a:gd name="T18" fmla="*/ 24 w 102"/>
                  <a:gd name="T19" fmla="*/ 6 h 108"/>
                  <a:gd name="T20" fmla="*/ 12 w 102"/>
                  <a:gd name="T21" fmla="*/ 6 h 108"/>
                  <a:gd name="T22" fmla="*/ 12 w 102"/>
                  <a:gd name="T23" fmla="*/ 45 h 108"/>
                  <a:gd name="T24" fmla="*/ 0 w 102"/>
                  <a:gd name="T25" fmla="*/ 51 h 108"/>
                  <a:gd name="T26" fmla="*/ 0 w 102"/>
                  <a:gd name="T27" fmla="*/ 84 h 108"/>
                  <a:gd name="T28" fmla="*/ 6 w 102"/>
                  <a:gd name="T29" fmla="*/ 87 h 108"/>
                  <a:gd name="T30" fmla="*/ 9 w 102"/>
                  <a:gd name="T31" fmla="*/ 99 h 108"/>
                  <a:gd name="T32" fmla="*/ 9 w 102"/>
                  <a:gd name="T33" fmla="*/ 102 h 108"/>
                  <a:gd name="T34" fmla="*/ 9 w 102"/>
                  <a:gd name="T35" fmla="*/ 108 h 108"/>
                  <a:gd name="T36" fmla="*/ 21 w 102"/>
                  <a:gd name="T37" fmla="*/ 108 h 108"/>
                  <a:gd name="T38" fmla="*/ 33 w 102"/>
                  <a:gd name="T39" fmla="*/ 96 h 108"/>
                  <a:gd name="T40" fmla="*/ 39 w 102"/>
                  <a:gd name="T41" fmla="*/ 90 h 108"/>
                  <a:gd name="T42" fmla="*/ 54 w 102"/>
                  <a:gd name="T43" fmla="*/ 93 h 108"/>
                  <a:gd name="T44" fmla="*/ 63 w 102"/>
                  <a:gd name="T45" fmla="*/ 87 h 108"/>
                  <a:gd name="T46" fmla="*/ 69 w 102"/>
                  <a:gd name="T47" fmla="*/ 81 h 108"/>
                  <a:gd name="T48" fmla="*/ 78 w 102"/>
                  <a:gd name="T49" fmla="*/ 72 h 108"/>
                  <a:gd name="T50" fmla="*/ 81 w 102"/>
                  <a:gd name="T51" fmla="*/ 66 h 108"/>
                  <a:gd name="T52" fmla="*/ 90 w 102"/>
                  <a:gd name="T53" fmla="*/ 60 h 108"/>
                  <a:gd name="T54" fmla="*/ 99 w 102"/>
                  <a:gd name="T55" fmla="*/ 54 h 108"/>
                  <a:gd name="T56" fmla="*/ 102 w 102"/>
                  <a:gd name="T57" fmla="*/ 48 h 108"/>
                  <a:gd name="T58" fmla="*/ 102 w 102"/>
                  <a:gd name="T59" fmla="*/ 48 h 108"/>
                  <a:gd name="T60" fmla="*/ 93 w 102"/>
                  <a:gd name="T61" fmla="*/ 4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2" h="108">
                    <a:moveTo>
                      <a:pt x="93" y="45"/>
                    </a:moveTo>
                    <a:cubicBezTo>
                      <a:pt x="90" y="45"/>
                      <a:pt x="87" y="39"/>
                      <a:pt x="87" y="36"/>
                    </a:cubicBezTo>
                    <a:cubicBezTo>
                      <a:pt x="87" y="33"/>
                      <a:pt x="81" y="30"/>
                      <a:pt x="81" y="27"/>
                    </a:cubicBezTo>
                    <a:cubicBezTo>
                      <a:pt x="81" y="27"/>
                      <a:pt x="75" y="21"/>
                      <a:pt x="69" y="21"/>
                    </a:cubicBezTo>
                    <a:cubicBezTo>
                      <a:pt x="66" y="18"/>
                      <a:pt x="66" y="6"/>
                      <a:pt x="63" y="6"/>
                    </a:cubicBezTo>
                    <a:cubicBezTo>
                      <a:pt x="63" y="6"/>
                      <a:pt x="60" y="3"/>
                      <a:pt x="57" y="0"/>
                    </a:cubicBezTo>
                    <a:cubicBezTo>
                      <a:pt x="54" y="0"/>
                      <a:pt x="51" y="3"/>
                      <a:pt x="51" y="3"/>
                    </a:cubicBezTo>
                    <a:cubicBezTo>
                      <a:pt x="48" y="3"/>
                      <a:pt x="42" y="6"/>
                      <a:pt x="42" y="6"/>
                    </a:cubicBezTo>
                    <a:cubicBezTo>
                      <a:pt x="42" y="9"/>
                      <a:pt x="39" y="3"/>
                      <a:pt x="36" y="3"/>
                    </a:cubicBezTo>
                    <a:cubicBezTo>
                      <a:pt x="33" y="0"/>
                      <a:pt x="27" y="6"/>
                      <a:pt x="24" y="6"/>
                    </a:cubicBezTo>
                    <a:cubicBezTo>
                      <a:pt x="21" y="6"/>
                      <a:pt x="12" y="6"/>
                      <a:pt x="12" y="6"/>
                    </a:cubicBezTo>
                    <a:cubicBezTo>
                      <a:pt x="12" y="6"/>
                      <a:pt x="12" y="42"/>
                      <a:pt x="12" y="45"/>
                    </a:cubicBezTo>
                    <a:cubicBezTo>
                      <a:pt x="12" y="51"/>
                      <a:pt x="0" y="48"/>
                      <a:pt x="0" y="51"/>
                    </a:cubicBezTo>
                    <a:cubicBezTo>
                      <a:pt x="0" y="51"/>
                      <a:pt x="0" y="66"/>
                      <a:pt x="0" y="84"/>
                    </a:cubicBezTo>
                    <a:cubicBezTo>
                      <a:pt x="3" y="84"/>
                      <a:pt x="6" y="84"/>
                      <a:pt x="6" y="87"/>
                    </a:cubicBezTo>
                    <a:cubicBezTo>
                      <a:pt x="9" y="90"/>
                      <a:pt x="12" y="99"/>
                      <a:pt x="9" y="99"/>
                    </a:cubicBezTo>
                    <a:cubicBezTo>
                      <a:pt x="9" y="102"/>
                      <a:pt x="9" y="99"/>
                      <a:pt x="9" y="102"/>
                    </a:cubicBezTo>
                    <a:cubicBezTo>
                      <a:pt x="9" y="105"/>
                      <a:pt x="6" y="108"/>
                      <a:pt x="9" y="108"/>
                    </a:cubicBezTo>
                    <a:cubicBezTo>
                      <a:pt x="12" y="108"/>
                      <a:pt x="18" y="108"/>
                      <a:pt x="21" y="108"/>
                    </a:cubicBezTo>
                    <a:cubicBezTo>
                      <a:pt x="24" y="105"/>
                      <a:pt x="30" y="99"/>
                      <a:pt x="33" y="96"/>
                    </a:cubicBezTo>
                    <a:cubicBezTo>
                      <a:pt x="33" y="93"/>
                      <a:pt x="33" y="84"/>
                      <a:pt x="39" y="90"/>
                    </a:cubicBezTo>
                    <a:cubicBezTo>
                      <a:pt x="45" y="93"/>
                      <a:pt x="45" y="93"/>
                      <a:pt x="54" y="93"/>
                    </a:cubicBezTo>
                    <a:cubicBezTo>
                      <a:pt x="60" y="93"/>
                      <a:pt x="63" y="93"/>
                      <a:pt x="63" y="87"/>
                    </a:cubicBezTo>
                    <a:cubicBezTo>
                      <a:pt x="66" y="84"/>
                      <a:pt x="63" y="81"/>
                      <a:pt x="69" y="81"/>
                    </a:cubicBezTo>
                    <a:cubicBezTo>
                      <a:pt x="72" y="81"/>
                      <a:pt x="78" y="75"/>
                      <a:pt x="78" y="72"/>
                    </a:cubicBezTo>
                    <a:cubicBezTo>
                      <a:pt x="78" y="69"/>
                      <a:pt x="78" y="66"/>
                      <a:pt x="81" y="66"/>
                    </a:cubicBezTo>
                    <a:cubicBezTo>
                      <a:pt x="84" y="66"/>
                      <a:pt x="90" y="63"/>
                      <a:pt x="90" y="60"/>
                    </a:cubicBezTo>
                    <a:cubicBezTo>
                      <a:pt x="93" y="54"/>
                      <a:pt x="96" y="57"/>
                      <a:pt x="99" y="54"/>
                    </a:cubicBezTo>
                    <a:cubicBezTo>
                      <a:pt x="99" y="54"/>
                      <a:pt x="99" y="51"/>
                      <a:pt x="102" y="48"/>
                    </a:cubicBezTo>
                    <a:cubicBezTo>
                      <a:pt x="102" y="48"/>
                      <a:pt x="102" y="48"/>
                      <a:pt x="102" y="48"/>
                    </a:cubicBezTo>
                    <a:cubicBezTo>
                      <a:pt x="102" y="48"/>
                      <a:pt x="102" y="45"/>
                      <a:pt x="93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C008AFB1-7144-7A62-3B81-C327746CC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2941" y="3816898"/>
                <a:ext cx="28387" cy="40553"/>
              </a:xfrm>
              <a:custGeom>
                <a:avLst/>
                <a:gdLst>
                  <a:gd name="T0" fmla="*/ 9 w 15"/>
                  <a:gd name="T1" fmla="*/ 0 h 21"/>
                  <a:gd name="T2" fmla="*/ 0 w 15"/>
                  <a:gd name="T3" fmla="*/ 9 h 21"/>
                  <a:gd name="T4" fmla="*/ 6 w 15"/>
                  <a:gd name="T5" fmla="*/ 21 h 21"/>
                  <a:gd name="T6" fmla="*/ 12 w 15"/>
                  <a:gd name="T7" fmla="*/ 18 h 21"/>
                  <a:gd name="T8" fmla="*/ 15 w 15"/>
                  <a:gd name="T9" fmla="*/ 15 h 21"/>
                  <a:gd name="T10" fmla="*/ 15 w 15"/>
                  <a:gd name="T11" fmla="*/ 3 h 21"/>
                  <a:gd name="T12" fmla="*/ 9 w 1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21">
                    <a:moveTo>
                      <a:pt x="9" y="0"/>
                    </a:moveTo>
                    <a:cubicBezTo>
                      <a:pt x="6" y="0"/>
                      <a:pt x="0" y="9"/>
                      <a:pt x="0" y="9"/>
                    </a:cubicBezTo>
                    <a:cubicBezTo>
                      <a:pt x="0" y="12"/>
                      <a:pt x="3" y="18"/>
                      <a:pt x="6" y="21"/>
                    </a:cubicBezTo>
                    <a:cubicBezTo>
                      <a:pt x="9" y="21"/>
                      <a:pt x="12" y="21"/>
                      <a:pt x="12" y="18"/>
                    </a:cubicBezTo>
                    <a:cubicBezTo>
                      <a:pt x="12" y="15"/>
                      <a:pt x="15" y="15"/>
                      <a:pt x="15" y="15"/>
                    </a:cubicBezTo>
                    <a:cubicBezTo>
                      <a:pt x="15" y="12"/>
                      <a:pt x="15" y="6"/>
                      <a:pt x="15" y="3"/>
                    </a:cubicBezTo>
                    <a:cubicBezTo>
                      <a:pt x="12" y="3"/>
                      <a:pt x="9" y="0"/>
                      <a:pt x="9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50F73310-D9B4-1B02-9890-BF6E3B54D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1834" y="3880432"/>
                <a:ext cx="52719" cy="51368"/>
              </a:xfrm>
              <a:custGeom>
                <a:avLst/>
                <a:gdLst>
                  <a:gd name="T0" fmla="*/ 18 w 27"/>
                  <a:gd name="T1" fmla="*/ 3 h 27"/>
                  <a:gd name="T2" fmla="*/ 9 w 27"/>
                  <a:gd name="T3" fmla="*/ 9 h 27"/>
                  <a:gd name="T4" fmla="*/ 0 w 27"/>
                  <a:gd name="T5" fmla="*/ 18 h 27"/>
                  <a:gd name="T6" fmla="*/ 9 w 27"/>
                  <a:gd name="T7" fmla="*/ 27 h 27"/>
                  <a:gd name="T8" fmla="*/ 12 w 27"/>
                  <a:gd name="T9" fmla="*/ 27 h 27"/>
                  <a:gd name="T10" fmla="*/ 15 w 27"/>
                  <a:gd name="T11" fmla="*/ 21 h 27"/>
                  <a:gd name="T12" fmla="*/ 21 w 27"/>
                  <a:gd name="T13" fmla="*/ 21 h 27"/>
                  <a:gd name="T14" fmla="*/ 27 w 27"/>
                  <a:gd name="T15" fmla="*/ 12 h 27"/>
                  <a:gd name="T16" fmla="*/ 18 w 27"/>
                  <a:gd name="T17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7">
                    <a:moveTo>
                      <a:pt x="18" y="3"/>
                    </a:moveTo>
                    <a:cubicBezTo>
                      <a:pt x="18" y="0"/>
                      <a:pt x="9" y="6"/>
                      <a:pt x="9" y="9"/>
                    </a:cubicBezTo>
                    <a:cubicBezTo>
                      <a:pt x="6" y="9"/>
                      <a:pt x="0" y="18"/>
                      <a:pt x="0" y="18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12" y="27"/>
                      <a:pt x="15" y="24"/>
                      <a:pt x="15" y="21"/>
                    </a:cubicBezTo>
                    <a:cubicBezTo>
                      <a:pt x="15" y="18"/>
                      <a:pt x="21" y="21"/>
                      <a:pt x="21" y="21"/>
                    </a:cubicBezTo>
                    <a:cubicBezTo>
                      <a:pt x="21" y="18"/>
                      <a:pt x="27" y="15"/>
                      <a:pt x="27" y="12"/>
                    </a:cubicBezTo>
                    <a:cubicBezTo>
                      <a:pt x="27" y="9"/>
                      <a:pt x="21" y="6"/>
                      <a:pt x="18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699CEC87-F513-5582-FC85-D98F7D67A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84198" y="3730384"/>
                <a:ext cx="344704" cy="305502"/>
              </a:xfrm>
              <a:custGeom>
                <a:avLst/>
                <a:gdLst>
                  <a:gd name="T0" fmla="*/ 171 w 180"/>
                  <a:gd name="T1" fmla="*/ 60 h 159"/>
                  <a:gd name="T2" fmla="*/ 171 w 180"/>
                  <a:gd name="T3" fmla="*/ 60 h 159"/>
                  <a:gd name="T4" fmla="*/ 168 w 180"/>
                  <a:gd name="T5" fmla="*/ 63 h 159"/>
                  <a:gd name="T6" fmla="*/ 162 w 180"/>
                  <a:gd name="T7" fmla="*/ 66 h 159"/>
                  <a:gd name="T8" fmla="*/ 156 w 180"/>
                  <a:gd name="T9" fmla="*/ 54 h 159"/>
                  <a:gd name="T10" fmla="*/ 165 w 180"/>
                  <a:gd name="T11" fmla="*/ 45 h 159"/>
                  <a:gd name="T12" fmla="*/ 171 w 180"/>
                  <a:gd name="T13" fmla="*/ 48 h 159"/>
                  <a:gd name="T14" fmla="*/ 171 w 180"/>
                  <a:gd name="T15" fmla="*/ 48 h 159"/>
                  <a:gd name="T16" fmla="*/ 168 w 180"/>
                  <a:gd name="T17" fmla="*/ 27 h 159"/>
                  <a:gd name="T18" fmla="*/ 162 w 180"/>
                  <a:gd name="T19" fmla="*/ 6 h 159"/>
                  <a:gd name="T20" fmla="*/ 150 w 180"/>
                  <a:gd name="T21" fmla="*/ 3 h 159"/>
                  <a:gd name="T22" fmla="*/ 138 w 180"/>
                  <a:gd name="T23" fmla="*/ 0 h 159"/>
                  <a:gd name="T24" fmla="*/ 135 w 180"/>
                  <a:gd name="T25" fmla="*/ 6 h 159"/>
                  <a:gd name="T26" fmla="*/ 126 w 180"/>
                  <a:gd name="T27" fmla="*/ 12 h 159"/>
                  <a:gd name="T28" fmla="*/ 117 w 180"/>
                  <a:gd name="T29" fmla="*/ 18 h 159"/>
                  <a:gd name="T30" fmla="*/ 114 w 180"/>
                  <a:gd name="T31" fmla="*/ 24 h 159"/>
                  <a:gd name="T32" fmla="*/ 105 w 180"/>
                  <a:gd name="T33" fmla="*/ 33 h 159"/>
                  <a:gd name="T34" fmla="*/ 99 w 180"/>
                  <a:gd name="T35" fmla="*/ 39 h 159"/>
                  <a:gd name="T36" fmla="*/ 90 w 180"/>
                  <a:gd name="T37" fmla="*/ 45 h 159"/>
                  <a:gd name="T38" fmla="*/ 75 w 180"/>
                  <a:gd name="T39" fmla="*/ 42 h 159"/>
                  <a:gd name="T40" fmla="*/ 69 w 180"/>
                  <a:gd name="T41" fmla="*/ 48 h 159"/>
                  <a:gd name="T42" fmla="*/ 57 w 180"/>
                  <a:gd name="T43" fmla="*/ 60 h 159"/>
                  <a:gd name="T44" fmla="*/ 45 w 180"/>
                  <a:gd name="T45" fmla="*/ 60 h 159"/>
                  <a:gd name="T46" fmla="*/ 45 w 180"/>
                  <a:gd name="T47" fmla="*/ 54 h 159"/>
                  <a:gd name="T48" fmla="*/ 45 w 180"/>
                  <a:gd name="T49" fmla="*/ 51 h 159"/>
                  <a:gd name="T50" fmla="*/ 42 w 180"/>
                  <a:gd name="T51" fmla="*/ 39 h 159"/>
                  <a:gd name="T52" fmla="*/ 36 w 180"/>
                  <a:gd name="T53" fmla="*/ 36 h 159"/>
                  <a:gd name="T54" fmla="*/ 36 w 180"/>
                  <a:gd name="T55" fmla="*/ 78 h 159"/>
                  <a:gd name="T56" fmla="*/ 30 w 180"/>
                  <a:gd name="T57" fmla="*/ 84 h 159"/>
                  <a:gd name="T58" fmla="*/ 15 w 180"/>
                  <a:gd name="T59" fmla="*/ 84 h 159"/>
                  <a:gd name="T60" fmla="*/ 9 w 180"/>
                  <a:gd name="T61" fmla="*/ 75 h 159"/>
                  <a:gd name="T62" fmla="*/ 3 w 180"/>
                  <a:gd name="T63" fmla="*/ 81 h 159"/>
                  <a:gd name="T64" fmla="*/ 0 w 180"/>
                  <a:gd name="T65" fmla="*/ 81 h 159"/>
                  <a:gd name="T66" fmla="*/ 6 w 180"/>
                  <a:gd name="T67" fmla="*/ 99 h 159"/>
                  <a:gd name="T68" fmla="*/ 18 w 180"/>
                  <a:gd name="T69" fmla="*/ 120 h 159"/>
                  <a:gd name="T70" fmla="*/ 18 w 180"/>
                  <a:gd name="T71" fmla="*/ 132 h 159"/>
                  <a:gd name="T72" fmla="*/ 18 w 180"/>
                  <a:gd name="T73" fmla="*/ 141 h 159"/>
                  <a:gd name="T74" fmla="*/ 21 w 180"/>
                  <a:gd name="T75" fmla="*/ 150 h 159"/>
                  <a:gd name="T76" fmla="*/ 27 w 180"/>
                  <a:gd name="T77" fmla="*/ 153 h 159"/>
                  <a:gd name="T78" fmla="*/ 33 w 180"/>
                  <a:gd name="T79" fmla="*/ 159 h 159"/>
                  <a:gd name="T80" fmla="*/ 39 w 180"/>
                  <a:gd name="T81" fmla="*/ 159 h 159"/>
                  <a:gd name="T82" fmla="*/ 54 w 180"/>
                  <a:gd name="T83" fmla="*/ 153 h 159"/>
                  <a:gd name="T84" fmla="*/ 63 w 180"/>
                  <a:gd name="T85" fmla="*/ 150 h 159"/>
                  <a:gd name="T86" fmla="*/ 81 w 180"/>
                  <a:gd name="T87" fmla="*/ 150 h 159"/>
                  <a:gd name="T88" fmla="*/ 93 w 180"/>
                  <a:gd name="T89" fmla="*/ 147 h 159"/>
                  <a:gd name="T90" fmla="*/ 99 w 180"/>
                  <a:gd name="T91" fmla="*/ 147 h 159"/>
                  <a:gd name="T92" fmla="*/ 108 w 180"/>
                  <a:gd name="T93" fmla="*/ 144 h 159"/>
                  <a:gd name="T94" fmla="*/ 132 w 180"/>
                  <a:gd name="T95" fmla="*/ 129 h 159"/>
                  <a:gd name="T96" fmla="*/ 159 w 180"/>
                  <a:gd name="T97" fmla="*/ 96 h 159"/>
                  <a:gd name="T98" fmla="*/ 174 w 180"/>
                  <a:gd name="T99" fmla="*/ 78 h 159"/>
                  <a:gd name="T100" fmla="*/ 180 w 180"/>
                  <a:gd name="T101" fmla="*/ 60 h 159"/>
                  <a:gd name="T102" fmla="*/ 171 w 180"/>
                  <a:gd name="T103" fmla="*/ 60 h 159"/>
                  <a:gd name="T104" fmla="*/ 135 w 180"/>
                  <a:gd name="T105" fmla="*/ 99 h 159"/>
                  <a:gd name="T106" fmla="*/ 129 w 180"/>
                  <a:gd name="T107" fmla="*/ 99 h 159"/>
                  <a:gd name="T108" fmla="*/ 126 w 180"/>
                  <a:gd name="T109" fmla="*/ 105 h 159"/>
                  <a:gd name="T110" fmla="*/ 123 w 180"/>
                  <a:gd name="T111" fmla="*/ 105 h 159"/>
                  <a:gd name="T112" fmla="*/ 114 w 180"/>
                  <a:gd name="T113" fmla="*/ 96 h 159"/>
                  <a:gd name="T114" fmla="*/ 123 w 180"/>
                  <a:gd name="T115" fmla="*/ 87 h 159"/>
                  <a:gd name="T116" fmla="*/ 132 w 180"/>
                  <a:gd name="T117" fmla="*/ 81 h 159"/>
                  <a:gd name="T118" fmla="*/ 141 w 180"/>
                  <a:gd name="T119" fmla="*/ 90 h 159"/>
                  <a:gd name="T120" fmla="*/ 135 w 180"/>
                  <a:gd name="T121" fmla="*/ 9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80" h="159">
                    <a:moveTo>
                      <a:pt x="171" y="60"/>
                    </a:moveTo>
                    <a:cubicBezTo>
                      <a:pt x="171" y="60"/>
                      <a:pt x="171" y="60"/>
                      <a:pt x="171" y="60"/>
                    </a:cubicBezTo>
                    <a:cubicBezTo>
                      <a:pt x="171" y="60"/>
                      <a:pt x="168" y="60"/>
                      <a:pt x="168" y="63"/>
                    </a:cubicBezTo>
                    <a:cubicBezTo>
                      <a:pt x="168" y="66"/>
                      <a:pt x="165" y="66"/>
                      <a:pt x="162" y="66"/>
                    </a:cubicBezTo>
                    <a:cubicBezTo>
                      <a:pt x="159" y="63"/>
                      <a:pt x="156" y="57"/>
                      <a:pt x="156" y="54"/>
                    </a:cubicBezTo>
                    <a:cubicBezTo>
                      <a:pt x="156" y="54"/>
                      <a:pt x="162" y="45"/>
                      <a:pt x="165" y="45"/>
                    </a:cubicBezTo>
                    <a:cubicBezTo>
                      <a:pt x="165" y="45"/>
                      <a:pt x="168" y="48"/>
                      <a:pt x="171" y="48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5"/>
                      <a:pt x="171" y="30"/>
                      <a:pt x="168" y="27"/>
                    </a:cubicBezTo>
                    <a:cubicBezTo>
                      <a:pt x="165" y="24"/>
                      <a:pt x="162" y="9"/>
                      <a:pt x="162" y="6"/>
                    </a:cubicBezTo>
                    <a:cubicBezTo>
                      <a:pt x="162" y="3"/>
                      <a:pt x="150" y="6"/>
                      <a:pt x="150" y="3"/>
                    </a:cubicBezTo>
                    <a:cubicBezTo>
                      <a:pt x="147" y="0"/>
                      <a:pt x="138" y="3"/>
                      <a:pt x="138" y="0"/>
                    </a:cubicBezTo>
                    <a:cubicBezTo>
                      <a:pt x="135" y="3"/>
                      <a:pt x="135" y="6"/>
                      <a:pt x="135" y="6"/>
                    </a:cubicBezTo>
                    <a:cubicBezTo>
                      <a:pt x="132" y="9"/>
                      <a:pt x="129" y="6"/>
                      <a:pt x="126" y="12"/>
                    </a:cubicBezTo>
                    <a:cubicBezTo>
                      <a:pt x="126" y="15"/>
                      <a:pt x="120" y="18"/>
                      <a:pt x="117" y="18"/>
                    </a:cubicBezTo>
                    <a:cubicBezTo>
                      <a:pt x="114" y="18"/>
                      <a:pt x="114" y="21"/>
                      <a:pt x="114" y="24"/>
                    </a:cubicBezTo>
                    <a:cubicBezTo>
                      <a:pt x="114" y="27"/>
                      <a:pt x="108" y="33"/>
                      <a:pt x="105" y="33"/>
                    </a:cubicBezTo>
                    <a:cubicBezTo>
                      <a:pt x="99" y="33"/>
                      <a:pt x="102" y="36"/>
                      <a:pt x="99" y="39"/>
                    </a:cubicBezTo>
                    <a:cubicBezTo>
                      <a:pt x="99" y="45"/>
                      <a:pt x="96" y="45"/>
                      <a:pt x="90" y="45"/>
                    </a:cubicBezTo>
                    <a:cubicBezTo>
                      <a:pt x="81" y="45"/>
                      <a:pt x="81" y="45"/>
                      <a:pt x="75" y="42"/>
                    </a:cubicBezTo>
                    <a:cubicBezTo>
                      <a:pt x="69" y="36"/>
                      <a:pt x="69" y="45"/>
                      <a:pt x="69" y="48"/>
                    </a:cubicBezTo>
                    <a:cubicBezTo>
                      <a:pt x="66" y="51"/>
                      <a:pt x="60" y="57"/>
                      <a:pt x="57" y="60"/>
                    </a:cubicBezTo>
                    <a:cubicBezTo>
                      <a:pt x="54" y="60"/>
                      <a:pt x="48" y="60"/>
                      <a:pt x="45" y="60"/>
                    </a:cubicBezTo>
                    <a:cubicBezTo>
                      <a:pt x="42" y="60"/>
                      <a:pt x="45" y="57"/>
                      <a:pt x="45" y="54"/>
                    </a:cubicBezTo>
                    <a:cubicBezTo>
                      <a:pt x="45" y="51"/>
                      <a:pt x="45" y="54"/>
                      <a:pt x="45" y="51"/>
                    </a:cubicBezTo>
                    <a:cubicBezTo>
                      <a:pt x="48" y="51"/>
                      <a:pt x="45" y="42"/>
                      <a:pt x="42" y="39"/>
                    </a:cubicBezTo>
                    <a:cubicBezTo>
                      <a:pt x="42" y="36"/>
                      <a:pt x="39" y="36"/>
                      <a:pt x="36" y="36"/>
                    </a:cubicBezTo>
                    <a:cubicBezTo>
                      <a:pt x="36" y="54"/>
                      <a:pt x="36" y="75"/>
                      <a:pt x="36" y="78"/>
                    </a:cubicBezTo>
                    <a:cubicBezTo>
                      <a:pt x="36" y="81"/>
                      <a:pt x="30" y="81"/>
                      <a:pt x="30" y="84"/>
                    </a:cubicBezTo>
                    <a:cubicBezTo>
                      <a:pt x="30" y="87"/>
                      <a:pt x="21" y="84"/>
                      <a:pt x="15" y="84"/>
                    </a:cubicBezTo>
                    <a:cubicBezTo>
                      <a:pt x="12" y="84"/>
                      <a:pt x="12" y="81"/>
                      <a:pt x="9" y="75"/>
                    </a:cubicBezTo>
                    <a:cubicBezTo>
                      <a:pt x="6" y="72"/>
                      <a:pt x="3" y="78"/>
                      <a:pt x="3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3" y="87"/>
                      <a:pt x="6" y="93"/>
                      <a:pt x="6" y="99"/>
                    </a:cubicBezTo>
                    <a:cubicBezTo>
                      <a:pt x="9" y="108"/>
                      <a:pt x="15" y="117"/>
                      <a:pt x="18" y="120"/>
                    </a:cubicBezTo>
                    <a:cubicBezTo>
                      <a:pt x="21" y="126"/>
                      <a:pt x="21" y="132"/>
                      <a:pt x="18" y="132"/>
                    </a:cubicBezTo>
                    <a:cubicBezTo>
                      <a:pt x="15" y="132"/>
                      <a:pt x="15" y="135"/>
                      <a:pt x="18" y="141"/>
                    </a:cubicBezTo>
                    <a:cubicBezTo>
                      <a:pt x="21" y="147"/>
                      <a:pt x="18" y="150"/>
                      <a:pt x="21" y="150"/>
                    </a:cubicBezTo>
                    <a:cubicBezTo>
                      <a:pt x="24" y="150"/>
                      <a:pt x="24" y="153"/>
                      <a:pt x="27" y="153"/>
                    </a:cubicBezTo>
                    <a:cubicBezTo>
                      <a:pt x="30" y="153"/>
                      <a:pt x="30" y="156"/>
                      <a:pt x="33" y="159"/>
                    </a:cubicBezTo>
                    <a:cubicBezTo>
                      <a:pt x="39" y="159"/>
                      <a:pt x="39" y="159"/>
                      <a:pt x="39" y="159"/>
                    </a:cubicBezTo>
                    <a:cubicBezTo>
                      <a:pt x="42" y="156"/>
                      <a:pt x="48" y="153"/>
                      <a:pt x="54" y="153"/>
                    </a:cubicBezTo>
                    <a:cubicBezTo>
                      <a:pt x="60" y="153"/>
                      <a:pt x="57" y="153"/>
                      <a:pt x="63" y="150"/>
                    </a:cubicBezTo>
                    <a:cubicBezTo>
                      <a:pt x="69" y="147"/>
                      <a:pt x="75" y="147"/>
                      <a:pt x="81" y="150"/>
                    </a:cubicBezTo>
                    <a:cubicBezTo>
                      <a:pt x="87" y="150"/>
                      <a:pt x="90" y="150"/>
                      <a:pt x="93" y="147"/>
                    </a:cubicBezTo>
                    <a:cubicBezTo>
                      <a:pt x="93" y="147"/>
                      <a:pt x="99" y="150"/>
                      <a:pt x="99" y="147"/>
                    </a:cubicBezTo>
                    <a:cubicBezTo>
                      <a:pt x="99" y="144"/>
                      <a:pt x="105" y="144"/>
                      <a:pt x="108" y="144"/>
                    </a:cubicBezTo>
                    <a:cubicBezTo>
                      <a:pt x="111" y="144"/>
                      <a:pt x="123" y="138"/>
                      <a:pt x="132" y="129"/>
                    </a:cubicBezTo>
                    <a:cubicBezTo>
                      <a:pt x="141" y="120"/>
                      <a:pt x="153" y="105"/>
                      <a:pt x="159" y="96"/>
                    </a:cubicBezTo>
                    <a:cubicBezTo>
                      <a:pt x="162" y="87"/>
                      <a:pt x="171" y="81"/>
                      <a:pt x="174" y="78"/>
                    </a:cubicBezTo>
                    <a:cubicBezTo>
                      <a:pt x="177" y="75"/>
                      <a:pt x="180" y="66"/>
                      <a:pt x="180" y="60"/>
                    </a:cubicBezTo>
                    <a:cubicBezTo>
                      <a:pt x="177" y="60"/>
                      <a:pt x="171" y="60"/>
                      <a:pt x="171" y="60"/>
                    </a:cubicBezTo>
                    <a:close/>
                    <a:moveTo>
                      <a:pt x="135" y="99"/>
                    </a:moveTo>
                    <a:cubicBezTo>
                      <a:pt x="135" y="99"/>
                      <a:pt x="129" y="96"/>
                      <a:pt x="129" y="99"/>
                    </a:cubicBezTo>
                    <a:cubicBezTo>
                      <a:pt x="129" y="102"/>
                      <a:pt x="126" y="105"/>
                      <a:pt x="126" y="105"/>
                    </a:cubicBezTo>
                    <a:cubicBezTo>
                      <a:pt x="123" y="105"/>
                      <a:pt x="123" y="105"/>
                      <a:pt x="123" y="105"/>
                    </a:cubicBezTo>
                    <a:cubicBezTo>
                      <a:pt x="114" y="96"/>
                      <a:pt x="114" y="96"/>
                      <a:pt x="114" y="96"/>
                    </a:cubicBezTo>
                    <a:cubicBezTo>
                      <a:pt x="114" y="96"/>
                      <a:pt x="120" y="87"/>
                      <a:pt x="123" y="87"/>
                    </a:cubicBezTo>
                    <a:cubicBezTo>
                      <a:pt x="123" y="84"/>
                      <a:pt x="132" y="78"/>
                      <a:pt x="132" y="81"/>
                    </a:cubicBezTo>
                    <a:cubicBezTo>
                      <a:pt x="135" y="84"/>
                      <a:pt x="141" y="87"/>
                      <a:pt x="141" y="90"/>
                    </a:cubicBezTo>
                    <a:cubicBezTo>
                      <a:pt x="141" y="93"/>
                      <a:pt x="135" y="96"/>
                      <a:pt x="135" y="9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Freeform 13">
                <a:extLst>
                  <a:ext uri="{FF2B5EF4-FFF2-40B4-BE49-F238E27FC236}">
                    <a16:creationId xmlns:a16="http://schemas.microsoft.com/office/drawing/2014/main" id="{62645221-6206-D4A5-5570-9EC8675AB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2277" y="3373515"/>
                <a:ext cx="247376" cy="270356"/>
              </a:xfrm>
              <a:custGeom>
                <a:avLst/>
                <a:gdLst>
                  <a:gd name="T0" fmla="*/ 6 w 129"/>
                  <a:gd name="T1" fmla="*/ 129 h 141"/>
                  <a:gd name="T2" fmla="*/ 12 w 129"/>
                  <a:gd name="T3" fmla="*/ 132 h 141"/>
                  <a:gd name="T4" fmla="*/ 21 w 129"/>
                  <a:gd name="T5" fmla="*/ 132 h 141"/>
                  <a:gd name="T6" fmla="*/ 33 w 129"/>
                  <a:gd name="T7" fmla="*/ 135 h 141"/>
                  <a:gd name="T8" fmla="*/ 72 w 129"/>
                  <a:gd name="T9" fmla="*/ 135 h 141"/>
                  <a:gd name="T10" fmla="*/ 75 w 129"/>
                  <a:gd name="T11" fmla="*/ 138 h 141"/>
                  <a:gd name="T12" fmla="*/ 99 w 129"/>
                  <a:gd name="T13" fmla="*/ 138 h 141"/>
                  <a:gd name="T14" fmla="*/ 117 w 129"/>
                  <a:gd name="T15" fmla="*/ 138 h 141"/>
                  <a:gd name="T16" fmla="*/ 120 w 129"/>
                  <a:gd name="T17" fmla="*/ 135 h 141"/>
                  <a:gd name="T18" fmla="*/ 108 w 129"/>
                  <a:gd name="T19" fmla="*/ 120 h 141"/>
                  <a:gd name="T20" fmla="*/ 108 w 129"/>
                  <a:gd name="T21" fmla="*/ 81 h 141"/>
                  <a:gd name="T22" fmla="*/ 126 w 129"/>
                  <a:gd name="T23" fmla="*/ 81 h 141"/>
                  <a:gd name="T24" fmla="*/ 129 w 129"/>
                  <a:gd name="T25" fmla="*/ 78 h 141"/>
                  <a:gd name="T26" fmla="*/ 129 w 129"/>
                  <a:gd name="T27" fmla="*/ 57 h 141"/>
                  <a:gd name="T28" fmla="*/ 126 w 129"/>
                  <a:gd name="T29" fmla="*/ 57 h 141"/>
                  <a:gd name="T30" fmla="*/ 117 w 129"/>
                  <a:gd name="T31" fmla="*/ 57 h 141"/>
                  <a:gd name="T32" fmla="*/ 111 w 129"/>
                  <a:gd name="T33" fmla="*/ 60 h 141"/>
                  <a:gd name="T34" fmla="*/ 111 w 129"/>
                  <a:gd name="T35" fmla="*/ 51 h 141"/>
                  <a:gd name="T36" fmla="*/ 105 w 129"/>
                  <a:gd name="T37" fmla="*/ 42 h 141"/>
                  <a:gd name="T38" fmla="*/ 108 w 129"/>
                  <a:gd name="T39" fmla="*/ 27 h 141"/>
                  <a:gd name="T40" fmla="*/ 105 w 129"/>
                  <a:gd name="T41" fmla="*/ 18 h 141"/>
                  <a:gd name="T42" fmla="*/ 99 w 129"/>
                  <a:gd name="T43" fmla="*/ 15 h 141"/>
                  <a:gd name="T44" fmla="*/ 93 w 129"/>
                  <a:gd name="T45" fmla="*/ 15 h 141"/>
                  <a:gd name="T46" fmla="*/ 84 w 129"/>
                  <a:gd name="T47" fmla="*/ 15 h 141"/>
                  <a:gd name="T48" fmla="*/ 78 w 129"/>
                  <a:gd name="T49" fmla="*/ 24 h 141"/>
                  <a:gd name="T50" fmla="*/ 66 w 129"/>
                  <a:gd name="T51" fmla="*/ 27 h 141"/>
                  <a:gd name="T52" fmla="*/ 57 w 129"/>
                  <a:gd name="T53" fmla="*/ 18 h 141"/>
                  <a:gd name="T54" fmla="*/ 51 w 129"/>
                  <a:gd name="T55" fmla="*/ 9 h 141"/>
                  <a:gd name="T56" fmla="*/ 51 w 129"/>
                  <a:gd name="T57" fmla="*/ 0 h 141"/>
                  <a:gd name="T58" fmla="*/ 12 w 129"/>
                  <a:gd name="T59" fmla="*/ 0 h 141"/>
                  <a:gd name="T60" fmla="*/ 6 w 129"/>
                  <a:gd name="T61" fmla="*/ 3 h 141"/>
                  <a:gd name="T62" fmla="*/ 18 w 129"/>
                  <a:gd name="T63" fmla="*/ 27 h 141"/>
                  <a:gd name="T64" fmla="*/ 15 w 129"/>
                  <a:gd name="T65" fmla="*/ 39 h 141"/>
                  <a:gd name="T66" fmla="*/ 21 w 129"/>
                  <a:gd name="T67" fmla="*/ 63 h 141"/>
                  <a:gd name="T68" fmla="*/ 15 w 129"/>
                  <a:gd name="T69" fmla="*/ 78 h 141"/>
                  <a:gd name="T70" fmla="*/ 6 w 129"/>
                  <a:gd name="T71" fmla="*/ 102 h 141"/>
                  <a:gd name="T72" fmla="*/ 0 w 129"/>
                  <a:gd name="T73" fmla="*/ 117 h 141"/>
                  <a:gd name="T74" fmla="*/ 0 w 129"/>
                  <a:gd name="T75" fmla="*/ 132 h 141"/>
                  <a:gd name="T76" fmla="*/ 0 w 129"/>
                  <a:gd name="T77" fmla="*/ 132 h 141"/>
                  <a:gd name="T78" fmla="*/ 3 w 129"/>
                  <a:gd name="T79" fmla="*/ 132 h 141"/>
                  <a:gd name="T80" fmla="*/ 6 w 129"/>
                  <a:gd name="T81" fmla="*/ 129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9" h="141">
                    <a:moveTo>
                      <a:pt x="6" y="129"/>
                    </a:moveTo>
                    <a:cubicBezTo>
                      <a:pt x="9" y="129"/>
                      <a:pt x="6" y="132"/>
                      <a:pt x="12" y="132"/>
                    </a:cubicBezTo>
                    <a:cubicBezTo>
                      <a:pt x="15" y="129"/>
                      <a:pt x="18" y="129"/>
                      <a:pt x="21" y="132"/>
                    </a:cubicBezTo>
                    <a:cubicBezTo>
                      <a:pt x="24" y="135"/>
                      <a:pt x="27" y="135"/>
                      <a:pt x="33" y="135"/>
                    </a:cubicBezTo>
                    <a:cubicBezTo>
                      <a:pt x="36" y="135"/>
                      <a:pt x="72" y="135"/>
                      <a:pt x="72" y="135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8"/>
                      <a:pt x="96" y="138"/>
                      <a:pt x="99" y="138"/>
                    </a:cubicBezTo>
                    <a:cubicBezTo>
                      <a:pt x="102" y="141"/>
                      <a:pt x="114" y="138"/>
                      <a:pt x="117" y="138"/>
                    </a:cubicBezTo>
                    <a:cubicBezTo>
                      <a:pt x="117" y="138"/>
                      <a:pt x="120" y="138"/>
                      <a:pt x="120" y="135"/>
                    </a:cubicBezTo>
                    <a:cubicBezTo>
                      <a:pt x="108" y="120"/>
                      <a:pt x="108" y="120"/>
                      <a:pt x="108" y="120"/>
                    </a:cubicBezTo>
                    <a:cubicBezTo>
                      <a:pt x="108" y="81"/>
                      <a:pt x="108" y="81"/>
                      <a:pt x="108" y="81"/>
                    </a:cubicBezTo>
                    <a:cubicBezTo>
                      <a:pt x="126" y="81"/>
                      <a:pt x="126" y="81"/>
                      <a:pt x="126" y="81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29" y="57"/>
                      <a:pt x="129" y="57"/>
                      <a:pt x="129" y="57"/>
                    </a:cubicBezTo>
                    <a:cubicBezTo>
                      <a:pt x="129" y="57"/>
                      <a:pt x="129" y="57"/>
                      <a:pt x="126" y="57"/>
                    </a:cubicBezTo>
                    <a:cubicBezTo>
                      <a:pt x="123" y="57"/>
                      <a:pt x="120" y="57"/>
                      <a:pt x="117" y="57"/>
                    </a:cubicBezTo>
                    <a:cubicBezTo>
                      <a:pt x="114" y="57"/>
                      <a:pt x="114" y="60"/>
                      <a:pt x="111" y="60"/>
                    </a:cubicBezTo>
                    <a:cubicBezTo>
                      <a:pt x="108" y="60"/>
                      <a:pt x="111" y="54"/>
                      <a:pt x="111" y="51"/>
                    </a:cubicBezTo>
                    <a:cubicBezTo>
                      <a:pt x="111" y="48"/>
                      <a:pt x="108" y="45"/>
                      <a:pt x="105" y="42"/>
                    </a:cubicBezTo>
                    <a:cubicBezTo>
                      <a:pt x="102" y="42"/>
                      <a:pt x="108" y="27"/>
                      <a:pt x="108" y="27"/>
                    </a:cubicBezTo>
                    <a:cubicBezTo>
                      <a:pt x="105" y="24"/>
                      <a:pt x="105" y="21"/>
                      <a:pt x="105" y="18"/>
                    </a:cubicBezTo>
                    <a:cubicBezTo>
                      <a:pt x="105" y="15"/>
                      <a:pt x="102" y="15"/>
                      <a:pt x="99" y="15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3" y="15"/>
                      <a:pt x="87" y="12"/>
                      <a:pt x="84" y="15"/>
                    </a:cubicBezTo>
                    <a:cubicBezTo>
                      <a:pt x="81" y="15"/>
                      <a:pt x="81" y="24"/>
                      <a:pt x="78" y="24"/>
                    </a:cubicBezTo>
                    <a:cubicBezTo>
                      <a:pt x="78" y="24"/>
                      <a:pt x="72" y="24"/>
                      <a:pt x="66" y="27"/>
                    </a:cubicBezTo>
                    <a:cubicBezTo>
                      <a:pt x="60" y="27"/>
                      <a:pt x="60" y="24"/>
                      <a:pt x="57" y="18"/>
                    </a:cubicBezTo>
                    <a:cubicBezTo>
                      <a:pt x="54" y="12"/>
                      <a:pt x="51" y="15"/>
                      <a:pt x="51" y="9"/>
                    </a:cubicBezTo>
                    <a:cubicBezTo>
                      <a:pt x="54" y="6"/>
                      <a:pt x="51" y="0"/>
                      <a:pt x="51" y="0"/>
                    </a:cubicBezTo>
                    <a:cubicBezTo>
                      <a:pt x="51" y="0"/>
                      <a:pt x="18" y="0"/>
                      <a:pt x="12" y="0"/>
                    </a:cubicBezTo>
                    <a:cubicBezTo>
                      <a:pt x="12" y="0"/>
                      <a:pt x="9" y="3"/>
                      <a:pt x="6" y="3"/>
                    </a:cubicBezTo>
                    <a:cubicBezTo>
                      <a:pt x="9" y="12"/>
                      <a:pt x="15" y="24"/>
                      <a:pt x="18" y="27"/>
                    </a:cubicBezTo>
                    <a:cubicBezTo>
                      <a:pt x="18" y="30"/>
                      <a:pt x="15" y="33"/>
                      <a:pt x="15" y="39"/>
                    </a:cubicBezTo>
                    <a:cubicBezTo>
                      <a:pt x="15" y="45"/>
                      <a:pt x="21" y="57"/>
                      <a:pt x="21" y="63"/>
                    </a:cubicBezTo>
                    <a:cubicBezTo>
                      <a:pt x="24" y="69"/>
                      <a:pt x="18" y="75"/>
                      <a:pt x="15" y="78"/>
                    </a:cubicBezTo>
                    <a:cubicBezTo>
                      <a:pt x="9" y="84"/>
                      <a:pt x="6" y="96"/>
                      <a:pt x="6" y="102"/>
                    </a:cubicBezTo>
                    <a:cubicBezTo>
                      <a:pt x="6" y="108"/>
                      <a:pt x="0" y="114"/>
                      <a:pt x="0" y="117"/>
                    </a:cubicBezTo>
                    <a:cubicBezTo>
                      <a:pt x="0" y="120"/>
                      <a:pt x="0" y="129"/>
                      <a:pt x="0" y="132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2"/>
                      <a:pt x="3" y="129"/>
                      <a:pt x="6" y="12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886D870B-9778-AE24-0A08-453688C26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9099" y="3426234"/>
                <a:ext cx="247376" cy="217637"/>
              </a:xfrm>
              <a:custGeom>
                <a:avLst/>
                <a:gdLst>
                  <a:gd name="T0" fmla="*/ 99 w 129"/>
                  <a:gd name="T1" fmla="*/ 3 h 114"/>
                  <a:gd name="T2" fmla="*/ 90 w 129"/>
                  <a:gd name="T3" fmla="*/ 0 h 114"/>
                  <a:gd name="T4" fmla="*/ 78 w 129"/>
                  <a:gd name="T5" fmla="*/ 3 h 114"/>
                  <a:gd name="T6" fmla="*/ 75 w 129"/>
                  <a:gd name="T7" fmla="*/ 9 h 114"/>
                  <a:gd name="T8" fmla="*/ 72 w 129"/>
                  <a:gd name="T9" fmla="*/ 15 h 114"/>
                  <a:gd name="T10" fmla="*/ 72 w 129"/>
                  <a:gd name="T11" fmla="*/ 27 h 114"/>
                  <a:gd name="T12" fmla="*/ 69 w 129"/>
                  <a:gd name="T13" fmla="*/ 39 h 114"/>
                  <a:gd name="T14" fmla="*/ 78 w 129"/>
                  <a:gd name="T15" fmla="*/ 48 h 114"/>
                  <a:gd name="T16" fmla="*/ 84 w 129"/>
                  <a:gd name="T17" fmla="*/ 45 h 114"/>
                  <a:gd name="T18" fmla="*/ 87 w 129"/>
                  <a:gd name="T19" fmla="*/ 54 h 114"/>
                  <a:gd name="T20" fmla="*/ 84 w 129"/>
                  <a:gd name="T21" fmla="*/ 57 h 114"/>
                  <a:gd name="T22" fmla="*/ 75 w 129"/>
                  <a:gd name="T23" fmla="*/ 57 h 114"/>
                  <a:gd name="T24" fmla="*/ 72 w 129"/>
                  <a:gd name="T25" fmla="*/ 48 h 114"/>
                  <a:gd name="T26" fmla="*/ 63 w 129"/>
                  <a:gd name="T27" fmla="*/ 45 h 114"/>
                  <a:gd name="T28" fmla="*/ 57 w 129"/>
                  <a:gd name="T29" fmla="*/ 39 h 114"/>
                  <a:gd name="T30" fmla="*/ 54 w 129"/>
                  <a:gd name="T31" fmla="*/ 42 h 114"/>
                  <a:gd name="T32" fmla="*/ 48 w 129"/>
                  <a:gd name="T33" fmla="*/ 42 h 114"/>
                  <a:gd name="T34" fmla="*/ 39 w 129"/>
                  <a:gd name="T35" fmla="*/ 39 h 114"/>
                  <a:gd name="T36" fmla="*/ 36 w 129"/>
                  <a:gd name="T37" fmla="*/ 36 h 114"/>
                  <a:gd name="T38" fmla="*/ 27 w 129"/>
                  <a:gd name="T39" fmla="*/ 36 h 114"/>
                  <a:gd name="T40" fmla="*/ 24 w 129"/>
                  <a:gd name="T41" fmla="*/ 33 h 114"/>
                  <a:gd name="T42" fmla="*/ 21 w 129"/>
                  <a:gd name="T43" fmla="*/ 30 h 114"/>
                  <a:gd name="T44" fmla="*/ 21 w 129"/>
                  <a:gd name="T45" fmla="*/ 51 h 114"/>
                  <a:gd name="T46" fmla="*/ 18 w 129"/>
                  <a:gd name="T47" fmla="*/ 54 h 114"/>
                  <a:gd name="T48" fmla="*/ 0 w 129"/>
                  <a:gd name="T49" fmla="*/ 54 h 114"/>
                  <a:gd name="T50" fmla="*/ 0 w 129"/>
                  <a:gd name="T51" fmla="*/ 93 h 114"/>
                  <a:gd name="T52" fmla="*/ 12 w 129"/>
                  <a:gd name="T53" fmla="*/ 108 h 114"/>
                  <a:gd name="T54" fmla="*/ 33 w 129"/>
                  <a:gd name="T55" fmla="*/ 108 h 114"/>
                  <a:gd name="T56" fmla="*/ 33 w 129"/>
                  <a:gd name="T57" fmla="*/ 111 h 114"/>
                  <a:gd name="T58" fmla="*/ 39 w 129"/>
                  <a:gd name="T59" fmla="*/ 111 h 114"/>
                  <a:gd name="T60" fmla="*/ 54 w 129"/>
                  <a:gd name="T61" fmla="*/ 114 h 114"/>
                  <a:gd name="T62" fmla="*/ 66 w 129"/>
                  <a:gd name="T63" fmla="*/ 99 h 114"/>
                  <a:gd name="T64" fmla="*/ 75 w 129"/>
                  <a:gd name="T65" fmla="*/ 93 h 114"/>
                  <a:gd name="T66" fmla="*/ 81 w 129"/>
                  <a:gd name="T67" fmla="*/ 87 h 114"/>
                  <a:gd name="T68" fmla="*/ 93 w 129"/>
                  <a:gd name="T69" fmla="*/ 87 h 114"/>
                  <a:gd name="T70" fmla="*/ 93 w 129"/>
                  <a:gd name="T71" fmla="*/ 87 h 114"/>
                  <a:gd name="T72" fmla="*/ 90 w 129"/>
                  <a:gd name="T73" fmla="*/ 78 h 114"/>
                  <a:gd name="T74" fmla="*/ 120 w 129"/>
                  <a:gd name="T75" fmla="*/ 66 h 114"/>
                  <a:gd name="T76" fmla="*/ 120 w 129"/>
                  <a:gd name="T77" fmla="*/ 60 h 114"/>
                  <a:gd name="T78" fmla="*/ 120 w 129"/>
                  <a:gd name="T79" fmla="*/ 51 h 114"/>
                  <a:gd name="T80" fmla="*/ 126 w 129"/>
                  <a:gd name="T81" fmla="*/ 48 h 114"/>
                  <a:gd name="T82" fmla="*/ 126 w 129"/>
                  <a:gd name="T83" fmla="*/ 30 h 114"/>
                  <a:gd name="T84" fmla="*/ 129 w 129"/>
                  <a:gd name="T85" fmla="*/ 27 h 114"/>
                  <a:gd name="T86" fmla="*/ 123 w 129"/>
                  <a:gd name="T87" fmla="*/ 15 h 114"/>
                  <a:gd name="T88" fmla="*/ 108 w 129"/>
                  <a:gd name="T89" fmla="*/ 9 h 114"/>
                  <a:gd name="T90" fmla="*/ 99 w 129"/>
                  <a:gd name="T91" fmla="*/ 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29" h="114">
                    <a:moveTo>
                      <a:pt x="99" y="3"/>
                    </a:moveTo>
                    <a:cubicBezTo>
                      <a:pt x="99" y="3"/>
                      <a:pt x="93" y="3"/>
                      <a:pt x="90" y="0"/>
                    </a:cubicBezTo>
                    <a:cubicBezTo>
                      <a:pt x="90" y="3"/>
                      <a:pt x="81" y="3"/>
                      <a:pt x="78" y="3"/>
                    </a:cubicBezTo>
                    <a:cubicBezTo>
                      <a:pt x="72" y="3"/>
                      <a:pt x="78" y="6"/>
                      <a:pt x="75" y="9"/>
                    </a:cubicBezTo>
                    <a:cubicBezTo>
                      <a:pt x="72" y="12"/>
                      <a:pt x="72" y="15"/>
                      <a:pt x="72" y="15"/>
                    </a:cubicBezTo>
                    <a:cubicBezTo>
                      <a:pt x="75" y="15"/>
                      <a:pt x="72" y="24"/>
                      <a:pt x="72" y="27"/>
                    </a:cubicBezTo>
                    <a:cubicBezTo>
                      <a:pt x="72" y="30"/>
                      <a:pt x="69" y="36"/>
                      <a:pt x="69" y="39"/>
                    </a:cubicBezTo>
                    <a:cubicBezTo>
                      <a:pt x="72" y="39"/>
                      <a:pt x="75" y="45"/>
                      <a:pt x="78" y="48"/>
                    </a:cubicBezTo>
                    <a:cubicBezTo>
                      <a:pt x="81" y="48"/>
                      <a:pt x="84" y="45"/>
                      <a:pt x="84" y="45"/>
                    </a:cubicBezTo>
                    <a:cubicBezTo>
                      <a:pt x="87" y="45"/>
                      <a:pt x="87" y="48"/>
                      <a:pt x="87" y="54"/>
                    </a:cubicBezTo>
                    <a:cubicBezTo>
                      <a:pt x="87" y="57"/>
                      <a:pt x="84" y="57"/>
                      <a:pt x="84" y="57"/>
                    </a:cubicBezTo>
                    <a:cubicBezTo>
                      <a:pt x="84" y="57"/>
                      <a:pt x="78" y="60"/>
                      <a:pt x="75" y="57"/>
                    </a:cubicBezTo>
                    <a:cubicBezTo>
                      <a:pt x="75" y="57"/>
                      <a:pt x="72" y="51"/>
                      <a:pt x="72" y="48"/>
                    </a:cubicBezTo>
                    <a:cubicBezTo>
                      <a:pt x="72" y="45"/>
                      <a:pt x="66" y="45"/>
                      <a:pt x="63" y="45"/>
                    </a:cubicBezTo>
                    <a:cubicBezTo>
                      <a:pt x="60" y="45"/>
                      <a:pt x="57" y="42"/>
                      <a:pt x="57" y="39"/>
                    </a:cubicBezTo>
                    <a:cubicBezTo>
                      <a:pt x="57" y="39"/>
                      <a:pt x="54" y="39"/>
                      <a:pt x="54" y="42"/>
                    </a:cubicBezTo>
                    <a:cubicBezTo>
                      <a:pt x="54" y="42"/>
                      <a:pt x="51" y="42"/>
                      <a:pt x="48" y="42"/>
                    </a:cubicBezTo>
                    <a:cubicBezTo>
                      <a:pt x="45" y="42"/>
                      <a:pt x="42" y="39"/>
                      <a:pt x="39" y="39"/>
                    </a:cubicBezTo>
                    <a:cubicBezTo>
                      <a:pt x="36" y="42"/>
                      <a:pt x="36" y="36"/>
                      <a:pt x="36" y="36"/>
                    </a:cubicBezTo>
                    <a:cubicBezTo>
                      <a:pt x="36" y="33"/>
                      <a:pt x="30" y="33"/>
                      <a:pt x="27" y="3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0"/>
                      <a:pt x="21" y="30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12" y="108"/>
                      <a:pt x="12" y="108"/>
                      <a:pt x="12" y="108"/>
                    </a:cubicBezTo>
                    <a:cubicBezTo>
                      <a:pt x="18" y="108"/>
                      <a:pt x="33" y="105"/>
                      <a:pt x="33" y="108"/>
                    </a:cubicBezTo>
                    <a:cubicBezTo>
                      <a:pt x="33" y="111"/>
                      <a:pt x="33" y="111"/>
                      <a:pt x="33" y="111"/>
                    </a:cubicBezTo>
                    <a:cubicBezTo>
                      <a:pt x="36" y="111"/>
                      <a:pt x="39" y="111"/>
                      <a:pt x="39" y="111"/>
                    </a:cubicBezTo>
                    <a:cubicBezTo>
                      <a:pt x="42" y="111"/>
                      <a:pt x="51" y="114"/>
                      <a:pt x="54" y="114"/>
                    </a:cubicBezTo>
                    <a:cubicBezTo>
                      <a:pt x="57" y="111"/>
                      <a:pt x="60" y="102"/>
                      <a:pt x="66" y="99"/>
                    </a:cubicBezTo>
                    <a:cubicBezTo>
                      <a:pt x="69" y="99"/>
                      <a:pt x="75" y="93"/>
                      <a:pt x="75" y="93"/>
                    </a:cubicBezTo>
                    <a:cubicBezTo>
                      <a:pt x="75" y="90"/>
                      <a:pt x="75" y="87"/>
                      <a:pt x="81" y="87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0" y="78"/>
                      <a:pt x="90" y="78"/>
                      <a:pt x="90" y="78"/>
                    </a:cubicBezTo>
                    <a:cubicBezTo>
                      <a:pt x="120" y="66"/>
                      <a:pt x="120" y="66"/>
                      <a:pt x="120" y="66"/>
                    </a:cubicBezTo>
                    <a:cubicBezTo>
                      <a:pt x="120" y="63"/>
                      <a:pt x="120" y="63"/>
                      <a:pt x="120" y="60"/>
                    </a:cubicBezTo>
                    <a:cubicBezTo>
                      <a:pt x="120" y="60"/>
                      <a:pt x="120" y="54"/>
                      <a:pt x="120" y="51"/>
                    </a:cubicBezTo>
                    <a:cubicBezTo>
                      <a:pt x="120" y="48"/>
                      <a:pt x="129" y="51"/>
                      <a:pt x="126" y="48"/>
                    </a:cubicBezTo>
                    <a:cubicBezTo>
                      <a:pt x="123" y="45"/>
                      <a:pt x="123" y="33"/>
                      <a:pt x="126" y="30"/>
                    </a:cubicBezTo>
                    <a:cubicBezTo>
                      <a:pt x="126" y="27"/>
                      <a:pt x="129" y="30"/>
                      <a:pt x="129" y="27"/>
                    </a:cubicBezTo>
                    <a:cubicBezTo>
                      <a:pt x="129" y="24"/>
                      <a:pt x="126" y="18"/>
                      <a:pt x="123" y="15"/>
                    </a:cubicBezTo>
                    <a:cubicBezTo>
                      <a:pt x="123" y="12"/>
                      <a:pt x="111" y="9"/>
                      <a:pt x="108" y="9"/>
                    </a:cubicBezTo>
                    <a:cubicBezTo>
                      <a:pt x="108" y="9"/>
                      <a:pt x="102" y="3"/>
                      <a:pt x="9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Freeform 15">
                <a:extLst>
                  <a:ext uri="{FF2B5EF4-FFF2-40B4-BE49-F238E27FC236}">
                    <a16:creationId xmlns:a16="http://schemas.microsoft.com/office/drawing/2014/main" id="{BE44AC85-D22B-7C55-129B-E71D6E1C0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2388" y="3270779"/>
                <a:ext cx="45961" cy="33794"/>
              </a:xfrm>
              <a:custGeom>
                <a:avLst/>
                <a:gdLst>
                  <a:gd name="T0" fmla="*/ 18 w 24"/>
                  <a:gd name="T1" fmla="*/ 0 h 18"/>
                  <a:gd name="T2" fmla="*/ 12 w 24"/>
                  <a:gd name="T3" fmla="*/ 0 h 18"/>
                  <a:gd name="T4" fmla="*/ 9 w 24"/>
                  <a:gd name="T5" fmla="*/ 3 h 18"/>
                  <a:gd name="T6" fmla="*/ 6 w 24"/>
                  <a:gd name="T7" fmla="*/ 3 h 18"/>
                  <a:gd name="T8" fmla="*/ 3 w 24"/>
                  <a:gd name="T9" fmla="*/ 12 h 18"/>
                  <a:gd name="T10" fmla="*/ 0 w 24"/>
                  <a:gd name="T11" fmla="*/ 15 h 18"/>
                  <a:gd name="T12" fmla="*/ 3 w 24"/>
                  <a:gd name="T13" fmla="*/ 18 h 18"/>
                  <a:gd name="T14" fmla="*/ 6 w 24"/>
                  <a:gd name="T15" fmla="*/ 18 h 18"/>
                  <a:gd name="T16" fmla="*/ 12 w 24"/>
                  <a:gd name="T17" fmla="*/ 15 h 18"/>
                  <a:gd name="T18" fmla="*/ 24 w 24"/>
                  <a:gd name="T19" fmla="*/ 12 h 18"/>
                  <a:gd name="T20" fmla="*/ 21 w 24"/>
                  <a:gd name="T21" fmla="*/ 3 h 18"/>
                  <a:gd name="T22" fmla="*/ 18 w 24"/>
                  <a:gd name="T2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18">
                    <a:moveTo>
                      <a:pt x="18" y="0"/>
                    </a:moveTo>
                    <a:cubicBezTo>
                      <a:pt x="18" y="0"/>
                      <a:pt x="15" y="0"/>
                      <a:pt x="12" y="0"/>
                    </a:cubicBezTo>
                    <a:cubicBezTo>
                      <a:pt x="12" y="3"/>
                      <a:pt x="12" y="3"/>
                      <a:pt x="9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6"/>
                      <a:pt x="3" y="12"/>
                      <a:pt x="3" y="12"/>
                    </a:cubicBezTo>
                    <a:cubicBezTo>
                      <a:pt x="3" y="12"/>
                      <a:pt x="0" y="12"/>
                      <a:pt x="0" y="15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15" y="18"/>
                      <a:pt x="12" y="15"/>
                      <a:pt x="12" y="15"/>
                    </a:cubicBezTo>
                    <a:cubicBezTo>
                      <a:pt x="12" y="15"/>
                      <a:pt x="21" y="15"/>
                      <a:pt x="24" y="12"/>
                    </a:cubicBezTo>
                    <a:cubicBezTo>
                      <a:pt x="24" y="9"/>
                      <a:pt x="21" y="3"/>
                      <a:pt x="21" y="3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Freeform 16">
                <a:extLst>
                  <a:ext uri="{FF2B5EF4-FFF2-40B4-BE49-F238E27FC236}">
                    <a16:creationId xmlns:a16="http://schemas.microsoft.com/office/drawing/2014/main" id="{6AA41173-91C9-63A1-0544-C31E9CB11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7337" y="2977443"/>
                <a:ext cx="224396" cy="304150"/>
              </a:xfrm>
              <a:custGeom>
                <a:avLst/>
                <a:gdLst>
                  <a:gd name="T0" fmla="*/ 27 w 117"/>
                  <a:gd name="T1" fmla="*/ 30 h 159"/>
                  <a:gd name="T2" fmla="*/ 33 w 117"/>
                  <a:gd name="T3" fmla="*/ 39 h 159"/>
                  <a:gd name="T4" fmla="*/ 57 w 117"/>
                  <a:gd name="T5" fmla="*/ 45 h 159"/>
                  <a:gd name="T6" fmla="*/ 72 w 117"/>
                  <a:gd name="T7" fmla="*/ 48 h 159"/>
                  <a:gd name="T8" fmla="*/ 75 w 117"/>
                  <a:gd name="T9" fmla="*/ 51 h 159"/>
                  <a:gd name="T10" fmla="*/ 45 w 117"/>
                  <a:gd name="T11" fmla="*/ 81 h 159"/>
                  <a:gd name="T12" fmla="*/ 33 w 117"/>
                  <a:gd name="T13" fmla="*/ 84 h 159"/>
                  <a:gd name="T14" fmla="*/ 18 w 117"/>
                  <a:gd name="T15" fmla="*/ 93 h 159"/>
                  <a:gd name="T16" fmla="*/ 9 w 117"/>
                  <a:gd name="T17" fmla="*/ 93 h 159"/>
                  <a:gd name="T18" fmla="*/ 3 w 117"/>
                  <a:gd name="T19" fmla="*/ 102 h 159"/>
                  <a:gd name="T20" fmla="*/ 0 w 117"/>
                  <a:gd name="T21" fmla="*/ 108 h 159"/>
                  <a:gd name="T22" fmla="*/ 0 w 117"/>
                  <a:gd name="T23" fmla="*/ 150 h 159"/>
                  <a:gd name="T24" fmla="*/ 6 w 117"/>
                  <a:gd name="T25" fmla="*/ 159 h 159"/>
                  <a:gd name="T26" fmla="*/ 30 w 117"/>
                  <a:gd name="T27" fmla="*/ 132 h 159"/>
                  <a:gd name="T28" fmla="*/ 51 w 117"/>
                  <a:gd name="T29" fmla="*/ 117 h 159"/>
                  <a:gd name="T30" fmla="*/ 78 w 117"/>
                  <a:gd name="T31" fmla="*/ 90 h 159"/>
                  <a:gd name="T32" fmla="*/ 90 w 117"/>
                  <a:gd name="T33" fmla="*/ 69 h 159"/>
                  <a:gd name="T34" fmla="*/ 102 w 117"/>
                  <a:gd name="T35" fmla="*/ 51 h 159"/>
                  <a:gd name="T36" fmla="*/ 111 w 117"/>
                  <a:gd name="T37" fmla="*/ 30 h 159"/>
                  <a:gd name="T38" fmla="*/ 117 w 117"/>
                  <a:gd name="T39" fmla="*/ 9 h 159"/>
                  <a:gd name="T40" fmla="*/ 108 w 117"/>
                  <a:gd name="T41" fmla="*/ 6 h 159"/>
                  <a:gd name="T42" fmla="*/ 84 w 117"/>
                  <a:gd name="T43" fmla="*/ 12 h 159"/>
                  <a:gd name="T44" fmla="*/ 66 w 117"/>
                  <a:gd name="T45" fmla="*/ 15 h 159"/>
                  <a:gd name="T46" fmla="*/ 51 w 117"/>
                  <a:gd name="T47" fmla="*/ 18 h 159"/>
                  <a:gd name="T48" fmla="*/ 33 w 117"/>
                  <a:gd name="T49" fmla="*/ 18 h 159"/>
                  <a:gd name="T50" fmla="*/ 27 w 117"/>
                  <a:gd name="T51" fmla="*/ 12 h 159"/>
                  <a:gd name="T52" fmla="*/ 18 w 117"/>
                  <a:gd name="T53" fmla="*/ 21 h 159"/>
                  <a:gd name="T54" fmla="*/ 27 w 117"/>
                  <a:gd name="T55" fmla="*/ 3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7" h="159">
                    <a:moveTo>
                      <a:pt x="27" y="30"/>
                    </a:moveTo>
                    <a:cubicBezTo>
                      <a:pt x="27" y="33"/>
                      <a:pt x="33" y="36"/>
                      <a:pt x="33" y="39"/>
                    </a:cubicBezTo>
                    <a:cubicBezTo>
                      <a:pt x="36" y="39"/>
                      <a:pt x="48" y="42"/>
                      <a:pt x="57" y="45"/>
                    </a:cubicBezTo>
                    <a:cubicBezTo>
                      <a:pt x="66" y="48"/>
                      <a:pt x="69" y="48"/>
                      <a:pt x="72" y="48"/>
                    </a:cubicBezTo>
                    <a:cubicBezTo>
                      <a:pt x="75" y="48"/>
                      <a:pt x="78" y="51"/>
                      <a:pt x="75" y="51"/>
                    </a:cubicBezTo>
                    <a:cubicBezTo>
                      <a:pt x="75" y="54"/>
                      <a:pt x="48" y="78"/>
                      <a:pt x="45" y="81"/>
                    </a:cubicBezTo>
                    <a:cubicBezTo>
                      <a:pt x="42" y="84"/>
                      <a:pt x="42" y="84"/>
                      <a:pt x="33" y="84"/>
                    </a:cubicBezTo>
                    <a:cubicBezTo>
                      <a:pt x="27" y="84"/>
                      <a:pt x="21" y="93"/>
                      <a:pt x="18" y="93"/>
                    </a:cubicBezTo>
                    <a:cubicBezTo>
                      <a:pt x="18" y="90"/>
                      <a:pt x="12" y="93"/>
                      <a:pt x="9" y="93"/>
                    </a:cubicBezTo>
                    <a:cubicBezTo>
                      <a:pt x="3" y="102"/>
                      <a:pt x="3" y="102"/>
                      <a:pt x="3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0" y="150"/>
                      <a:pt x="0" y="150"/>
                      <a:pt x="0" y="150"/>
                    </a:cubicBezTo>
                    <a:cubicBezTo>
                      <a:pt x="6" y="159"/>
                      <a:pt x="6" y="159"/>
                      <a:pt x="6" y="159"/>
                    </a:cubicBezTo>
                    <a:cubicBezTo>
                      <a:pt x="9" y="153"/>
                      <a:pt x="21" y="141"/>
                      <a:pt x="30" y="132"/>
                    </a:cubicBezTo>
                    <a:cubicBezTo>
                      <a:pt x="39" y="123"/>
                      <a:pt x="45" y="120"/>
                      <a:pt x="51" y="117"/>
                    </a:cubicBezTo>
                    <a:cubicBezTo>
                      <a:pt x="54" y="114"/>
                      <a:pt x="69" y="102"/>
                      <a:pt x="78" y="90"/>
                    </a:cubicBezTo>
                    <a:cubicBezTo>
                      <a:pt x="84" y="81"/>
                      <a:pt x="90" y="75"/>
                      <a:pt x="90" y="69"/>
                    </a:cubicBezTo>
                    <a:cubicBezTo>
                      <a:pt x="93" y="63"/>
                      <a:pt x="96" y="57"/>
                      <a:pt x="102" y="51"/>
                    </a:cubicBezTo>
                    <a:cubicBezTo>
                      <a:pt x="105" y="45"/>
                      <a:pt x="111" y="33"/>
                      <a:pt x="111" y="30"/>
                    </a:cubicBezTo>
                    <a:cubicBezTo>
                      <a:pt x="111" y="24"/>
                      <a:pt x="114" y="15"/>
                      <a:pt x="117" y="9"/>
                    </a:cubicBezTo>
                    <a:cubicBezTo>
                      <a:pt x="117" y="3"/>
                      <a:pt x="111" y="0"/>
                      <a:pt x="108" y="6"/>
                    </a:cubicBezTo>
                    <a:cubicBezTo>
                      <a:pt x="105" y="9"/>
                      <a:pt x="93" y="12"/>
                      <a:pt x="84" y="12"/>
                    </a:cubicBezTo>
                    <a:cubicBezTo>
                      <a:pt x="75" y="12"/>
                      <a:pt x="69" y="12"/>
                      <a:pt x="66" y="15"/>
                    </a:cubicBezTo>
                    <a:cubicBezTo>
                      <a:pt x="63" y="18"/>
                      <a:pt x="54" y="15"/>
                      <a:pt x="51" y="18"/>
                    </a:cubicBezTo>
                    <a:cubicBezTo>
                      <a:pt x="48" y="21"/>
                      <a:pt x="36" y="24"/>
                      <a:pt x="33" y="18"/>
                    </a:cubicBezTo>
                    <a:cubicBezTo>
                      <a:pt x="30" y="15"/>
                      <a:pt x="27" y="12"/>
                      <a:pt x="27" y="12"/>
                    </a:cubicBezTo>
                    <a:cubicBezTo>
                      <a:pt x="24" y="15"/>
                      <a:pt x="18" y="18"/>
                      <a:pt x="18" y="21"/>
                    </a:cubicBezTo>
                    <a:cubicBezTo>
                      <a:pt x="21" y="24"/>
                      <a:pt x="24" y="30"/>
                      <a:pt x="27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E786F60A-778A-0ABF-E2AD-5A6299880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949" y="2390771"/>
                <a:ext cx="91921" cy="178435"/>
              </a:xfrm>
              <a:custGeom>
                <a:avLst/>
                <a:gdLst>
                  <a:gd name="T0" fmla="*/ 12 w 48"/>
                  <a:gd name="T1" fmla="*/ 24 h 93"/>
                  <a:gd name="T2" fmla="*/ 9 w 48"/>
                  <a:gd name="T3" fmla="*/ 36 h 93"/>
                  <a:gd name="T4" fmla="*/ 3 w 48"/>
                  <a:gd name="T5" fmla="*/ 42 h 93"/>
                  <a:gd name="T6" fmla="*/ 6 w 48"/>
                  <a:gd name="T7" fmla="*/ 54 h 93"/>
                  <a:gd name="T8" fmla="*/ 12 w 48"/>
                  <a:gd name="T9" fmla="*/ 63 h 93"/>
                  <a:gd name="T10" fmla="*/ 21 w 48"/>
                  <a:gd name="T11" fmla="*/ 69 h 93"/>
                  <a:gd name="T12" fmla="*/ 27 w 48"/>
                  <a:gd name="T13" fmla="*/ 90 h 93"/>
                  <a:gd name="T14" fmla="*/ 27 w 48"/>
                  <a:gd name="T15" fmla="*/ 93 h 93"/>
                  <a:gd name="T16" fmla="*/ 33 w 48"/>
                  <a:gd name="T17" fmla="*/ 87 h 93"/>
                  <a:gd name="T18" fmla="*/ 33 w 48"/>
                  <a:gd name="T19" fmla="*/ 78 h 93"/>
                  <a:gd name="T20" fmla="*/ 36 w 48"/>
                  <a:gd name="T21" fmla="*/ 75 h 93"/>
                  <a:gd name="T22" fmla="*/ 42 w 48"/>
                  <a:gd name="T23" fmla="*/ 66 h 93"/>
                  <a:gd name="T24" fmla="*/ 48 w 48"/>
                  <a:gd name="T25" fmla="*/ 63 h 93"/>
                  <a:gd name="T26" fmla="*/ 48 w 48"/>
                  <a:gd name="T27" fmla="*/ 57 h 93"/>
                  <a:gd name="T28" fmla="*/ 45 w 48"/>
                  <a:gd name="T29" fmla="*/ 51 h 93"/>
                  <a:gd name="T30" fmla="*/ 39 w 48"/>
                  <a:gd name="T31" fmla="*/ 48 h 93"/>
                  <a:gd name="T32" fmla="*/ 30 w 48"/>
                  <a:gd name="T33" fmla="*/ 45 h 93"/>
                  <a:gd name="T34" fmla="*/ 39 w 48"/>
                  <a:gd name="T35" fmla="*/ 36 h 93"/>
                  <a:gd name="T36" fmla="*/ 39 w 48"/>
                  <a:gd name="T37" fmla="*/ 21 h 93"/>
                  <a:gd name="T38" fmla="*/ 42 w 48"/>
                  <a:gd name="T39" fmla="*/ 12 h 93"/>
                  <a:gd name="T40" fmla="*/ 39 w 48"/>
                  <a:gd name="T41" fmla="*/ 6 h 93"/>
                  <a:gd name="T42" fmla="*/ 36 w 48"/>
                  <a:gd name="T43" fmla="*/ 6 h 93"/>
                  <a:gd name="T44" fmla="*/ 21 w 48"/>
                  <a:gd name="T45" fmla="*/ 6 h 93"/>
                  <a:gd name="T46" fmla="*/ 15 w 48"/>
                  <a:gd name="T47" fmla="*/ 6 h 93"/>
                  <a:gd name="T48" fmla="*/ 12 w 48"/>
                  <a:gd name="T49" fmla="*/ 2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93">
                    <a:moveTo>
                      <a:pt x="12" y="24"/>
                    </a:moveTo>
                    <a:cubicBezTo>
                      <a:pt x="15" y="27"/>
                      <a:pt x="12" y="36"/>
                      <a:pt x="9" y="36"/>
                    </a:cubicBezTo>
                    <a:cubicBezTo>
                      <a:pt x="6" y="36"/>
                      <a:pt x="6" y="42"/>
                      <a:pt x="3" y="42"/>
                    </a:cubicBezTo>
                    <a:cubicBezTo>
                      <a:pt x="0" y="42"/>
                      <a:pt x="3" y="54"/>
                      <a:pt x="6" y="54"/>
                    </a:cubicBezTo>
                    <a:cubicBezTo>
                      <a:pt x="12" y="57"/>
                      <a:pt x="12" y="60"/>
                      <a:pt x="12" y="63"/>
                    </a:cubicBezTo>
                    <a:cubicBezTo>
                      <a:pt x="12" y="66"/>
                      <a:pt x="18" y="66"/>
                      <a:pt x="21" y="69"/>
                    </a:cubicBezTo>
                    <a:cubicBezTo>
                      <a:pt x="24" y="72"/>
                      <a:pt x="27" y="84"/>
                      <a:pt x="27" y="90"/>
                    </a:cubicBezTo>
                    <a:cubicBezTo>
                      <a:pt x="27" y="90"/>
                      <a:pt x="27" y="90"/>
                      <a:pt x="27" y="93"/>
                    </a:cubicBezTo>
                    <a:cubicBezTo>
                      <a:pt x="30" y="90"/>
                      <a:pt x="30" y="90"/>
                      <a:pt x="33" y="87"/>
                    </a:cubicBezTo>
                    <a:cubicBezTo>
                      <a:pt x="33" y="84"/>
                      <a:pt x="33" y="81"/>
                      <a:pt x="33" y="78"/>
                    </a:cubicBezTo>
                    <a:cubicBezTo>
                      <a:pt x="33" y="78"/>
                      <a:pt x="33" y="75"/>
                      <a:pt x="36" y="75"/>
                    </a:cubicBezTo>
                    <a:cubicBezTo>
                      <a:pt x="36" y="72"/>
                      <a:pt x="42" y="66"/>
                      <a:pt x="42" y="66"/>
                    </a:cubicBezTo>
                    <a:cubicBezTo>
                      <a:pt x="45" y="66"/>
                      <a:pt x="48" y="66"/>
                      <a:pt x="48" y="63"/>
                    </a:cubicBezTo>
                    <a:cubicBezTo>
                      <a:pt x="48" y="60"/>
                      <a:pt x="48" y="60"/>
                      <a:pt x="48" y="57"/>
                    </a:cubicBezTo>
                    <a:cubicBezTo>
                      <a:pt x="45" y="54"/>
                      <a:pt x="45" y="54"/>
                      <a:pt x="45" y="51"/>
                    </a:cubicBezTo>
                    <a:cubicBezTo>
                      <a:pt x="45" y="51"/>
                      <a:pt x="42" y="45"/>
                      <a:pt x="39" y="48"/>
                    </a:cubicBezTo>
                    <a:cubicBezTo>
                      <a:pt x="39" y="51"/>
                      <a:pt x="33" y="48"/>
                      <a:pt x="30" y="45"/>
                    </a:cubicBezTo>
                    <a:cubicBezTo>
                      <a:pt x="30" y="39"/>
                      <a:pt x="36" y="39"/>
                      <a:pt x="39" y="36"/>
                    </a:cubicBezTo>
                    <a:cubicBezTo>
                      <a:pt x="45" y="33"/>
                      <a:pt x="45" y="24"/>
                      <a:pt x="39" y="21"/>
                    </a:cubicBezTo>
                    <a:cubicBezTo>
                      <a:pt x="36" y="18"/>
                      <a:pt x="39" y="15"/>
                      <a:pt x="42" y="12"/>
                    </a:cubicBezTo>
                    <a:cubicBezTo>
                      <a:pt x="45" y="9"/>
                      <a:pt x="42" y="6"/>
                      <a:pt x="39" y="6"/>
                    </a:cubicBezTo>
                    <a:cubicBezTo>
                      <a:pt x="39" y="9"/>
                      <a:pt x="36" y="9"/>
                      <a:pt x="36" y="6"/>
                    </a:cubicBezTo>
                    <a:cubicBezTo>
                      <a:pt x="36" y="0"/>
                      <a:pt x="24" y="0"/>
                      <a:pt x="21" y="6"/>
                    </a:cubicBezTo>
                    <a:cubicBezTo>
                      <a:pt x="18" y="6"/>
                      <a:pt x="15" y="6"/>
                      <a:pt x="15" y="6"/>
                    </a:cubicBezTo>
                    <a:cubicBezTo>
                      <a:pt x="12" y="12"/>
                      <a:pt x="12" y="21"/>
                      <a:pt x="12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Freeform 22">
                <a:extLst>
                  <a:ext uri="{FF2B5EF4-FFF2-40B4-BE49-F238E27FC236}">
                    <a16:creationId xmlns:a16="http://schemas.microsoft.com/office/drawing/2014/main" id="{9E6912B5-3A23-214C-A0D4-2EA7E5768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3486" y="2396178"/>
                <a:ext cx="454198" cy="431218"/>
              </a:xfrm>
              <a:custGeom>
                <a:avLst/>
                <a:gdLst>
                  <a:gd name="T0" fmla="*/ 81 w 237"/>
                  <a:gd name="T1" fmla="*/ 45 h 225"/>
                  <a:gd name="T2" fmla="*/ 84 w 237"/>
                  <a:gd name="T3" fmla="*/ 54 h 225"/>
                  <a:gd name="T4" fmla="*/ 87 w 237"/>
                  <a:gd name="T5" fmla="*/ 63 h 225"/>
                  <a:gd name="T6" fmla="*/ 84 w 237"/>
                  <a:gd name="T7" fmla="*/ 66 h 225"/>
                  <a:gd name="T8" fmla="*/ 69 w 237"/>
                  <a:gd name="T9" fmla="*/ 66 h 225"/>
                  <a:gd name="T10" fmla="*/ 63 w 237"/>
                  <a:gd name="T11" fmla="*/ 72 h 225"/>
                  <a:gd name="T12" fmla="*/ 57 w 237"/>
                  <a:gd name="T13" fmla="*/ 75 h 225"/>
                  <a:gd name="T14" fmla="*/ 57 w 237"/>
                  <a:gd name="T15" fmla="*/ 81 h 225"/>
                  <a:gd name="T16" fmla="*/ 51 w 237"/>
                  <a:gd name="T17" fmla="*/ 84 h 225"/>
                  <a:gd name="T18" fmla="*/ 42 w 237"/>
                  <a:gd name="T19" fmla="*/ 87 h 225"/>
                  <a:gd name="T20" fmla="*/ 36 w 237"/>
                  <a:gd name="T21" fmla="*/ 93 h 225"/>
                  <a:gd name="T22" fmla="*/ 27 w 237"/>
                  <a:gd name="T23" fmla="*/ 96 h 225"/>
                  <a:gd name="T24" fmla="*/ 21 w 237"/>
                  <a:gd name="T25" fmla="*/ 99 h 225"/>
                  <a:gd name="T26" fmla="*/ 3 w 237"/>
                  <a:gd name="T27" fmla="*/ 111 h 225"/>
                  <a:gd name="T28" fmla="*/ 3 w 237"/>
                  <a:gd name="T29" fmla="*/ 126 h 225"/>
                  <a:gd name="T30" fmla="*/ 3 w 237"/>
                  <a:gd name="T31" fmla="*/ 126 h 225"/>
                  <a:gd name="T32" fmla="*/ 114 w 237"/>
                  <a:gd name="T33" fmla="*/ 201 h 225"/>
                  <a:gd name="T34" fmla="*/ 120 w 237"/>
                  <a:gd name="T35" fmla="*/ 210 h 225"/>
                  <a:gd name="T36" fmla="*/ 132 w 237"/>
                  <a:gd name="T37" fmla="*/ 213 h 225"/>
                  <a:gd name="T38" fmla="*/ 138 w 237"/>
                  <a:gd name="T39" fmla="*/ 225 h 225"/>
                  <a:gd name="T40" fmla="*/ 150 w 237"/>
                  <a:gd name="T41" fmla="*/ 225 h 225"/>
                  <a:gd name="T42" fmla="*/ 168 w 237"/>
                  <a:gd name="T43" fmla="*/ 219 h 225"/>
                  <a:gd name="T44" fmla="*/ 189 w 237"/>
                  <a:gd name="T45" fmla="*/ 201 h 225"/>
                  <a:gd name="T46" fmla="*/ 237 w 237"/>
                  <a:gd name="T47" fmla="*/ 171 h 225"/>
                  <a:gd name="T48" fmla="*/ 237 w 237"/>
                  <a:gd name="T49" fmla="*/ 171 h 225"/>
                  <a:gd name="T50" fmla="*/ 231 w 237"/>
                  <a:gd name="T51" fmla="*/ 162 h 225"/>
                  <a:gd name="T52" fmla="*/ 222 w 237"/>
                  <a:gd name="T53" fmla="*/ 159 h 225"/>
                  <a:gd name="T54" fmla="*/ 216 w 237"/>
                  <a:gd name="T55" fmla="*/ 156 h 225"/>
                  <a:gd name="T56" fmla="*/ 213 w 237"/>
                  <a:gd name="T57" fmla="*/ 147 h 225"/>
                  <a:gd name="T58" fmla="*/ 207 w 237"/>
                  <a:gd name="T59" fmla="*/ 138 h 225"/>
                  <a:gd name="T60" fmla="*/ 213 w 237"/>
                  <a:gd name="T61" fmla="*/ 135 h 225"/>
                  <a:gd name="T62" fmla="*/ 213 w 237"/>
                  <a:gd name="T63" fmla="*/ 129 h 225"/>
                  <a:gd name="T64" fmla="*/ 213 w 237"/>
                  <a:gd name="T65" fmla="*/ 120 h 225"/>
                  <a:gd name="T66" fmla="*/ 213 w 237"/>
                  <a:gd name="T67" fmla="*/ 114 h 225"/>
                  <a:gd name="T68" fmla="*/ 213 w 237"/>
                  <a:gd name="T69" fmla="*/ 102 h 225"/>
                  <a:gd name="T70" fmla="*/ 207 w 237"/>
                  <a:gd name="T71" fmla="*/ 93 h 225"/>
                  <a:gd name="T72" fmla="*/ 210 w 237"/>
                  <a:gd name="T73" fmla="*/ 90 h 225"/>
                  <a:gd name="T74" fmla="*/ 210 w 237"/>
                  <a:gd name="T75" fmla="*/ 87 h 225"/>
                  <a:gd name="T76" fmla="*/ 204 w 237"/>
                  <a:gd name="T77" fmla="*/ 66 h 225"/>
                  <a:gd name="T78" fmla="*/ 195 w 237"/>
                  <a:gd name="T79" fmla="*/ 60 h 225"/>
                  <a:gd name="T80" fmla="*/ 189 w 237"/>
                  <a:gd name="T81" fmla="*/ 51 h 225"/>
                  <a:gd name="T82" fmla="*/ 186 w 237"/>
                  <a:gd name="T83" fmla="*/ 39 h 225"/>
                  <a:gd name="T84" fmla="*/ 192 w 237"/>
                  <a:gd name="T85" fmla="*/ 33 h 225"/>
                  <a:gd name="T86" fmla="*/ 195 w 237"/>
                  <a:gd name="T87" fmla="*/ 21 h 225"/>
                  <a:gd name="T88" fmla="*/ 198 w 237"/>
                  <a:gd name="T89" fmla="*/ 3 h 225"/>
                  <a:gd name="T90" fmla="*/ 186 w 237"/>
                  <a:gd name="T91" fmla="*/ 0 h 225"/>
                  <a:gd name="T92" fmla="*/ 174 w 237"/>
                  <a:gd name="T93" fmla="*/ 3 h 225"/>
                  <a:gd name="T94" fmla="*/ 159 w 237"/>
                  <a:gd name="T95" fmla="*/ 6 h 225"/>
                  <a:gd name="T96" fmla="*/ 117 w 237"/>
                  <a:gd name="T97" fmla="*/ 9 h 225"/>
                  <a:gd name="T98" fmla="*/ 99 w 237"/>
                  <a:gd name="T99" fmla="*/ 18 h 225"/>
                  <a:gd name="T100" fmla="*/ 81 w 237"/>
                  <a:gd name="T101" fmla="*/ 27 h 225"/>
                  <a:gd name="T102" fmla="*/ 78 w 237"/>
                  <a:gd name="T103" fmla="*/ 27 h 225"/>
                  <a:gd name="T104" fmla="*/ 78 w 237"/>
                  <a:gd name="T105" fmla="*/ 33 h 225"/>
                  <a:gd name="T106" fmla="*/ 81 w 237"/>
                  <a:gd name="T107" fmla="*/ 45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7" h="225">
                    <a:moveTo>
                      <a:pt x="81" y="45"/>
                    </a:moveTo>
                    <a:cubicBezTo>
                      <a:pt x="81" y="48"/>
                      <a:pt x="81" y="54"/>
                      <a:pt x="84" y="54"/>
                    </a:cubicBezTo>
                    <a:cubicBezTo>
                      <a:pt x="84" y="54"/>
                      <a:pt x="87" y="60"/>
                      <a:pt x="87" y="63"/>
                    </a:cubicBezTo>
                    <a:cubicBezTo>
                      <a:pt x="87" y="63"/>
                      <a:pt x="87" y="66"/>
                      <a:pt x="84" y="66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9"/>
                      <a:pt x="66" y="72"/>
                      <a:pt x="63" y="72"/>
                    </a:cubicBezTo>
                    <a:cubicBezTo>
                      <a:pt x="57" y="72"/>
                      <a:pt x="57" y="69"/>
                      <a:pt x="57" y="75"/>
                    </a:cubicBezTo>
                    <a:cubicBezTo>
                      <a:pt x="57" y="78"/>
                      <a:pt x="60" y="81"/>
                      <a:pt x="57" y="81"/>
                    </a:cubicBezTo>
                    <a:cubicBezTo>
                      <a:pt x="54" y="81"/>
                      <a:pt x="54" y="84"/>
                      <a:pt x="51" y="84"/>
                    </a:cubicBezTo>
                    <a:cubicBezTo>
                      <a:pt x="48" y="84"/>
                      <a:pt x="42" y="84"/>
                      <a:pt x="42" y="87"/>
                    </a:cubicBezTo>
                    <a:cubicBezTo>
                      <a:pt x="42" y="90"/>
                      <a:pt x="42" y="93"/>
                      <a:pt x="36" y="93"/>
                    </a:cubicBezTo>
                    <a:cubicBezTo>
                      <a:pt x="33" y="93"/>
                      <a:pt x="27" y="93"/>
                      <a:pt x="27" y="96"/>
                    </a:cubicBezTo>
                    <a:cubicBezTo>
                      <a:pt x="27" y="99"/>
                      <a:pt x="21" y="96"/>
                      <a:pt x="21" y="99"/>
                    </a:cubicBezTo>
                    <a:cubicBezTo>
                      <a:pt x="18" y="99"/>
                      <a:pt x="3" y="108"/>
                      <a:pt x="3" y="111"/>
                    </a:cubicBezTo>
                    <a:cubicBezTo>
                      <a:pt x="0" y="111"/>
                      <a:pt x="3" y="117"/>
                      <a:pt x="3" y="126"/>
                    </a:cubicBezTo>
                    <a:cubicBezTo>
                      <a:pt x="3" y="126"/>
                      <a:pt x="3" y="126"/>
                      <a:pt x="3" y="126"/>
                    </a:cubicBezTo>
                    <a:cubicBezTo>
                      <a:pt x="9" y="129"/>
                      <a:pt x="111" y="198"/>
                      <a:pt x="114" y="201"/>
                    </a:cubicBezTo>
                    <a:cubicBezTo>
                      <a:pt x="117" y="204"/>
                      <a:pt x="120" y="210"/>
                      <a:pt x="120" y="210"/>
                    </a:cubicBezTo>
                    <a:cubicBezTo>
                      <a:pt x="120" y="210"/>
                      <a:pt x="129" y="210"/>
                      <a:pt x="132" y="213"/>
                    </a:cubicBezTo>
                    <a:cubicBezTo>
                      <a:pt x="138" y="219"/>
                      <a:pt x="138" y="225"/>
                      <a:pt x="138" y="225"/>
                    </a:cubicBezTo>
                    <a:cubicBezTo>
                      <a:pt x="138" y="225"/>
                      <a:pt x="147" y="225"/>
                      <a:pt x="150" y="225"/>
                    </a:cubicBezTo>
                    <a:cubicBezTo>
                      <a:pt x="153" y="222"/>
                      <a:pt x="168" y="219"/>
                      <a:pt x="168" y="219"/>
                    </a:cubicBezTo>
                    <a:cubicBezTo>
                      <a:pt x="189" y="201"/>
                      <a:pt x="189" y="201"/>
                      <a:pt x="189" y="201"/>
                    </a:cubicBezTo>
                    <a:cubicBezTo>
                      <a:pt x="237" y="171"/>
                      <a:pt x="237" y="171"/>
                      <a:pt x="237" y="171"/>
                    </a:cubicBezTo>
                    <a:cubicBezTo>
                      <a:pt x="237" y="171"/>
                      <a:pt x="237" y="171"/>
                      <a:pt x="237" y="171"/>
                    </a:cubicBezTo>
                    <a:cubicBezTo>
                      <a:pt x="234" y="165"/>
                      <a:pt x="234" y="162"/>
                      <a:pt x="231" y="162"/>
                    </a:cubicBezTo>
                    <a:cubicBezTo>
                      <a:pt x="228" y="162"/>
                      <a:pt x="225" y="159"/>
                      <a:pt x="222" y="159"/>
                    </a:cubicBezTo>
                    <a:cubicBezTo>
                      <a:pt x="219" y="159"/>
                      <a:pt x="216" y="159"/>
                      <a:pt x="216" y="156"/>
                    </a:cubicBezTo>
                    <a:cubicBezTo>
                      <a:pt x="213" y="153"/>
                      <a:pt x="216" y="150"/>
                      <a:pt x="213" y="147"/>
                    </a:cubicBezTo>
                    <a:cubicBezTo>
                      <a:pt x="210" y="141"/>
                      <a:pt x="207" y="141"/>
                      <a:pt x="207" y="138"/>
                    </a:cubicBezTo>
                    <a:cubicBezTo>
                      <a:pt x="213" y="135"/>
                      <a:pt x="213" y="135"/>
                      <a:pt x="213" y="135"/>
                    </a:cubicBezTo>
                    <a:cubicBezTo>
                      <a:pt x="213" y="132"/>
                      <a:pt x="213" y="129"/>
                      <a:pt x="213" y="129"/>
                    </a:cubicBezTo>
                    <a:cubicBezTo>
                      <a:pt x="213" y="126"/>
                      <a:pt x="210" y="123"/>
                      <a:pt x="213" y="120"/>
                    </a:cubicBezTo>
                    <a:cubicBezTo>
                      <a:pt x="213" y="120"/>
                      <a:pt x="213" y="117"/>
                      <a:pt x="213" y="114"/>
                    </a:cubicBezTo>
                    <a:cubicBezTo>
                      <a:pt x="210" y="111"/>
                      <a:pt x="216" y="108"/>
                      <a:pt x="213" y="102"/>
                    </a:cubicBezTo>
                    <a:cubicBezTo>
                      <a:pt x="210" y="96"/>
                      <a:pt x="207" y="93"/>
                      <a:pt x="207" y="93"/>
                    </a:cubicBezTo>
                    <a:cubicBezTo>
                      <a:pt x="207" y="90"/>
                      <a:pt x="210" y="90"/>
                      <a:pt x="210" y="90"/>
                    </a:cubicBezTo>
                    <a:cubicBezTo>
                      <a:pt x="210" y="87"/>
                      <a:pt x="210" y="87"/>
                      <a:pt x="210" y="87"/>
                    </a:cubicBezTo>
                    <a:cubicBezTo>
                      <a:pt x="210" y="81"/>
                      <a:pt x="207" y="69"/>
                      <a:pt x="204" y="66"/>
                    </a:cubicBezTo>
                    <a:cubicBezTo>
                      <a:pt x="201" y="63"/>
                      <a:pt x="195" y="63"/>
                      <a:pt x="195" y="60"/>
                    </a:cubicBezTo>
                    <a:cubicBezTo>
                      <a:pt x="195" y="57"/>
                      <a:pt x="195" y="54"/>
                      <a:pt x="189" y="51"/>
                    </a:cubicBezTo>
                    <a:cubicBezTo>
                      <a:pt x="186" y="51"/>
                      <a:pt x="183" y="39"/>
                      <a:pt x="186" y="39"/>
                    </a:cubicBezTo>
                    <a:cubicBezTo>
                      <a:pt x="189" y="39"/>
                      <a:pt x="189" y="33"/>
                      <a:pt x="192" y="33"/>
                    </a:cubicBezTo>
                    <a:cubicBezTo>
                      <a:pt x="195" y="33"/>
                      <a:pt x="198" y="24"/>
                      <a:pt x="195" y="21"/>
                    </a:cubicBezTo>
                    <a:cubicBezTo>
                      <a:pt x="195" y="18"/>
                      <a:pt x="195" y="9"/>
                      <a:pt x="198" y="3"/>
                    </a:cubicBezTo>
                    <a:cubicBezTo>
                      <a:pt x="192" y="3"/>
                      <a:pt x="186" y="3"/>
                      <a:pt x="186" y="0"/>
                    </a:cubicBezTo>
                    <a:cubicBezTo>
                      <a:pt x="183" y="0"/>
                      <a:pt x="177" y="3"/>
                      <a:pt x="174" y="3"/>
                    </a:cubicBezTo>
                    <a:cubicBezTo>
                      <a:pt x="171" y="3"/>
                      <a:pt x="162" y="9"/>
                      <a:pt x="159" y="6"/>
                    </a:cubicBezTo>
                    <a:cubicBezTo>
                      <a:pt x="156" y="3"/>
                      <a:pt x="126" y="9"/>
                      <a:pt x="117" y="9"/>
                    </a:cubicBezTo>
                    <a:cubicBezTo>
                      <a:pt x="108" y="9"/>
                      <a:pt x="105" y="18"/>
                      <a:pt x="99" y="18"/>
                    </a:cubicBezTo>
                    <a:cubicBezTo>
                      <a:pt x="93" y="18"/>
                      <a:pt x="87" y="21"/>
                      <a:pt x="81" y="27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30"/>
                      <a:pt x="78" y="30"/>
                      <a:pt x="78" y="33"/>
                    </a:cubicBezTo>
                    <a:cubicBezTo>
                      <a:pt x="81" y="36"/>
                      <a:pt x="81" y="39"/>
                      <a:pt x="81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23">
                <a:extLst>
                  <a:ext uri="{FF2B5EF4-FFF2-40B4-BE49-F238E27FC236}">
                    <a16:creationId xmlns:a16="http://schemas.microsoft.com/office/drawing/2014/main" id="{4DA14B49-3966-1A69-2D2D-5A571AA60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909" y="2500265"/>
                <a:ext cx="327131" cy="316316"/>
              </a:xfrm>
              <a:custGeom>
                <a:avLst/>
                <a:gdLst>
                  <a:gd name="T0" fmla="*/ 18 w 171"/>
                  <a:gd name="T1" fmla="*/ 9 h 165"/>
                  <a:gd name="T2" fmla="*/ 12 w 171"/>
                  <a:gd name="T3" fmla="*/ 18 h 165"/>
                  <a:gd name="T4" fmla="*/ 9 w 171"/>
                  <a:gd name="T5" fmla="*/ 21 h 165"/>
                  <a:gd name="T6" fmla="*/ 9 w 171"/>
                  <a:gd name="T7" fmla="*/ 30 h 165"/>
                  <a:gd name="T8" fmla="*/ 0 w 171"/>
                  <a:gd name="T9" fmla="*/ 39 h 165"/>
                  <a:gd name="T10" fmla="*/ 6 w 171"/>
                  <a:gd name="T11" fmla="*/ 48 h 165"/>
                  <a:gd name="T12" fmla="*/ 6 w 171"/>
                  <a:gd name="T13" fmla="*/ 60 h 165"/>
                  <a:gd name="T14" fmla="*/ 6 w 171"/>
                  <a:gd name="T15" fmla="*/ 66 h 165"/>
                  <a:gd name="T16" fmla="*/ 6 w 171"/>
                  <a:gd name="T17" fmla="*/ 75 h 165"/>
                  <a:gd name="T18" fmla="*/ 6 w 171"/>
                  <a:gd name="T19" fmla="*/ 81 h 165"/>
                  <a:gd name="T20" fmla="*/ 0 w 171"/>
                  <a:gd name="T21" fmla="*/ 84 h 165"/>
                  <a:gd name="T22" fmla="*/ 6 w 171"/>
                  <a:gd name="T23" fmla="*/ 93 h 165"/>
                  <a:gd name="T24" fmla="*/ 9 w 171"/>
                  <a:gd name="T25" fmla="*/ 102 h 165"/>
                  <a:gd name="T26" fmla="*/ 15 w 171"/>
                  <a:gd name="T27" fmla="*/ 105 h 165"/>
                  <a:gd name="T28" fmla="*/ 24 w 171"/>
                  <a:gd name="T29" fmla="*/ 108 h 165"/>
                  <a:gd name="T30" fmla="*/ 30 w 171"/>
                  <a:gd name="T31" fmla="*/ 117 h 165"/>
                  <a:gd name="T32" fmla="*/ 45 w 171"/>
                  <a:gd name="T33" fmla="*/ 120 h 165"/>
                  <a:gd name="T34" fmla="*/ 54 w 171"/>
                  <a:gd name="T35" fmla="*/ 129 h 165"/>
                  <a:gd name="T36" fmla="*/ 72 w 171"/>
                  <a:gd name="T37" fmla="*/ 117 h 165"/>
                  <a:gd name="T38" fmla="*/ 159 w 171"/>
                  <a:gd name="T39" fmla="*/ 165 h 165"/>
                  <a:gd name="T40" fmla="*/ 159 w 171"/>
                  <a:gd name="T41" fmla="*/ 159 h 165"/>
                  <a:gd name="T42" fmla="*/ 168 w 171"/>
                  <a:gd name="T43" fmla="*/ 159 h 165"/>
                  <a:gd name="T44" fmla="*/ 168 w 171"/>
                  <a:gd name="T45" fmla="*/ 48 h 165"/>
                  <a:gd name="T46" fmla="*/ 168 w 171"/>
                  <a:gd name="T47" fmla="*/ 30 h 165"/>
                  <a:gd name="T48" fmla="*/ 171 w 171"/>
                  <a:gd name="T49" fmla="*/ 18 h 165"/>
                  <a:gd name="T50" fmla="*/ 171 w 171"/>
                  <a:gd name="T51" fmla="*/ 15 h 165"/>
                  <a:gd name="T52" fmla="*/ 171 w 171"/>
                  <a:gd name="T53" fmla="*/ 15 h 165"/>
                  <a:gd name="T54" fmla="*/ 156 w 171"/>
                  <a:gd name="T55" fmla="*/ 9 h 165"/>
                  <a:gd name="T56" fmla="*/ 138 w 171"/>
                  <a:gd name="T57" fmla="*/ 0 h 165"/>
                  <a:gd name="T58" fmla="*/ 114 w 171"/>
                  <a:gd name="T59" fmla="*/ 15 h 165"/>
                  <a:gd name="T60" fmla="*/ 114 w 171"/>
                  <a:gd name="T61" fmla="*/ 27 h 165"/>
                  <a:gd name="T62" fmla="*/ 96 w 171"/>
                  <a:gd name="T63" fmla="*/ 27 h 165"/>
                  <a:gd name="T64" fmla="*/ 78 w 171"/>
                  <a:gd name="T65" fmla="*/ 21 h 165"/>
                  <a:gd name="T66" fmla="*/ 66 w 171"/>
                  <a:gd name="T67" fmla="*/ 12 h 165"/>
                  <a:gd name="T68" fmla="*/ 57 w 171"/>
                  <a:gd name="T69" fmla="*/ 6 h 165"/>
                  <a:gd name="T70" fmla="*/ 39 w 171"/>
                  <a:gd name="T71" fmla="*/ 3 h 165"/>
                  <a:gd name="T72" fmla="*/ 24 w 171"/>
                  <a:gd name="T73" fmla="*/ 0 h 165"/>
                  <a:gd name="T74" fmla="*/ 24 w 171"/>
                  <a:gd name="T75" fmla="*/ 6 h 165"/>
                  <a:gd name="T76" fmla="*/ 18 w 171"/>
                  <a:gd name="T77" fmla="*/ 9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71" h="165">
                    <a:moveTo>
                      <a:pt x="18" y="9"/>
                    </a:moveTo>
                    <a:cubicBezTo>
                      <a:pt x="18" y="9"/>
                      <a:pt x="12" y="15"/>
                      <a:pt x="12" y="18"/>
                    </a:cubicBezTo>
                    <a:cubicBezTo>
                      <a:pt x="9" y="18"/>
                      <a:pt x="9" y="21"/>
                      <a:pt x="9" y="21"/>
                    </a:cubicBezTo>
                    <a:cubicBezTo>
                      <a:pt x="9" y="24"/>
                      <a:pt x="9" y="27"/>
                      <a:pt x="9" y="30"/>
                    </a:cubicBezTo>
                    <a:cubicBezTo>
                      <a:pt x="6" y="33"/>
                      <a:pt x="0" y="36"/>
                      <a:pt x="0" y="39"/>
                    </a:cubicBezTo>
                    <a:cubicBezTo>
                      <a:pt x="0" y="39"/>
                      <a:pt x="3" y="42"/>
                      <a:pt x="6" y="48"/>
                    </a:cubicBezTo>
                    <a:cubicBezTo>
                      <a:pt x="9" y="54"/>
                      <a:pt x="3" y="57"/>
                      <a:pt x="6" y="60"/>
                    </a:cubicBezTo>
                    <a:cubicBezTo>
                      <a:pt x="6" y="63"/>
                      <a:pt x="6" y="66"/>
                      <a:pt x="6" y="66"/>
                    </a:cubicBezTo>
                    <a:cubicBezTo>
                      <a:pt x="3" y="69"/>
                      <a:pt x="6" y="72"/>
                      <a:pt x="6" y="75"/>
                    </a:cubicBezTo>
                    <a:cubicBezTo>
                      <a:pt x="6" y="75"/>
                      <a:pt x="6" y="78"/>
                      <a:pt x="6" y="81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7"/>
                      <a:pt x="3" y="87"/>
                      <a:pt x="6" y="93"/>
                    </a:cubicBezTo>
                    <a:cubicBezTo>
                      <a:pt x="9" y="96"/>
                      <a:pt x="6" y="99"/>
                      <a:pt x="9" y="102"/>
                    </a:cubicBezTo>
                    <a:cubicBezTo>
                      <a:pt x="9" y="105"/>
                      <a:pt x="12" y="105"/>
                      <a:pt x="15" y="105"/>
                    </a:cubicBezTo>
                    <a:cubicBezTo>
                      <a:pt x="18" y="105"/>
                      <a:pt x="21" y="108"/>
                      <a:pt x="24" y="108"/>
                    </a:cubicBezTo>
                    <a:cubicBezTo>
                      <a:pt x="27" y="108"/>
                      <a:pt x="27" y="111"/>
                      <a:pt x="30" y="117"/>
                    </a:cubicBezTo>
                    <a:cubicBezTo>
                      <a:pt x="30" y="117"/>
                      <a:pt x="42" y="117"/>
                      <a:pt x="45" y="120"/>
                    </a:cubicBezTo>
                    <a:cubicBezTo>
                      <a:pt x="51" y="123"/>
                      <a:pt x="54" y="129"/>
                      <a:pt x="54" y="129"/>
                    </a:cubicBezTo>
                    <a:cubicBezTo>
                      <a:pt x="72" y="117"/>
                      <a:pt x="72" y="117"/>
                      <a:pt x="72" y="117"/>
                    </a:cubicBezTo>
                    <a:cubicBezTo>
                      <a:pt x="159" y="165"/>
                      <a:pt x="159" y="165"/>
                      <a:pt x="159" y="165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68" y="159"/>
                      <a:pt x="168" y="159"/>
                      <a:pt x="168" y="159"/>
                    </a:cubicBezTo>
                    <a:cubicBezTo>
                      <a:pt x="168" y="159"/>
                      <a:pt x="168" y="54"/>
                      <a:pt x="168" y="48"/>
                    </a:cubicBezTo>
                    <a:cubicBezTo>
                      <a:pt x="168" y="39"/>
                      <a:pt x="165" y="36"/>
                      <a:pt x="168" y="30"/>
                    </a:cubicBezTo>
                    <a:cubicBezTo>
                      <a:pt x="171" y="27"/>
                      <a:pt x="168" y="24"/>
                      <a:pt x="171" y="18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2"/>
                      <a:pt x="165" y="12"/>
                      <a:pt x="156" y="9"/>
                    </a:cubicBezTo>
                    <a:cubicBezTo>
                      <a:pt x="147" y="9"/>
                      <a:pt x="150" y="0"/>
                      <a:pt x="138" y="0"/>
                    </a:cubicBezTo>
                    <a:cubicBezTo>
                      <a:pt x="126" y="0"/>
                      <a:pt x="114" y="9"/>
                      <a:pt x="114" y="15"/>
                    </a:cubicBezTo>
                    <a:cubicBezTo>
                      <a:pt x="114" y="18"/>
                      <a:pt x="117" y="24"/>
                      <a:pt x="114" y="27"/>
                    </a:cubicBezTo>
                    <a:cubicBezTo>
                      <a:pt x="111" y="33"/>
                      <a:pt x="102" y="33"/>
                      <a:pt x="96" y="27"/>
                    </a:cubicBezTo>
                    <a:cubicBezTo>
                      <a:pt x="93" y="24"/>
                      <a:pt x="84" y="21"/>
                      <a:pt x="78" y="21"/>
                    </a:cubicBezTo>
                    <a:cubicBezTo>
                      <a:pt x="69" y="21"/>
                      <a:pt x="66" y="18"/>
                      <a:pt x="66" y="12"/>
                    </a:cubicBezTo>
                    <a:cubicBezTo>
                      <a:pt x="66" y="9"/>
                      <a:pt x="63" y="9"/>
                      <a:pt x="57" y="6"/>
                    </a:cubicBezTo>
                    <a:cubicBezTo>
                      <a:pt x="51" y="6"/>
                      <a:pt x="48" y="0"/>
                      <a:pt x="39" y="3"/>
                    </a:cubicBezTo>
                    <a:cubicBezTo>
                      <a:pt x="33" y="3"/>
                      <a:pt x="27" y="0"/>
                      <a:pt x="24" y="0"/>
                    </a:cubicBezTo>
                    <a:cubicBezTo>
                      <a:pt x="24" y="3"/>
                      <a:pt x="24" y="3"/>
                      <a:pt x="24" y="6"/>
                    </a:cubicBezTo>
                    <a:cubicBezTo>
                      <a:pt x="24" y="9"/>
                      <a:pt x="21" y="9"/>
                      <a:pt x="18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24">
                <a:extLst>
                  <a:ext uri="{FF2B5EF4-FFF2-40B4-BE49-F238E27FC236}">
                    <a16:creationId xmlns:a16="http://schemas.microsoft.com/office/drawing/2014/main" id="{FB347D43-DEFB-77AC-C3A6-821AF84B8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217" y="2936890"/>
                <a:ext cx="58127" cy="22980"/>
              </a:xfrm>
              <a:custGeom>
                <a:avLst/>
                <a:gdLst>
                  <a:gd name="T0" fmla="*/ 15 w 30"/>
                  <a:gd name="T1" fmla="*/ 9 h 12"/>
                  <a:gd name="T2" fmla="*/ 24 w 30"/>
                  <a:gd name="T3" fmla="*/ 12 h 12"/>
                  <a:gd name="T4" fmla="*/ 30 w 30"/>
                  <a:gd name="T5" fmla="*/ 9 h 12"/>
                  <a:gd name="T6" fmla="*/ 24 w 30"/>
                  <a:gd name="T7" fmla="*/ 9 h 12"/>
                  <a:gd name="T8" fmla="*/ 15 w 30"/>
                  <a:gd name="T9" fmla="*/ 3 h 12"/>
                  <a:gd name="T10" fmla="*/ 0 w 30"/>
                  <a:gd name="T11" fmla="*/ 6 h 12"/>
                  <a:gd name="T12" fmla="*/ 0 w 30"/>
                  <a:gd name="T13" fmla="*/ 12 h 12"/>
                  <a:gd name="T14" fmla="*/ 3 w 30"/>
                  <a:gd name="T15" fmla="*/ 12 h 12"/>
                  <a:gd name="T16" fmla="*/ 15 w 30"/>
                  <a:gd name="T17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12">
                    <a:moveTo>
                      <a:pt x="15" y="9"/>
                    </a:moveTo>
                    <a:cubicBezTo>
                      <a:pt x="18" y="6"/>
                      <a:pt x="21" y="9"/>
                      <a:pt x="24" y="12"/>
                    </a:cubicBezTo>
                    <a:cubicBezTo>
                      <a:pt x="27" y="12"/>
                      <a:pt x="30" y="9"/>
                      <a:pt x="30" y="9"/>
                    </a:cubicBezTo>
                    <a:cubicBezTo>
                      <a:pt x="30" y="9"/>
                      <a:pt x="30" y="9"/>
                      <a:pt x="24" y="9"/>
                    </a:cubicBezTo>
                    <a:cubicBezTo>
                      <a:pt x="21" y="9"/>
                      <a:pt x="18" y="0"/>
                      <a:pt x="15" y="3"/>
                    </a:cubicBezTo>
                    <a:cubicBezTo>
                      <a:pt x="9" y="6"/>
                      <a:pt x="6" y="6"/>
                      <a:pt x="0" y="6"/>
                    </a:cubicBezTo>
                    <a:cubicBezTo>
                      <a:pt x="0" y="6"/>
                      <a:pt x="0" y="9"/>
                      <a:pt x="0" y="12"/>
                    </a:cubicBezTo>
                    <a:cubicBezTo>
                      <a:pt x="0" y="12"/>
                      <a:pt x="0" y="12"/>
                      <a:pt x="3" y="12"/>
                    </a:cubicBezTo>
                    <a:cubicBezTo>
                      <a:pt x="6" y="12"/>
                      <a:pt x="12" y="9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BF85120D-6F42-4D07-0FE8-8987FF3E7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644" y="2878763"/>
                <a:ext cx="127067" cy="104087"/>
              </a:xfrm>
              <a:custGeom>
                <a:avLst/>
                <a:gdLst>
                  <a:gd name="T0" fmla="*/ 15 w 66"/>
                  <a:gd name="T1" fmla="*/ 51 h 54"/>
                  <a:gd name="T2" fmla="*/ 21 w 66"/>
                  <a:gd name="T3" fmla="*/ 48 h 54"/>
                  <a:gd name="T4" fmla="*/ 39 w 66"/>
                  <a:gd name="T5" fmla="*/ 48 h 54"/>
                  <a:gd name="T6" fmla="*/ 42 w 66"/>
                  <a:gd name="T7" fmla="*/ 48 h 54"/>
                  <a:gd name="T8" fmla="*/ 42 w 66"/>
                  <a:gd name="T9" fmla="*/ 48 h 54"/>
                  <a:gd name="T10" fmla="*/ 48 w 66"/>
                  <a:gd name="T11" fmla="*/ 51 h 54"/>
                  <a:gd name="T12" fmla="*/ 66 w 66"/>
                  <a:gd name="T13" fmla="*/ 51 h 54"/>
                  <a:gd name="T14" fmla="*/ 66 w 66"/>
                  <a:gd name="T15" fmla="*/ 51 h 54"/>
                  <a:gd name="T16" fmla="*/ 66 w 66"/>
                  <a:gd name="T17" fmla="*/ 42 h 54"/>
                  <a:gd name="T18" fmla="*/ 60 w 66"/>
                  <a:gd name="T19" fmla="*/ 36 h 54"/>
                  <a:gd name="T20" fmla="*/ 60 w 66"/>
                  <a:gd name="T21" fmla="*/ 30 h 54"/>
                  <a:gd name="T22" fmla="*/ 57 w 66"/>
                  <a:gd name="T23" fmla="*/ 27 h 54"/>
                  <a:gd name="T24" fmla="*/ 51 w 66"/>
                  <a:gd name="T25" fmla="*/ 18 h 54"/>
                  <a:gd name="T26" fmla="*/ 42 w 66"/>
                  <a:gd name="T27" fmla="*/ 9 h 54"/>
                  <a:gd name="T28" fmla="*/ 39 w 66"/>
                  <a:gd name="T29" fmla="*/ 9 h 54"/>
                  <a:gd name="T30" fmla="*/ 33 w 66"/>
                  <a:gd name="T31" fmla="*/ 3 h 54"/>
                  <a:gd name="T32" fmla="*/ 24 w 66"/>
                  <a:gd name="T33" fmla="*/ 3 h 54"/>
                  <a:gd name="T34" fmla="*/ 15 w 66"/>
                  <a:gd name="T35" fmla="*/ 3 h 54"/>
                  <a:gd name="T36" fmla="*/ 6 w 66"/>
                  <a:gd name="T37" fmla="*/ 9 h 54"/>
                  <a:gd name="T38" fmla="*/ 6 w 66"/>
                  <a:gd name="T39" fmla="*/ 9 h 54"/>
                  <a:gd name="T40" fmla="*/ 3 w 66"/>
                  <a:gd name="T41" fmla="*/ 18 h 54"/>
                  <a:gd name="T42" fmla="*/ 9 w 66"/>
                  <a:gd name="T43" fmla="*/ 33 h 54"/>
                  <a:gd name="T44" fmla="*/ 9 w 66"/>
                  <a:gd name="T45" fmla="*/ 36 h 54"/>
                  <a:gd name="T46" fmla="*/ 24 w 66"/>
                  <a:gd name="T47" fmla="*/ 33 h 54"/>
                  <a:gd name="T48" fmla="*/ 33 w 66"/>
                  <a:gd name="T49" fmla="*/ 39 h 54"/>
                  <a:gd name="T50" fmla="*/ 39 w 66"/>
                  <a:gd name="T51" fmla="*/ 39 h 54"/>
                  <a:gd name="T52" fmla="*/ 33 w 66"/>
                  <a:gd name="T53" fmla="*/ 42 h 54"/>
                  <a:gd name="T54" fmla="*/ 24 w 66"/>
                  <a:gd name="T55" fmla="*/ 39 h 54"/>
                  <a:gd name="T56" fmla="*/ 12 w 66"/>
                  <a:gd name="T57" fmla="*/ 42 h 54"/>
                  <a:gd name="T58" fmla="*/ 9 w 66"/>
                  <a:gd name="T59" fmla="*/ 42 h 54"/>
                  <a:gd name="T60" fmla="*/ 9 w 66"/>
                  <a:gd name="T61" fmla="*/ 48 h 54"/>
                  <a:gd name="T62" fmla="*/ 9 w 66"/>
                  <a:gd name="T63" fmla="*/ 48 h 54"/>
                  <a:gd name="T64" fmla="*/ 15 w 66"/>
                  <a:gd name="T65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6" h="54">
                    <a:moveTo>
                      <a:pt x="15" y="51"/>
                    </a:moveTo>
                    <a:cubicBezTo>
                      <a:pt x="18" y="51"/>
                      <a:pt x="21" y="48"/>
                      <a:pt x="21" y="48"/>
                    </a:cubicBezTo>
                    <a:cubicBezTo>
                      <a:pt x="21" y="48"/>
                      <a:pt x="36" y="48"/>
                      <a:pt x="39" y="48"/>
                    </a:cubicBezTo>
                    <a:cubicBezTo>
                      <a:pt x="39" y="48"/>
                      <a:pt x="39" y="48"/>
                      <a:pt x="42" y="48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8"/>
                      <a:pt x="48" y="48"/>
                      <a:pt x="48" y="51"/>
                    </a:cubicBezTo>
                    <a:cubicBezTo>
                      <a:pt x="51" y="51"/>
                      <a:pt x="60" y="54"/>
                      <a:pt x="66" y="51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6" y="48"/>
                      <a:pt x="66" y="45"/>
                      <a:pt x="66" y="42"/>
                    </a:cubicBezTo>
                    <a:cubicBezTo>
                      <a:pt x="66" y="42"/>
                      <a:pt x="63" y="39"/>
                      <a:pt x="60" y="36"/>
                    </a:cubicBezTo>
                    <a:cubicBezTo>
                      <a:pt x="60" y="33"/>
                      <a:pt x="60" y="30"/>
                      <a:pt x="60" y="30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57" y="27"/>
                      <a:pt x="57" y="18"/>
                      <a:pt x="51" y="18"/>
                    </a:cubicBezTo>
                    <a:cubicBezTo>
                      <a:pt x="45" y="15"/>
                      <a:pt x="42" y="9"/>
                      <a:pt x="42" y="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9"/>
                      <a:pt x="36" y="3"/>
                      <a:pt x="33" y="3"/>
                    </a:cubicBezTo>
                    <a:cubicBezTo>
                      <a:pt x="30" y="0"/>
                      <a:pt x="24" y="3"/>
                      <a:pt x="24" y="3"/>
                    </a:cubicBezTo>
                    <a:cubicBezTo>
                      <a:pt x="24" y="3"/>
                      <a:pt x="18" y="3"/>
                      <a:pt x="15" y="3"/>
                    </a:cubicBezTo>
                    <a:cubicBezTo>
                      <a:pt x="9" y="3"/>
                      <a:pt x="12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2"/>
                      <a:pt x="6" y="15"/>
                      <a:pt x="3" y="18"/>
                    </a:cubicBezTo>
                    <a:cubicBezTo>
                      <a:pt x="0" y="24"/>
                      <a:pt x="6" y="30"/>
                      <a:pt x="9" y="33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5" y="36"/>
                      <a:pt x="18" y="36"/>
                      <a:pt x="24" y="33"/>
                    </a:cubicBezTo>
                    <a:cubicBezTo>
                      <a:pt x="27" y="30"/>
                      <a:pt x="30" y="39"/>
                      <a:pt x="33" y="39"/>
                    </a:cubicBezTo>
                    <a:cubicBezTo>
                      <a:pt x="39" y="39"/>
                      <a:pt x="39" y="39"/>
                      <a:pt x="39" y="39"/>
                    </a:cubicBezTo>
                    <a:cubicBezTo>
                      <a:pt x="39" y="39"/>
                      <a:pt x="36" y="42"/>
                      <a:pt x="33" y="42"/>
                    </a:cubicBezTo>
                    <a:cubicBezTo>
                      <a:pt x="30" y="39"/>
                      <a:pt x="27" y="36"/>
                      <a:pt x="24" y="39"/>
                    </a:cubicBezTo>
                    <a:cubicBezTo>
                      <a:pt x="21" y="39"/>
                      <a:pt x="15" y="42"/>
                      <a:pt x="12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6" y="45"/>
                      <a:pt x="9" y="45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5" y="48"/>
                      <a:pt x="15" y="51"/>
                      <a:pt x="15" y="5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26">
                <a:extLst>
                  <a:ext uri="{FF2B5EF4-FFF2-40B4-BE49-F238E27FC236}">
                    <a16:creationId xmlns:a16="http://schemas.microsoft.com/office/drawing/2014/main" id="{87477F5A-7417-1D07-A833-3ED06BE7E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217" y="2970684"/>
                <a:ext cx="63534" cy="35146"/>
              </a:xfrm>
              <a:custGeom>
                <a:avLst/>
                <a:gdLst>
                  <a:gd name="T0" fmla="*/ 18 w 33"/>
                  <a:gd name="T1" fmla="*/ 15 h 18"/>
                  <a:gd name="T2" fmla="*/ 27 w 33"/>
                  <a:gd name="T3" fmla="*/ 12 h 18"/>
                  <a:gd name="T4" fmla="*/ 30 w 33"/>
                  <a:gd name="T5" fmla="*/ 9 h 18"/>
                  <a:gd name="T6" fmla="*/ 30 w 33"/>
                  <a:gd name="T7" fmla="*/ 3 h 18"/>
                  <a:gd name="T8" fmla="*/ 33 w 33"/>
                  <a:gd name="T9" fmla="*/ 0 h 18"/>
                  <a:gd name="T10" fmla="*/ 30 w 33"/>
                  <a:gd name="T11" fmla="*/ 0 h 18"/>
                  <a:gd name="T12" fmla="*/ 12 w 33"/>
                  <a:gd name="T13" fmla="*/ 0 h 18"/>
                  <a:gd name="T14" fmla="*/ 6 w 33"/>
                  <a:gd name="T15" fmla="*/ 3 h 18"/>
                  <a:gd name="T16" fmla="*/ 0 w 33"/>
                  <a:gd name="T17" fmla="*/ 0 h 18"/>
                  <a:gd name="T18" fmla="*/ 9 w 33"/>
                  <a:gd name="T19" fmla="*/ 9 h 18"/>
                  <a:gd name="T20" fmla="*/ 15 w 33"/>
                  <a:gd name="T21" fmla="*/ 18 h 18"/>
                  <a:gd name="T22" fmla="*/ 15 w 33"/>
                  <a:gd name="T23" fmla="*/ 18 h 18"/>
                  <a:gd name="T24" fmla="*/ 18 w 33"/>
                  <a:gd name="T25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18">
                    <a:moveTo>
                      <a:pt x="18" y="15"/>
                    </a:moveTo>
                    <a:cubicBezTo>
                      <a:pt x="21" y="15"/>
                      <a:pt x="24" y="9"/>
                      <a:pt x="27" y="12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0" y="9"/>
                      <a:pt x="27" y="6"/>
                      <a:pt x="30" y="3"/>
                    </a:cubicBezTo>
                    <a:cubicBezTo>
                      <a:pt x="33" y="3"/>
                      <a:pt x="33" y="0"/>
                      <a:pt x="33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7" y="0"/>
                      <a:pt x="12" y="0"/>
                      <a:pt x="12" y="0"/>
                    </a:cubicBezTo>
                    <a:cubicBezTo>
                      <a:pt x="12" y="0"/>
                      <a:pt x="9" y="3"/>
                      <a:pt x="6" y="3"/>
                    </a:cubicBezTo>
                    <a:cubicBezTo>
                      <a:pt x="6" y="3"/>
                      <a:pt x="6" y="0"/>
                      <a:pt x="0" y="0"/>
                    </a:cubicBezTo>
                    <a:cubicBezTo>
                      <a:pt x="3" y="6"/>
                      <a:pt x="3" y="6"/>
                      <a:pt x="9" y="9"/>
                    </a:cubicBezTo>
                    <a:cubicBezTo>
                      <a:pt x="18" y="9"/>
                      <a:pt x="9" y="12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5"/>
                      <a:pt x="18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27">
                <a:extLst>
                  <a:ext uri="{FF2B5EF4-FFF2-40B4-BE49-F238E27FC236}">
                    <a16:creationId xmlns:a16="http://schemas.microsoft.com/office/drawing/2014/main" id="{568875FC-B375-1AA8-8DA3-EA39F436C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051" y="3000423"/>
                <a:ext cx="264949" cy="189249"/>
              </a:xfrm>
              <a:custGeom>
                <a:avLst/>
                <a:gdLst>
                  <a:gd name="T0" fmla="*/ 126 w 138"/>
                  <a:gd name="T1" fmla="*/ 57 h 99"/>
                  <a:gd name="T2" fmla="*/ 123 w 138"/>
                  <a:gd name="T3" fmla="*/ 48 h 99"/>
                  <a:gd name="T4" fmla="*/ 117 w 138"/>
                  <a:gd name="T5" fmla="*/ 42 h 99"/>
                  <a:gd name="T6" fmla="*/ 111 w 138"/>
                  <a:gd name="T7" fmla="*/ 36 h 99"/>
                  <a:gd name="T8" fmla="*/ 102 w 138"/>
                  <a:gd name="T9" fmla="*/ 30 h 99"/>
                  <a:gd name="T10" fmla="*/ 102 w 138"/>
                  <a:gd name="T11" fmla="*/ 27 h 99"/>
                  <a:gd name="T12" fmla="*/ 96 w 138"/>
                  <a:gd name="T13" fmla="*/ 27 h 99"/>
                  <a:gd name="T14" fmla="*/ 96 w 138"/>
                  <a:gd name="T15" fmla="*/ 24 h 99"/>
                  <a:gd name="T16" fmla="*/ 96 w 138"/>
                  <a:gd name="T17" fmla="*/ 12 h 99"/>
                  <a:gd name="T18" fmla="*/ 87 w 138"/>
                  <a:gd name="T19" fmla="*/ 3 h 99"/>
                  <a:gd name="T20" fmla="*/ 87 w 138"/>
                  <a:gd name="T21" fmla="*/ 3 h 99"/>
                  <a:gd name="T22" fmla="*/ 78 w 138"/>
                  <a:gd name="T23" fmla="*/ 6 h 99"/>
                  <a:gd name="T24" fmla="*/ 75 w 138"/>
                  <a:gd name="T25" fmla="*/ 12 h 99"/>
                  <a:gd name="T26" fmla="*/ 63 w 138"/>
                  <a:gd name="T27" fmla="*/ 21 h 99"/>
                  <a:gd name="T28" fmla="*/ 48 w 138"/>
                  <a:gd name="T29" fmla="*/ 27 h 99"/>
                  <a:gd name="T30" fmla="*/ 48 w 138"/>
                  <a:gd name="T31" fmla="*/ 33 h 99"/>
                  <a:gd name="T32" fmla="*/ 36 w 138"/>
                  <a:gd name="T33" fmla="*/ 36 h 99"/>
                  <a:gd name="T34" fmla="*/ 24 w 138"/>
                  <a:gd name="T35" fmla="*/ 42 h 99"/>
                  <a:gd name="T36" fmla="*/ 18 w 138"/>
                  <a:gd name="T37" fmla="*/ 42 h 99"/>
                  <a:gd name="T38" fmla="*/ 12 w 138"/>
                  <a:gd name="T39" fmla="*/ 42 h 99"/>
                  <a:gd name="T40" fmla="*/ 9 w 138"/>
                  <a:gd name="T41" fmla="*/ 42 h 99"/>
                  <a:gd name="T42" fmla="*/ 3 w 138"/>
                  <a:gd name="T43" fmla="*/ 48 h 99"/>
                  <a:gd name="T44" fmla="*/ 0 w 138"/>
                  <a:gd name="T45" fmla="*/ 60 h 99"/>
                  <a:gd name="T46" fmla="*/ 0 w 138"/>
                  <a:gd name="T47" fmla="*/ 69 h 99"/>
                  <a:gd name="T48" fmla="*/ 3 w 138"/>
                  <a:gd name="T49" fmla="*/ 78 h 99"/>
                  <a:gd name="T50" fmla="*/ 6 w 138"/>
                  <a:gd name="T51" fmla="*/ 84 h 99"/>
                  <a:gd name="T52" fmla="*/ 9 w 138"/>
                  <a:gd name="T53" fmla="*/ 90 h 99"/>
                  <a:gd name="T54" fmla="*/ 15 w 138"/>
                  <a:gd name="T55" fmla="*/ 96 h 99"/>
                  <a:gd name="T56" fmla="*/ 18 w 138"/>
                  <a:gd name="T57" fmla="*/ 99 h 99"/>
                  <a:gd name="T58" fmla="*/ 18 w 138"/>
                  <a:gd name="T59" fmla="*/ 96 h 99"/>
                  <a:gd name="T60" fmla="*/ 21 w 138"/>
                  <a:gd name="T61" fmla="*/ 90 h 99"/>
                  <a:gd name="T62" fmla="*/ 27 w 138"/>
                  <a:gd name="T63" fmla="*/ 87 h 99"/>
                  <a:gd name="T64" fmla="*/ 30 w 138"/>
                  <a:gd name="T65" fmla="*/ 87 h 99"/>
                  <a:gd name="T66" fmla="*/ 42 w 138"/>
                  <a:gd name="T67" fmla="*/ 87 h 99"/>
                  <a:gd name="T68" fmla="*/ 42 w 138"/>
                  <a:gd name="T69" fmla="*/ 81 h 99"/>
                  <a:gd name="T70" fmla="*/ 54 w 138"/>
                  <a:gd name="T71" fmla="*/ 72 h 99"/>
                  <a:gd name="T72" fmla="*/ 63 w 138"/>
                  <a:gd name="T73" fmla="*/ 78 h 99"/>
                  <a:gd name="T74" fmla="*/ 84 w 138"/>
                  <a:gd name="T75" fmla="*/ 81 h 99"/>
                  <a:gd name="T76" fmla="*/ 87 w 138"/>
                  <a:gd name="T77" fmla="*/ 72 h 99"/>
                  <a:gd name="T78" fmla="*/ 96 w 138"/>
                  <a:gd name="T79" fmla="*/ 72 h 99"/>
                  <a:gd name="T80" fmla="*/ 108 w 138"/>
                  <a:gd name="T81" fmla="*/ 69 h 99"/>
                  <a:gd name="T82" fmla="*/ 117 w 138"/>
                  <a:gd name="T83" fmla="*/ 69 h 99"/>
                  <a:gd name="T84" fmla="*/ 129 w 138"/>
                  <a:gd name="T85" fmla="*/ 69 h 99"/>
                  <a:gd name="T86" fmla="*/ 138 w 138"/>
                  <a:gd name="T87" fmla="*/ 69 h 99"/>
                  <a:gd name="T88" fmla="*/ 135 w 138"/>
                  <a:gd name="T89" fmla="*/ 63 h 99"/>
                  <a:gd name="T90" fmla="*/ 126 w 138"/>
                  <a:gd name="T91" fmla="*/ 5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8" h="99">
                    <a:moveTo>
                      <a:pt x="126" y="57"/>
                    </a:moveTo>
                    <a:cubicBezTo>
                      <a:pt x="126" y="54"/>
                      <a:pt x="126" y="51"/>
                      <a:pt x="123" y="48"/>
                    </a:cubicBezTo>
                    <a:cubicBezTo>
                      <a:pt x="120" y="45"/>
                      <a:pt x="117" y="45"/>
                      <a:pt x="117" y="42"/>
                    </a:cubicBezTo>
                    <a:cubicBezTo>
                      <a:pt x="117" y="39"/>
                      <a:pt x="114" y="39"/>
                      <a:pt x="111" y="36"/>
                    </a:cubicBezTo>
                    <a:cubicBezTo>
                      <a:pt x="108" y="30"/>
                      <a:pt x="102" y="30"/>
                      <a:pt x="102" y="30"/>
                    </a:cubicBezTo>
                    <a:cubicBezTo>
                      <a:pt x="102" y="27"/>
                      <a:pt x="102" y="27"/>
                      <a:pt x="102" y="27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3" y="24"/>
                      <a:pt x="96" y="24"/>
                    </a:cubicBezTo>
                    <a:cubicBezTo>
                      <a:pt x="102" y="21"/>
                      <a:pt x="96" y="15"/>
                      <a:pt x="96" y="12"/>
                    </a:cubicBezTo>
                    <a:cubicBezTo>
                      <a:pt x="96" y="12"/>
                      <a:pt x="90" y="3"/>
                      <a:pt x="87" y="3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4" y="0"/>
                      <a:pt x="78" y="3"/>
                      <a:pt x="78" y="6"/>
                    </a:cubicBezTo>
                    <a:cubicBezTo>
                      <a:pt x="75" y="9"/>
                      <a:pt x="75" y="9"/>
                      <a:pt x="75" y="12"/>
                    </a:cubicBezTo>
                    <a:cubicBezTo>
                      <a:pt x="72" y="12"/>
                      <a:pt x="66" y="18"/>
                      <a:pt x="63" y="21"/>
                    </a:cubicBezTo>
                    <a:cubicBezTo>
                      <a:pt x="60" y="27"/>
                      <a:pt x="51" y="24"/>
                      <a:pt x="48" y="27"/>
                    </a:cubicBezTo>
                    <a:cubicBezTo>
                      <a:pt x="45" y="27"/>
                      <a:pt x="48" y="30"/>
                      <a:pt x="48" y="33"/>
                    </a:cubicBezTo>
                    <a:cubicBezTo>
                      <a:pt x="45" y="33"/>
                      <a:pt x="39" y="36"/>
                      <a:pt x="36" y="36"/>
                    </a:cubicBezTo>
                    <a:cubicBezTo>
                      <a:pt x="36" y="39"/>
                      <a:pt x="27" y="39"/>
                      <a:pt x="24" y="42"/>
                    </a:cubicBezTo>
                    <a:cubicBezTo>
                      <a:pt x="21" y="45"/>
                      <a:pt x="21" y="36"/>
                      <a:pt x="18" y="42"/>
                    </a:cubicBezTo>
                    <a:cubicBezTo>
                      <a:pt x="15" y="45"/>
                      <a:pt x="12" y="45"/>
                      <a:pt x="12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5"/>
                      <a:pt x="6" y="45"/>
                      <a:pt x="3" y="48"/>
                    </a:cubicBezTo>
                    <a:cubicBezTo>
                      <a:pt x="3" y="54"/>
                      <a:pt x="0" y="57"/>
                      <a:pt x="0" y="60"/>
                    </a:cubicBezTo>
                    <a:cubicBezTo>
                      <a:pt x="0" y="63"/>
                      <a:pt x="0" y="66"/>
                      <a:pt x="0" y="69"/>
                    </a:cubicBezTo>
                    <a:cubicBezTo>
                      <a:pt x="0" y="75"/>
                      <a:pt x="0" y="75"/>
                      <a:pt x="3" y="78"/>
                    </a:cubicBezTo>
                    <a:cubicBezTo>
                      <a:pt x="6" y="81"/>
                      <a:pt x="6" y="84"/>
                      <a:pt x="6" y="84"/>
                    </a:cubicBezTo>
                    <a:cubicBezTo>
                      <a:pt x="6" y="84"/>
                      <a:pt x="6" y="87"/>
                      <a:pt x="9" y="90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5" y="96"/>
                      <a:pt x="15" y="99"/>
                      <a:pt x="18" y="99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21" y="93"/>
                      <a:pt x="21" y="90"/>
                      <a:pt x="21" y="90"/>
                    </a:cubicBezTo>
                    <a:cubicBezTo>
                      <a:pt x="27" y="87"/>
                      <a:pt x="27" y="87"/>
                      <a:pt x="27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42" y="87"/>
                      <a:pt x="42" y="87"/>
                      <a:pt x="42" y="87"/>
                    </a:cubicBezTo>
                    <a:cubicBezTo>
                      <a:pt x="42" y="81"/>
                      <a:pt x="42" y="81"/>
                      <a:pt x="42" y="81"/>
                    </a:cubicBezTo>
                    <a:cubicBezTo>
                      <a:pt x="42" y="81"/>
                      <a:pt x="48" y="72"/>
                      <a:pt x="54" y="72"/>
                    </a:cubicBezTo>
                    <a:cubicBezTo>
                      <a:pt x="57" y="72"/>
                      <a:pt x="63" y="78"/>
                      <a:pt x="63" y="78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4" y="81"/>
                      <a:pt x="84" y="75"/>
                      <a:pt x="87" y="72"/>
                    </a:cubicBezTo>
                    <a:cubicBezTo>
                      <a:pt x="90" y="72"/>
                      <a:pt x="93" y="75"/>
                      <a:pt x="96" y="72"/>
                    </a:cubicBezTo>
                    <a:cubicBezTo>
                      <a:pt x="99" y="72"/>
                      <a:pt x="102" y="69"/>
                      <a:pt x="108" y="69"/>
                    </a:cubicBezTo>
                    <a:cubicBezTo>
                      <a:pt x="111" y="69"/>
                      <a:pt x="114" y="72"/>
                      <a:pt x="117" y="69"/>
                    </a:cubicBezTo>
                    <a:cubicBezTo>
                      <a:pt x="120" y="63"/>
                      <a:pt x="129" y="69"/>
                      <a:pt x="129" y="69"/>
                    </a:cubicBezTo>
                    <a:cubicBezTo>
                      <a:pt x="138" y="69"/>
                      <a:pt x="138" y="69"/>
                      <a:pt x="138" y="69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26" y="57"/>
                      <a:pt x="126" y="57"/>
                      <a:pt x="126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FB184FB9-5DFD-9933-5230-E94629A86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269" y="2942297"/>
                <a:ext cx="252783" cy="213581"/>
              </a:xfrm>
              <a:custGeom>
                <a:avLst/>
                <a:gdLst>
                  <a:gd name="T0" fmla="*/ 81 w 132"/>
                  <a:gd name="T1" fmla="*/ 81 h 111"/>
                  <a:gd name="T2" fmla="*/ 87 w 132"/>
                  <a:gd name="T3" fmla="*/ 78 h 111"/>
                  <a:gd name="T4" fmla="*/ 96 w 132"/>
                  <a:gd name="T5" fmla="*/ 84 h 111"/>
                  <a:gd name="T6" fmla="*/ 102 w 132"/>
                  <a:gd name="T7" fmla="*/ 81 h 111"/>
                  <a:gd name="T8" fmla="*/ 108 w 132"/>
                  <a:gd name="T9" fmla="*/ 63 h 111"/>
                  <a:gd name="T10" fmla="*/ 114 w 132"/>
                  <a:gd name="T11" fmla="*/ 57 h 111"/>
                  <a:gd name="T12" fmla="*/ 117 w 132"/>
                  <a:gd name="T13" fmla="*/ 51 h 111"/>
                  <a:gd name="T14" fmla="*/ 120 w 132"/>
                  <a:gd name="T15" fmla="*/ 42 h 111"/>
                  <a:gd name="T16" fmla="*/ 126 w 132"/>
                  <a:gd name="T17" fmla="*/ 30 h 111"/>
                  <a:gd name="T18" fmla="*/ 132 w 132"/>
                  <a:gd name="T19" fmla="*/ 27 h 111"/>
                  <a:gd name="T20" fmla="*/ 132 w 132"/>
                  <a:gd name="T21" fmla="*/ 18 h 111"/>
                  <a:gd name="T22" fmla="*/ 126 w 132"/>
                  <a:gd name="T23" fmla="*/ 15 h 111"/>
                  <a:gd name="T24" fmla="*/ 126 w 132"/>
                  <a:gd name="T25" fmla="*/ 9 h 111"/>
                  <a:gd name="T26" fmla="*/ 123 w 132"/>
                  <a:gd name="T27" fmla="*/ 3 h 111"/>
                  <a:gd name="T28" fmla="*/ 120 w 132"/>
                  <a:gd name="T29" fmla="*/ 3 h 111"/>
                  <a:gd name="T30" fmla="*/ 111 w 132"/>
                  <a:gd name="T31" fmla="*/ 9 h 111"/>
                  <a:gd name="T32" fmla="*/ 102 w 132"/>
                  <a:gd name="T33" fmla="*/ 6 h 111"/>
                  <a:gd name="T34" fmla="*/ 87 w 132"/>
                  <a:gd name="T35" fmla="*/ 6 h 111"/>
                  <a:gd name="T36" fmla="*/ 78 w 132"/>
                  <a:gd name="T37" fmla="*/ 12 h 111"/>
                  <a:gd name="T38" fmla="*/ 69 w 132"/>
                  <a:gd name="T39" fmla="*/ 12 h 111"/>
                  <a:gd name="T40" fmla="*/ 60 w 132"/>
                  <a:gd name="T41" fmla="*/ 6 h 111"/>
                  <a:gd name="T42" fmla="*/ 51 w 132"/>
                  <a:gd name="T43" fmla="*/ 9 h 111"/>
                  <a:gd name="T44" fmla="*/ 45 w 132"/>
                  <a:gd name="T45" fmla="*/ 3 h 111"/>
                  <a:gd name="T46" fmla="*/ 36 w 132"/>
                  <a:gd name="T47" fmla="*/ 0 h 111"/>
                  <a:gd name="T48" fmla="*/ 27 w 132"/>
                  <a:gd name="T49" fmla="*/ 3 h 111"/>
                  <a:gd name="T50" fmla="*/ 18 w 132"/>
                  <a:gd name="T51" fmla="*/ 3 h 111"/>
                  <a:gd name="T52" fmla="*/ 15 w 132"/>
                  <a:gd name="T53" fmla="*/ 12 h 111"/>
                  <a:gd name="T54" fmla="*/ 9 w 132"/>
                  <a:gd name="T55" fmla="*/ 21 h 111"/>
                  <a:gd name="T56" fmla="*/ 9 w 132"/>
                  <a:gd name="T57" fmla="*/ 21 h 111"/>
                  <a:gd name="T58" fmla="*/ 9 w 132"/>
                  <a:gd name="T59" fmla="*/ 30 h 111"/>
                  <a:gd name="T60" fmla="*/ 9 w 132"/>
                  <a:gd name="T61" fmla="*/ 45 h 111"/>
                  <a:gd name="T62" fmla="*/ 6 w 132"/>
                  <a:gd name="T63" fmla="*/ 54 h 111"/>
                  <a:gd name="T64" fmla="*/ 0 w 132"/>
                  <a:gd name="T65" fmla="*/ 60 h 111"/>
                  <a:gd name="T66" fmla="*/ 0 w 132"/>
                  <a:gd name="T67" fmla="*/ 75 h 111"/>
                  <a:gd name="T68" fmla="*/ 3 w 132"/>
                  <a:gd name="T69" fmla="*/ 84 h 111"/>
                  <a:gd name="T70" fmla="*/ 3 w 132"/>
                  <a:gd name="T71" fmla="*/ 84 h 111"/>
                  <a:gd name="T72" fmla="*/ 21 w 132"/>
                  <a:gd name="T73" fmla="*/ 87 h 111"/>
                  <a:gd name="T74" fmla="*/ 30 w 132"/>
                  <a:gd name="T75" fmla="*/ 99 h 111"/>
                  <a:gd name="T76" fmla="*/ 36 w 132"/>
                  <a:gd name="T77" fmla="*/ 108 h 111"/>
                  <a:gd name="T78" fmla="*/ 48 w 132"/>
                  <a:gd name="T79" fmla="*/ 105 h 111"/>
                  <a:gd name="T80" fmla="*/ 63 w 132"/>
                  <a:gd name="T81" fmla="*/ 105 h 111"/>
                  <a:gd name="T82" fmla="*/ 66 w 132"/>
                  <a:gd name="T83" fmla="*/ 105 h 111"/>
                  <a:gd name="T84" fmla="*/ 69 w 132"/>
                  <a:gd name="T85" fmla="*/ 93 h 111"/>
                  <a:gd name="T86" fmla="*/ 81 w 132"/>
                  <a:gd name="T87" fmla="*/ 8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2" h="111">
                    <a:moveTo>
                      <a:pt x="81" y="81"/>
                    </a:moveTo>
                    <a:cubicBezTo>
                      <a:pt x="84" y="81"/>
                      <a:pt x="87" y="81"/>
                      <a:pt x="87" y="78"/>
                    </a:cubicBezTo>
                    <a:cubicBezTo>
                      <a:pt x="90" y="78"/>
                      <a:pt x="96" y="81"/>
                      <a:pt x="96" y="84"/>
                    </a:cubicBezTo>
                    <a:cubicBezTo>
                      <a:pt x="96" y="87"/>
                      <a:pt x="99" y="84"/>
                      <a:pt x="102" y="81"/>
                    </a:cubicBezTo>
                    <a:cubicBezTo>
                      <a:pt x="102" y="75"/>
                      <a:pt x="108" y="66"/>
                      <a:pt x="108" y="63"/>
                    </a:cubicBezTo>
                    <a:cubicBezTo>
                      <a:pt x="108" y="60"/>
                      <a:pt x="114" y="57"/>
                      <a:pt x="114" y="57"/>
                    </a:cubicBezTo>
                    <a:cubicBezTo>
                      <a:pt x="114" y="54"/>
                      <a:pt x="114" y="51"/>
                      <a:pt x="117" y="51"/>
                    </a:cubicBezTo>
                    <a:cubicBezTo>
                      <a:pt x="117" y="48"/>
                      <a:pt x="120" y="45"/>
                      <a:pt x="120" y="42"/>
                    </a:cubicBezTo>
                    <a:cubicBezTo>
                      <a:pt x="117" y="42"/>
                      <a:pt x="123" y="30"/>
                      <a:pt x="126" y="30"/>
                    </a:cubicBezTo>
                    <a:cubicBezTo>
                      <a:pt x="126" y="30"/>
                      <a:pt x="132" y="30"/>
                      <a:pt x="132" y="27"/>
                    </a:cubicBezTo>
                    <a:cubicBezTo>
                      <a:pt x="132" y="24"/>
                      <a:pt x="132" y="21"/>
                      <a:pt x="132" y="18"/>
                    </a:cubicBezTo>
                    <a:cubicBezTo>
                      <a:pt x="129" y="18"/>
                      <a:pt x="126" y="15"/>
                      <a:pt x="126" y="15"/>
                    </a:cubicBezTo>
                    <a:cubicBezTo>
                      <a:pt x="126" y="15"/>
                      <a:pt x="126" y="12"/>
                      <a:pt x="126" y="9"/>
                    </a:cubicBezTo>
                    <a:cubicBezTo>
                      <a:pt x="126" y="9"/>
                      <a:pt x="126" y="6"/>
                      <a:pt x="123" y="3"/>
                    </a:cubicBezTo>
                    <a:cubicBezTo>
                      <a:pt x="120" y="3"/>
                      <a:pt x="120" y="0"/>
                      <a:pt x="120" y="3"/>
                    </a:cubicBezTo>
                    <a:cubicBezTo>
                      <a:pt x="117" y="3"/>
                      <a:pt x="114" y="9"/>
                      <a:pt x="111" y="9"/>
                    </a:cubicBezTo>
                    <a:cubicBezTo>
                      <a:pt x="108" y="9"/>
                      <a:pt x="105" y="9"/>
                      <a:pt x="102" y="6"/>
                    </a:cubicBezTo>
                    <a:cubicBezTo>
                      <a:pt x="99" y="6"/>
                      <a:pt x="90" y="6"/>
                      <a:pt x="87" y="6"/>
                    </a:cubicBezTo>
                    <a:cubicBezTo>
                      <a:pt x="84" y="6"/>
                      <a:pt x="81" y="9"/>
                      <a:pt x="78" y="12"/>
                    </a:cubicBezTo>
                    <a:cubicBezTo>
                      <a:pt x="69" y="12"/>
                      <a:pt x="69" y="12"/>
                      <a:pt x="69" y="12"/>
                    </a:cubicBezTo>
                    <a:cubicBezTo>
                      <a:pt x="66" y="12"/>
                      <a:pt x="60" y="6"/>
                      <a:pt x="60" y="6"/>
                    </a:cubicBezTo>
                    <a:cubicBezTo>
                      <a:pt x="57" y="6"/>
                      <a:pt x="54" y="9"/>
                      <a:pt x="51" y="9"/>
                    </a:cubicBezTo>
                    <a:cubicBezTo>
                      <a:pt x="48" y="12"/>
                      <a:pt x="45" y="6"/>
                      <a:pt x="45" y="3"/>
                    </a:cubicBezTo>
                    <a:cubicBezTo>
                      <a:pt x="42" y="0"/>
                      <a:pt x="36" y="3"/>
                      <a:pt x="36" y="0"/>
                    </a:cubicBezTo>
                    <a:cubicBezTo>
                      <a:pt x="33" y="0"/>
                      <a:pt x="30" y="3"/>
                      <a:pt x="27" y="3"/>
                    </a:cubicBezTo>
                    <a:cubicBezTo>
                      <a:pt x="27" y="3"/>
                      <a:pt x="21" y="3"/>
                      <a:pt x="18" y="3"/>
                    </a:cubicBezTo>
                    <a:cubicBezTo>
                      <a:pt x="15" y="6"/>
                      <a:pt x="15" y="12"/>
                      <a:pt x="15" y="12"/>
                    </a:cubicBezTo>
                    <a:cubicBezTo>
                      <a:pt x="15" y="12"/>
                      <a:pt x="9" y="18"/>
                      <a:pt x="9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9" y="24"/>
                      <a:pt x="9" y="30"/>
                      <a:pt x="9" y="30"/>
                    </a:cubicBezTo>
                    <a:cubicBezTo>
                      <a:pt x="9" y="33"/>
                      <a:pt x="12" y="45"/>
                      <a:pt x="9" y="45"/>
                    </a:cubicBezTo>
                    <a:cubicBezTo>
                      <a:pt x="6" y="48"/>
                      <a:pt x="6" y="54"/>
                      <a:pt x="6" y="54"/>
                    </a:cubicBezTo>
                    <a:cubicBezTo>
                      <a:pt x="6" y="54"/>
                      <a:pt x="0" y="54"/>
                      <a:pt x="0" y="60"/>
                    </a:cubicBezTo>
                    <a:cubicBezTo>
                      <a:pt x="0" y="66"/>
                      <a:pt x="0" y="69"/>
                      <a:pt x="0" y="75"/>
                    </a:cubicBezTo>
                    <a:cubicBezTo>
                      <a:pt x="0" y="78"/>
                      <a:pt x="3" y="78"/>
                      <a:pt x="3" y="84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6" y="87"/>
                      <a:pt x="15" y="87"/>
                      <a:pt x="21" y="87"/>
                    </a:cubicBezTo>
                    <a:cubicBezTo>
                      <a:pt x="27" y="90"/>
                      <a:pt x="30" y="96"/>
                      <a:pt x="30" y="99"/>
                    </a:cubicBezTo>
                    <a:cubicBezTo>
                      <a:pt x="30" y="102"/>
                      <a:pt x="36" y="108"/>
                      <a:pt x="36" y="108"/>
                    </a:cubicBezTo>
                    <a:cubicBezTo>
                      <a:pt x="39" y="111"/>
                      <a:pt x="45" y="105"/>
                      <a:pt x="48" y="105"/>
                    </a:cubicBezTo>
                    <a:cubicBezTo>
                      <a:pt x="51" y="105"/>
                      <a:pt x="63" y="105"/>
                      <a:pt x="63" y="105"/>
                    </a:cubicBezTo>
                    <a:cubicBezTo>
                      <a:pt x="66" y="105"/>
                      <a:pt x="66" y="105"/>
                      <a:pt x="66" y="105"/>
                    </a:cubicBezTo>
                    <a:cubicBezTo>
                      <a:pt x="69" y="99"/>
                      <a:pt x="69" y="93"/>
                      <a:pt x="69" y="93"/>
                    </a:cubicBezTo>
                    <a:cubicBezTo>
                      <a:pt x="81" y="81"/>
                      <a:pt x="81" y="81"/>
                      <a:pt x="81" y="8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Freeform 29">
                <a:extLst>
                  <a:ext uri="{FF2B5EF4-FFF2-40B4-BE49-F238E27FC236}">
                    <a16:creationId xmlns:a16="http://schemas.microsoft.com/office/drawing/2014/main" id="{1FF677EF-26B0-558A-BAC2-478287AAB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308" y="2970684"/>
                <a:ext cx="68941" cy="139233"/>
              </a:xfrm>
              <a:custGeom>
                <a:avLst/>
                <a:gdLst>
                  <a:gd name="T0" fmla="*/ 24 w 36"/>
                  <a:gd name="T1" fmla="*/ 45 h 72"/>
                  <a:gd name="T2" fmla="*/ 30 w 36"/>
                  <a:gd name="T3" fmla="*/ 39 h 72"/>
                  <a:gd name="T4" fmla="*/ 33 w 36"/>
                  <a:gd name="T5" fmla="*/ 30 h 72"/>
                  <a:gd name="T6" fmla="*/ 33 w 36"/>
                  <a:gd name="T7" fmla="*/ 15 h 72"/>
                  <a:gd name="T8" fmla="*/ 33 w 36"/>
                  <a:gd name="T9" fmla="*/ 6 h 72"/>
                  <a:gd name="T10" fmla="*/ 30 w 36"/>
                  <a:gd name="T11" fmla="*/ 6 h 72"/>
                  <a:gd name="T12" fmla="*/ 27 w 36"/>
                  <a:gd name="T13" fmla="*/ 3 h 72"/>
                  <a:gd name="T14" fmla="*/ 21 w 36"/>
                  <a:gd name="T15" fmla="*/ 6 h 72"/>
                  <a:gd name="T16" fmla="*/ 18 w 36"/>
                  <a:gd name="T17" fmla="*/ 12 h 72"/>
                  <a:gd name="T18" fmla="*/ 9 w 36"/>
                  <a:gd name="T19" fmla="*/ 15 h 72"/>
                  <a:gd name="T20" fmla="*/ 3 w 36"/>
                  <a:gd name="T21" fmla="*/ 18 h 72"/>
                  <a:gd name="T22" fmla="*/ 0 w 36"/>
                  <a:gd name="T23" fmla="*/ 18 h 72"/>
                  <a:gd name="T24" fmla="*/ 6 w 36"/>
                  <a:gd name="T25" fmla="*/ 30 h 72"/>
                  <a:gd name="T26" fmla="*/ 9 w 36"/>
                  <a:gd name="T27" fmla="*/ 36 h 72"/>
                  <a:gd name="T28" fmla="*/ 12 w 36"/>
                  <a:gd name="T29" fmla="*/ 51 h 72"/>
                  <a:gd name="T30" fmla="*/ 12 w 36"/>
                  <a:gd name="T31" fmla="*/ 72 h 72"/>
                  <a:gd name="T32" fmla="*/ 21 w 36"/>
                  <a:gd name="T33" fmla="*/ 69 h 72"/>
                  <a:gd name="T34" fmla="*/ 27 w 36"/>
                  <a:gd name="T35" fmla="*/ 69 h 72"/>
                  <a:gd name="T36" fmla="*/ 24 w 36"/>
                  <a:gd name="T37" fmla="*/ 60 h 72"/>
                  <a:gd name="T38" fmla="*/ 24 w 36"/>
                  <a:gd name="T3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6" h="72">
                    <a:moveTo>
                      <a:pt x="24" y="45"/>
                    </a:moveTo>
                    <a:cubicBezTo>
                      <a:pt x="24" y="39"/>
                      <a:pt x="30" y="39"/>
                      <a:pt x="30" y="39"/>
                    </a:cubicBezTo>
                    <a:cubicBezTo>
                      <a:pt x="30" y="39"/>
                      <a:pt x="30" y="33"/>
                      <a:pt x="33" y="30"/>
                    </a:cubicBezTo>
                    <a:cubicBezTo>
                      <a:pt x="36" y="30"/>
                      <a:pt x="33" y="18"/>
                      <a:pt x="33" y="15"/>
                    </a:cubicBezTo>
                    <a:cubicBezTo>
                      <a:pt x="33" y="15"/>
                      <a:pt x="33" y="9"/>
                      <a:pt x="33" y="6"/>
                    </a:cubicBezTo>
                    <a:cubicBezTo>
                      <a:pt x="33" y="9"/>
                      <a:pt x="30" y="9"/>
                      <a:pt x="30" y="6"/>
                    </a:cubicBezTo>
                    <a:cubicBezTo>
                      <a:pt x="27" y="6"/>
                      <a:pt x="30" y="3"/>
                      <a:pt x="27" y="3"/>
                    </a:cubicBezTo>
                    <a:cubicBezTo>
                      <a:pt x="21" y="0"/>
                      <a:pt x="21" y="6"/>
                      <a:pt x="21" y="6"/>
                    </a:cubicBezTo>
                    <a:cubicBezTo>
                      <a:pt x="21" y="9"/>
                      <a:pt x="21" y="9"/>
                      <a:pt x="18" y="12"/>
                    </a:cubicBezTo>
                    <a:cubicBezTo>
                      <a:pt x="18" y="12"/>
                      <a:pt x="12" y="15"/>
                      <a:pt x="9" y="15"/>
                    </a:cubicBezTo>
                    <a:cubicBezTo>
                      <a:pt x="6" y="15"/>
                      <a:pt x="6" y="18"/>
                      <a:pt x="3" y="18"/>
                    </a:cubicBezTo>
                    <a:cubicBezTo>
                      <a:pt x="3" y="18"/>
                      <a:pt x="3" y="18"/>
                      <a:pt x="0" y="18"/>
                    </a:cubicBezTo>
                    <a:cubicBezTo>
                      <a:pt x="3" y="27"/>
                      <a:pt x="3" y="27"/>
                      <a:pt x="6" y="30"/>
                    </a:cubicBezTo>
                    <a:cubicBezTo>
                      <a:pt x="12" y="30"/>
                      <a:pt x="9" y="36"/>
                      <a:pt x="9" y="36"/>
                    </a:cubicBezTo>
                    <a:cubicBezTo>
                      <a:pt x="12" y="39"/>
                      <a:pt x="12" y="45"/>
                      <a:pt x="12" y="51"/>
                    </a:cubicBezTo>
                    <a:cubicBezTo>
                      <a:pt x="12" y="54"/>
                      <a:pt x="12" y="63"/>
                      <a:pt x="12" y="72"/>
                    </a:cubicBezTo>
                    <a:cubicBezTo>
                      <a:pt x="15" y="72"/>
                      <a:pt x="18" y="69"/>
                      <a:pt x="21" y="69"/>
                    </a:cubicBezTo>
                    <a:cubicBezTo>
                      <a:pt x="24" y="69"/>
                      <a:pt x="27" y="66"/>
                      <a:pt x="27" y="69"/>
                    </a:cubicBezTo>
                    <a:cubicBezTo>
                      <a:pt x="27" y="63"/>
                      <a:pt x="24" y="63"/>
                      <a:pt x="24" y="60"/>
                    </a:cubicBezTo>
                    <a:cubicBezTo>
                      <a:pt x="24" y="54"/>
                      <a:pt x="24" y="51"/>
                      <a:pt x="24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30">
                <a:extLst>
                  <a:ext uri="{FF2B5EF4-FFF2-40B4-BE49-F238E27FC236}">
                    <a16:creationId xmlns:a16="http://schemas.microsoft.com/office/drawing/2014/main" id="{A7F05B58-7D58-6841-DA4F-EA7ECB4D65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087" y="3000423"/>
                <a:ext cx="39202" cy="114901"/>
              </a:xfrm>
              <a:custGeom>
                <a:avLst/>
                <a:gdLst>
                  <a:gd name="T0" fmla="*/ 18 w 21"/>
                  <a:gd name="T1" fmla="*/ 21 h 60"/>
                  <a:gd name="T2" fmla="*/ 15 w 21"/>
                  <a:gd name="T3" fmla="*/ 15 h 60"/>
                  <a:gd name="T4" fmla="*/ 9 w 21"/>
                  <a:gd name="T5" fmla="*/ 3 h 60"/>
                  <a:gd name="T6" fmla="*/ 3 w 21"/>
                  <a:gd name="T7" fmla="*/ 3 h 60"/>
                  <a:gd name="T8" fmla="*/ 0 w 21"/>
                  <a:gd name="T9" fmla="*/ 3 h 60"/>
                  <a:gd name="T10" fmla="*/ 3 w 21"/>
                  <a:gd name="T11" fmla="*/ 9 h 60"/>
                  <a:gd name="T12" fmla="*/ 6 w 21"/>
                  <a:gd name="T13" fmla="*/ 15 h 60"/>
                  <a:gd name="T14" fmla="*/ 6 w 21"/>
                  <a:gd name="T15" fmla="*/ 33 h 60"/>
                  <a:gd name="T16" fmla="*/ 9 w 21"/>
                  <a:gd name="T17" fmla="*/ 48 h 60"/>
                  <a:gd name="T18" fmla="*/ 12 w 21"/>
                  <a:gd name="T19" fmla="*/ 60 h 60"/>
                  <a:gd name="T20" fmla="*/ 15 w 21"/>
                  <a:gd name="T21" fmla="*/ 60 h 60"/>
                  <a:gd name="T22" fmla="*/ 21 w 21"/>
                  <a:gd name="T23" fmla="*/ 57 h 60"/>
                  <a:gd name="T24" fmla="*/ 21 w 21"/>
                  <a:gd name="T25" fmla="*/ 36 h 60"/>
                  <a:gd name="T26" fmla="*/ 18 w 21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60">
                    <a:moveTo>
                      <a:pt x="18" y="21"/>
                    </a:moveTo>
                    <a:cubicBezTo>
                      <a:pt x="18" y="21"/>
                      <a:pt x="21" y="15"/>
                      <a:pt x="15" y="15"/>
                    </a:cubicBezTo>
                    <a:cubicBezTo>
                      <a:pt x="12" y="12"/>
                      <a:pt x="12" y="12"/>
                      <a:pt x="9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0"/>
                      <a:pt x="0" y="3"/>
                      <a:pt x="0" y="3"/>
                    </a:cubicBezTo>
                    <a:cubicBezTo>
                      <a:pt x="0" y="6"/>
                      <a:pt x="3" y="9"/>
                      <a:pt x="3" y="9"/>
                    </a:cubicBezTo>
                    <a:cubicBezTo>
                      <a:pt x="3" y="9"/>
                      <a:pt x="6" y="12"/>
                      <a:pt x="6" y="15"/>
                    </a:cubicBezTo>
                    <a:cubicBezTo>
                      <a:pt x="6" y="21"/>
                      <a:pt x="3" y="27"/>
                      <a:pt x="6" y="33"/>
                    </a:cubicBezTo>
                    <a:cubicBezTo>
                      <a:pt x="6" y="36"/>
                      <a:pt x="9" y="42"/>
                      <a:pt x="9" y="48"/>
                    </a:cubicBezTo>
                    <a:cubicBezTo>
                      <a:pt x="9" y="51"/>
                      <a:pt x="12" y="57"/>
                      <a:pt x="12" y="60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8" y="57"/>
                      <a:pt x="18" y="57"/>
                      <a:pt x="21" y="57"/>
                    </a:cubicBezTo>
                    <a:cubicBezTo>
                      <a:pt x="21" y="48"/>
                      <a:pt x="21" y="39"/>
                      <a:pt x="21" y="36"/>
                    </a:cubicBezTo>
                    <a:cubicBezTo>
                      <a:pt x="21" y="30"/>
                      <a:pt x="21" y="24"/>
                      <a:pt x="18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Freeform 31">
                <a:extLst>
                  <a:ext uri="{FF2B5EF4-FFF2-40B4-BE49-F238E27FC236}">
                    <a16:creationId xmlns:a16="http://schemas.microsoft.com/office/drawing/2014/main" id="{66240834-C6FD-B1D6-B5AC-97FAEFDD2A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3336" y="2959870"/>
                <a:ext cx="160862" cy="247376"/>
              </a:xfrm>
              <a:custGeom>
                <a:avLst/>
                <a:gdLst>
                  <a:gd name="T0" fmla="*/ 33 w 84"/>
                  <a:gd name="T1" fmla="*/ 123 h 129"/>
                  <a:gd name="T2" fmla="*/ 63 w 84"/>
                  <a:gd name="T3" fmla="*/ 123 h 129"/>
                  <a:gd name="T4" fmla="*/ 81 w 84"/>
                  <a:gd name="T5" fmla="*/ 129 h 129"/>
                  <a:gd name="T6" fmla="*/ 84 w 84"/>
                  <a:gd name="T7" fmla="*/ 120 h 129"/>
                  <a:gd name="T8" fmla="*/ 81 w 84"/>
                  <a:gd name="T9" fmla="*/ 117 h 129"/>
                  <a:gd name="T10" fmla="*/ 75 w 84"/>
                  <a:gd name="T11" fmla="*/ 111 h 129"/>
                  <a:gd name="T12" fmla="*/ 72 w 84"/>
                  <a:gd name="T13" fmla="*/ 105 h 129"/>
                  <a:gd name="T14" fmla="*/ 69 w 84"/>
                  <a:gd name="T15" fmla="*/ 99 h 129"/>
                  <a:gd name="T16" fmla="*/ 66 w 84"/>
                  <a:gd name="T17" fmla="*/ 90 h 129"/>
                  <a:gd name="T18" fmla="*/ 66 w 84"/>
                  <a:gd name="T19" fmla="*/ 81 h 129"/>
                  <a:gd name="T20" fmla="*/ 69 w 84"/>
                  <a:gd name="T21" fmla="*/ 69 h 129"/>
                  <a:gd name="T22" fmla="*/ 75 w 84"/>
                  <a:gd name="T23" fmla="*/ 63 h 129"/>
                  <a:gd name="T24" fmla="*/ 72 w 84"/>
                  <a:gd name="T25" fmla="*/ 54 h 129"/>
                  <a:gd name="T26" fmla="*/ 63 w 84"/>
                  <a:gd name="T27" fmla="*/ 45 h 129"/>
                  <a:gd name="T28" fmla="*/ 60 w 84"/>
                  <a:gd name="T29" fmla="*/ 36 h 129"/>
                  <a:gd name="T30" fmla="*/ 69 w 84"/>
                  <a:gd name="T31" fmla="*/ 36 h 129"/>
                  <a:gd name="T32" fmla="*/ 75 w 84"/>
                  <a:gd name="T33" fmla="*/ 33 h 129"/>
                  <a:gd name="T34" fmla="*/ 69 w 84"/>
                  <a:gd name="T35" fmla="*/ 21 h 129"/>
                  <a:gd name="T36" fmla="*/ 69 w 84"/>
                  <a:gd name="T37" fmla="*/ 9 h 129"/>
                  <a:gd name="T38" fmla="*/ 63 w 84"/>
                  <a:gd name="T39" fmla="*/ 0 h 129"/>
                  <a:gd name="T40" fmla="*/ 60 w 84"/>
                  <a:gd name="T41" fmla="*/ 0 h 129"/>
                  <a:gd name="T42" fmla="*/ 60 w 84"/>
                  <a:gd name="T43" fmla="*/ 6 h 129"/>
                  <a:gd name="T44" fmla="*/ 66 w 84"/>
                  <a:gd name="T45" fmla="*/ 9 h 129"/>
                  <a:gd name="T46" fmla="*/ 66 w 84"/>
                  <a:gd name="T47" fmla="*/ 18 h 129"/>
                  <a:gd name="T48" fmla="*/ 60 w 84"/>
                  <a:gd name="T49" fmla="*/ 21 h 129"/>
                  <a:gd name="T50" fmla="*/ 54 w 84"/>
                  <a:gd name="T51" fmla="*/ 33 h 129"/>
                  <a:gd name="T52" fmla="*/ 51 w 84"/>
                  <a:gd name="T53" fmla="*/ 42 h 129"/>
                  <a:gd name="T54" fmla="*/ 48 w 84"/>
                  <a:gd name="T55" fmla="*/ 48 h 129"/>
                  <a:gd name="T56" fmla="*/ 42 w 84"/>
                  <a:gd name="T57" fmla="*/ 54 h 129"/>
                  <a:gd name="T58" fmla="*/ 36 w 84"/>
                  <a:gd name="T59" fmla="*/ 72 h 129"/>
                  <a:gd name="T60" fmla="*/ 30 w 84"/>
                  <a:gd name="T61" fmla="*/ 75 h 129"/>
                  <a:gd name="T62" fmla="*/ 21 w 84"/>
                  <a:gd name="T63" fmla="*/ 69 h 129"/>
                  <a:gd name="T64" fmla="*/ 15 w 84"/>
                  <a:gd name="T65" fmla="*/ 72 h 129"/>
                  <a:gd name="T66" fmla="*/ 3 w 84"/>
                  <a:gd name="T67" fmla="*/ 84 h 129"/>
                  <a:gd name="T68" fmla="*/ 0 w 84"/>
                  <a:gd name="T69" fmla="*/ 96 h 129"/>
                  <a:gd name="T70" fmla="*/ 3 w 84"/>
                  <a:gd name="T71" fmla="*/ 102 h 129"/>
                  <a:gd name="T72" fmla="*/ 12 w 84"/>
                  <a:gd name="T73" fmla="*/ 102 h 129"/>
                  <a:gd name="T74" fmla="*/ 15 w 84"/>
                  <a:gd name="T75" fmla="*/ 114 h 129"/>
                  <a:gd name="T76" fmla="*/ 15 w 84"/>
                  <a:gd name="T77" fmla="*/ 123 h 129"/>
                  <a:gd name="T78" fmla="*/ 30 w 84"/>
                  <a:gd name="T79" fmla="*/ 123 h 129"/>
                  <a:gd name="T80" fmla="*/ 33 w 84"/>
                  <a:gd name="T81" fmla="*/ 123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29">
                    <a:moveTo>
                      <a:pt x="33" y="123"/>
                    </a:moveTo>
                    <a:cubicBezTo>
                      <a:pt x="33" y="123"/>
                      <a:pt x="60" y="123"/>
                      <a:pt x="63" y="123"/>
                    </a:cubicBezTo>
                    <a:cubicBezTo>
                      <a:pt x="69" y="123"/>
                      <a:pt x="81" y="129"/>
                      <a:pt x="81" y="129"/>
                    </a:cubicBezTo>
                    <a:cubicBezTo>
                      <a:pt x="81" y="129"/>
                      <a:pt x="81" y="123"/>
                      <a:pt x="84" y="120"/>
                    </a:cubicBezTo>
                    <a:cubicBezTo>
                      <a:pt x="81" y="120"/>
                      <a:pt x="81" y="117"/>
                      <a:pt x="81" y="117"/>
                    </a:cubicBezTo>
                    <a:cubicBezTo>
                      <a:pt x="75" y="111"/>
                      <a:pt x="75" y="111"/>
                      <a:pt x="75" y="111"/>
                    </a:cubicBezTo>
                    <a:cubicBezTo>
                      <a:pt x="72" y="108"/>
                      <a:pt x="72" y="105"/>
                      <a:pt x="72" y="105"/>
                    </a:cubicBezTo>
                    <a:cubicBezTo>
                      <a:pt x="72" y="105"/>
                      <a:pt x="72" y="102"/>
                      <a:pt x="69" y="99"/>
                    </a:cubicBezTo>
                    <a:cubicBezTo>
                      <a:pt x="66" y="96"/>
                      <a:pt x="66" y="96"/>
                      <a:pt x="66" y="90"/>
                    </a:cubicBezTo>
                    <a:cubicBezTo>
                      <a:pt x="66" y="87"/>
                      <a:pt x="66" y="84"/>
                      <a:pt x="66" y="81"/>
                    </a:cubicBezTo>
                    <a:cubicBezTo>
                      <a:pt x="66" y="78"/>
                      <a:pt x="69" y="75"/>
                      <a:pt x="69" y="69"/>
                    </a:cubicBezTo>
                    <a:cubicBezTo>
                      <a:pt x="72" y="66"/>
                      <a:pt x="75" y="66"/>
                      <a:pt x="75" y="63"/>
                    </a:cubicBezTo>
                    <a:cubicBezTo>
                      <a:pt x="75" y="60"/>
                      <a:pt x="75" y="57"/>
                      <a:pt x="72" y="54"/>
                    </a:cubicBezTo>
                    <a:cubicBezTo>
                      <a:pt x="72" y="51"/>
                      <a:pt x="69" y="48"/>
                      <a:pt x="63" y="45"/>
                    </a:cubicBezTo>
                    <a:cubicBezTo>
                      <a:pt x="60" y="42"/>
                      <a:pt x="60" y="39"/>
                      <a:pt x="60" y="36"/>
                    </a:cubicBezTo>
                    <a:cubicBezTo>
                      <a:pt x="60" y="36"/>
                      <a:pt x="66" y="36"/>
                      <a:pt x="69" y="36"/>
                    </a:cubicBezTo>
                    <a:cubicBezTo>
                      <a:pt x="75" y="36"/>
                      <a:pt x="78" y="36"/>
                      <a:pt x="75" y="33"/>
                    </a:cubicBezTo>
                    <a:cubicBezTo>
                      <a:pt x="72" y="33"/>
                      <a:pt x="69" y="27"/>
                      <a:pt x="69" y="21"/>
                    </a:cubicBezTo>
                    <a:cubicBezTo>
                      <a:pt x="72" y="15"/>
                      <a:pt x="69" y="12"/>
                      <a:pt x="69" y="9"/>
                    </a:cubicBezTo>
                    <a:cubicBezTo>
                      <a:pt x="69" y="6"/>
                      <a:pt x="66" y="0"/>
                      <a:pt x="63" y="0"/>
                    </a:cubicBezTo>
                    <a:cubicBezTo>
                      <a:pt x="63" y="0"/>
                      <a:pt x="63" y="0"/>
                      <a:pt x="60" y="0"/>
                    </a:cubicBezTo>
                    <a:cubicBezTo>
                      <a:pt x="60" y="3"/>
                      <a:pt x="60" y="6"/>
                      <a:pt x="60" y="6"/>
                    </a:cubicBezTo>
                    <a:cubicBezTo>
                      <a:pt x="60" y="6"/>
                      <a:pt x="63" y="9"/>
                      <a:pt x="66" y="9"/>
                    </a:cubicBezTo>
                    <a:cubicBezTo>
                      <a:pt x="66" y="12"/>
                      <a:pt x="66" y="15"/>
                      <a:pt x="66" y="18"/>
                    </a:cubicBezTo>
                    <a:cubicBezTo>
                      <a:pt x="66" y="21"/>
                      <a:pt x="60" y="21"/>
                      <a:pt x="60" y="21"/>
                    </a:cubicBezTo>
                    <a:cubicBezTo>
                      <a:pt x="57" y="21"/>
                      <a:pt x="51" y="33"/>
                      <a:pt x="54" y="33"/>
                    </a:cubicBezTo>
                    <a:cubicBezTo>
                      <a:pt x="54" y="36"/>
                      <a:pt x="51" y="39"/>
                      <a:pt x="51" y="42"/>
                    </a:cubicBezTo>
                    <a:cubicBezTo>
                      <a:pt x="48" y="42"/>
                      <a:pt x="48" y="45"/>
                      <a:pt x="48" y="48"/>
                    </a:cubicBezTo>
                    <a:cubicBezTo>
                      <a:pt x="48" y="48"/>
                      <a:pt x="42" y="51"/>
                      <a:pt x="42" y="54"/>
                    </a:cubicBezTo>
                    <a:cubicBezTo>
                      <a:pt x="42" y="57"/>
                      <a:pt x="36" y="66"/>
                      <a:pt x="36" y="72"/>
                    </a:cubicBezTo>
                    <a:cubicBezTo>
                      <a:pt x="33" y="75"/>
                      <a:pt x="30" y="78"/>
                      <a:pt x="30" y="75"/>
                    </a:cubicBezTo>
                    <a:cubicBezTo>
                      <a:pt x="30" y="72"/>
                      <a:pt x="24" y="69"/>
                      <a:pt x="21" y="69"/>
                    </a:cubicBezTo>
                    <a:cubicBezTo>
                      <a:pt x="21" y="72"/>
                      <a:pt x="18" y="72"/>
                      <a:pt x="15" y="72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3" y="84"/>
                      <a:pt x="3" y="90"/>
                      <a:pt x="0" y="96"/>
                    </a:cubicBezTo>
                    <a:cubicBezTo>
                      <a:pt x="0" y="96"/>
                      <a:pt x="3" y="99"/>
                      <a:pt x="3" y="102"/>
                    </a:cubicBezTo>
                    <a:cubicBezTo>
                      <a:pt x="6" y="105"/>
                      <a:pt x="12" y="102"/>
                      <a:pt x="12" y="102"/>
                    </a:cubicBezTo>
                    <a:cubicBezTo>
                      <a:pt x="15" y="105"/>
                      <a:pt x="18" y="111"/>
                      <a:pt x="15" y="114"/>
                    </a:cubicBezTo>
                    <a:cubicBezTo>
                      <a:pt x="15" y="117"/>
                      <a:pt x="12" y="123"/>
                      <a:pt x="15" y="123"/>
                    </a:cubicBezTo>
                    <a:cubicBezTo>
                      <a:pt x="30" y="123"/>
                      <a:pt x="30" y="123"/>
                      <a:pt x="30" y="123"/>
                    </a:cubicBezTo>
                    <a:lnTo>
                      <a:pt x="33" y="123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32">
                <a:extLst>
                  <a:ext uri="{FF2B5EF4-FFF2-40B4-BE49-F238E27FC236}">
                    <a16:creationId xmlns:a16="http://schemas.microsoft.com/office/drawing/2014/main" id="{F4871FE1-BE8F-B787-74DC-262CA8D3C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245" y="3011238"/>
                <a:ext cx="131123" cy="137882"/>
              </a:xfrm>
              <a:custGeom>
                <a:avLst/>
                <a:gdLst>
                  <a:gd name="T0" fmla="*/ 66 w 69"/>
                  <a:gd name="T1" fmla="*/ 60 h 72"/>
                  <a:gd name="T2" fmla="*/ 60 w 69"/>
                  <a:gd name="T3" fmla="*/ 48 h 72"/>
                  <a:gd name="T4" fmla="*/ 66 w 69"/>
                  <a:gd name="T5" fmla="*/ 36 h 72"/>
                  <a:gd name="T6" fmla="*/ 69 w 69"/>
                  <a:gd name="T7" fmla="*/ 30 h 72"/>
                  <a:gd name="T8" fmla="*/ 66 w 69"/>
                  <a:gd name="T9" fmla="*/ 12 h 72"/>
                  <a:gd name="T10" fmla="*/ 63 w 69"/>
                  <a:gd name="T11" fmla="*/ 9 h 72"/>
                  <a:gd name="T12" fmla="*/ 51 w 69"/>
                  <a:gd name="T13" fmla="*/ 12 h 72"/>
                  <a:gd name="T14" fmla="*/ 39 w 69"/>
                  <a:gd name="T15" fmla="*/ 6 h 72"/>
                  <a:gd name="T16" fmla="*/ 30 w 69"/>
                  <a:gd name="T17" fmla="*/ 3 h 72"/>
                  <a:gd name="T18" fmla="*/ 27 w 69"/>
                  <a:gd name="T19" fmla="*/ 3 h 72"/>
                  <a:gd name="T20" fmla="*/ 21 w 69"/>
                  <a:gd name="T21" fmla="*/ 3 h 72"/>
                  <a:gd name="T22" fmla="*/ 15 w 69"/>
                  <a:gd name="T23" fmla="*/ 6 h 72"/>
                  <a:gd name="T24" fmla="*/ 9 w 69"/>
                  <a:gd name="T25" fmla="*/ 6 h 72"/>
                  <a:gd name="T26" fmla="*/ 6 w 69"/>
                  <a:gd name="T27" fmla="*/ 6 h 72"/>
                  <a:gd name="T28" fmla="*/ 6 w 69"/>
                  <a:gd name="T29" fmla="*/ 15 h 72"/>
                  <a:gd name="T30" fmla="*/ 9 w 69"/>
                  <a:gd name="T31" fmla="*/ 21 h 72"/>
                  <a:gd name="T32" fmla="*/ 9 w 69"/>
                  <a:gd name="T33" fmla="*/ 27 h 72"/>
                  <a:gd name="T34" fmla="*/ 6 w 69"/>
                  <a:gd name="T35" fmla="*/ 27 h 72"/>
                  <a:gd name="T36" fmla="*/ 6 w 69"/>
                  <a:gd name="T37" fmla="*/ 36 h 72"/>
                  <a:gd name="T38" fmla="*/ 3 w 69"/>
                  <a:gd name="T39" fmla="*/ 42 h 72"/>
                  <a:gd name="T40" fmla="*/ 0 w 69"/>
                  <a:gd name="T41" fmla="*/ 48 h 72"/>
                  <a:gd name="T42" fmla="*/ 6 w 69"/>
                  <a:gd name="T43" fmla="*/ 51 h 72"/>
                  <a:gd name="T44" fmla="*/ 15 w 69"/>
                  <a:gd name="T45" fmla="*/ 60 h 72"/>
                  <a:gd name="T46" fmla="*/ 9 w 69"/>
                  <a:gd name="T47" fmla="*/ 72 h 72"/>
                  <a:gd name="T48" fmla="*/ 45 w 69"/>
                  <a:gd name="T49" fmla="*/ 63 h 72"/>
                  <a:gd name="T50" fmla="*/ 66 w 69"/>
                  <a:gd name="T51" fmla="*/ 66 h 72"/>
                  <a:gd name="T52" fmla="*/ 66 w 69"/>
                  <a:gd name="T53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9" h="72">
                    <a:moveTo>
                      <a:pt x="66" y="60"/>
                    </a:moveTo>
                    <a:cubicBezTo>
                      <a:pt x="63" y="57"/>
                      <a:pt x="60" y="48"/>
                      <a:pt x="60" y="48"/>
                    </a:cubicBezTo>
                    <a:cubicBezTo>
                      <a:pt x="60" y="45"/>
                      <a:pt x="66" y="39"/>
                      <a:pt x="66" y="36"/>
                    </a:cubicBezTo>
                    <a:cubicBezTo>
                      <a:pt x="66" y="33"/>
                      <a:pt x="69" y="30"/>
                      <a:pt x="69" y="30"/>
                    </a:cubicBezTo>
                    <a:cubicBezTo>
                      <a:pt x="69" y="27"/>
                      <a:pt x="69" y="18"/>
                      <a:pt x="66" y="12"/>
                    </a:cubicBezTo>
                    <a:cubicBezTo>
                      <a:pt x="66" y="12"/>
                      <a:pt x="63" y="12"/>
                      <a:pt x="63" y="9"/>
                    </a:cubicBezTo>
                    <a:cubicBezTo>
                      <a:pt x="60" y="9"/>
                      <a:pt x="54" y="9"/>
                      <a:pt x="51" y="12"/>
                    </a:cubicBezTo>
                    <a:cubicBezTo>
                      <a:pt x="48" y="15"/>
                      <a:pt x="42" y="9"/>
                      <a:pt x="39" y="6"/>
                    </a:cubicBezTo>
                    <a:cubicBezTo>
                      <a:pt x="39" y="6"/>
                      <a:pt x="36" y="3"/>
                      <a:pt x="30" y="3"/>
                    </a:cubicBezTo>
                    <a:cubicBezTo>
                      <a:pt x="27" y="6"/>
                      <a:pt x="27" y="6"/>
                      <a:pt x="27" y="3"/>
                    </a:cubicBezTo>
                    <a:cubicBezTo>
                      <a:pt x="27" y="0"/>
                      <a:pt x="21" y="0"/>
                      <a:pt x="21" y="3"/>
                    </a:cubicBezTo>
                    <a:cubicBezTo>
                      <a:pt x="21" y="6"/>
                      <a:pt x="18" y="9"/>
                      <a:pt x="15" y="6"/>
                    </a:cubicBezTo>
                    <a:cubicBezTo>
                      <a:pt x="15" y="6"/>
                      <a:pt x="12" y="3"/>
                      <a:pt x="9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9"/>
                      <a:pt x="3" y="15"/>
                      <a:pt x="6" y="15"/>
                    </a:cubicBezTo>
                    <a:cubicBezTo>
                      <a:pt x="9" y="15"/>
                      <a:pt x="9" y="18"/>
                      <a:pt x="9" y="21"/>
                    </a:cubicBezTo>
                    <a:cubicBezTo>
                      <a:pt x="6" y="21"/>
                      <a:pt x="12" y="24"/>
                      <a:pt x="9" y="27"/>
                    </a:cubicBezTo>
                    <a:cubicBezTo>
                      <a:pt x="9" y="30"/>
                      <a:pt x="6" y="24"/>
                      <a:pt x="6" y="27"/>
                    </a:cubicBezTo>
                    <a:cubicBezTo>
                      <a:pt x="3" y="30"/>
                      <a:pt x="6" y="33"/>
                      <a:pt x="6" y="36"/>
                    </a:cubicBezTo>
                    <a:cubicBezTo>
                      <a:pt x="3" y="36"/>
                      <a:pt x="3" y="36"/>
                      <a:pt x="3" y="42"/>
                    </a:cubicBezTo>
                    <a:cubicBezTo>
                      <a:pt x="3" y="45"/>
                      <a:pt x="3" y="48"/>
                      <a:pt x="0" y="48"/>
                    </a:cubicBezTo>
                    <a:cubicBezTo>
                      <a:pt x="0" y="51"/>
                      <a:pt x="0" y="51"/>
                      <a:pt x="6" y="51"/>
                    </a:cubicBezTo>
                    <a:cubicBezTo>
                      <a:pt x="9" y="54"/>
                      <a:pt x="15" y="57"/>
                      <a:pt x="15" y="60"/>
                    </a:cubicBezTo>
                    <a:cubicBezTo>
                      <a:pt x="12" y="63"/>
                      <a:pt x="12" y="66"/>
                      <a:pt x="9" y="72"/>
                    </a:cubicBezTo>
                    <a:cubicBezTo>
                      <a:pt x="18" y="72"/>
                      <a:pt x="30" y="66"/>
                      <a:pt x="45" y="63"/>
                    </a:cubicBezTo>
                    <a:cubicBezTo>
                      <a:pt x="54" y="63"/>
                      <a:pt x="60" y="63"/>
                      <a:pt x="66" y="66"/>
                    </a:cubicBezTo>
                    <a:cubicBezTo>
                      <a:pt x="66" y="63"/>
                      <a:pt x="66" y="60"/>
                      <a:pt x="66" y="6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Freeform 33">
                <a:extLst>
                  <a:ext uri="{FF2B5EF4-FFF2-40B4-BE49-F238E27FC236}">
                    <a16:creationId xmlns:a16="http://schemas.microsoft.com/office/drawing/2014/main" id="{FB4A6815-22C5-8854-5DFC-CDCDE6E26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146" y="3005830"/>
                <a:ext cx="91921" cy="137882"/>
              </a:xfrm>
              <a:custGeom>
                <a:avLst/>
                <a:gdLst>
                  <a:gd name="T0" fmla="*/ 42 w 48"/>
                  <a:gd name="T1" fmla="*/ 30 h 72"/>
                  <a:gd name="T2" fmla="*/ 42 w 48"/>
                  <a:gd name="T3" fmla="*/ 12 h 72"/>
                  <a:gd name="T4" fmla="*/ 39 w 48"/>
                  <a:gd name="T5" fmla="*/ 6 h 72"/>
                  <a:gd name="T6" fmla="*/ 36 w 48"/>
                  <a:gd name="T7" fmla="*/ 0 h 72"/>
                  <a:gd name="T8" fmla="*/ 33 w 48"/>
                  <a:gd name="T9" fmla="*/ 3 h 72"/>
                  <a:gd name="T10" fmla="*/ 6 w 48"/>
                  <a:gd name="T11" fmla="*/ 0 h 72"/>
                  <a:gd name="T12" fmla="*/ 6 w 48"/>
                  <a:gd name="T13" fmla="*/ 12 h 72"/>
                  <a:gd name="T14" fmla="*/ 6 w 48"/>
                  <a:gd name="T15" fmla="*/ 15 h 72"/>
                  <a:gd name="T16" fmla="*/ 9 w 48"/>
                  <a:gd name="T17" fmla="*/ 33 h 72"/>
                  <a:gd name="T18" fmla="*/ 6 w 48"/>
                  <a:gd name="T19" fmla="*/ 39 h 72"/>
                  <a:gd name="T20" fmla="*/ 0 w 48"/>
                  <a:gd name="T21" fmla="*/ 51 h 72"/>
                  <a:gd name="T22" fmla="*/ 6 w 48"/>
                  <a:gd name="T23" fmla="*/ 63 h 72"/>
                  <a:gd name="T24" fmla="*/ 6 w 48"/>
                  <a:gd name="T25" fmla="*/ 69 h 72"/>
                  <a:gd name="T26" fmla="*/ 15 w 48"/>
                  <a:gd name="T27" fmla="*/ 72 h 72"/>
                  <a:gd name="T28" fmla="*/ 36 w 48"/>
                  <a:gd name="T29" fmla="*/ 63 h 72"/>
                  <a:gd name="T30" fmla="*/ 48 w 48"/>
                  <a:gd name="T31" fmla="*/ 57 h 72"/>
                  <a:gd name="T32" fmla="*/ 45 w 48"/>
                  <a:gd name="T33" fmla="*/ 45 h 72"/>
                  <a:gd name="T34" fmla="*/ 42 w 48"/>
                  <a:gd name="T3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72">
                    <a:moveTo>
                      <a:pt x="42" y="30"/>
                    </a:moveTo>
                    <a:cubicBezTo>
                      <a:pt x="39" y="24"/>
                      <a:pt x="42" y="18"/>
                      <a:pt x="42" y="12"/>
                    </a:cubicBezTo>
                    <a:cubicBezTo>
                      <a:pt x="42" y="9"/>
                      <a:pt x="39" y="6"/>
                      <a:pt x="39" y="6"/>
                    </a:cubicBezTo>
                    <a:cubicBezTo>
                      <a:pt x="39" y="6"/>
                      <a:pt x="36" y="3"/>
                      <a:pt x="36" y="0"/>
                    </a:cubicBezTo>
                    <a:cubicBezTo>
                      <a:pt x="33" y="0"/>
                      <a:pt x="33" y="3"/>
                      <a:pt x="33" y="3"/>
                    </a:cubicBezTo>
                    <a:cubicBezTo>
                      <a:pt x="33" y="0"/>
                      <a:pt x="6" y="0"/>
                      <a:pt x="6" y="0"/>
                    </a:cubicBezTo>
                    <a:cubicBezTo>
                      <a:pt x="3" y="3"/>
                      <a:pt x="6" y="9"/>
                      <a:pt x="6" y="12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9" y="21"/>
                      <a:pt x="9" y="30"/>
                      <a:pt x="9" y="33"/>
                    </a:cubicBezTo>
                    <a:cubicBezTo>
                      <a:pt x="9" y="33"/>
                      <a:pt x="6" y="36"/>
                      <a:pt x="6" y="39"/>
                    </a:cubicBezTo>
                    <a:cubicBezTo>
                      <a:pt x="6" y="42"/>
                      <a:pt x="0" y="48"/>
                      <a:pt x="0" y="51"/>
                    </a:cubicBezTo>
                    <a:cubicBezTo>
                      <a:pt x="0" y="51"/>
                      <a:pt x="3" y="60"/>
                      <a:pt x="6" y="63"/>
                    </a:cubicBezTo>
                    <a:cubicBezTo>
                      <a:pt x="6" y="63"/>
                      <a:pt x="6" y="66"/>
                      <a:pt x="6" y="69"/>
                    </a:cubicBezTo>
                    <a:cubicBezTo>
                      <a:pt x="9" y="69"/>
                      <a:pt x="12" y="72"/>
                      <a:pt x="15" y="72"/>
                    </a:cubicBezTo>
                    <a:cubicBezTo>
                      <a:pt x="15" y="72"/>
                      <a:pt x="30" y="66"/>
                      <a:pt x="36" y="63"/>
                    </a:cubicBezTo>
                    <a:cubicBezTo>
                      <a:pt x="39" y="60"/>
                      <a:pt x="45" y="60"/>
                      <a:pt x="48" y="57"/>
                    </a:cubicBezTo>
                    <a:cubicBezTo>
                      <a:pt x="48" y="54"/>
                      <a:pt x="45" y="48"/>
                      <a:pt x="45" y="45"/>
                    </a:cubicBezTo>
                    <a:cubicBezTo>
                      <a:pt x="45" y="39"/>
                      <a:pt x="42" y="33"/>
                      <a:pt x="42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Freeform 34">
                <a:extLst>
                  <a:ext uri="{FF2B5EF4-FFF2-40B4-BE49-F238E27FC236}">
                    <a16:creationId xmlns:a16="http://schemas.microsoft.com/office/drawing/2014/main" id="{DBAFBD63-E260-A4D3-7A12-81D48AE55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5604" y="2970684"/>
                <a:ext cx="167621" cy="121660"/>
              </a:xfrm>
              <a:custGeom>
                <a:avLst/>
                <a:gdLst>
                  <a:gd name="T0" fmla="*/ 30 w 87"/>
                  <a:gd name="T1" fmla="*/ 33 h 63"/>
                  <a:gd name="T2" fmla="*/ 36 w 87"/>
                  <a:gd name="T3" fmla="*/ 33 h 63"/>
                  <a:gd name="T4" fmla="*/ 42 w 87"/>
                  <a:gd name="T5" fmla="*/ 30 h 63"/>
                  <a:gd name="T6" fmla="*/ 51 w 87"/>
                  <a:gd name="T7" fmla="*/ 42 h 63"/>
                  <a:gd name="T8" fmla="*/ 54 w 87"/>
                  <a:gd name="T9" fmla="*/ 48 h 63"/>
                  <a:gd name="T10" fmla="*/ 54 w 87"/>
                  <a:gd name="T11" fmla="*/ 48 h 63"/>
                  <a:gd name="T12" fmla="*/ 63 w 87"/>
                  <a:gd name="T13" fmla="*/ 48 h 63"/>
                  <a:gd name="T14" fmla="*/ 66 w 87"/>
                  <a:gd name="T15" fmla="*/ 57 h 63"/>
                  <a:gd name="T16" fmla="*/ 72 w 87"/>
                  <a:gd name="T17" fmla="*/ 60 h 63"/>
                  <a:gd name="T18" fmla="*/ 75 w 87"/>
                  <a:gd name="T19" fmla="*/ 57 h 63"/>
                  <a:gd name="T20" fmla="*/ 78 w 87"/>
                  <a:gd name="T21" fmla="*/ 60 h 63"/>
                  <a:gd name="T22" fmla="*/ 81 w 87"/>
                  <a:gd name="T23" fmla="*/ 57 h 63"/>
                  <a:gd name="T24" fmla="*/ 81 w 87"/>
                  <a:gd name="T25" fmla="*/ 48 h 63"/>
                  <a:gd name="T26" fmla="*/ 84 w 87"/>
                  <a:gd name="T27" fmla="*/ 48 h 63"/>
                  <a:gd name="T28" fmla="*/ 84 w 87"/>
                  <a:gd name="T29" fmla="*/ 42 h 63"/>
                  <a:gd name="T30" fmla="*/ 81 w 87"/>
                  <a:gd name="T31" fmla="*/ 36 h 63"/>
                  <a:gd name="T32" fmla="*/ 81 w 87"/>
                  <a:gd name="T33" fmla="*/ 27 h 63"/>
                  <a:gd name="T34" fmla="*/ 78 w 87"/>
                  <a:gd name="T35" fmla="*/ 24 h 63"/>
                  <a:gd name="T36" fmla="*/ 78 w 87"/>
                  <a:gd name="T37" fmla="*/ 18 h 63"/>
                  <a:gd name="T38" fmla="*/ 78 w 87"/>
                  <a:gd name="T39" fmla="*/ 15 h 63"/>
                  <a:gd name="T40" fmla="*/ 72 w 87"/>
                  <a:gd name="T41" fmla="*/ 9 h 63"/>
                  <a:gd name="T42" fmla="*/ 69 w 87"/>
                  <a:gd name="T43" fmla="*/ 0 h 63"/>
                  <a:gd name="T44" fmla="*/ 60 w 87"/>
                  <a:gd name="T45" fmla="*/ 6 h 63"/>
                  <a:gd name="T46" fmla="*/ 54 w 87"/>
                  <a:gd name="T47" fmla="*/ 6 h 63"/>
                  <a:gd name="T48" fmla="*/ 45 w 87"/>
                  <a:gd name="T49" fmla="*/ 6 h 63"/>
                  <a:gd name="T50" fmla="*/ 42 w 87"/>
                  <a:gd name="T51" fmla="*/ 3 h 63"/>
                  <a:gd name="T52" fmla="*/ 42 w 87"/>
                  <a:gd name="T53" fmla="*/ 3 h 63"/>
                  <a:gd name="T54" fmla="*/ 42 w 87"/>
                  <a:gd name="T55" fmla="*/ 3 h 63"/>
                  <a:gd name="T56" fmla="*/ 24 w 87"/>
                  <a:gd name="T57" fmla="*/ 3 h 63"/>
                  <a:gd name="T58" fmla="*/ 18 w 87"/>
                  <a:gd name="T59" fmla="*/ 0 h 63"/>
                  <a:gd name="T60" fmla="*/ 15 w 87"/>
                  <a:gd name="T61" fmla="*/ 3 h 63"/>
                  <a:gd name="T62" fmla="*/ 15 w 87"/>
                  <a:gd name="T63" fmla="*/ 9 h 63"/>
                  <a:gd name="T64" fmla="*/ 12 w 87"/>
                  <a:gd name="T65" fmla="*/ 12 h 63"/>
                  <a:gd name="T66" fmla="*/ 3 w 87"/>
                  <a:gd name="T67" fmla="*/ 15 h 63"/>
                  <a:gd name="T68" fmla="*/ 0 w 87"/>
                  <a:gd name="T69" fmla="*/ 18 h 63"/>
                  <a:gd name="T70" fmla="*/ 9 w 87"/>
                  <a:gd name="T71" fmla="*/ 27 h 63"/>
                  <a:gd name="T72" fmla="*/ 21 w 87"/>
                  <a:gd name="T73" fmla="*/ 42 h 63"/>
                  <a:gd name="T74" fmla="*/ 30 w 87"/>
                  <a:gd name="T75" fmla="*/ 3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7" h="63">
                    <a:moveTo>
                      <a:pt x="30" y="33"/>
                    </a:moveTo>
                    <a:cubicBezTo>
                      <a:pt x="30" y="30"/>
                      <a:pt x="33" y="30"/>
                      <a:pt x="36" y="33"/>
                    </a:cubicBezTo>
                    <a:cubicBezTo>
                      <a:pt x="39" y="33"/>
                      <a:pt x="42" y="30"/>
                      <a:pt x="42" y="30"/>
                    </a:cubicBezTo>
                    <a:cubicBezTo>
                      <a:pt x="45" y="30"/>
                      <a:pt x="51" y="39"/>
                      <a:pt x="51" y="42"/>
                    </a:cubicBezTo>
                    <a:cubicBezTo>
                      <a:pt x="51" y="45"/>
                      <a:pt x="54" y="45"/>
                      <a:pt x="54" y="48"/>
                    </a:cubicBezTo>
                    <a:cubicBezTo>
                      <a:pt x="54" y="48"/>
                      <a:pt x="54" y="48"/>
                      <a:pt x="54" y="48"/>
                    </a:cubicBezTo>
                    <a:cubicBezTo>
                      <a:pt x="57" y="48"/>
                      <a:pt x="63" y="48"/>
                      <a:pt x="63" y="48"/>
                    </a:cubicBezTo>
                    <a:cubicBezTo>
                      <a:pt x="63" y="48"/>
                      <a:pt x="66" y="54"/>
                      <a:pt x="66" y="57"/>
                    </a:cubicBezTo>
                    <a:cubicBezTo>
                      <a:pt x="66" y="60"/>
                      <a:pt x="69" y="63"/>
                      <a:pt x="72" y="60"/>
                    </a:cubicBezTo>
                    <a:cubicBezTo>
                      <a:pt x="72" y="57"/>
                      <a:pt x="75" y="54"/>
                      <a:pt x="75" y="57"/>
                    </a:cubicBezTo>
                    <a:cubicBezTo>
                      <a:pt x="75" y="57"/>
                      <a:pt x="75" y="57"/>
                      <a:pt x="78" y="60"/>
                    </a:cubicBezTo>
                    <a:cubicBezTo>
                      <a:pt x="78" y="57"/>
                      <a:pt x="81" y="57"/>
                      <a:pt x="81" y="57"/>
                    </a:cubicBezTo>
                    <a:cubicBezTo>
                      <a:pt x="81" y="54"/>
                      <a:pt x="78" y="51"/>
                      <a:pt x="81" y="48"/>
                    </a:cubicBezTo>
                    <a:cubicBezTo>
                      <a:pt x="81" y="45"/>
                      <a:pt x="84" y="51"/>
                      <a:pt x="84" y="48"/>
                    </a:cubicBezTo>
                    <a:cubicBezTo>
                      <a:pt x="87" y="45"/>
                      <a:pt x="81" y="42"/>
                      <a:pt x="84" y="42"/>
                    </a:cubicBezTo>
                    <a:cubicBezTo>
                      <a:pt x="84" y="39"/>
                      <a:pt x="84" y="36"/>
                      <a:pt x="81" y="36"/>
                    </a:cubicBezTo>
                    <a:cubicBezTo>
                      <a:pt x="78" y="36"/>
                      <a:pt x="81" y="30"/>
                      <a:pt x="81" y="27"/>
                    </a:cubicBezTo>
                    <a:cubicBezTo>
                      <a:pt x="81" y="27"/>
                      <a:pt x="81" y="27"/>
                      <a:pt x="78" y="24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8"/>
                      <a:pt x="75" y="15"/>
                      <a:pt x="78" y="15"/>
                    </a:cubicBezTo>
                    <a:cubicBezTo>
                      <a:pt x="78" y="15"/>
                      <a:pt x="72" y="12"/>
                      <a:pt x="72" y="9"/>
                    </a:cubicBezTo>
                    <a:cubicBezTo>
                      <a:pt x="72" y="6"/>
                      <a:pt x="69" y="3"/>
                      <a:pt x="69" y="0"/>
                    </a:cubicBezTo>
                    <a:cubicBezTo>
                      <a:pt x="66" y="0"/>
                      <a:pt x="63" y="6"/>
                      <a:pt x="60" y="6"/>
                    </a:cubicBezTo>
                    <a:cubicBezTo>
                      <a:pt x="57" y="6"/>
                      <a:pt x="54" y="3"/>
                      <a:pt x="54" y="6"/>
                    </a:cubicBezTo>
                    <a:cubicBezTo>
                      <a:pt x="51" y="9"/>
                      <a:pt x="48" y="6"/>
                      <a:pt x="45" y="6"/>
                    </a:cubicBezTo>
                    <a:cubicBezTo>
                      <a:pt x="45" y="9"/>
                      <a:pt x="42" y="3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36" y="6"/>
                      <a:pt x="27" y="3"/>
                      <a:pt x="24" y="3"/>
                    </a:cubicBezTo>
                    <a:cubicBezTo>
                      <a:pt x="24" y="0"/>
                      <a:pt x="18" y="0"/>
                      <a:pt x="18" y="0"/>
                    </a:cubicBezTo>
                    <a:cubicBezTo>
                      <a:pt x="18" y="0"/>
                      <a:pt x="18" y="3"/>
                      <a:pt x="15" y="3"/>
                    </a:cubicBezTo>
                    <a:cubicBezTo>
                      <a:pt x="12" y="6"/>
                      <a:pt x="15" y="9"/>
                      <a:pt x="15" y="9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9" y="9"/>
                      <a:pt x="6" y="15"/>
                      <a:pt x="3" y="15"/>
                    </a:cubicBezTo>
                    <a:cubicBezTo>
                      <a:pt x="3" y="15"/>
                      <a:pt x="3" y="18"/>
                      <a:pt x="0" y="18"/>
                    </a:cubicBezTo>
                    <a:cubicBezTo>
                      <a:pt x="6" y="21"/>
                      <a:pt x="6" y="24"/>
                      <a:pt x="9" y="27"/>
                    </a:cubicBezTo>
                    <a:cubicBezTo>
                      <a:pt x="12" y="30"/>
                      <a:pt x="18" y="36"/>
                      <a:pt x="21" y="42"/>
                    </a:cubicBezTo>
                    <a:cubicBezTo>
                      <a:pt x="24" y="39"/>
                      <a:pt x="30" y="36"/>
                      <a:pt x="30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Freeform 35">
                <a:extLst>
                  <a:ext uri="{FF2B5EF4-FFF2-40B4-BE49-F238E27FC236}">
                    <a16:creationId xmlns:a16="http://schemas.microsoft.com/office/drawing/2014/main" id="{62591777-BE54-C0A1-0A10-BB0972C13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711" y="3063957"/>
                <a:ext cx="91921" cy="85162"/>
              </a:xfrm>
              <a:custGeom>
                <a:avLst/>
                <a:gdLst>
                  <a:gd name="T0" fmla="*/ 39 w 48"/>
                  <a:gd name="T1" fmla="*/ 24 h 45"/>
                  <a:gd name="T2" fmla="*/ 33 w 48"/>
                  <a:gd name="T3" fmla="*/ 21 h 45"/>
                  <a:gd name="T4" fmla="*/ 36 w 48"/>
                  <a:gd name="T5" fmla="*/ 15 h 45"/>
                  <a:gd name="T6" fmla="*/ 36 w 48"/>
                  <a:gd name="T7" fmla="*/ 12 h 45"/>
                  <a:gd name="T8" fmla="*/ 33 w 48"/>
                  <a:gd name="T9" fmla="*/ 9 h 45"/>
                  <a:gd name="T10" fmla="*/ 30 w 48"/>
                  <a:gd name="T11" fmla="*/ 12 h 45"/>
                  <a:gd name="T12" fmla="*/ 24 w 48"/>
                  <a:gd name="T13" fmla="*/ 9 h 45"/>
                  <a:gd name="T14" fmla="*/ 21 w 48"/>
                  <a:gd name="T15" fmla="*/ 0 h 45"/>
                  <a:gd name="T16" fmla="*/ 12 w 48"/>
                  <a:gd name="T17" fmla="*/ 0 h 45"/>
                  <a:gd name="T18" fmla="*/ 12 w 48"/>
                  <a:gd name="T19" fmla="*/ 6 h 45"/>
                  <a:gd name="T20" fmla="*/ 3 w 48"/>
                  <a:gd name="T21" fmla="*/ 15 h 45"/>
                  <a:gd name="T22" fmla="*/ 0 w 48"/>
                  <a:gd name="T23" fmla="*/ 18 h 45"/>
                  <a:gd name="T24" fmla="*/ 15 w 48"/>
                  <a:gd name="T25" fmla="*/ 27 h 45"/>
                  <a:gd name="T26" fmla="*/ 42 w 48"/>
                  <a:gd name="T27" fmla="*/ 45 h 45"/>
                  <a:gd name="T28" fmla="*/ 42 w 48"/>
                  <a:gd name="T29" fmla="*/ 45 h 45"/>
                  <a:gd name="T30" fmla="*/ 48 w 48"/>
                  <a:gd name="T31" fmla="*/ 33 h 45"/>
                  <a:gd name="T32" fmla="*/ 39 w 48"/>
                  <a:gd name="T33" fmla="*/ 2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" h="45">
                    <a:moveTo>
                      <a:pt x="39" y="24"/>
                    </a:moveTo>
                    <a:cubicBezTo>
                      <a:pt x="33" y="24"/>
                      <a:pt x="33" y="24"/>
                      <a:pt x="33" y="21"/>
                    </a:cubicBezTo>
                    <a:cubicBezTo>
                      <a:pt x="36" y="21"/>
                      <a:pt x="36" y="18"/>
                      <a:pt x="36" y="15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6"/>
                      <a:pt x="30" y="9"/>
                      <a:pt x="30" y="12"/>
                    </a:cubicBezTo>
                    <a:cubicBezTo>
                      <a:pt x="27" y="15"/>
                      <a:pt x="24" y="12"/>
                      <a:pt x="24" y="9"/>
                    </a:cubicBezTo>
                    <a:cubicBezTo>
                      <a:pt x="24" y="6"/>
                      <a:pt x="21" y="0"/>
                      <a:pt x="21" y="0"/>
                    </a:cubicBezTo>
                    <a:cubicBezTo>
                      <a:pt x="21" y="0"/>
                      <a:pt x="15" y="0"/>
                      <a:pt x="12" y="0"/>
                    </a:cubicBezTo>
                    <a:cubicBezTo>
                      <a:pt x="12" y="3"/>
                      <a:pt x="12" y="3"/>
                      <a:pt x="12" y="6"/>
                    </a:cubicBezTo>
                    <a:cubicBezTo>
                      <a:pt x="12" y="9"/>
                      <a:pt x="6" y="12"/>
                      <a:pt x="3" y="15"/>
                    </a:cubicBezTo>
                    <a:cubicBezTo>
                      <a:pt x="0" y="15"/>
                      <a:pt x="0" y="15"/>
                      <a:pt x="0" y="18"/>
                    </a:cubicBezTo>
                    <a:cubicBezTo>
                      <a:pt x="3" y="21"/>
                      <a:pt x="9" y="24"/>
                      <a:pt x="15" y="27"/>
                    </a:cubicBezTo>
                    <a:cubicBezTo>
                      <a:pt x="21" y="33"/>
                      <a:pt x="36" y="42"/>
                      <a:pt x="42" y="45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45" y="39"/>
                      <a:pt x="45" y="36"/>
                      <a:pt x="48" y="33"/>
                    </a:cubicBezTo>
                    <a:cubicBezTo>
                      <a:pt x="48" y="30"/>
                      <a:pt x="42" y="27"/>
                      <a:pt x="39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36">
                <a:extLst>
                  <a:ext uri="{FF2B5EF4-FFF2-40B4-BE49-F238E27FC236}">
                    <a16:creationId xmlns:a16="http://schemas.microsoft.com/office/drawing/2014/main" id="{552BB89C-09C5-80D5-A65A-4ABADDCAE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157" y="3028811"/>
                <a:ext cx="63534" cy="68941"/>
              </a:xfrm>
              <a:custGeom>
                <a:avLst/>
                <a:gdLst>
                  <a:gd name="T0" fmla="*/ 33 w 33"/>
                  <a:gd name="T1" fmla="*/ 24 h 36"/>
                  <a:gd name="T2" fmla="*/ 33 w 33"/>
                  <a:gd name="T3" fmla="*/ 18 h 36"/>
                  <a:gd name="T4" fmla="*/ 30 w 33"/>
                  <a:gd name="T5" fmla="*/ 12 h 36"/>
                  <a:gd name="T6" fmla="*/ 21 w 33"/>
                  <a:gd name="T7" fmla="*/ 0 h 36"/>
                  <a:gd name="T8" fmla="*/ 15 w 33"/>
                  <a:gd name="T9" fmla="*/ 3 h 36"/>
                  <a:gd name="T10" fmla="*/ 9 w 33"/>
                  <a:gd name="T11" fmla="*/ 3 h 36"/>
                  <a:gd name="T12" fmla="*/ 0 w 33"/>
                  <a:gd name="T13" fmla="*/ 12 h 36"/>
                  <a:gd name="T14" fmla="*/ 3 w 33"/>
                  <a:gd name="T15" fmla="*/ 15 h 36"/>
                  <a:gd name="T16" fmla="*/ 12 w 33"/>
                  <a:gd name="T17" fmla="*/ 30 h 36"/>
                  <a:gd name="T18" fmla="*/ 21 w 33"/>
                  <a:gd name="T19" fmla="*/ 36 h 36"/>
                  <a:gd name="T20" fmla="*/ 24 w 33"/>
                  <a:gd name="T21" fmla="*/ 33 h 36"/>
                  <a:gd name="T22" fmla="*/ 33 w 33"/>
                  <a:gd name="T23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36">
                    <a:moveTo>
                      <a:pt x="33" y="24"/>
                    </a:moveTo>
                    <a:cubicBezTo>
                      <a:pt x="33" y="21"/>
                      <a:pt x="33" y="21"/>
                      <a:pt x="33" y="18"/>
                    </a:cubicBezTo>
                    <a:cubicBezTo>
                      <a:pt x="33" y="15"/>
                      <a:pt x="30" y="15"/>
                      <a:pt x="30" y="12"/>
                    </a:cubicBezTo>
                    <a:cubicBezTo>
                      <a:pt x="30" y="9"/>
                      <a:pt x="24" y="0"/>
                      <a:pt x="21" y="0"/>
                    </a:cubicBezTo>
                    <a:cubicBezTo>
                      <a:pt x="21" y="0"/>
                      <a:pt x="18" y="3"/>
                      <a:pt x="15" y="3"/>
                    </a:cubicBezTo>
                    <a:cubicBezTo>
                      <a:pt x="12" y="0"/>
                      <a:pt x="9" y="0"/>
                      <a:pt x="9" y="3"/>
                    </a:cubicBezTo>
                    <a:cubicBezTo>
                      <a:pt x="9" y="6"/>
                      <a:pt x="3" y="9"/>
                      <a:pt x="0" y="12"/>
                    </a:cubicBezTo>
                    <a:cubicBezTo>
                      <a:pt x="3" y="12"/>
                      <a:pt x="3" y="15"/>
                      <a:pt x="3" y="15"/>
                    </a:cubicBezTo>
                    <a:cubicBezTo>
                      <a:pt x="6" y="24"/>
                      <a:pt x="9" y="27"/>
                      <a:pt x="12" y="30"/>
                    </a:cubicBezTo>
                    <a:cubicBezTo>
                      <a:pt x="12" y="30"/>
                      <a:pt x="18" y="33"/>
                      <a:pt x="21" y="36"/>
                    </a:cubicBezTo>
                    <a:cubicBezTo>
                      <a:pt x="21" y="33"/>
                      <a:pt x="21" y="33"/>
                      <a:pt x="24" y="33"/>
                    </a:cubicBezTo>
                    <a:cubicBezTo>
                      <a:pt x="27" y="30"/>
                      <a:pt x="33" y="27"/>
                      <a:pt x="33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Freeform 37">
                <a:extLst>
                  <a:ext uri="{FF2B5EF4-FFF2-40B4-BE49-F238E27FC236}">
                    <a16:creationId xmlns:a16="http://schemas.microsoft.com/office/drawing/2014/main" id="{4AFC9477-17B4-F8BE-A0C0-785025911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402" y="2625980"/>
                <a:ext cx="183842" cy="150048"/>
              </a:xfrm>
              <a:custGeom>
                <a:avLst/>
                <a:gdLst>
                  <a:gd name="T0" fmla="*/ 45 w 96"/>
                  <a:gd name="T1" fmla="*/ 0 h 78"/>
                  <a:gd name="T2" fmla="*/ 39 w 96"/>
                  <a:gd name="T3" fmla="*/ 12 h 78"/>
                  <a:gd name="T4" fmla="*/ 24 w 96"/>
                  <a:gd name="T5" fmla="*/ 33 h 78"/>
                  <a:gd name="T6" fmla="*/ 3 w 96"/>
                  <a:gd name="T7" fmla="*/ 66 h 78"/>
                  <a:gd name="T8" fmla="*/ 0 w 96"/>
                  <a:gd name="T9" fmla="*/ 78 h 78"/>
                  <a:gd name="T10" fmla="*/ 45 w 96"/>
                  <a:gd name="T11" fmla="*/ 78 h 78"/>
                  <a:gd name="T12" fmla="*/ 45 w 96"/>
                  <a:gd name="T13" fmla="*/ 60 h 78"/>
                  <a:gd name="T14" fmla="*/ 57 w 96"/>
                  <a:gd name="T15" fmla="*/ 51 h 78"/>
                  <a:gd name="T16" fmla="*/ 57 w 96"/>
                  <a:gd name="T17" fmla="*/ 21 h 78"/>
                  <a:gd name="T18" fmla="*/ 96 w 96"/>
                  <a:gd name="T19" fmla="*/ 21 h 78"/>
                  <a:gd name="T20" fmla="*/ 96 w 96"/>
                  <a:gd name="T21" fmla="*/ 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78">
                    <a:moveTo>
                      <a:pt x="45" y="0"/>
                    </a:moveTo>
                    <a:cubicBezTo>
                      <a:pt x="42" y="3"/>
                      <a:pt x="39" y="9"/>
                      <a:pt x="39" y="12"/>
                    </a:cubicBezTo>
                    <a:cubicBezTo>
                      <a:pt x="36" y="18"/>
                      <a:pt x="24" y="24"/>
                      <a:pt x="24" y="33"/>
                    </a:cubicBezTo>
                    <a:cubicBezTo>
                      <a:pt x="24" y="39"/>
                      <a:pt x="12" y="51"/>
                      <a:pt x="3" y="66"/>
                    </a:cubicBezTo>
                    <a:cubicBezTo>
                      <a:pt x="3" y="72"/>
                      <a:pt x="0" y="75"/>
                      <a:pt x="0" y="78"/>
                    </a:cubicBezTo>
                    <a:cubicBezTo>
                      <a:pt x="45" y="78"/>
                      <a:pt x="45" y="78"/>
                      <a:pt x="45" y="78"/>
                    </a:cubicBezTo>
                    <a:cubicBezTo>
                      <a:pt x="45" y="78"/>
                      <a:pt x="45" y="63"/>
                      <a:pt x="45" y="60"/>
                    </a:cubicBezTo>
                    <a:cubicBezTo>
                      <a:pt x="45" y="57"/>
                      <a:pt x="57" y="54"/>
                      <a:pt x="57" y="51"/>
                    </a:cubicBezTo>
                    <a:cubicBezTo>
                      <a:pt x="57" y="48"/>
                      <a:pt x="57" y="21"/>
                      <a:pt x="57" y="21"/>
                    </a:cubicBezTo>
                    <a:cubicBezTo>
                      <a:pt x="57" y="21"/>
                      <a:pt x="93" y="21"/>
                      <a:pt x="96" y="21"/>
                    </a:cubicBezTo>
                    <a:cubicBezTo>
                      <a:pt x="96" y="21"/>
                      <a:pt x="96" y="12"/>
                      <a:pt x="96" y="6"/>
                    </a:cubicBezTo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Freeform 38">
                <a:extLst>
                  <a:ext uri="{FF2B5EF4-FFF2-40B4-BE49-F238E27FC236}">
                    <a16:creationId xmlns:a16="http://schemas.microsoft.com/office/drawing/2014/main" id="{1AA10BF4-F1D0-27B1-0DDA-9F10C49B5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402" y="2625980"/>
                <a:ext cx="183842" cy="150048"/>
              </a:xfrm>
              <a:custGeom>
                <a:avLst/>
                <a:gdLst>
                  <a:gd name="T0" fmla="*/ 45 w 96"/>
                  <a:gd name="T1" fmla="*/ 0 h 78"/>
                  <a:gd name="T2" fmla="*/ 39 w 96"/>
                  <a:gd name="T3" fmla="*/ 12 h 78"/>
                  <a:gd name="T4" fmla="*/ 24 w 96"/>
                  <a:gd name="T5" fmla="*/ 33 h 78"/>
                  <a:gd name="T6" fmla="*/ 3 w 96"/>
                  <a:gd name="T7" fmla="*/ 66 h 78"/>
                  <a:gd name="T8" fmla="*/ 0 w 96"/>
                  <a:gd name="T9" fmla="*/ 78 h 78"/>
                  <a:gd name="T10" fmla="*/ 45 w 96"/>
                  <a:gd name="T11" fmla="*/ 78 h 78"/>
                  <a:gd name="T12" fmla="*/ 45 w 96"/>
                  <a:gd name="T13" fmla="*/ 60 h 78"/>
                  <a:gd name="T14" fmla="*/ 57 w 96"/>
                  <a:gd name="T15" fmla="*/ 51 h 78"/>
                  <a:gd name="T16" fmla="*/ 57 w 96"/>
                  <a:gd name="T17" fmla="*/ 21 h 78"/>
                  <a:gd name="T18" fmla="*/ 96 w 96"/>
                  <a:gd name="T19" fmla="*/ 21 h 78"/>
                  <a:gd name="T20" fmla="*/ 96 w 96"/>
                  <a:gd name="T21" fmla="*/ 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78">
                    <a:moveTo>
                      <a:pt x="45" y="0"/>
                    </a:moveTo>
                    <a:cubicBezTo>
                      <a:pt x="42" y="3"/>
                      <a:pt x="39" y="9"/>
                      <a:pt x="39" y="12"/>
                    </a:cubicBezTo>
                    <a:cubicBezTo>
                      <a:pt x="36" y="18"/>
                      <a:pt x="24" y="24"/>
                      <a:pt x="24" y="33"/>
                    </a:cubicBezTo>
                    <a:cubicBezTo>
                      <a:pt x="24" y="39"/>
                      <a:pt x="12" y="51"/>
                      <a:pt x="3" y="66"/>
                    </a:cubicBezTo>
                    <a:cubicBezTo>
                      <a:pt x="3" y="72"/>
                      <a:pt x="0" y="75"/>
                      <a:pt x="0" y="78"/>
                    </a:cubicBezTo>
                    <a:cubicBezTo>
                      <a:pt x="45" y="78"/>
                      <a:pt x="45" y="78"/>
                      <a:pt x="45" y="78"/>
                    </a:cubicBezTo>
                    <a:cubicBezTo>
                      <a:pt x="45" y="78"/>
                      <a:pt x="45" y="63"/>
                      <a:pt x="45" y="60"/>
                    </a:cubicBezTo>
                    <a:cubicBezTo>
                      <a:pt x="45" y="57"/>
                      <a:pt x="57" y="54"/>
                      <a:pt x="57" y="51"/>
                    </a:cubicBezTo>
                    <a:cubicBezTo>
                      <a:pt x="57" y="48"/>
                      <a:pt x="57" y="21"/>
                      <a:pt x="57" y="21"/>
                    </a:cubicBezTo>
                    <a:cubicBezTo>
                      <a:pt x="57" y="21"/>
                      <a:pt x="93" y="21"/>
                      <a:pt x="96" y="21"/>
                    </a:cubicBezTo>
                    <a:cubicBezTo>
                      <a:pt x="96" y="21"/>
                      <a:pt x="96" y="12"/>
                      <a:pt x="96" y="6"/>
                    </a:cubicBezTo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Freeform 39">
                <a:extLst>
                  <a:ext uri="{FF2B5EF4-FFF2-40B4-BE49-F238E27FC236}">
                    <a16:creationId xmlns:a16="http://schemas.microsoft.com/office/drawing/2014/main" id="{F5B32B40-744D-279F-845C-8FCC198F8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402" y="2638146"/>
                <a:ext cx="263597" cy="286577"/>
              </a:xfrm>
              <a:custGeom>
                <a:avLst/>
                <a:gdLst>
                  <a:gd name="T0" fmla="*/ 12 w 138"/>
                  <a:gd name="T1" fmla="*/ 129 h 150"/>
                  <a:gd name="T2" fmla="*/ 21 w 138"/>
                  <a:gd name="T3" fmla="*/ 129 h 150"/>
                  <a:gd name="T4" fmla="*/ 30 w 138"/>
                  <a:gd name="T5" fmla="*/ 129 h 150"/>
                  <a:gd name="T6" fmla="*/ 36 w 138"/>
                  <a:gd name="T7" fmla="*/ 135 h 150"/>
                  <a:gd name="T8" fmla="*/ 39 w 138"/>
                  <a:gd name="T9" fmla="*/ 135 h 150"/>
                  <a:gd name="T10" fmla="*/ 48 w 138"/>
                  <a:gd name="T11" fmla="*/ 144 h 150"/>
                  <a:gd name="T12" fmla="*/ 54 w 138"/>
                  <a:gd name="T13" fmla="*/ 150 h 150"/>
                  <a:gd name="T14" fmla="*/ 60 w 138"/>
                  <a:gd name="T15" fmla="*/ 147 h 150"/>
                  <a:gd name="T16" fmla="*/ 66 w 138"/>
                  <a:gd name="T17" fmla="*/ 144 h 150"/>
                  <a:gd name="T18" fmla="*/ 72 w 138"/>
                  <a:gd name="T19" fmla="*/ 141 h 150"/>
                  <a:gd name="T20" fmla="*/ 81 w 138"/>
                  <a:gd name="T21" fmla="*/ 144 h 150"/>
                  <a:gd name="T22" fmla="*/ 87 w 138"/>
                  <a:gd name="T23" fmla="*/ 141 h 150"/>
                  <a:gd name="T24" fmla="*/ 132 w 138"/>
                  <a:gd name="T25" fmla="*/ 141 h 150"/>
                  <a:gd name="T26" fmla="*/ 132 w 138"/>
                  <a:gd name="T27" fmla="*/ 129 h 150"/>
                  <a:gd name="T28" fmla="*/ 129 w 138"/>
                  <a:gd name="T29" fmla="*/ 126 h 150"/>
                  <a:gd name="T30" fmla="*/ 117 w 138"/>
                  <a:gd name="T31" fmla="*/ 27 h 150"/>
                  <a:gd name="T32" fmla="*/ 138 w 138"/>
                  <a:gd name="T33" fmla="*/ 27 h 150"/>
                  <a:gd name="T34" fmla="*/ 96 w 138"/>
                  <a:gd name="T35" fmla="*/ 0 h 150"/>
                  <a:gd name="T36" fmla="*/ 96 w 138"/>
                  <a:gd name="T37" fmla="*/ 0 h 150"/>
                  <a:gd name="T38" fmla="*/ 96 w 138"/>
                  <a:gd name="T39" fmla="*/ 15 h 150"/>
                  <a:gd name="T40" fmla="*/ 57 w 138"/>
                  <a:gd name="T41" fmla="*/ 15 h 150"/>
                  <a:gd name="T42" fmla="*/ 57 w 138"/>
                  <a:gd name="T43" fmla="*/ 45 h 150"/>
                  <a:gd name="T44" fmla="*/ 45 w 138"/>
                  <a:gd name="T45" fmla="*/ 54 h 150"/>
                  <a:gd name="T46" fmla="*/ 45 w 138"/>
                  <a:gd name="T47" fmla="*/ 72 h 150"/>
                  <a:gd name="T48" fmla="*/ 0 w 138"/>
                  <a:gd name="T49" fmla="*/ 72 h 150"/>
                  <a:gd name="T50" fmla="*/ 6 w 138"/>
                  <a:gd name="T51" fmla="*/ 84 h 150"/>
                  <a:gd name="T52" fmla="*/ 9 w 138"/>
                  <a:gd name="T53" fmla="*/ 102 h 150"/>
                  <a:gd name="T54" fmla="*/ 6 w 138"/>
                  <a:gd name="T55" fmla="*/ 126 h 150"/>
                  <a:gd name="T56" fmla="*/ 3 w 138"/>
                  <a:gd name="T57" fmla="*/ 135 h 150"/>
                  <a:gd name="T58" fmla="*/ 3 w 138"/>
                  <a:gd name="T59" fmla="*/ 135 h 150"/>
                  <a:gd name="T60" fmla="*/ 12 w 138"/>
                  <a:gd name="T61" fmla="*/ 129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50">
                    <a:moveTo>
                      <a:pt x="12" y="129"/>
                    </a:moveTo>
                    <a:cubicBezTo>
                      <a:pt x="15" y="129"/>
                      <a:pt x="21" y="129"/>
                      <a:pt x="21" y="129"/>
                    </a:cubicBezTo>
                    <a:cubicBezTo>
                      <a:pt x="21" y="129"/>
                      <a:pt x="27" y="126"/>
                      <a:pt x="30" y="129"/>
                    </a:cubicBezTo>
                    <a:cubicBezTo>
                      <a:pt x="33" y="129"/>
                      <a:pt x="36" y="135"/>
                      <a:pt x="36" y="135"/>
                    </a:cubicBezTo>
                    <a:cubicBezTo>
                      <a:pt x="39" y="135"/>
                      <a:pt x="39" y="135"/>
                      <a:pt x="39" y="135"/>
                    </a:cubicBezTo>
                    <a:cubicBezTo>
                      <a:pt x="39" y="135"/>
                      <a:pt x="42" y="141"/>
                      <a:pt x="48" y="144"/>
                    </a:cubicBezTo>
                    <a:cubicBezTo>
                      <a:pt x="51" y="144"/>
                      <a:pt x="51" y="147"/>
                      <a:pt x="54" y="150"/>
                    </a:cubicBezTo>
                    <a:cubicBezTo>
                      <a:pt x="57" y="150"/>
                      <a:pt x="60" y="147"/>
                      <a:pt x="60" y="147"/>
                    </a:cubicBezTo>
                    <a:cubicBezTo>
                      <a:pt x="60" y="144"/>
                      <a:pt x="60" y="138"/>
                      <a:pt x="66" y="144"/>
                    </a:cubicBezTo>
                    <a:cubicBezTo>
                      <a:pt x="72" y="147"/>
                      <a:pt x="72" y="144"/>
                      <a:pt x="72" y="141"/>
                    </a:cubicBezTo>
                    <a:cubicBezTo>
                      <a:pt x="72" y="141"/>
                      <a:pt x="78" y="144"/>
                      <a:pt x="81" y="144"/>
                    </a:cubicBezTo>
                    <a:cubicBezTo>
                      <a:pt x="84" y="144"/>
                      <a:pt x="87" y="141"/>
                      <a:pt x="87" y="141"/>
                    </a:cubicBezTo>
                    <a:cubicBezTo>
                      <a:pt x="87" y="141"/>
                      <a:pt x="129" y="141"/>
                      <a:pt x="132" y="141"/>
                    </a:cubicBezTo>
                    <a:cubicBezTo>
                      <a:pt x="132" y="138"/>
                      <a:pt x="132" y="129"/>
                      <a:pt x="132" y="129"/>
                    </a:cubicBezTo>
                    <a:cubicBezTo>
                      <a:pt x="129" y="126"/>
                      <a:pt x="129" y="126"/>
                      <a:pt x="129" y="126"/>
                    </a:cubicBezTo>
                    <a:cubicBezTo>
                      <a:pt x="117" y="27"/>
                      <a:pt x="117" y="27"/>
                      <a:pt x="117" y="27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17" y="15"/>
                      <a:pt x="99" y="3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6"/>
                      <a:pt x="96" y="15"/>
                      <a:pt x="96" y="15"/>
                    </a:cubicBezTo>
                    <a:cubicBezTo>
                      <a:pt x="93" y="15"/>
                      <a:pt x="57" y="15"/>
                      <a:pt x="57" y="15"/>
                    </a:cubicBezTo>
                    <a:cubicBezTo>
                      <a:pt x="57" y="15"/>
                      <a:pt x="57" y="42"/>
                      <a:pt x="57" y="45"/>
                    </a:cubicBezTo>
                    <a:cubicBezTo>
                      <a:pt x="57" y="48"/>
                      <a:pt x="45" y="51"/>
                      <a:pt x="45" y="54"/>
                    </a:cubicBezTo>
                    <a:cubicBezTo>
                      <a:pt x="45" y="57"/>
                      <a:pt x="45" y="72"/>
                      <a:pt x="45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8"/>
                      <a:pt x="3" y="81"/>
                      <a:pt x="6" y="84"/>
                    </a:cubicBezTo>
                    <a:cubicBezTo>
                      <a:pt x="9" y="87"/>
                      <a:pt x="3" y="96"/>
                      <a:pt x="9" y="102"/>
                    </a:cubicBezTo>
                    <a:cubicBezTo>
                      <a:pt x="15" y="111"/>
                      <a:pt x="9" y="120"/>
                      <a:pt x="6" y="126"/>
                    </a:cubicBezTo>
                    <a:cubicBezTo>
                      <a:pt x="3" y="126"/>
                      <a:pt x="3" y="132"/>
                      <a:pt x="3" y="135"/>
                    </a:cubicBezTo>
                    <a:cubicBezTo>
                      <a:pt x="3" y="135"/>
                      <a:pt x="3" y="135"/>
                      <a:pt x="3" y="135"/>
                    </a:cubicBezTo>
                    <a:cubicBezTo>
                      <a:pt x="9" y="135"/>
                      <a:pt x="6" y="129"/>
                      <a:pt x="12" y="12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39" name="Freeform 40">
                <a:extLst>
                  <a:ext uri="{FF2B5EF4-FFF2-40B4-BE49-F238E27FC236}">
                    <a16:creationId xmlns:a16="http://schemas.microsoft.com/office/drawing/2014/main" id="{9BB4714F-B63B-96EC-90CC-690A52708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138" y="2689514"/>
                <a:ext cx="362277" cy="339297"/>
              </a:xfrm>
              <a:custGeom>
                <a:avLst/>
                <a:gdLst>
                  <a:gd name="T0" fmla="*/ 177 w 189"/>
                  <a:gd name="T1" fmla="*/ 72 h 177"/>
                  <a:gd name="T2" fmla="*/ 171 w 189"/>
                  <a:gd name="T3" fmla="*/ 60 h 177"/>
                  <a:gd name="T4" fmla="*/ 159 w 189"/>
                  <a:gd name="T5" fmla="*/ 57 h 177"/>
                  <a:gd name="T6" fmla="*/ 153 w 189"/>
                  <a:gd name="T7" fmla="*/ 48 h 177"/>
                  <a:gd name="T8" fmla="*/ 84 w 189"/>
                  <a:gd name="T9" fmla="*/ 0 h 177"/>
                  <a:gd name="T10" fmla="*/ 63 w 189"/>
                  <a:gd name="T11" fmla="*/ 0 h 177"/>
                  <a:gd name="T12" fmla="*/ 75 w 189"/>
                  <a:gd name="T13" fmla="*/ 99 h 177"/>
                  <a:gd name="T14" fmla="*/ 78 w 189"/>
                  <a:gd name="T15" fmla="*/ 102 h 177"/>
                  <a:gd name="T16" fmla="*/ 78 w 189"/>
                  <a:gd name="T17" fmla="*/ 114 h 177"/>
                  <a:gd name="T18" fmla="*/ 33 w 189"/>
                  <a:gd name="T19" fmla="*/ 114 h 177"/>
                  <a:gd name="T20" fmla="*/ 27 w 189"/>
                  <a:gd name="T21" fmla="*/ 117 h 177"/>
                  <a:gd name="T22" fmla="*/ 18 w 189"/>
                  <a:gd name="T23" fmla="*/ 114 h 177"/>
                  <a:gd name="T24" fmla="*/ 12 w 189"/>
                  <a:gd name="T25" fmla="*/ 117 h 177"/>
                  <a:gd name="T26" fmla="*/ 6 w 189"/>
                  <a:gd name="T27" fmla="*/ 120 h 177"/>
                  <a:gd name="T28" fmla="*/ 0 w 189"/>
                  <a:gd name="T29" fmla="*/ 123 h 177"/>
                  <a:gd name="T30" fmla="*/ 0 w 189"/>
                  <a:gd name="T31" fmla="*/ 126 h 177"/>
                  <a:gd name="T32" fmla="*/ 3 w 189"/>
                  <a:gd name="T33" fmla="*/ 129 h 177"/>
                  <a:gd name="T34" fmla="*/ 3 w 189"/>
                  <a:gd name="T35" fmla="*/ 135 h 177"/>
                  <a:gd name="T36" fmla="*/ 9 w 189"/>
                  <a:gd name="T37" fmla="*/ 141 h 177"/>
                  <a:gd name="T38" fmla="*/ 9 w 189"/>
                  <a:gd name="T39" fmla="*/ 150 h 177"/>
                  <a:gd name="T40" fmla="*/ 12 w 189"/>
                  <a:gd name="T41" fmla="*/ 153 h 177"/>
                  <a:gd name="T42" fmla="*/ 21 w 189"/>
                  <a:gd name="T43" fmla="*/ 153 h 177"/>
                  <a:gd name="T44" fmla="*/ 27 w 189"/>
                  <a:gd name="T45" fmla="*/ 153 h 177"/>
                  <a:gd name="T46" fmla="*/ 36 w 189"/>
                  <a:gd name="T47" fmla="*/ 147 h 177"/>
                  <a:gd name="T48" fmla="*/ 39 w 189"/>
                  <a:gd name="T49" fmla="*/ 156 h 177"/>
                  <a:gd name="T50" fmla="*/ 45 w 189"/>
                  <a:gd name="T51" fmla="*/ 162 h 177"/>
                  <a:gd name="T52" fmla="*/ 45 w 189"/>
                  <a:gd name="T53" fmla="*/ 165 h 177"/>
                  <a:gd name="T54" fmla="*/ 45 w 189"/>
                  <a:gd name="T55" fmla="*/ 171 h 177"/>
                  <a:gd name="T56" fmla="*/ 51 w 189"/>
                  <a:gd name="T57" fmla="*/ 174 h 177"/>
                  <a:gd name="T58" fmla="*/ 57 w 189"/>
                  <a:gd name="T59" fmla="*/ 174 h 177"/>
                  <a:gd name="T60" fmla="*/ 63 w 189"/>
                  <a:gd name="T61" fmla="*/ 171 h 177"/>
                  <a:gd name="T62" fmla="*/ 69 w 189"/>
                  <a:gd name="T63" fmla="*/ 171 h 177"/>
                  <a:gd name="T64" fmla="*/ 72 w 189"/>
                  <a:gd name="T65" fmla="*/ 171 h 177"/>
                  <a:gd name="T66" fmla="*/ 78 w 189"/>
                  <a:gd name="T67" fmla="*/ 171 h 177"/>
                  <a:gd name="T68" fmla="*/ 81 w 189"/>
                  <a:gd name="T69" fmla="*/ 162 h 177"/>
                  <a:gd name="T70" fmla="*/ 78 w 189"/>
                  <a:gd name="T71" fmla="*/ 156 h 177"/>
                  <a:gd name="T72" fmla="*/ 87 w 189"/>
                  <a:gd name="T73" fmla="*/ 153 h 177"/>
                  <a:gd name="T74" fmla="*/ 93 w 189"/>
                  <a:gd name="T75" fmla="*/ 144 h 177"/>
                  <a:gd name="T76" fmla="*/ 96 w 189"/>
                  <a:gd name="T77" fmla="*/ 135 h 177"/>
                  <a:gd name="T78" fmla="*/ 102 w 189"/>
                  <a:gd name="T79" fmla="*/ 138 h 177"/>
                  <a:gd name="T80" fmla="*/ 108 w 189"/>
                  <a:gd name="T81" fmla="*/ 132 h 177"/>
                  <a:gd name="T82" fmla="*/ 114 w 189"/>
                  <a:gd name="T83" fmla="*/ 129 h 177"/>
                  <a:gd name="T84" fmla="*/ 117 w 189"/>
                  <a:gd name="T85" fmla="*/ 126 h 177"/>
                  <a:gd name="T86" fmla="*/ 126 w 189"/>
                  <a:gd name="T87" fmla="*/ 123 h 177"/>
                  <a:gd name="T88" fmla="*/ 135 w 189"/>
                  <a:gd name="T89" fmla="*/ 120 h 177"/>
                  <a:gd name="T90" fmla="*/ 150 w 189"/>
                  <a:gd name="T91" fmla="*/ 120 h 177"/>
                  <a:gd name="T92" fmla="*/ 159 w 189"/>
                  <a:gd name="T93" fmla="*/ 117 h 177"/>
                  <a:gd name="T94" fmla="*/ 177 w 189"/>
                  <a:gd name="T95" fmla="*/ 114 h 177"/>
                  <a:gd name="T96" fmla="*/ 183 w 189"/>
                  <a:gd name="T97" fmla="*/ 111 h 177"/>
                  <a:gd name="T98" fmla="*/ 186 w 189"/>
                  <a:gd name="T99" fmla="*/ 102 h 177"/>
                  <a:gd name="T100" fmla="*/ 186 w 189"/>
                  <a:gd name="T101" fmla="*/ 72 h 177"/>
                  <a:gd name="T102" fmla="*/ 177 w 189"/>
                  <a:gd name="T103" fmla="*/ 72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177">
                    <a:moveTo>
                      <a:pt x="177" y="72"/>
                    </a:moveTo>
                    <a:cubicBezTo>
                      <a:pt x="177" y="72"/>
                      <a:pt x="177" y="66"/>
                      <a:pt x="171" y="60"/>
                    </a:cubicBezTo>
                    <a:cubicBezTo>
                      <a:pt x="168" y="57"/>
                      <a:pt x="159" y="57"/>
                      <a:pt x="159" y="57"/>
                    </a:cubicBezTo>
                    <a:cubicBezTo>
                      <a:pt x="159" y="57"/>
                      <a:pt x="156" y="51"/>
                      <a:pt x="153" y="48"/>
                    </a:cubicBezTo>
                    <a:cubicBezTo>
                      <a:pt x="150" y="45"/>
                      <a:pt x="114" y="21"/>
                      <a:pt x="84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75" y="99"/>
                      <a:pt x="75" y="99"/>
                      <a:pt x="75" y="99"/>
                    </a:cubicBezTo>
                    <a:cubicBezTo>
                      <a:pt x="78" y="102"/>
                      <a:pt x="78" y="102"/>
                      <a:pt x="78" y="102"/>
                    </a:cubicBezTo>
                    <a:cubicBezTo>
                      <a:pt x="78" y="102"/>
                      <a:pt x="78" y="111"/>
                      <a:pt x="78" y="114"/>
                    </a:cubicBezTo>
                    <a:cubicBezTo>
                      <a:pt x="75" y="114"/>
                      <a:pt x="33" y="114"/>
                      <a:pt x="33" y="114"/>
                    </a:cubicBezTo>
                    <a:cubicBezTo>
                      <a:pt x="33" y="114"/>
                      <a:pt x="30" y="117"/>
                      <a:pt x="27" y="117"/>
                    </a:cubicBezTo>
                    <a:cubicBezTo>
                      <a:pt x="24" y="117"/>
                      <a:pt x="18" y="114"/>
                      <a:pt x="18" y="114"/>
                    </a:cubicBezTo>
                    <a:cubicBezTo>
                      <a:pt x="18" y="117"/>
                      <a:pt x="18" y="120"/>
                      <a:pt x="12" y="117"/>
                    </a:cubicBezTo>
                    <a:cubicBezTo>
                      <a:pt x="6" y="111"/>
                      <a:pt x="6" y="117"/>
                      <a:pt x="6" y="120"/>
                    </a:cubicBezTo>
                    <a:cubicBezTo>
                      <a:pt x="6" y="120"/>
                      <a:pt x="3" y="123"/>
                      <a:pt x="0" y="123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3" y="129"/>
                      <a:pt x="3" y="129"/>
                      <a:pt x="3" y="129"/>
                    </a:cubicBezTo>
                    <a:cubicBezTo>
                      <a:pt x="3" y="129"/>
                      <a:pt x="3" y="132"/>
                      <a:pt x="3" y="135"/>
                    </a:cubicBezTo>
                    <a:cubicBezTo>
                      <a:pt x="6" y="138"/>
                      <a:pt x="9" y="141"/>
                      <a:pt x="9" y="141"/>
                    </a:cubicBezTo>
                    <a:cubicBezTo>
                      <a:pt x="9" y="144"/>
                      <a:pt x="9" y="150"/>
                      <a:pt x="9" y="150"/>
                    </a:cubicBezTo>
                    <a:cubicBezTo>
                      <a:pt x="9" y="150"/>
                      <a:pt x="12" y="156"/>
                      <a:pt x="12" y="153"/>
                    </a:cubicBezTo>
                    <a:cubicBezTo>
                      <a:pt x="15" y="153"/>
                      <a:pt x="18" y="156"/>
                      <a:pt x="21" y="153"/>
                    </a:cubicBezTo>
                    <a:cubicBezTo>
                      <a:pt x="21" y="150"/>
                      <a:pt x="24" y="153"/>
                      <a:pt x="27" y="153"/>
                    </a:cubicBezTo>
                    <a:cubicBezTo>
                      <a:pt x="30" y="153"/>
                      <a:pt x="33" y="147"/>
                      <a:pt x="36" y="147"/>
                    </a:cubicBezTo>
                    <a:cubicBezTo>
                      <a:pt x="36" y="150"/>
                      <a:pt x="39" y="153"/>
                      <a:pt x="39" y="156"/>
                    </a:cubicBezTo>
                    <a:cubicBezTo>
                      <a:pt x="39" y="159"/>
                      <a:pt x="45" y="162"/>
                      <a:pt x="45" y="162"/>
                    </a:cubicBezTo>
                    <a:cubicBezTo>
                      <a:pt x="42" y="162"/>
                      <a:pt x="42" y="165"/>
                      <a:pt x="45" y="165"/>
                    </a:cubicBezTo>
                    <a:cubicBezTo>
                      <a:pt x="45" y="171"/>
                      <a:pt x="45" y="171"/>
                      <a:pt x="45" y="171"/>
                    </a:cubicBezTo>
                    <a:cubicBezTo>
                      <a:pt x="48" y="174"/>
                      <a:pt x="51" y="177"/>
                      <a:pt x="51" y="174"/>
                    </a:cubicBezTo>
                    <a:cubicBezTo>
                      <a:pt x="54" y="171"/>
                      <a:pt x="57" y="174"/>
                      <a:pt x="57" y="174"/>
                    </a:cubicBezTo>
                    <a:cubicBezTo>
                      <a:pt x="60" y="177"/>
                      <a:pt x="63" y="174"/>
                      <a:pt x="63" y="171"/>
                    </a:cubicBezTo>
                    <a:cubicBezTo>
                      <a:pt x="63" y="168"/>
                      <a:pt x="69" y="168"/>
                      <a:pt x="69" y="171"/>
                    </a:cubicBezTo>
                    <a:cubicBezTo>
                      <a:pt x="69" y="174"/>
                      <a:pt x="69" y="174"/>
                      <a:pt x="72" y="171"/>
                    </a:cubicBezTo>
                    <a:cubicBezTo>
                      <a:pt x="75" y="171"/>
                      <a:pt x="75" y="171"/>
                      <a:pt x="78" y="171"/>
                    </a:cubicBezTo>
                    <a:cubicBezTo>
                      <a:pt x="78" y="168"/>
                      <a:pt x="78" y="165"/>
                      <a:pt x="81" y="162"/>
                    </a:cubicBezTo>
                    <a:cubicBezTo>
                      <a:pt x="78" y="156"/>
                      <a:pt x="78" y="156"/>
                      <a:pt x="78" y="156"/>
                    </a:cubicBezTo>
                    <a:cubicBezTo>
                      <a:pt x="81" y="156"/>
                      <a:pt x="87" y="156"/>
                      <a:pt x="87" y="153"/>
                    </a:cubicBezTo>
                    <a:cubicBezTo>
                      <a:pt x="90" y="147"/>
                      <a:pt x="93" y="144"/>
                      <a:pt x="93" y="144"/>
                    </a:cubicBezTo>
                    <a:cubicBezTo>
                      <a:pt x="93" y="144"/>
                      <a:pt x="93" y="135"/>
                      <a:pt x="96" y="135"/>
                    </a:cubicBezTo>
                    <a:cubicBezTo>
                      <a:pt x="99" y="138"/>
                      <a:pt x="102" y="141"/>
                      <a:pt x="102" y="138"/>
                    </a:cubicBezTo>
                    <a:cubicBezTo>
                      <a:pt x="102" y="132"/>
                      <a:pt x="105" y="135"/>
                      <a:pt x="108" y="132"/>
                    </a:cubicBezTo>
                    <a:cubicBezTo>
                      <a:pt x="108" y="129"/>
                      <a:pt x="111" y="129"/>
                      <a:pt x="114" y="129"/>
                    </a:cubicBezTo>
                    <a:cubicBezTo>
                      <a:pt x="114" y="129"/>
                      <a:pt x="117" y="129"/>
                      <a:pt x="117" y="126"/>
                    </a:cubicBezTo>
                    <a:cubicBezTo>
                      <a:pt x="117" y="123"/>
                      <a:pt x="123" y="126"/>
                      <a:pt x="126" y="123"/>
                    </a:cubicBezTo>
                    <a:cubicBezTo>
                      <a:pt x="132" y="120"/>
                      <a:pt x="132" y="117"/>
                      <a:pt x="135" y="120"/>
                    </a:cubicBezTo>
                    <a:cubicBezTo>
                      <a:pt x="138" y="120"/>
                      <a:pt x="147" y="120"/>
                      <a:pt x="150" y="120"/>
                    </a:cubicBezTo>
                    <a:cubicBezTo>
                      <a:pt x="150" y="120"/>
                      <a:pt x="153" y="117"/>
                      <a:pt x="159" y="117"/>
                    </a:cubicBezTo>
                    <a:cubicBezTo>
                      <a:pt x="162" y="117"/>
                      <a:pt x="171" y="114"/>
                      <a:pt x="177" y="114"/>
                    </a:cubicBezTo>
                    <a:cubicBezTo>
                      <a:pt x="180" y="114"/>
                      <a:pt x="183" y="111"/>
                      <a:pt x="183" y="111"/>
                    </a:cubicBezTo>
                    <a:cubicBezTo>
                      <a:pt x="183" y="108"/>
                      <a:pt x="186" y="102"/>
                      <a:pt x="186" y="102"/>
                    </a:cubicBezTo>
                    <a:cubicBezTo>
                      <a:pt x="189" y="99"/>
                      <a:pt x="189" y="78"/>
                      <a:pt x="186" y="72"/>
                    </a:cubicBezTo>
                    <a:cubicBezTo>
                      <a:pt x="183" y="72"/>
                      <a:pt x="177" y="72"/>
                      <a:pt x="177" y="7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Freeform 41">
                <a:extLst>
                  <a:ext uri="{FF2B5EF4-FFF2-40B4-BE49-F238E27FC236}">
                    <a16:creationId xmlns:a16="http://schemas.microsoft.com/office/drawing/2014/main" id="{6490C079-2710-8032-5432-63A5C3DC5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185" y="2913909"/>
                <a:ext cx="171676" cy="127067"/>
              </a:xfrm>
              <a:custGeom>
                <a:avLst/>
                <a:gdLst>
                  <a:gd name="T0" fmla="*/ 90 w 90"/>
                  <a:gd name="T1" fmla="*/ 36 h 66"/>
                  <a:gd name="T2" fmla="*/ 87 w 90"/>
                  <a:gd name="T3" fmla="*/ 36 h 66"/>
                  <a:gd name="T4" fmla="*/ 84 w 90"/>
                  <a:gd name="T5" fmla="*/ 30 h 66"/>
                  <a:gd name="T6" fmla="*/ 81 w 90"/>
                  <a:gd name="T7" fmla="*/ 30 h 66"/>
                  <a:gd name="T8" fmla="*/ 75 w 90"/>
                  <a:gd name="T9" fmla="*/ 27 h 66"/>
                  <a:gd name="T10" fmla="*/ 72 w 90"/>
                  <a:gd name="T11" fmla="*/ 21 h 66"/>
                  <a:gd name="T12" fmla="*/ 69 w 90"/>
                  <a:gd name="T13" fmla="*/ 15 h 66"/>
                  <a:gd name="T14" fmla="*/ 63 w 90"/>
                  <a:gd name="T15" fmla="*/ 9 h 66"/>
                  <a:gd name="T16" fmla="*/ 63 w 90"/>
                  <a:gd name="T17" fmla="*/ 3 h 66"/>
                  <a:gd name="T18" fmla="*/ 57 w 90"/>
                  <a:gd name="T19" fmla="*/ 3 h 66"/>
                  <a:gd name="T20" fmla="*/ 48 w 90"/>
                  <a:gd name="T21" fmla="*/ 6 h 66"/>
                  <a:gd name="T22" fmla="*/ 39 w 90"/>
                  <a:gd name="T23" fmla="*/ 9 h 66"/>
                  <a:gd name="T24" fmla="*/ 36 w 90"/>
                  <a:gd name="T25" fmla="*/ 12 h 66"/>
                  <a:gd name="T26" fmla="*/ 30 w 90"/>
                  <a:gd name="T27" fmla="*/ 15 h 66"/>
                  <a:gd name="T28" fmla="*/ 24 w 90"/>
                  <a:gd name="T29" fmla="*/ 21 h 66"/>
                  <a:gd name="T30" fmla="*/ 18 w 90"/>
                  <a:gd name="T31" fmla="*/ 18 h 66"/>
                  <a:gd name="T32" fmla="*/ 15 w 90"/>
                  <a:gd name="T33" fmla="*/ 27 h 66"/>
                  <a:gd name="T34" fmla="*/ 9 w 90"/>
                  <a:gd name="T35" fmla="*/ 36 h 66"/>
                  <a:gd name="T36" fmla="*/ 0 w 90"/>
                  <a:gd name="T37" fmla="*/ 39 h 66"/>
                  <a:gd name="T38" fmla="*/ 3 w 90"/>
                  <a:gd name="T39" fmla="*/ 45 h 66"/>
                  <a:gd name="T40" fmla="*/ 0 w 90"/>
                  <a:gd name="T41" fmla="*/ 54 h 66"/>
                  <a:gd name="T42" fmla="*/ 3 w 90"/>
                  <a:gd name="T43" fmla="*/ 57 h 66"/>
                  <a:gd name="T44" fmla="*/ 15 w 90"/>
                  <a:gd name="T45" fmla="*/ 63 h 66"/>
                  <a:gd name="T46" fmla="*/ 27 w 90"/>
                  <a:gd name="T47" fmla="*/ 60 h 66"/>
                  <a:gd name="T48" fmla="*/ 30 w 90"/>
                  <a:gd name="T49" fmla="*/ 60 h 66"/>
                  <a:gd name="T50" fmla="*/ 30 w 90"/>
                  <a:gd name="T51" fmla="*/ 48 h 66"/>
                  <a:gd name="T52" fmla="*/ 57 w 90"/>
                  <a:gd name="T53" fmla="*/ 51 h 66"/>
                  <a:gd name="T54" fmla="*/ 63 w 90"/>
                  <a:gd name="T55" fmla="*/ 48 h 66"/>
                  <a:gd name="T56" fmla="*/ 72 w 90"/>
                  <a:gd name="T57" fmla="*/ 48 h 66"/>
                  <a:gd name="T58" fmla="*/ 78 w 90"/>
                  <a:gd name="T59" fmla="*/ 45 h 66"/>
                  <a:gd name="T60" fmla="*/ 87 w 90"/>
                  <a:gd name="T61" fmla="*/ 42 h 66"/>
                  <a:gd name="T62" fmla="*/ 90 w 90"/>
                  <a:gd name="T63" fmla="*/ 36 h 66"/>
                  <a:gd name="T64" fmla="*/ 90 w 90"/>
                  <a:gd name="T65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0" h="66">
                    <a:moveTo>
                      <a:pt x="90" y="36"/>
                    </a:moveTo>
                    <a:cubicBezTo>
                      <a:pt x="87" y="36"/>
                      <a:pt x="87" y="36"/>
                      <a:pt x="87" y="36"/>
                    </a:cubicBezTo>
                    <a:cubicBezTo>
                      <a:pt x="84" y="36"/>
                      <a:pt x="87" y="30"/>
                      <a:pt x="84" y="30"/>
                    </a:cubicBezTo>
                    <a:cubicBezTo>
                      <a:pt x="84" y="27"/>
                      <a:pt x="81" y="30"/>
                      <a:pt x="81" y="30"/>
                    </a:cubicBezTo>
                    <a:cubicBezTo>
                      <a:pt x="78" y="30"/>
                      <a:pt x="78" y="27"/>
                      <a:pt x="75" y="27"/>
                    </a:cubicBezTo>
                    <a:cubicBezTo>
                      <a:pt x="72" y="27"/>
                      <a:pt x="72" y="24"/>
                      <a:pt x="72" y="21"/>
                    </a:cubicBezTo>
                    <a:cubicBezTo>
                      <a:pt x="72" y="18"/>
                      <a:pt x="69" y="18"/>
                      <a:pt x="69" y="15"/>
                    </a:cubicBezTo>
                    <a:cubicBezTo>
                      <a:pt x="66" y="15"/>
                      <a:pt x="66" y="9"/>
                      <a:pt x="63" y="9"/>
                    </a:cubicBezTo>
                    <a:cubicBezTo>
                      <a:pt x="63" y="9"/>
                      <a:pt x="63" y="6"/>
                      <a:pt x="63" y="3"/>
                    </a:cubicBezTo>
                    <a:cubicBezTo>
                      <a:pt x="60" y="3"/>
                      <a:pt x="57" y="3"/>
                      <a:pt x="57" y="3"/>
                    </a:cubicBezTo>
                    <a:cubicBezTo>
                      <a:pt x="54" y="0"/>
                      <a:pt x="54" y="3"/>
                      <a:pt x="48" y="6"/>
                    </a:cubicBezTo>
                    <a:cubicBezTo>
                      <a:pt x="45" y="9"/>
                      <a:pt x="39" y="6"/>
                      <a:pt x="39" y="9"/>
                    </a:cubicBezTo>
                    <a:cubicBezTo>
                      <a:pt x="39" y="12"/>
                      <a:pt x="36" y="12"/>
                      <a:pt x="36" y="12"/>
                    </a:cubicBezTo>
                    <a:cubicBezTo>
                      <a:pt x="33" y="12"/>
                      <a:pt x="30" y="12"/>
                      <a:pt x="30" y="15"/>
                    </a:cubicBezTo>
                    <a:cubicBezTo>
                      <a:pt x="27" y="18"/>
                      <a:pt x="24" y="15"/>
                      <a:pt x="24" y="21"/>
                    </a:cubicBezTo>
                    <a:cubicBezTo>
                      <a:pt x="24" y="24"/>
                      <a:pt x="21" y="21"/>
                      <a:pt x="18" y="18"/>
                    </a:cubicBezTo>
                    <a:cubicBezTo>
                      <a:pt x="15" y="18"/>
                      <a:pt x="15" y="27"/>
                      <a:pt x="15" y="27"/>
                    </a:cubicBezTo>
                    <a:cubicBezTo>
                      <a:pt x="15" y="27"/>
                      <a:pt x="12" y="30"/>
                      <a:pt x="9" y="36"/>
                    </a:cubicBezTo>
                    <a:cubicBezTo>
                      <a:pt x="9" y="39"/>
                      <a:pt x="3" y="39"/>
                      <a:pt x="0" y="39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0" y="48"/>
                      <a:pt x="0" y="51"/>
                      <a:pt x="0" y="54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6" y="60"/>
                      <a:pt x="12" y="66"/>
                      <a:pt x="15" y="63"/>
                    </a:cubicBezTo>
                    <a:cubicBezTo>
                      <a:pt x="18" y="60"/>
                      <a:pt x="24" y="60"/>
                      <a:pt x="27" y="60"/>
                    </a:cubicBezTo>
                    <a:cubicBezTo>
                      <a:pt x="30" y="63"/>
                      <a:pt x="30" y="63"/>
                      <a:pt x="30" y="60"/>
                    </a:cubicBezTo>
                    <a:cubicBezTo>
                      <a:pt x="30" y="57"/>
                      <a:pt x="27" y="51"/>
                      <a:pt x="30" y="48"/>
                    </a:cubicBezTo>
                    <a:cubicBezTo>
                      <a:pt x="30" y="48"/>
                      <a:pt x="57" y="48"/>
                      <a:pt x="57" y="51"/>
                    </a:cubicBezTo>
                    <a:cubicBezTo>
                      <a:pt x="57" y="51"/>
                      <a:pt x="57" y="45"/>
                      <a:pt x="63" y="48"/>
                    </a:cubicBezTo>
                    <a:cubicBezTo>
                      <a:pt x="66" y="48"/>
                      <a:pt x="69" y="48"/>
                      <a:pt x="72" y="48"/>
                    </a:cubicBezTo>
                    <a:cubicBezTo>
                      <a:pt x="75" y="48"/>
                      <a:pt x="75" y="45"/>
                      <a:pt x="78" y="45"/>
                    </a:cubicBezTo>
                    <a:cubicBezTo>
                      <a:pt x="81" y="45"/>
                      <a:pt x="87" y="42"/>
                      <a:pt x="87" y="42"/>
                    </a:cubicBezTo>
                    <a:cubicBezTo>
                      <a:pt x="90" y="39"/>
                      <a:pt x="90" y="39"/>
                      <a:pt x="90" y="36"/>
                    </a:cubicBezTo>
                    <a:cubicBezTo>
                      <a:pt x="90" y="36"/>
                      <a:pt x="90" y="36"/>
                      <a:pt x="90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Freeform 42">
                <a:extLst>
                  <a:ext uri="{FF2B5EF4-FFF2-40B4-BE49-F238E27FC236}">
                    <a16:creationId xmlns:a16="http://schemas.microsoft.com/office/drawing/2014/main" id="{4062812E-1D25-D9D6-C9DA-13E2A76F1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494" y="2724660"/>
                <a:ext cx="339297" cy="263597"/>
              </a:xfrm>
              <a:custGeom>
                <a:avLst/>
                <a:gdLst>
                  <a:gd name="T0" fmla="*/ 168 w 177"/>
                  <a:gd name="T1" fmla="*/ 21 h 138"/>
                  <a:gd name="T2" fmla="*/ 168 w 177"/>
                  <a:gd name="T3" fmla="*/ 6 h 138"/>
                  <a:gd name="T4" fmla="*/ 159 w 177"/>
                  <a:gd name="T5" fmla="*/ 12 h 138"/>
                  <a:gd name="T6" fmla="*/ 150 w 177"/>
                  <a:gd name="T7" fmla="*/ 3 h 138"/>
                  <a:gd name="T8" fmla="*/ 135 w 177"/>
                  <a:gd name="T9" fmla="*/ 0 h 138"/>
                  <a:gd name="T10" fmla="*/ 87 w 177"/>
                  <a:gd name="T11" fmla="*/ 30 h 138"/>
                  <a:gd name="T12" fmla="*/ 66 w 177"/>
                  <a:gd name="T13" fmla="*/ 48 h 138"/>
                  <a:gd name="T14" fmla="*/ 48 w 177"/>
                  <a:gd name="T15" fmla="*/ 54 h 138"/>
                  <a:gd name="T16" fmla="*/ 45 w 177"/>
                  <a:gd name="T17" fmla="*/ 54 h 138"/>
                  <a:gd name="T18" fmla="*/ 45 w 177"/>
                  <a:gd name="T19" fmla="*/ 84 h 138"/>
                  <a:gd name="T20" fmla="*/ 42 w 177"/>
                  <a:gd name="T21" fmla="*/ 93 h 138"/>
                  <a:gd name="T22" fmla="*/ 36 w 177"/>
                  <a:gd name="T23" fmla="*/ 96 h 138"/>
                  <a:gd name="T24" fmla="*/ 18 w 177"/>
                  <a:gd name="T25" fmla="*/ 99 h 138"/>
                  <a:gd name="T26" fmla="*/ 9 w 177"/>
                  <a:gd name="T27" fmla="*/ 102 h 138"/>
                  <a:gd name="T28" fmla="*/ 0 w 177"/>
                  <a:gd name="T29" fmla="*/ 102 h 138"/>
                  <a:gd name="T30" fmla="*/ 0 w 177"/>
                  <a:gd name="T31" fmla="*/ 108 h 138"/>
                  <a:gd name="T32" fmla="*/ 6 w 177"/>
                  <a:gd name="T33" fmla="*/ 114 h 138"/>
                  <a:gd name="T34" fmla="*/ 9 w 177"/>
                  <a:gd name="T35" fmla="*/ 120 h 138"/>
                  <a:gd name="T36" fmla="*/ 12 w 177"/>
                  <a:gd name="T37" fmla="*/ 126 h 138"/>
                  <a:gd name="T38" fmla="*/ 18 w 177"/>
                  <a:gd name="T39" fmla="*/ 129 h 138"/>
                  <a:gd name="T40" fmla="*/ 21 w 177"/>
                  <a:gd name="T41" fmla="*/ 129 h 138"/>
                  <a:gd name="T42" fmla="*/ 24 w 177"/>
                  <a:gd name="T43" fmla="*/ 135 h 138"/>
                  <a:gd name="T44" fmla="*/ 27 w 177"/>
                  <a:gd name="T45" fmla="*/ 135 h 138"/>
                  <a:gd name="T46" fmla="*/ 33 w 177"/>
                  <a:gd name="T47" fmla="*/ 132 h 138"/>
                  <a:gd name="T48" fmla="*/ 36 w 177"/>
                  <a:gd name="T49" fmla="*/ 135 h 138"/>
                  <a:gd name="T50" fmla="*/ 39 w 177"/>
                  <a:gd name="T51" fmla="*/ 135 h 138"/>
                  <a:gd name="T52" fmla="*/ 45 w 177"/>
                  <a:gd name="T53" fmla="*/ 126 h 138"/>
                  <a:gd name="T54" fmla="*/ 48 w 177"/>
                  <a:gd name="T55" fmla="*/ 117 h 138"/>
                  <a:gd name="T56" fmla="*/ 57 w 177"/>
                  <a:gd name="T57" fmla="*/ 117 h 138"/>
                  <a:gd name="T58" fmla="*/ 66 w 177"/>
                  <a:gd name="T59" fmla="*/ 114 h 138"/>
                  <a:gd name="T60" fmla="*/ 75 w 177"/>
                  <a:gd name="T61" fmla="*/ 117 h 138"/>
                  <a:gd name="T62" fmla="*/ 81 w 177"/>
                  <a:gd name="T63" fmla="*/ 123 h 138"/>
                  <a:gd name="T64" fmla="*/ 90 w 177"/>
                  <a:gd name="T65" fmla="*/ 120 h 138"/>
                  <a:gd name="T66" fmla="*/ 99 w 177"/>
                  <a:gd name="T67" fmla="*/ 126 h 138"/>
                  <a:gd name="T68" fmla="*/ 108 w 177"/>
                  <a:gd name="T69" fmla="*/ 126 h 138"/>
                  <a:gd name="T70" fmla="*/ 117 w 177"/>
                  <a:gd name="T71" fmla="*/ 120 h 138"/>
                  <a:gd name="T72" fmla="*/ 132 w 177"/>
                  <a:gd name="T73" fmla="*/ 120 h 138"/>
                  <a:gd name="T74" fmla="*/ 141 w 177"/>
                  <a:gd name="T75" fmla="*/ 123 h 138"/>
                  <a:gd name="T76" fmla="*/ 150 w 177"/>
                  <a:gd name="T77" fmla="*/ 117 h 138"/>
                  <a:gd name="T78" fmla="*/ 150 w 177"/>
                  <a:gd name="T79" fmla="*/ 114 h 138"/>
                  <a:gd name="T80" fmla="*/ 150 w 177"/>
                  <a:gd name="T81" fmla="*/ 111 h 138"/>
                  <a:gd name="T82" fmla="*/ 153 w 177"/>
                  <a:gd name="T83" fmla="*/ 102 h 138"/>
                  <a:gd name="T84" fmla="*/ 171 w 177"/>
                  <a:gd name="T85" fmla="*/ 81 h 138"/>
                  <a:gd name="T86" fmla="*/ 171 w 177"/>
                  <a:gd name="T87" fmla="*/ 51 h 138"/>
                  <a:gd name="T88" fmla="*/ 174 w 177"/>
                  <a:gd name="T89" fmla="*/ 39 h 138"/>
                  <a:gd name="T90" fmla="*/ 171 w 177"/>
                  <a:gd name="T91" fmla="*/ 30 h 138"/>
                  <a:gd name="T92" fmla="*/ 168 w 177"/>
                  <a:gd name="T93" fmla="*/ 21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77" h="138">
                    <a:moveTo>
                      <a:pt x="168" y="21"/>
                    </a:moveTo>
                    <a:cubicBezTo>
                      <a:pt x="168" y="18"/>
                      <a:pt x="168" y="12"/>
                      <a:pt x="168" y="6"/>
                    </a:cubicBezTo>
                    <a:cubicBezTo>
                      <a:pt x="159" y="12"/>
                      <a:pt x="159" y="12"/>
                      <a:pt x="159" y="12"/>
                    </a:cubicBezTo>
                    <a:cubicBezTo>
                      <a:pt x="159" y="12"/>
                      <a:pt x="156" y="6"/>
                      <a:pt x="150" y="3"/>
                    </a:cubicBezTo>
                    <a:cubicBezTo>
                      <a:pt x="147" y="0"/>
                      <a:pt x="135" y="0"/>
                      <a:pt x="135" y="0"/>
                    </a:cubicBezTo>
                    <a:cubicBezTo>
                      <a:pt x="87" y="30"/>
                      <a:pt x="87" y="30"/>
                      <a:pt x="87" y="30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6" y="48"/>
                      <a:pt x="51" y="51"/>
                      <a:pt x="48" y="54"/>
                    </a:cubicBezTo>
                    <a:cubicBezTo>
                      <a:pt x="48" y="54"/>
                      <a:pt x="48" y="54"/>
                      <a:pt x="45" y="54"/>
                    </a:cubicBezTo>
                    <a:cubicBezTo>
                      <a:pt x="48" y="60"/>
                      <a:pt x="48" y="81"/>
                      <a:pt x="45" y="84"/>
                    </a:cubicBezTo>
                    <a:cubicBezTo>
                      <a:pt x="45" y="84"/>
                      <a:pt x="42" y="90"/>
                      <a:pt x="42" y="93"/>
                    </a:cubicBezTo>
                    <a:cubicBezTo>
                      <a:pt x="42" y="93"/>
                      <a:pt x="39" y="96"/>
                      <a:pt x="36" y="96"/>
                    </a:cubicBezTo>
                    <a:cubicBezTo>
                      <a:pt x="30" y="96"/>
                      <a:pt x="21" y="99"/>
                      <a:pt x="18" y="99"/>
                    </a:cubicBezTo>
                    <a:cubicBezTo>
                      <a:pt x="12" y="99"/>
                      <a:pt x="9" y="102"/>
                      <a:pt x="9" y="102"/>
                    </a:cubicBezTo>
                    <a:cubicBezTo>
                      <a:pt x="9" y="102"/>
                      <a:pt x="3" y="102"/>
                      <a:pt x="0" y="102"/>
                    </a:cubicBezTo>
                    <a:cubicBezTo>
                      <a:pt x="0" y="105"/>
                      <a:pt x="0" y="108"/>
                      <a:pt x="0" y="108"/>
                    </a:cubicBezTo>
                    <a:cubicBezTo>
                      <a:pt x="3" y="108"/>
                      <a:pt x="3" y="114"/>
                      <a:pt x="6" y="114"/>
                    </a:cubicBezTo>
                    <a:cubicBezTo>
                      <a:pt x="6" y="117"/>
                      <a:pt x="9" y="117"/>
                      <a:pt x="9" y="120"/>
                    </a:cubicBezTo>
                    <a:cubicBezTo>
                      <a:pt x="9" y="123"/>
                      <a:pt x="9" y="126"/>
                      <a:pt x="12" y="126"/>
                    </a:cubicBezTo>
                    <a:cubicBezTo>
                      <a:pt x="15" y="126"/>
                      <a:pt x="15" y="129"/>
                      <a:pt x="18" y="129"/>
                    </a:cubicBezTo>
                    <a:cubicBezTo>
                      <a:pt x="18" y="129"/>
                      <a:pt x="21" y="126"/>
                      <a:pt x="21" y="129"/>
                    </a:cubicBezTo>
                    <a:cubicBezTo>
                      <a:pt x="24" y="129"/>
                      <a:pt x="21" y="135"/>
                      <a:pt x="24" y="135"/>
                    </a:cubicBezTo>
                    <a:cubicBezTo>
                      <a:pt x="27" y="135"/>
                      <a:pt x="27" y="135"/>
                      <a:pt x="27" y="135"/>
                    </a:cubicBezTo>
                    <a:cubicBezTo>
                      <a:pt x="27" y="132"/>
                      <a:pt x="27" y="129"/>
                      <a:pt x="33" y="132"/>
                    </a:cubicBezTo>
                    <a:cubicBezTo>
                      <a:pt x="36" y="132"/>
                      <a:pt x="33" y="135"/>
                      <a:pt x="36" y="135"/>
                    </a:cubicBezTo>
                    <a:cubicBezTo>
                      <a:pt x="39" y="138"/>
                      <a:pt x="39" y="138"/>
                      <a:pt x="39" y="135"/>
                    </a:cubicBezTo>
                    <a:cubicBezTo>
                      <a:pt x="39" y="132"/>
                      <a:pt x="45" y="126"/>
                      <a:pt x="45" y="126"/>
                    </a:cubicBezTo>
                    <a:cubicBezTo>
                      <a:pt x="45" y="126"/>
                      <a:pt x="45" y="120"/>
                      <a:pt x="48" y="117"/>
                    </a:cubicBezTo>
                    <a:cubicBezTo>
                      <a:pt x="51" y="117"/>
                      <a:pt x="57" y="117"/>
                      <a:pt x="57" y="117"/>
                    </a:cubicBezTo>
                    <a:cubicBezTo>
                      <a:pt x="60" y="117"/>
                      <a:pt x="63" y="114"/>
                      <a:pt x="66" y="114"/>
                    </a:cubicBezTo>
                    <a:cubicBezTo>
                      <a:pt x="66" y="117"/>
                      <a:pt x="72" y="114"/>
                      <a:pt x="75" y="117"/>
                    </a:cubicBezTo>
                    <a:cubicBezTo>
                      <a:pt x="75" y="120"/>
                      <a:pt x="78" y="126"/>
                      <a:pt x="81" y="123"/>
                    </a:cubicBezTo>
                    <a:cubicBezTo>
                      <a:pt x="84" y="123"/>
                      <a:pt x="87" y="120"/>
                      <a:pt x="90" y="120"/>
                    </a:cubicBezTo>
                    <a:cubicBezTo>
                      <a:pt x="90" y="120"/>
                      <a:pt x="96" y="126"/>
                      <a:pt x="9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11" y="123"/>
                      <a:pt x="114" y="120"/>
                      <a:pt x="117" y="120"/>
                    </a:cubicBezTo>
                    <a:cubicBezTo>
                      <a:pt x="120" y="120"/>
                      <a:pt x="129" y="120"/>
                      <a:pt x="132" y="120"/>
                    </a:cubicBezTo>
                    <a:cubicBezTo>
                      <a:pt x="135" y="123"/>
                      <a:pt x="138" y="123"/>
                      <a:pt x="141" y="123"/>
                    </a:cubicBezTo>
                    <a:cubicBezTo>
                      <a:pt x="144" y="123"/>
                      <a:pt x="147" y="117"/>
                      <a:pt x="150" y="117"/>
                    </a:cubicBezTo>
                    <a:cubicBezTo>
                      <a:pt x="150" y="114"/>
                      <a:pt x="150" y="114"/>
                      <a:pt x="150" y="114"/>
                    </a:cubicBezTo>
                    <a:cubicBezTo>
                      <a:pt x="150" y="114"/>
                      <a:pt x="150" y="114"/>
                      <a:pt x="150" y="111"/>
                    </a:cubicBezTo>
                    <a:cubicBezTo>
                      <a:pt x="150" y="105"/>
                      <a:pt x="153" y="108"/>
                      <a:pt x="153" y="102"/>
                    </a:cubicBezTo>
                    <a:cubicBezTo>
                      <a:pt x="153" y="96"/>
                      <a:pt x="171" y="81"/>
                      <a:pt x="171" y="81"/>
                    </a:cubicBezTo>
                    <a:cubicBezTo>
                      <a:pt x="171" y="78"/>
                      <a:pt x="171" y="54"/>
                      <a:pt x="171" y="51"/>
                    </a:cubicBezTo>
                    <a:cubicBezTo>
                      <a:pt x="171" y="48"/>
                      <a:pt x="174" y="45"/>
                      <a:pt x="174" y="39"/>
                    </a:cubicBezTo>
                    <a:cubicBezTo>
                      <a:pt x="177" y="36"/>
                      <a:pt x="171" y="36"/>
                      <a:pt x="171" y="30"/>
                    </a:cubicBezTo>
                    <a:cubicBezTo>
                      <a:pt x="174" y="27"/>
                      <a:pt x="168" y="24"/>
                      <a:pt x="168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Freeform 43">
                <a:extLst>
                  <a:ext uri="{FF2B5EF4-FFF2-40B4-BE49-F238E27FC236}">
                    <a16:creationId xmlns:a16="http://schemas.microsoft.com/office/drawing/2014/main" id="{0006B6D7-8B34-789C-9B0D-EAD32FDC0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6071" y="2724660"/>
                <a:ext cx="218988" cy="362277"/>
              </a:xfrm>
              <a:custGeom>
                <a:avLst/>
                <a:gdLst>
                  <a:gd name="T0" fmla="*/ 114 w 114"/>
                  <a:gd name="T1" fmla="*/ 48 h 189"/>
                  <a:gd name="T2" fmla="*/ 27 w 114"/>
                  <a:gd name="T3" fmla="*/ 0 h 189"/>
                  <a:gd name="T4" fmla="*/ 18 w 114"/>
                  <a:gd name="T5" fmla="*/ 6 h 189"/>
                  <a:gd name="T6" fmla="*/ 18 w 114"/>
                  <a:gd name="T7" fmla="*/ 21 h 189"/>
                  <a:gd name="T8" fmla="*/ 21 w 114"/>
                  <a:gd name="T9" fmla="*/ 30 h 189"/>
                  <a:gd name="T10" fmla="*/ 24 w 114"/>
                  <a:gd name="T11" fmla="*/ 39 h 189"/>
                  <a:gd name="T12" fmla="*/ 21 w 114"/>
                  <a:gd name="T13" fmla="*/ 51 h 189"/>
                  <a:gd name="T14" fmla="*/ 21 w 114"/>
                  <a:gd name="T15" fmla="*/ 81 h 189"/>
                  <a:gd name="T16" fmla="*/ 3 w 114"/>
                  <a:gd name="T17" fmla="*/ 102 h 189"/>
                  <a:gd name="T18" fmla="*/ 0 w 114"/>
                  <a:gd name="T19" fmla="*/ 111 h 189"/>
                  <a:gd name="T20" fmla="*/ 0 w 114"/>
                  <a:gd name="T21" fmla="*/ 114 h 189"/>
                  <a:gd name="T22" fmla="*/ 3 w 114"/>
                  <a:gd name="T23" fmla="*/ 117 h 189"/>
                  <a:gd name="T24" fmla="*/ 9 w 114"/>
                  <a:gd name="T25" fmla="*/ 123 h 189"/>
                  <a:gd name="T26" fmla="*/ 15 w 114"/>
                  <a:gd name="T27" fmla="*/ 132 h 189"/>
                  <a:gd name="T28" fmla="*/ 15 w 114"/>
                  <a:gd name="T29" fmla="*/ 144 h 189"/>
                  <a:gd name="T30" fmla="*/ 21 w 114"/>
                  <a:gd name="T31" fmla="*/ 156 h 189"/>
                  <a:gd name="T32" fmla="*/ 15 w 114"/>
                  <a:gd name="T33" fmla="*/ 159 h 189"/>
                  <a:gd name="T34" fmla="*/ 6 w 114"/>
                  <a:gd name="T35" fmla="*/ 159 h 189"/>
                  <a:gd name="T36" fmla="*/ 9 w 114"/>
                  <a:gd name="T37" fmla="*/ 168 h 189"/>
                  <a:gd name="T38" fmla="*/ 18 w 114"/>
                  <a:gd name="T39" fmla="*/ 177 h 189"/>
                  <a:gd name="T40" fmla="*/ 24 w 114"/>
                  <a:gd name="T41" fmla="*/ 186 h 189"/>
                  <a:gd name="T42" fmla="*/ 30 w 114"/>
                  <a:gd name="T43" fmla="*/ 186 h 189"/>
                  <a:gd name="T44" fmla="*/ 36 w 114"/>
                  <a:gd name="T45" fmla="*/ 186 h 189"/>
                  <a:gd name="T46" fmla="*/ 48 w 114"/>
                  <a:gd name="T47" fmla="*/ 180 h 189"/>
                  <a:gd name="T48" fmla="*/ 60 w 114"/>
                  <a:gd name="T49" fmla="*/ 177 h 189"/>
                  <a:gd name="T50" fmla="*/ 60 w 114"/>
                  <a:gd name="T51" fmla="*/ 171 h 189"/>
                  <a:gd name="T52" fmla="*/ 75 w 114"/>
                  <a:gd name="T53" fmla="*/ 165 h 189"/>
                  <a:gd name="T54" fmla="*/ 87 w 114"/>
                  <a:gd name="T55" fmla="*/ 156 h 189"/>
                  <a:gd name="T56" fmla="*/ 90 w 114"/>
                  <a:gd name="T57" fmla="*/ 150 h 189"/>
                  <a:gd name="T58" fmla="*/ 99 w 114"/>
                  <a:gd name="T59" fmla="*/ 147 h 189"/>
                  <a:gd name="T60" fmla="*/ 99 w 114"/>
                  <a:gd name="T61" fmla="*/ 147 h 189"/>
                  <a:gd name="T62" fmla="*/ 99 w 114"/>
                  <a:gd name="T63" fmla="*/ 147 h 189"/>
                  <a:gd name="T64" fmla="*/ 102 w 114"/>
                  <a:gd name="T65" fmla="*/ 141 h 189"/>
                  <a:gd name="T66" fmla="*/ 96 w 114"/>
                  <a:gd name="T67" fmla="*/ 135 h 189"/>
                  <a:gd name="T68" fmla="*/ 93 w 114"/>
                  <a:gd name="T69" fmla="*/ 126 h 189"/>
                  <a:gd name="T70" fmla="*/ 93 w 114"/>
                  <a:gd name="T71" fmla="*/ 120 h 189"/>
                  <a:gd name="T72" fmla="*/ 93 w 114"/>
                  <a:gd name="T73" fmla="*/ 111 h 189"/>
                  <a:gd name="T74" fmla="*/ 99 w 114"/>
                  <a:gd name="T75" fmla="*/ 102 h 189"/>
                  <a:gd name="T76" fmla="*/ 102 w 114"/>
                  <a:gd name="T77" fmla="*/ 96 h 189"/>
                  <a:gd name="T78" fmla="*/ 111 w 114"/>
                  <a:gd name="T79" fmla="*/ 90 h 189"/>
                  <a:gd name="T80" fmla="*/ 114 w 114"/>
                  <a:gd name="T81" fmla="*/ 78 h 189"/>
                  <a:gd name="T82" fmla="*/ 114 w 114"/>
                  <a:gd name="T83" fmla="*/ 4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4" h="189">
                    <a:moveTo>
                      <a:pt x="114" y="48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12"/>
                      <a:pt x="18" y="18"/>
                      <a:pt x="18" y="21"/>
                    </a:cubicBezTo>
                    <a:cubicBezTo>
                      <a:pt x="18" y="24"/>
                      <a:pt x="24" y="27"/>
                      <a:pt x="21" y="30"/>
                    </a:cubicBezTo>
                    <a:cubicBezTo>
                      <a:pt x="21" y="36"/>
                      <a:pt x="27" y="36"/>
                      <a:pt x="24" y="39"/>
                    </a:cubicBezTo>
                    <a:cubicBezTo>
                      <a:pt x="24" y="45"/>
                      <a:pt x="21" y="48"/>
                      <a:pt x="21" y="51"/>
                    </a:cubicBezTo>
                    <a:cubicBezTo>
                      <a:pt x="21" y="54"/>
                      <a:pt x="21" y="78"/>
                      <a:pt x="21" y="81"/>
                    </a:cubicBezTo>
                    <a:cubicBezTo>
                      <a:pt x="21" y="81"/>
                      <a:pt x="3" y="96"/>
                      <a:pt x="3" y="102"/>
                    </a:cubicBezTo>
                    <a:cubicBezTo>
                      <a:pt x="3" y="108"/>
                      <a:pt x="0" y="105"/>
                      <a:pt x="0" y="111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3" y="117"/>
                      <a:pt x="3" y="117"/>
                      <a:pt x="3" y="117"/>
                    </a:cubicBezTo>
                    <a:cubicBezTo>
                      <a:pt x="6" y="120"/>
                      <a:pt x="6" y="123"/>
                      <a:pt x="9" y="123"/>
                    </a:cubicBezTo>
                    <a:cubicBezTo>
                      <a:pt x="12" y="123"/>
                      <a:pt x="15" y="129"/>
                      <a:pt x="15" y="132"/>
                    </a:cubicBezTo>
                    <a:cubicBezTo>
                      <a:pt x="15" y="135"/>
                      <a:pt x="18" y="138"/>
                      <a:pt x="15" y="144"/>
                    </a:cubicBezTo>
                    <a:cubicBezTo>
                      <a:pt x="15" y="150"/>
                      <a:pt x="18" y="156"/>
                      <a:pt x="21" y="156"/>
                    </a:cubicBezTo>
                    <a:cubicBezTo>
                      <a:pt x="24" y="159"/>
                      <a:pt x="21" y="159"/>
                      <a:pt x="15" y="159"/>
                    </a:cubicBezTo>
                    <a:cubicBezTo>
                      <a:pt x="12" y="159"/>
                      <a:pt x="6" y="159"/>
                      <a:pt x="6" y="159"/>
                    </a:cubicBezTo>
                    <a:cubicBezTo>
                      <a:pt x="6" y="162"/>
                      <a:pt x="6" y="165"/>
                      <a:pt x="9" y="168"/>
                    </a:cubicBezTo>
                    <a:cubicBezTo>
                      <a:pt x="15" y="171"/>
                      <a:pt x="18" y="174"/>
                      <a:pt x="18" y="177"/>
                    </a:cubicBezTo>
                    <a:cubicBezTo>
                      <a:pt x="21" y="183"/>
                      <a:pt x="21" y="186"/>
                      <a:pt x="24" y="186"/>
                    </a:cubicBezTo>
                    <a:cubicBezTo>
                      <a:pt x="24" y="189"/>
                      <a:pt x="27" y="189"/>
                      <a:pt x="30" y="186"/>
                    </a:cubicBezTo>
                    <a:cubicBezTo>
                      <a:pt x="33" y="180"/>
                      <a:pt x="33" y="189"/>
                      <a:pt x="36" y="186"/>
                    </a:cubicBezTo>
                    <a:cubicBezTo>
                      <a:pt x="39" y="183"/>
                      <a:pt x="48" y="183"/>
                      <a:pt x="48" y="180"/>
                    </a:cubicBezTo>
                    <a:cubicBezTo>
                      <a:pt x="51" y="180"/>
                      <a:pt x="57" y="177"/>
                      <a:pt x="60" y="177"/>
                    </a:cubicBezTo>
                    <a:cubicBezTo>
                      <a:pt x="60" y="174"/>
                      <a:pt x="57" y="171"/>
                      <a:pt x="60" y="171"/>
                    </a:cubicBezTo>
                    <a:cubicBezTo>
                      <a:pt x="63" y="168"/>
                      <a:pt x="72" y="171"/>
                      <a:pt x="75" y="165"/>
                    </a:cubicBezTo>
                    <a:cubicBezTo>
                      <a:pt x="78" y="162"/>
                      <a:pt x="84" y="156"/>
                      <a:pt x="87" y="156"/>
                    </a:cubicBezTo>
                    <a:cubicBezTo>
                      <a:pt x="87" y="153"/>
                      <a:pt x="87" y="153"/>
                      <a:pt x="90" y="150"/>
                    </a:cubicBezTo>
                    <a:cubicBezTo>
                      <a:pt x="90" y="147"/>
                      <a:pt x="96" y="144"/>
                      <a:pt x="99" y="147"/>
                    </a:cubicBezTo>
                    <a:cubicBezTo>
                      <a:pt x="99" y="147"/>
                      <a:pt x="99" y="147"/>
                      <a:pt x="99" y="147"/>
                    </a:cubicBezTo>
                    <a:cubicBezTo>
                      <a:pt x="99" y="147"/>
                      <a:pt x="99" y="147"/>
                      <a:pt x="99" y="147"/>
                    </a:cubicBezTo>
                    <a:cubicBezTo>
                      <a:pt x="102" y="141"/>
                      <a:pt x="102" y="141"/>
                      <a:pt x="102" y="141"/>
                    </a:cubicBezTo>
                    <a:cubicBezTo>
                      <a:pt x="102" y="141"/>
                      <a:pt x="96" y="138"/>
                      <a:pt x="96" y="135"/>
                    </a:cubicBezTo>
                    <a:cubicBezTo>
                      <a:pt x="96" y="129"/>
                      <a:pt x="96" y="126"/>
                      <a:pt x="93" y="126"/>
                    </a:cubicBezTo>
                    <a:cubicBezTo>
                      <a:pt x="90" y="126"/>
                      <a:pt x="90" y="123"/>
                      <a:pt x="93" y="120"/>
                    </a:cubicBezTo>
                    <a:cubicBezTo>
                      <a:pt x="96" y="117"/>
                      <a:pt x="87" y="111"/>
                      <a:pt x="93" y="111"/>
                    </a:cubicBezTo>
                    <a:cubicBezTo>
                      <a:pt x="99" y="111"/>
                      <a:pt x="93" y="102"/>
                      <a:pt x="99" y="102"/>
                    </a:cubicBezTo>
                    <a:cubicBezTo>
                      <a:pt x="102" y="102"/>
                      <a:pt x="102" y="99"/>
                      <a:pt x="102" y="96"/>
                    </a:cubicBezTo>
                    <a:cubicBezTo>
                      <a:pt x="102" y="93"/>
                      <a:pt x="111" y="90"/>
                      <a:pt x="111" y="90"/>
                    </a:cubicBezTo>
                    <a:cubicBezTo>
                      <a:pt x="114" y="90"/>
                      <a:pt x="114" y="78"/>
                      <a:pt x="114" y="78"/>
                    </a:cubicBezTo>
                    <a:lnTo>
                      <a:pt x="114" y="48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Freeform 44">
                <a:extLst>
                  <a:ext uri="{FF2B5EF4-FFF2-40B4-BE49-F238E27FC236}">
                    <a16:creationId xmlns:a16="http://schemas.microsoft.com/office/drawing/2014/main" id="{71422DA5-397C-D719-1B85-351129931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9068" y="2528652"/>
                <a:ext cx="259178" cy="235210"/>
              </a:xfrm>
              <a:custGeom>
                <a:avLst/>
                <a:gdLst>
                  <a:gd name="T0" fmla="*/ 114 w 123"/>
                  <a:gd name="T1" fmla="*/ 27 h 123"/>
                  <a:gd name="T2" fmla="*/ 108 w 123"/>
                  <a:gd name="T3" fmla="*/ 6 h 123"/>
                  <a:gd name="T4" fmla="*/ 105 w 123"/>
                  <a:gd name="T5" fmla="*/ 9 h 123"/>
                  <a:gd name="T6" fmla="*/ 93 w 123"/>
                  <a:gd name="T7" fmla="*/ 6 h 123"/>
                  <a:gd name="T8" fmla="*/ 81 w 123"/>
                  <a:gd name="T9" fmla="*/ 3 h 123"/>
                  <a:gd name="T10" fmla="*/ 57 w 123"/>
                  <a:gd name="T11" fmla="*/ 9 h 123"/>
                  <a:gd name="T12" fmla="*/ 45 w 123"/>
                  <a:gd name="T13" fmla="*/ 9 h 123"/>
                  <a:gd name="T14" fmla="*/ 24 w 123"/>
                  <a:gd name="T15" fmla="*/ 3 h 123"/>
                  <a:gd name="T16" fmla="*/ 6 w 123"/>
                  <a:gd name="T17" fmla="*/ 0 h 123"/>
                  <a:gd name="T18" fmla="*/ 6 w 123"/>
                  <a:gd name="T19" fmla="*/ 3 h 123"/>
                  <a:gd name="T20" fmla="*/ 3 w 123"/>
                  <a:gd name="T21" fmla="*/ 15 h 123"/>
                  <a:gd name="T22" fmla="*/ 3 w 123"/>
                  <a:gd name="T23" fmla="*/ 33 h 123"/>
                  <a:gd name="T24" fmla="*/ 3 w 123"/>
                  <a:gd name="T25" fmla="*/ 120 h 123"/>
                  <a:gd name="T26" fmla="*/ 72 w 123"/>
                  <a:gd name="T27" fmla="*/ 120 h 123"/>
                  <a:gd name="T28" fmla="*/ 75 w 123"/>
                  <a:gd name="T29" fmla="*/ 117 h 123"/>
                  <a:gd name="T30" fmla="*/ 81 w 123"/>
                  <a:gd name="T31" fmla="*/ 120 h 123"/>
                  <a:gd name="T32" fmla="*/ 96 w 123"/>
                  <a:gd name="T33" fmla="*/ 120 h 123"/>
                  <a:gd name="T34" fmla="*/ 102 w 123"/>
                  <a:gd name="T35" fmla="*/ 123 h 123"/>
                  <a:gd name="T36" fmla="*/ 108 w 123"/>
                  <a:gd name="T37" fmla="*/ 117 h 123"/>
                  <a:gd name="T38" fmla="*/ 117 w 123"/>
                  <a:gd name="T39" fmla="*/ 108 h 123"/>
                  <a:gd name="T40" fmla="*/ 123 w 123"/>
                  <a:gd name="T41" fmla="*/ 105 h 123"/>
                  <a:gd name="T42" fmla="*/ 123 w 123"/>
                  <a:gd name="T43" fmla="*/ 105 h 123"/>
                  <a:gd name="T44" fmla="*/ 123 w 123"/>
                  <a:gd name="T45" fmla="*/ 99 h 123"/>
                  <a:gd name="T46" fmla="*/ 117 w 123"/>
                  <a:gd name="T47" fmla="*/ 87 h 123"/>
                  <a:gd name="T48" fmla="*/ 105 w 123"/>
                  <a:gd name="T49" fmla="*/ 63 h 123"/>
                  <a:gd name="T50" fmla="*/ 99 w 123"/>
                  <a:gd name="T51" fmla="*/ 54 h 123"/>
                  <a:gd name="T52" fmla="*/ 93 w 123"/>
                  <a:gd name="T53" fmla="*/ 39 h 123"/>
                  <a:gd name="T54" fmla="*/ 87 w 123"/>
                  <a:gd name="T55" fmla="*/ 18 h 123"/>
                  <a:gd name="T56" fmla="*/ 96 w 123"/>
                  <a:gd name="T57" fmla="*/ 33 h 123"/>
                  <a:gd name="T58" fmla="*/ 105 w 123"/>
                  <a:gd name="T59" fmla="*/ 48 h 123"/>
                  <a:gd name="T60" fmla="*/ 114 w 123"/>
                  <a:gd name="T61" fmla="*/ 33 h 123"/>
                  <a:gd name="T62" fmla="*/ 114 w 123"/>
                  <a:gd name="T63" fmla="*/ 33 h 123"/>
                  <a:gd name="T64" fmla="*/ 114 w 123"/>
                  <a:gd name="T65" fmla="*/ 30 h 123"/>
                  <a:gd name="T66" fmla="*/ 114 w 123"/>
                  <a:gd name="T67" fmla="*/ 27 h 123"/>
                  <a:gd name="connsiteX0" fmla="*/ 9133 w 9865"/>
                  <a:gd name="connsiteY0" fmla="*/ 2195 h 10000"/>
                  <a:gd name="connsiteX1" fmla="*/ 8645 w 9865"/>
                  <a:gd name="connsiteY1" fmla="*/ 488 h 10000"/>
                  <a:gd name="connsiteX2" fmla="*/ 8402 w 9865"/>
                  <a:gd name="connsiteY2" fmla="*/ 732 h 10000"/>
                  <a:gd name="connsiteX3" fmla="*/ 7426 w 9865"/>
                  <a:gd name="connsiteY3" fmla="*/ 488 h 10000"/>
                  <a:gd name="connsiteX4" fmla="*/ 6450 w 9865"/>
                  <a:gd name="connsiteY4" fmla="*/ 244 h 10000"/>
                  <a:gd name="connsiteX5" fmla="*/ 4499 w 9865"/>
                  <a:gd name="connsiteY5" fmla="*/ 732 h 10000"/>
                  <a:gd name="connsiteX6" fmla="*/ 3524 w 9865"/>
                  <a:gd name="connsiteY6" fmla="*/ 732 h 10000"/>
                  <a:gd name="connsiteX7" fmla="*/ 1816 w 9865"/>
                  <a:gd name="connsiteY7" fmla="*/ 244 h 10000"/>
                  <a:gd name="connsiteX8" fmla="*/ 353 w 9865"/>
                  <a:gd name="connsiteY8" fmla="*/ 0 h 10000"/>
                  <a:gd name="connsiteX9" fmla="*/ 353 w 9865"/>
                  <a:gd name="connsiteY9" fmla="*/ 244 h 10000"/>
                  <a:gd name="connsiteX10" fmla="*/ 109 w 9865"/>
                  <a:gd name="connsiteY10" fmla="*/ 1220 h 10000"/>
                  <a:gd name="connsiteX11" fmla="*/ 109 w 9865"/>
                  <a:gd name="connsiteY11" fmla="*/ 2683 h 10000"/>
                  <a:gd name="connsiteX12" fmla="*/ 109 w 9865"/>
                  <a:gd name="connsiteY12" fmla="*/ 9756 h 10000"/>
                  <a:gd name="connsiteX13" fmla="*/ 5719 w 9865"/>
                  <a:gd name="connsiteY13" fmla="*/ 9756 h 10000"/>
                  <a:gd name="connsiteX14" fmla="*/ 6450 w 9865"/>
                  <a:gd name="connsiteY14" fmla="*/ 9756 h 10000"/>
                  <a:gd name="connsiteX15" fmla="*/ 7670 w 9865"/>
                  <a:gd name="connsiteY15" fmla="*/ 9756 h 10000"/>
                  <a:gd name="connsiteX16" fmla="*/ 8158 w 9865"/>
                  <a:gd name="connsiteY16" fmla="*/ 10000 h 10000"/>
                  <a:gd name="connsiteX17" fmla="*/ 8645 w 9865"/>
                  <a:gd name="connsiteY17" fmla="*/ 9512 h 10000"/>
                  <a:gd name="connsiteX18" fmla="*/ 9377 w 9865"/>
                  <a:gd name="connsiteY18" fmla="*/ 8780 h 10000"/>
                  <a:gd name="connsiteX19" fmla="*/ 9865 w 9865"/>
                  <a:gd name="connsiteY19" fmla="*/ 8537 h 10000"/>
                  <a:gd name="connsiteX20" fmla="*/ 9865 w 9865"/>
                  <a:gd name="connsiteY20" fmla="*/ 8537 h 10000"/>
                  <a:gd name="connsiteX21" fmla="*/ 9865 w 9865"/>
                  <a:gd name="connsiteY21" fmla="*/ 8049 h 10000"/>
                  <a:gd name="connsiteX22" fmla="*/ 9377 w 9865"/>
                  <a:gd name="connsiteY22" fmla="*/ 7073 h 10000"/>
                  <a:gd name="connsiteX23" fmla="*/ 8402 w 9865"/>
                  <a:gd name="connsiteY23" fmla="*/ 5122 h 10000"/>
                  <a:gd name="connsiteX24" fmla="*/ 7914 w 9865"/>
                  <a:gd name="connsiteY24" fmla="*/ 4390 h 10000"/>
                  <a:gd name="connsiteX25" fmla="*/ 7426 w 9865"/>
                  <a:gd name="connsiteY25" fmla="*/ 3171 h 10000"/>
                  <a:gd name="connsiteX26" fmla="*/ 6938 w 9865"/>
                  <a:gd name="connsiteY26" fmla="*/ 1463 h 10000"/>
                  <a:gd name="connsiteX27" fmla="*/ 7670 w 9865"/>
                  <a:gd name="connsiteY27" fmla="*/ 2683 h 10000"/>
                  <a:gd name="connsiteX28" fmla="*/ 8402 w 9865"/>
                  <a:gd name="connsiteY28" fmla="*/ 3902 h 10000"/>
                  <a:gd name="connsiteX29" fmla="*/ 9133 w 9865"/>
                  <a:gd name="connsiteY29" fmla="*/ 2683 h 10000"/>
                  <a:gd name="connsiteX30" fmla="*/ 9133 w 9865"/>
                  <a:gd name="connsiteY30" fmla="*/ 2683 h 10000"/>
                  <a:gd name="connsiteX31" fmla="*/ 9133 w 9865"/>
                  <a:gd name="connsiteY31" fmla="*/ 2439 h 10000"/>
                  <a:gd name="connsiteX32" fmla="*/ 9133 w 9865"/>
                  <a:gd name="connsiteY32" fmla="*/ 2195 h 10000"/>
                  <a:gd name="connsiteX0" fmla="*/ 9258 w 10000"/>
                  <a:gd name="connsiteY0" fmla="*/ 2195 h 10000"/>
                  <a:gd name="connsiteX1" fmla="*/ 8763 w 10000"/>
                  <a:gd name="connsiteY1" fmla="*/ 488 h 10000"/>
                  <a:gd name="connsiteX2" fmla="*/ 8517 w 10000"/>
                  <a:gd name="connsiteY2" fmla="*/ 732 h 10000"/>
                  <a:gd name="connsiteX3" fmla="*/ 7528 w 10000"/>
                  <a:gd name="connsiteY3" fmla="*/ 488 h 10000"/>
                  <a:gd name="connsiteX4" fmla="*/ 6538 w 10000"/>
                  <a:gd name="connsiteY4" fmla="*/ 244 h 10000"/>
                  <a:gd name="connsiteX5" fmla="*/ 4561 w 10000"/>
                  <a:gd name="connsiteY5" fmla="*/ 732 h 10000"/>
                  <a:gd name="connsiteX6" fmla="*/ 3572 w 10000"/>
                  <a:gd name="connsiteY6" fmla="*/ 732 h 10000"/>
                  <a:gd name="connsiteX7" fmla="*/ 1841 w 10000"/>
                  <a:gd name="connsiteY7" fmla="*/ 244 h 10000"/>
                  <a:gd name="connsiteX8" fmla="*/ 358 w 10000"/>
                  <a:gd name="connsiteY8" fmla="*/ 0 h 10000"/>
                  <a:gd name="connsiteX9" fmla="*/ 358 w 10000"/>
                  <a:gd name="connsiteY9" fmla="*/ 244 h 10000"/>
                  <a:gd name="connsiteX10" fmla="*/ 110 w 10000"/>
                  <a:gd name="connsiteY10" fmla="*/ 1220 h 10000"/>
                  <a:gd name="connsiteX11" fmla="*/ 110 w 10000"/>
                  <a:gd name="connsiteY11" fmla="*/ 2683 h 10000"/>
                  <a:gd name="connsiteX12" fmla="*/ 110 w 10000"/>
                  <a:gd name="connsiteY12" fmla="*/ 9756 h 10000"/>
                  <a:gd name="connsiteX13" fmla="*/ 6538 w 10000"/>
                  <a:gd name="connsiteY13" fmla="*/ 9756 h 10000"/>
                  <a:gd name="connsiteX14" fmla="*/ 7775 w 10000"/>
                  <a:gd name="connsiteY14" fmla="*/ 9756 h 10000"/>
                  <a:gd name="connsiteX15" fmla="*/ 8270 w 10000"/>
                  <a:gd name="connsiteY15" fmla="*/ 10000 h 10000"/>
                  <a:gd name="connsiteX16" fmla="*/ 8763 w 10000"/>
                  <a:gd name="connsiteY16" fmla="*/ 9512 h 10000"/>
                  <a:gd name="connsiteX17" fmla="*/ 9505 w 10000"/>
                  <a:gd name="connsiteY17" fmla="*/ 8780 h 10000"/>
                  <a:gd name="connsiteX18" fmla="*/ 10000 w 10000"/>
                  <a:gd name="connsiteY18" fmla="*/ 8537 h 10000"/>
                  <a:gd name="connsiteX19" fmla="*/ 10000 w 10000"/>
                  <a:gd name="connsiteY19" fmla="*/ 8537 h 10000"/>
                  <a:gd name="connsiteX20" fmla="*/ 10000 w 10000"/>
                  <a:gd name="connsiteY20" fmla="*/ 8049 h 10000"/>
                  <a:gd name="connsiteX21" fmla="*/ 9505 w 10000"/>
                  <a:gd name="connsiteY21" fmla="*/ 7073 h 10000"/>
                  <a:gd name="connsiteX22" fmla="*/ 8517 w 10000"/>
                  <a:gd name="connsiteY22" fmla="*/ 5122 h 10000"/>
                  <a:gd name="connsiteX23" fmla="*/ 8022 w 10000"/>
                  <a:gd name="connsiteY23" fmla="*/ 4390 h 10000"/>
                  <a:gd name="connsiteX24" fmla="*/ 7528 w 10000"/>
                  <a:gd name="connsiteY24" fmla="*/ 3171 h 10000"/>
                  <a:gd name="connsiteX25" fmla="*/ 7033 w 10000"/>
                  <a:gd name="connsiteY25" fmla="*/ 1463 h 10000"/>
                  <a:gd name="connsiteX26" fmla="*/ 7775 w 10000"/>
                  <a:gd name="connsiteY26" fmla="*/ 2683 h 10000"/>
                  <a:gd name="connsiteX27" fmla="*/ 8517 w 10000"/>
                  <a:gd name="connsiteY27" fmla="*/ 3902 h 10000"/>
                  <a:gd name="connsiteX28" fmla="*/ 9258 w 10000"/>
                  <a:gd name="connsiteY28" fmla="*/ 2683 h 10000"/>
                  <a:gd name="connsiteX29" fmla="*/ 9258 w 10000"/>
                  <a:gd name="connsiteY29" fmla="*/ 2683 h 10000"/>
                  <a:gd name="connsiteX30" fmla="*/ 9258 w 10000"/>
                  <a:gd name="connsiteY30" fmla="*/ 2439 h 10000"/>
                  <a:gd name="connsiteX31" fmla="*/ 9258 w 10000"/>
                  <a:gd name="connsiteY31" fmla="*/ 2195 h 10000"/>
                  <a:gd name="connsiteX0" fmla="*/ 9258 w 10000"/>
                  <a:gd name="connsiteY0" fmla="*/ 2195 h 10000"/>
                  <a:gd name="connsiteX1" fmla="*/ 8763 w 10000"/>
                  <a:gd name="connsiteY1" fmla="*/ 488 h 10000"/>
                  <a:gd name="connsiteX2" fmla="*/ 8517 w 10000"/>
                  <a:gd name="connsiteY2" fmla="*/ 732 h 10000"/>
                  <a:gd name="connsiteX3" fmla="*/ 7528 w 10000"/>
                  <a:gd name="connsiteY3" fmla="*/ 488 h 10000"/>
                  <a:gd name="connsiteX4" fmla="*/ 6538 w 10000"/>
                  <a:gd name="connsiteY4" fmla="*/ 244 h 10000"/>
                  <a:gd name="connsiteX5" fmla="*/ 4561 w 10000"/>
                  <a:gd name="connsiteY5" fmla="*/ 732 h 10000"/>
                  <a:gd name="connsiteX6" fmla="*/ 3572 w 10000"/>
                  <a:gd name="connsiteY6" fmla="*/ 732 h 10000"/>
                  <a:gd name="connsiteX7" fmla="*/ 1841 w 10000"/>
                  <a:gd name="connsiteY7" fmla="*/ 244 h 10000"/>
                  <a:gd name="connsiteX8" fmla="*/ 358 w 10000"/>
                  <a:gd name="connsiteY8" fmla="*/ 0 h 10000"/>
                  <a:gd name="connsiteX9" fmla="*/ 358 w 10000"/>
                  <a:gd name="connsiteY9" fmla="*/ 244 h 10000"/>
                  <a:gd name="connsiteX10" fmla="*/ 110 w 10000"/>
                  <a:gd name="connsiteY10" fmla="*/ 1220 h 10000"/>
                  <a:gd name="connsiteX11" fmla="*/ 110 w 10000"/>
                  <a:gd name="connsiteY11" fmla="*/ 2683 h 10000"/>
                  <a:gd name="connsiteX12" fmla="*/ 110 w 10000"/>
                  <a:gd name="connsiteY12" fmla="*/ 9756 h 10000"/>
                  <a:gd name="connsiteX13" fmla="*/ 7775 w 10000"/>
                  <a:gd name="connsiteY13" fmla="*/ 9756 h 10000"/>
                  <a:gd name="connsiteX14" fmla="*/ 8270 w 10000"/>
                  <a:gd name="connsiteY14" fmla="*/ 10000 h 10000"/>
                  <a:gd name="connsiteX15" fmla="*/ 8763 w 10000"/>
                  <a:gd name="connsiteY15" fmla="*/ 9512 h 10000"/>
                  <a:gd name="connsiteX16" fmla="*/ 9505 w 10000"/>
                  <a:gd name="connsiteY16" fmla="*/ 8780 h 10000"/>
                  <a:gd name="connsiteX17" fmla="*/ 10000 w 10000"/>
                  <a:gd name="connsiteY17" fmla="*/ 8537 h 10000"/>
                  <a:gd name="connsiteX18" fmla="*/ 10000 w 10000"/>
                  <a:gd name="connsiteY18" fmla="*/ 8537 h 10000"/>
                  <a:gd name="connsiteX19" fmla="*/ 10000 w 10000"/>
                  <a:gd name="connsiteY19" fmla="*/ 8049 h 10000"/>
                  <a:gd name="connsiteX20" fmla="*/ 9505 w 10000"/>
                  <a:gd name="connsiteY20" fmla="*/ 7073 h 10000"/>
                  <a:gd name="connsiteX21" fmla="*/ 8517 w 10000"/>
                  <a:gd name="connsiteY21" fmla="*/ 5122 h 10000"/>
                  <a:gd name="connsiteX22" fmla="*/ 8022 w 10000"/>
                  <a:gd name="connsiteY22" fmla="*/ 4390 h 10000"/>
                  <a:gd name="connsiteX23" fmla="*/ 7528 w 10000"/>
                  <a:gd name="connsiteY23" fmla="*/ 3171 h 10000"/>
                  <a:gd name="connsiteX24" fmla="*/ 7033 w 10000"/>
                  <a:gd name="connsiteY24" fmla="*/ 1463 h 10000"/>
                  <a:gd name="connsiteX25" fmla="*/ 7775 w 10000"/>
                  <a:gd name="connsiteY25" fmla="*/ 2683 h 10000"/>
                  <a:gd name="connsiteX26" fmla="*/ 8517 w 10000"/>
                  <a:gd name="connsiteY26" fmla="*/ 3902 h 10000"/>
                  <a:gd name="connsiteX27" fmla="*/ 9258 w 10000"/>
                  <a:gd name="connsiteY27" fmla="*/ 2683 h 10000"/>
                  <a:gd name="connsiteX28" fmla="*/ 9258 w 10000"/>
                  <a:gd name="connsiteY28" fmla="*/ 2683 h 10000"/>
                  <a:gd name="connsiteX29" fmla="*/ 9258 w 10000"/>
                  <a:gd name="connsiteY29" fmla="*/ 2439 h 10000"/>
                  <a:gd name="connsiteX30" fmla="*/ 9258 w 10000"/>
                  <a:gd name="connsiteY30" fmla="*/ 2195 h 10000"/>
                  <a:gd name="connsiteX0" fmla="*/ 9258 w 10039"/>
                  <a:gd name="connsiteY0" fmla="*/ 2195 h 10000"/>
                  <a:gd name="connsiteX1" fmla="*/ 8763 w 10039"/>
                  <a:gd name="connsiteY1" fmla="*/ 488 h 10000"/>
                  <a:gd name="connsiteX2" fmla="*/ 8517 w 10039"/>
                  <a:gd name="connsiteY2" fmla="*/ 732 h 10000"/>
                  <a:gd name="connsiteX3" fmla="*/ 7528 w 10039"/>
                  <a:gd name="connsiteY3" fmla="*/ 488 h 10000"/>
                  <a:gd name="connsiteX4" fmla="*/ 6538 w 10039"/>
                  <a:gd name="connsiteY4" fmla="*/ 244 h 10000"/>
                  <a:gd name="connsiteX5" fmla="*/ 4561 w 10039"/>
                  <a:gd name="connsiteY5" fmla="*/ 732 h 10000"/>
                  <a:gd name="connsiteX6" fmla="*/ 3572 w 10039"/>
                  <a:gd name="connsiteY6" fmla="*/ 732 h 10000"/>
                  <a:gd name="connsiteX7" fmla="*/ 1841 w 10039"/>
                  <a:gd name="connsiteY7" fmla="*/ 244 h 10000"/>
                  <a:gd name="connsiteX8" fmla="*/ 358 w 10039"/>
                  <a:gd name="connsiteY8" fmla="*/ 0 h 10000"/>
                  <a:gd name="connsiteX9" fmla="*/ 358 w 10039"/>
                  <a:gd name="connsiteY9" fmla="*/ 244 h 10000"/>
                  <a:gd name="connsiteX10" fmla="*/ 110 w 10039"/>
                  <a:gd name="connsiteY10" fmla="*/ 1220 h 10000"/>
                  <a:gd name="connsiteX11" fmla="*/ 110 w 10039"/>
                  <a:gd name="connsiteY11" fmla="*/ 2683 h 10000"/>
                  <a:gd name="connsiteX12" fmla="*/ 110 w 10039"/>
                  <a:gd name="connsiteY12" fmla="*/ 9756 h 10000"/>
                  <a:gd name="connsiteX13" fmla="*/ 7775 w 10039"/>
                  <a:gd name="connsiteY13" fmla="*/ 9756 h 10000"/>
                  <a:gd name="connsiteX14" fmla="*/ 8270 w 10039"/>
                  <a:gd name="connsiteY14" fmla="*/ 10000 h 10000"/>
                  <a:gd name="connsiteX15" fmla="*/ 8763 w 10039"/>
                  <a:gd name="connsiteY15" fmla="*/ 9512 h 10000"/>
                  <a:gd name="connsiteX16" fmla="*/ 9902 w 10039"/>
                  <a:gd name="connsiteY16" fmla="*/ 9331 h 10000"/>
                  <a:gd name="connsiteX17" fmla="*/ 10000 w 10039"/>
                  <a:gd name="connsiteY17" fmla="*/ 8537 h 10000"/>
                  <a:gd name="connsiteX18" fmla="*/ 10000 w 10039"/>
                  <a:gd name="connsiteY18" fmla="*/ 8537 h 10000"/>
                  <a:gd name="connsiteX19" fmla="*/ 10000 w 10039"/>
                  <a:gd name="connsiteY19" fmla="*/ 8049 h 10000"/>
                  <a:gd name="connsiteX20" fmla="*/ 9505 w 10039"/>
                  <a:gd name="connsiteY20" fmla="*/ 7073 h 10000"/>
                  <a:gd name="connsiteX21" fmla="*/ 8517 w 10039"/>
                  <a:gd name="connsiteY21" fmla="*/ 5122 h 10000"/>
                  <a:gd name="connsiteX22" fmla="*/ 8022 w 10039"/>
                  <a:gd name="connsiteY22" fmla="*/ 4390 h 10000"/>
                  <a:gd name="connsiteX23" fmla="*/ 7528 w 10039"/>
                  <a:gd name="connsiteY23" fmla="*/ 3171 h 10000"/>
                  <a:gd name="connsiteX24" fmla="*/ 7033 w 10039"/>
                  <a:gd name="connsiteY24" fmla="*/ 1463 h 10000"/>
                  <a:gd name="connsiteX25" fmla="*/ 7775 w 10039"/>
                  <a:gd name="connsiteY25" fmla="*/ 2683 h 10000"/>
                  <a:gd name="connsiteX26" fmla="*/ 8517 w 10039"/>
                  <a:gd name="connsiteY26" fmla="*/ 3902 h 10000"/>
                  <a:gd name="connsiteX27" fmla="*/ 9258 w 10039"/>
                  <a:gd name="connsiteY27" fmla="*/ 2683 h 10000"/>
                  <a:gd name="connsiteX28" fmla="*/ 9258 w 10039"/>
                  <a:gd name="connsiteY28" fmla="*/ 2683 h 10000"/>
                  <a:gd name="connsiteX29" fmla="*/ 9258 w 10039"/>
                  <a:gd name="connsiteY29" fmla="*/ 2439 h 10000"/>
                  <a:gd name="connsiteX30" fmla="*/ 9258 w 10039"/>
                  <a:gd name="connsiteY30" fmla="*/ 2195 h 10000"/>
                  <a:gd name="connsiteX0" fmla="*/ 9258 w 10039"/>
                  <a:gd name="connsiteY0" fmla="*/ 2195 h 10000"/>
                  <a:gd name="connsiteX1" fmla="*/ 8763 w 10039"/>
                  <a:gd name="connsiteY1" fmla="*/ 488 h 10000"/>
                  <a:gd name="connsiteX2" fmla="*/ 8517 w 10039"/>
                  <a:gd name="connsiteY2" fmla="*/ 732 h 10000"/>
                  <a:gd name="connsiteX3" fmla="*/ 7528 w 10039"/>
                  <a:gd name="connsiteY3" fmla="*/ 488 h 10000"/>
                  <a:gd name="connsiteX4" fmla="*/ 6538 w 10039"/>
                  <a:gd name="connsiteY4" fmla="*/ 244 h 10000"/>
                  <a:gd name="connsiteX5" fmla="*/ 4561 w 10039"/>
                  <a:gd name="connsiteY5" fmla="*/ 732 h 10000"/>
                  <a:gd name="connsiteX6" fmla="*/ 3572 w 10039"/>
                  <a:gd name="connsiteY6" fmla="*/ 732 h 10000"/>
                  <a:gd name="connsiteX7" fmla="*/ 1841 w 10039"/>
                  <a:gd name="connsiteY7" fmla="*/ 244 h 10000"/>
                  <a:gd name="connsiteX8" fmla="*/ 358 w 10039"/>
                  <a:gd name="connsiteY8" fmla="*/ 0 h 10000"/>
                  <a:gd name="connsiteX9" fmla="*/ 358 w 10039"/>
                  <a:gd name="connsiteY9" fmla="*/ 244 h 10000"/>
                  <a:gd name="connsiteX10" fmla="*/ 110 w 10039"/>
                  <a:gd name="connsiteY10" fmla="*/ 1220 h 10000"/>
                  <a:gd name="connsiteX11" fmla="*/ 110 w 10039"/>
                  <a:gd name="connsiteY11" fmla="*/ 2683 h 10000"/>
                  <a:gd name="connsiteX12" fmla="*/ 110 w 10039"/>
                  <a:gd name="connsiteY12" fmla="*/ 9756 h 10000"/>
                  <a:gd name="connsiteX13" fmla="*/ 7775 w 10039"/>
                  <a:gd name="connsiteY13" fmla="*/ 9756 h 10000"/>
                  <a:gd name="connsiteX14" fmla="*/ 8270 w 10039"/>
                  <a:gd name="connsiteY14" fmla="*/ 10000 h 10000"/>
                  <a:gd name="connsiteX15" fmla="*/ 8763 w 10039"/>
                  <a:gd name="connsiteY15" fmla="*/ 9512 h 10000"/>
                  <a:gd name="connsiteX16" fmla="*/ 9902 w 10039"/>
                  <a:gd name="connsiteY16" fmla="*/ 9331 h 10000"/>
                  <a:gd name="connsiteX17" fmla="*/ 10000 w 10039"/>
                  <a:gd name="connsiteY17" fmla="*/ 8537 h 10000"/>
                  <a:gd name="connsiteX18" fmla="*/ 10000 w 10039"/>
                  <a:gd name="connsiteY18" fmla="*/ 8537 h 10000"/>
                  <a:gd name="connsiteX19" fmla="*/ 10000 w 10039"/>
                  <a:gd name="connsiteY19" fmla="*/ 8049 h 10000"/>
                  <a:gd name="connsiteX20" fmla="*/ 9505 w 10039"/>
                  <a:gd name="connsiteY20" fmla="*/ 7073 h 10000"/>
                  <a:gd name="connsiteX21" fmla="*/ 8517 w 10039"/>
                  <a:gd name="connsiteY21" fmla="*/ 5122 h 10000"/>
                  <a:gd name="connsiteX22" fmla="*/ 8022 w 10039"/>
                  <a:gd name="connsiteY22" fmla="*/ 4390 h 10000"/>
                  <a:gd name="connsiteX23" fmla="*/ 7528 w 10039"/>
                  <a:gd name="connsiteY23" fmla="*/ 3171 h 10000"/>
                  <a:gd name="connsiteX24" fmla="*/ 7033 w 10039"/>
                  <a:gd name="connsiteY24" fmla="*/ 1463 h 10000"/>
                  <a:gd name="connsiteX25" fmla="*/ 7775 w 10039"/>
                  <a:gd name="connsiteY25" fmla="*/ 2683 h 10000"/>
                  <a:gd name="connsiteX26" fmla="*/ 8517 w 10039"/>
                  <a:gd name="connsiteY26" fmla="*/ 3902 h 10000"/>
                  <a:gd name="connsiteX27" fmla="*/ 9258 w 10039"/>
                  <a:gd name="connsiteY27" fmla="*/ 2683 h 10000"/>
                  <a:gd name="connsiteX28" fmla="*/ 9258 w 10039"/>
                  <a:gd name="connsiteY28" fmla="*/ 2683 h 10000"/>
                  <a:gd name="connsiteX29" fmla="*/ 9258 w 10039"/>
                  <a:gd name="connsiteY29" fmla="*/ 2439 h 10000"/>
                  <a:gd name="connsiteX30" fmla="*/ 9258 w 10039"/>
                  <a:gd name="connsiteY30" fmla="*/ 2195 h 10000"/>
                  <a:gd name="connsiteX0" fmla="*/ 9258 w 10135"/>
                  <a:gd name="connsiteY0" fmla="*/ 2195 h 10000"/>
                  <a:gd name="connsiteX1" fmla="*/ 8763 w 10135"/>
                  <a:gd name="connsiteY1" fmla="*/ 488 h 10000"/>
                  <a:gd name="connsiteX2" fmla="*/ 8517 w 10135"/>
                  <a:gd name="connsiteY2" fmla="*/ 732 h 10000"/>
                  <a:gd name="connsiteX3" fmla="*/ 7528 w 10135"/>
                  <a:gd name="connsiteY3" fmla="*/ 488 h 10000"/>
                  <a:gd name="connsiteX4" fmla="*/ 6538 w 10135"/>
                  <a:gd name="connsiteY4" fmla="*/ 244 h 10000"/>
                  <a:gd name="connsiteX5" fmla="*/ 4561 w 10135"/>
                  <a:gd name="connsiteY5" fmla="*/ 732 h 10000"/>
                  <a:gd name="connsiteX6" fmla="*/ 3572 w 10135"/>
                  <a:gd name="connsiteY6" fmla="*/ 732 h 10000"/>
                  <a:gd name="connsiteX7" fmla="*/ 1841 w 10135"/>
                  <a:gd name="connsiteY7" fmla="*/ 244 h 10000"/>
                  <a:gd name="connsiteX8" fmla="*/ 358 w 10135"/>
                  <a:gd name="connsiteY8" fmla="*/ 0 h 10000"/>
                  <a:gd name="connsiteX9" fmla="*/ 358 w 10135"/>
                  <a:gd name="connsiteY9" fmla="*/ 244 h 10000"/>
                  <a:gd name="connsiteX10" fmla="*/ 110 w 10135"/>
                  <a:gd name="connsiteY10" fmla="*/ 1220 h 10000"/>
                  <a:gd name="connsiteX11" fmla="*/ 110 w 10135"/>
                  <a:gd name="connsiteY11" fmla="*/ 2683 h 10000"/>
                  <a:gd name="connsiteX12" fmla="*/ 110 w 10135"/>
                  <a:gd name="connsiteY12" fmla="*/ 9756 h 10000"/>
                  <a:gd name="connsiteX13" fmla="*/ 7775 w 10135"/>
                  <a:gd name="connsiteY13" fmla="*/ 9756 h 10000"/>
                  <a:gd name="connsiteX14" fmla="*/ 8270 w 10135"/>
                  <a:gd name="connsiteY14" fmla="*/ 10000 h 10000"/>
                  <a:gd name="connsiteX15" fmla="*/ 8763 w 10135"/>
                  <a:gd name="connsiteY15" fmla="*/ 9512 h 10000"/>
                  <a:gd name="connsiteX16" fmla="*/ 10032 w 10135"/>
                  <a:gd name="connsiteY16" fmla="*/ 9514 h 10000"/>
                  <a:gd name="connsiteX17" fmla="*/ 10000 w 10135"/>
                  <a:gd name="connsiteY17" fmla="*/ 8537 h 10000"/>
                  <a:gd name="connsiteX18" fmla="*/ 10000 w 10135"/>
                  <a:gd name="connsiteY18" fmla="*/ 8537 h 10000"/>
                  <a:gd name="connsiteX19" fmla="*/ 10000 w 10135"/>
                  <a:gd name="connsiteY19" fmla="*/ 8049 h 10000"/>
                  <a:gd name="connsiteX20" fmla="*/ 9505 w 10135"/>
                  <a:gd name="connsiteY20" fmla="*/ 7073 h 10000"/>
                  <a:gd name="connsiteX21" fmla="*/ 8517 w 10135"/>
                  <a:gd name="connsiteY21" fmla="*/ 5122 h 10000"/>
                  <a:gd name="connsiteX22" fmla="*/ 8022 w 10135"/>
                  <a:gd name="connsiteY22" fmla="*/ 4390 h 10000"/>
                  <a:gd name="connsiteX23" fmla="*/ 7528 w 10135"/>
                  <a:gd name="connsiteY23" fmla="*/ 3171 h 10000"/>
                  <a:gd name="connsiteX24" fmla="*/ 7033 w 10135"/>
                  <a:gd name="connsiteY24" fmla="*/ 1463 h 10000"/>
                  <a:gd name="connsiteX25" fmla="*/ 7775 w 10135"/>
                  <a:gd name="connsiteY25" fmla="*/ 2683 h 10000"/>
                  <a:gd name="connsiteX26" fmla="*/ 8517 w 10135"/>
                  <a:gd name="connsiteY26" fmla="*/ 3902 h 10000"/>
                  <a:gd name="connsiteX27" fmla="*/ 9258 w 10135"/>
                  <a:gd name="connsiteY27" fmla="*/ 2683 h 10000"/>
                  <a:gd name="connsiteX28" fmla="*/ 9258 w 10135"/>
                  <a:gd name="connsiteY28" fmla="*/ 2683 h 10000"/>
                  <a:gd name="connsiteX29" fmla="*/ 9258 w 10135"/>
                  <a:gd name="connsiteY29" fmla="*/ 2439 h 10000"/>
                  <a:gd name="connsiteX30" fmla="*/ 9258 w 10135"/>
                  <a:gd name="connsiteY30" fmla="*/ 2195 h 10000"/>
                  <a:gd name="connsiteX0" fmla="*/ 9258 w 10032"/>
                  <a:gd name="connsiteY0" fmla="*/ 2195 h 10000"/>
                  <a:gd name="connsiteX1" fmla="*/ 8763 w 10032"/>
                  <a:gd name="connsiteY1" fmla="*/ 488 h 10000"/>
                  <a:gd name="connsiteX2" fmla="*/ 8517 w 10032"/>
                  <a:gd name="connsiteY2" fmla="*/ 732 h 10000"/>
                  <a:gd name="connsiteX3" fmla="*/ 7528 w 10032"/>
                  <a:gd name="connsiteY3" fmla="*/ 488 h 10000"/>
                  <a:gd name="connsiteX4" fmla="*/ 6538 w 10032"/>
                  <a:gd name="connsiteY4" fmla="*/ 244 h 10000"/>
                  <a:gd name="connsiteX5" fmla="*/ 4561 w 10032"/>
                  <a:gd name="connsiteY5" fmla="*/ 732 h 10000"/>
                  <a:gd name="connsiteX6" fmla="*/ 3572 w 10032"/>
                  <a:gd name="connsiteY6" fmla="*/ 732 h 10000"/>
                  <a:gd name="connsiteX7" fmla="*/ 1841 w 10032"/>
                  <a:gd name="connsiteY7" fmla="*/ 244 h 10000"/>
                  <a:gd name="connsiteX8" fmla="*/ 358 w 10032"/>
                  <a:gd name="connsiteY8" fmla="*/ 0 h 10000"/>
                  <a:gd name="connsiteX9" fmla="*/ 358 w 10032"/>
                  <a:gd name="connsiteY9" fmla="*/ 244 h 10000"/>
                  <a:gd name="connsiteX10" fmla="*/ 110 w 10032"/>
                  <a:gd name="connsiteY10" fmla="*/ 1220 h 10000"/>
                  <a:gd name="connsiteX11" fmla="*/ 110 w 10032"/>
                  <a:gd name="connsiteY11" fmla="*/ 2683 h 10000"/>
                  <a:gd name="connsiteX12" fmla="*/ 110 w 10032"/>
                  <a:gd name="connsiteY12" fmla="*/ 9756 h 10000"/>
                  <a:gd name="connsiteX13" fmla="*/ 7775 w 10032"/>
                  <a:gd name="connsiteY13" fmla="*/ 9756 h 10000"/>
                  <a:gd name="connsiteX14" fmla="*/ 8270 w 10032"/>
                  <a:gd name="connsiteY14" fmla="*/ 10000 h 10000"/>
                  <a:gd name="connsiteX15" fmla="*/ 8763 w 10032"/>
                  <a:gd name="connsiteY15" fmla="*/ 9512 h 10000"/>
                  <a:gd name="connsiteX16" fmla="*/ 10032 w 10032"/>
                  <a:gd name="connsiteY16" fmla="*/ 9514 h 10000"/>
                  <a:gd name="connsiteX17" fmla="*/ 10000 w 10032"/>
                  <a:gd name="connsiteY17" fmla="*/ 8537 h 10000"/>
                  <a:gd name="connsiteX18" fmla="*/ 10000 w 10032"/>
                  <a:gd name="connsiteY18" fmla="*/ 8537 h 10000"/>
                  <a:gd name="connsiteX19" fmla="*/ 10000 w 10032"/>
                  <a:gd name="connsiteY19" fmla="*/ 8049 h 10000"/>
                  <a:gd name="connsiteX20" fmla="*/ 9505 w 10032"/>
                  <a:gd name="connsiteY20" fmla="*/ 7073 h 10000"/>
                  <a:gd name="connsiteX21" fmla="*/ 8517 w 10032"/>
                  <a:gd name="connsiteY21" fmla="*/ 5122 h 10000"/>
                  <a:gd name="connsiteX22" fmla="*/ 8022 w 10032"/>
                  <a:gd name="connsiteY22" fmla="*/ 4390 h 10000"/>
                  <a:gd name="connsiteX23" fmla="*/ 7528 w 10032"/>
                  <a:gd name="connsiteY23" fmla="*/ 3171 h 10000"/>
                  <a:gd name="connsiteX24" fmla="*/ 7033 w 10032"/>
                  <a:gd name="connsiteY24" fmla="*/ 1463 h 10000"/>
                  <a:gd name="connsiteX25" fmla="*/ 7775 w 10032"/>
                  <a:gd name="connsiteY25" fmla="*/ 2683 h 10000"/>
                  <a:gd name="connsiteX26" fmla="*/ 8517 w 10032"/>
                  <a:gd name="connsiteY26" fmla="*/ 3902 h 10000"/>
                  <a:gd name="connsiteX27" fmla="*/ 9258 w 10032"/>
                  <a:gd name="connsiteY27" fmla="*/ 2683 h 10000"/>
                  <a:gd name="connsiteX28" fmla="*/ 9258 w 10032"/>
                  <a:gd name="connsiteY28" fmla="*/ 2683 h 10000"/>
                  <a:gd name="connsiteX29" fmla="*/ 9258 w 10032"/>
                  <a:gd name="connsiteY29" fmla="*/ 2439 h 10000"/>
                  <a:gd name="connsiteX30" fmla="*/ 9258 w 10032"/>
                  <a:gd name="connsiteY30" fmla="*/ 2195 h 10000"/>
                  <a:gd name="connsiteX0" fmla="*/ 9258 w 11149"/>
                  <a:gd name="connsiteY0" fmla="*/ 2195 h 10000"/>
                  <a:gd name="connsiteX1" fmla="*/ 8763 w 11149"/>
                  <a:gd name="connsiteY1" fmla="*/ 488 h 10000"/>
                  <a:gd name="connsiteX2" fmla="*/ 8517 w 11149"/>
                  <a:gd name="connsiteY2" fmla="*/ 732 h 10000"/>
                  <a:gd name="connsiteX3" fmla="*/ 7528 w 11149"/>
                  <a:gd name="connsiteY3" fmla="*/ 488 h 10000"/>
                  <a:gd name="connsiteX4" fmla="*/ 6538 w 11149"/>
                  <a:gd name="connsiteY4" fmla="*/ 244 h 10000"/>
                  <a:gd name="connsiteX5" fmla="*/ 4561 w 11149"/>
                  <a:gd name="connsiteY5" fmla="*/ 732 h 10000"/>
                  <a:gd name="connsiteX6" fmla="*/ 3572 w 11149"/>
                  <a:gd name="connsiteY6" fmla="*/ 732 h 10000"/>
                  <a:gd name="connsiteX7" fmla="*/ 1841 w 11149"/>
                  <a:gd name="connsiteY7" fmla="*/ 244 h 10000"/>
                  <a:gd name="connsiteX8" fmla="*/ 358 w 11149"/>
                  <a:gd name="connsiteY8" fmla="*/ 0 h 10000"/>
                  <a:gd name="connsiteX9" fmla="*/ 358 w 11149"/>
                  <a:gd name="connsiteY9" fmla="*/ 244 h 10000"/>
                  <a:gd name="connsiteX10" fmla="*/ 110 w 11149"/>
                  <a:gd name="connsiteY10" fmla="*/ 1220 h 10000"/>
                  <a:gd name="connsiteX11" fmla="*/ 110 w 11149"/>
                  <a:gd name="connsiteY11" fmla="*/ 2683 h 10000"/>
                  <a:gd name="connsiteX12" fmla="*/ 110 w 11149"/>
                  <a:gd name="connsiteY12" fmla="*/ 9756 h 10000"/>
                  <a:gd name="connsiteX13" fmla="*/ 7775 w 11149"/>
                  <a:gd name="connsiteY13" fmla="*/ 9756 h 10000"/>
                  <a:gd name="connsiteX14" fmla="*/ 8270 w 11149"/>
                  <a:gd name="connsiteY14" fmla="*/ 10000 h 10000"/>
                  <a:gd name="connsiteX15" fmla="*/ 8763 w 11149"/>
                  <a:gd name="connsiteY15" fmla="*/ 9512 h 10000"/>
                  <a:gd name="connsiteX16" fmla="*/ 11149 w 11149"/>
                  <a:gd name="connsiteY16" fmla="*/ 9805 h 10000"/>
                  <a:gd name="connsiteX17" fmla="*/ 10000 w 11149"/>
                  <a:gd name="connsiteY17" fmla="*/ 8537 h 10000"/>
                  <a:gd name="connsiteX18" fmla="*/ 10000 w 11149"/>
                  <a:gd name="connsiteY18" fmla="*/ 8537 h 10000"/>
                  <a:gd name="connsiteX19" fmla="*/ 10000 w 11149"/>
                  <a:gd name="connsiteY19" fmla="*/ 8049 h 10000"/>
                  <a:gd name="connsiteX20" fmla="*/ 9505 w 11149"/>
                  <a:gd name="connsiteY20" fmla="*/ 7073 h 10000"/>
                  <a:gd name="connsiteX21" fmla="*/ 8517 w 11149"/>
                  <a:gd name="connsiteY21" fmla="*/ 5122 h 10000"/>
                  <a:gd name="connsiteX22" fmla="*/ 8022 w 11149"/>
                  <a:gd name="connsiteY22" fmla="*/ 4390 h 10000"/>
                  <a:gd name="connsiteX23" fmla="*/ 7528 w 11149"/>
                  <a:gd name="connsiteY23" fmla="*/ 3171 h 10000"/>
                  <a:gd name="connsiteX24" fmla="*/ 7033 w 11149"/>
                  <a:gd name="connsiteY24" fmla="*/ 1463 h 10000"/>
                  <a:gd name="connsiteX25" fmla="*/ 7775 w 11149"/>
                  <a:gd name="connsiteY25" fmla="*/ 2683 h 10000"/>
                  <a:gd name="connsiteX26" fmla="*/ 8517 w 11149"/>
                  <a:gd name="connsiteY26" fmla="*/ 3902 h 10000"/>
                  <a:gd name="connsiteX27" fmla="*/ 9258 w 11149"/>
                  <a:gd name="connsiteY27" fmla="*/ 2683 h 10000"/>
                  <a:gd name="connsiteX28" fmla="*/ 9258 w 11149"/>
                  <a:gd name="connsiteY28" fmla="*/ 2683 h 10000"/>
                  <a:gd name="connsiteX29" fmla="*/ 9258 w 11149"/>
                  <a:gd name="connsiteY29" fmla="*/ 2439 h 10000"/>
                  <a:gd name="connsiteX30" fmla="*/ 9258 w 11149"/>
                  <a:gd name="connsiteY30" fmla="*/ 2195 h 10000"/>
                  <a:gd name="connsiteX0" fmla="*/ 9258 w 11149"/>
                  <a:gd name="connsiteY0" fmla="*/ 2195 h 10000"/>
                  <a:gd name="connsiteX1" fmla="*/ 8763 w 11149"/>
                  <a:gd name="connsiteY1" fmla="*/ 488 h 10000"/>
                  <a:gd name="connsiteX2" fmla="*/ 8517 w 11149"/>
                  <a:gd name="connsiteY2" fmla="*/ 732 h 10000"/>
                  <a:gd name="connsiteX3" fmla="*/ 7528 w 11149"/>
                  <a:gd name="connsiteY3" fmla="*/ 488 h 10000"/>
                  <a:gd name="connsiteX4" fmla="*/ 6538 w 11149"/>
                  <a:gd name="connsiteY4" fmla="*/ 244 h 10000"/>
                  <a:gd name="connsiteX5" fmla="*/ 4561 w 11149"/>
                  <a:gd name="connsiteY5" fmla="*/ 732 h 10000"/>
                  <a:gd name="connsiteX6" fmla="*/ 3572 w 11149"/>
                  <a:gd name="connsiteY6" fmla="*/ 732 h 10000"/>
                  <a:gd name="connsiteX7" fmla="*/ 1841 w 11149"/>
                  <a:gd name="connsiteY7" fmla="*/ 244 h 10000"/>
                  <a:gd name="connsiteX8" fmla="*/ 358 w 11149"/>
                  <a:gd name="connsiteY8" fmla="*/ 0 h 10000"/>
                  <a:gd name="connsiteX9" fmla="*/ 358 w 11149"/>
                  <a:gd name="connsiteY9" fmla="*/ 244 h 10000"/>
                  <a:gd name="connsiteX10" fmla="*/ 110 w 11149"/>
                  <a:gd name="connsiteY10" fmla="*/ 1220 h 10000"/>
                  <a:gd name="connsiteX11" fmla="*/ 110 w 11149"/>
                  <a:gd name="connsiteY11" fmla="*/ 2683 h 10000"/>
                  <a:gd name="connsiteX12" fmla="*/ 110 w 11149"/>
                  <a:gd name="connsiteY12" fmla="*/ 9756 h 10000"/>
                  <a:gd name="connsiteX13" fmla="*/ 7775 w 11149"/>
                  <a:gd name="connsiteY13" fmla="*/ 9756 h 10000"/>
                  <a:gd name="connsiteX14" fmla="*/ 8270 w 11149"/>
                  <a:gd name="connsiteY14" fmla="*/ 10000 h 10000"/>
                  <a:gd name="connsiteX15" fmla="*/ 8763 w 11149"/>
                  <a:gd name="connsiteY15" fmla="*/ 9512 h 10000"/>
                  <a:gd name="connsiteX16" fmla="*/ 11149 w 11149"/>
                  <a:gd name="connsiteY16" fmla="*/ 9805 h 10000"/>
                  <a:gd name="connsiteX17" fmla="*/ 10000 w 11149"/>
                  <a:gd name="connsiteY17" fmla="*/ 8537 h 10000"/>
                  <a:gd name="connsiteX18" fmla="*/ 10000 w 11149"/>
                  <a:gd name="connsiteY18" fmla="*/ 8537 h 10000"/>
                  <a:gd name="connsiteX19" fmla="*/ 10000 w 11149"/>
                  <a:gd name="connsiteY19" fmla="*/ 8049 h 10000"/>
                  <a:gd name="connsiteX20" fmla="*/ 9505 w 11149"/>
                  <a:gd name="connsiteY20" fmla="*/ 7073 h 10000"/>
                  <a:gd name="connsiteX21" fmla="*/ 8517 w 11149"/>
                  <a:gd name="connsiteY21" fmla="*/ 5122 h 10000"/>
                  <a:gd name="connsiteX22" fmla="*/ 8022 w 11149"/>
                  <a:gd name="connsiteY22" fmla="*/ 4390 h 10000"/>
                  <a:gd name="connsiteX23" fmla="*/ 7528 w 11149"/>
                  <a:gd name="connsiteY23" fmla="*/ 3171 h 10000"/>
                  <a:gd name="connsiteX24" fmla="*/ 7033 w 11149"/>
                  <a:gd name="connsiteY24" fmla="*/ 1463 h 10000"/>
                  <a:gd name="connsiteX25" fmla="*/ 7775 w 11149"/>
                  <a:gd name="connsiteY25" fmla="*/ 2683 h 10000"/>
                  <a:gd name="connsiteX26" fmla="*/ 8517 w 11149"/>
                  <a:gd name="connsiteY26" fmla="*/ 3902 h 10000"/>
                  <a:gd name="connsiteX27" fmla="*/ 9258 w 11149"/>
                  <a:gd name="connsiteY27" fmla="*/ 2683 h 10000"/>
                  <a:gd name="connsiteX28" fmla="*/ 9258 w 11149"/>
                  <a:gd name="connsiteY28" fmla="*/ 2683 h 10000"/>
                  <a:gd name="connsiteX29" fmla="*/ 9258 w 11149"/>
                  <a:gd name="connsiteY29" fmla="*/ 2439 h 10000"/>
                  <a:gd name="connsiteX30" fmla="*/ 9258 w 11149"/>
                  <a:gd name="connsiteY30" fmla="*/ 2195 h 10000"/>
                  <a:gd name="connsiteX0" fmla="*/ 9258 w 11149"/>
                  <a:gd name="connsiteY0" fmla="*/ 2195 h 10000"/>
                  <a:gd name="connsiteX1" fmla="*/ 8763 w 11149"/>
                  <a:gd name="connsiteY1" fmla="*/ 488 h 10000"/>
                  <a:gd name="connsiteX2" fmla="*/ 8517 w 11149"/>
                  <a:gd name="connsiteY2" fmla="*/ 732 h 10000"/>
                  <a:gd name="connsiteX3" fmla="*/ 7528 w 11149"/>
                  <a:gd name="connsiteY3" fmla="*/ 488 h 10000"/>
                  <a:gd name="connsiteX4" fmla="*/ 6538 w 11149"/>
                  <a:gd name="connsiteY4" fmla="*/ 244 h 10000"/>
                  <a:gd name="connsiteX5" fmla="*/ 4561 w 11149"/>
                  <a:gd name="connsiteY5" fmla="*/ 732 h 10000"/>
                  <a:gd name="connsiteX6" fmla="*/ 3572 w 11149"/>
                  <a:gd name="connsiteY6" fmla="*/ 732 h 10000"/>
                  <a:gd name="connsiteX7" fmla="*/ 1841 w 11149"/>
                  <a:gd name="connsiteY7" fmla="*/ 244 h 10000"/>
                  <a:gd name="connsiteX8" fmla="*/ 358 w 11149"/>
                  <a:gd name="connsiteY8" fmla="*/ 0 h 10000"/>
                  <a:gd name="connsiteX9" fmla="*/ 358 w 11149"/>
                  <a:gd name="connsiteY9" fmla="*/ 244 h 10000"/>
                  <a:gd name="connsiteX10" fmla="*/ 110 w 11149"/>
                  <a:gd name="connsiteY10" fmla="*/ 1220 h 10000"/>
                  <a:gd name="connsiteX11" fmla="*/ 110 w 11149"/>
                  <a:gd name="connsiteY11" fmla="*/ 2683 h 10000"/>
                  <a:gd name="connsiteX12" fmla="*/ 110 w 11149"/>
                  <a:gd name="connsiteY12" fmla="*/ 9756 h 10000"/>
                  <a:gd name="connsiteX13" fmla="*/ 7775 w 11149"/>
                  <a:gd name="connsiteY13" fmla="*/ 9756 h 10000"/>
                  <a:gd name="connsiteX14" fmla="*/ 8270 w 11149"/>
                  <a:gd name="connsiteY14" fmla="*/ 10000 h 10000"/>
                  <a:gd name="connsiteX15" fmla="*/ 8817 w 11149"/>
                  <a:gd name="connsiteY15" fmla="*/ 9727 h 10000"/>
                  <a:gd name="connsiteX16" fmla="*/ 11149 w 11149"/>
                  <a:gd name="connsiteY16" fmla="*/ 9805 h 10000"/>
                  <a:gd name="connsiteX17" fmla="*/ 10000 w 11149"/>
                  <a:gd name="connsiteY17" fmla="*/ 8537 h 10000"/>
                  <a:gd name="connsiteX18" fmla="*/ 10000 w 11149"/>
                  <a:gd name="connsiteY18" fmla="*/ 8537 h 10000"/>
                  <a:gd name="connsiteX19" fmla="*/ 10000 w 11149"/>
                  <a:gd name="connsiteY19" fmla="*/ 8049 h 10000"/>
                  <a:gd name="connsiteX20" fmla="*/ 9505 w 11149"/>
                  <a:gd name="connsiteY20" fmla="*/ 7073 h 10000"/>
                  <a:gd name="connsiteX21" fmla="*/ 8517 w 11149"/>
                  <a:gd name="connsiteY21" fmla="*/ 5122 h 10000"/>
                  <a:gd name="connsiteX22" fmla="*/ 8022 w 11149"/>
                  <a:gd name="connsiteY22" fmla="*/ 4390 h 10000"/>
                  <a:gd name="connsiteX23" fmla="*/ 7528 w 11149"/>
                  <a:gd name="connsiteY23" fmla="*/ 3171 h 10000"/>
                  <a:gd name="connsiteX24" fmla="*/ 7033 w 11149"/>
                  <a:gd name="connsiteY24" fmla="*/ 1463 h 10000"/>
                  <a:gd name="connsiteX25" fmla="*/ 7775 w 11149"/>
                  <a:gd name="connsiteY25" fmla="*/ 2683 h 10000"/>
                  <a:gd name="connsiteX26" fmla="*/ 8517 w 11149"/>
                  <a:gd name="connsiteY26" fmla="*/ 3902 h 10000"/>
                  <a:gd name="connsiteX27" fmla="*/ 9258 w 11149"/>
                  <a:gd name="connsiteY27" fmla="*/ 2683 h 10000"/>
                  <a:gd name="connsiteX28" fmla="*/ 9258 w 11149"/>
                  <a:gd name="connsiteY28" fmla="*/ 2683 h 10000"/>
                  <a:gd name="connsiteX29" fmla="*/ 9258 w 11149"/>
                  <a:gd name="connsiteY29" fmla="*/ 2439 h 10000"/>
                  <a:gd name="connsiteX30" fmla="*/ 9258 w 11149"/>
                  <a:gd name="connsiteY30" fmla="*/ 2195 h 10000"/>
                  <a:gd name="connsiteX0" fmla="*/ 9258 w 11106"/>
                  <a:gd name="connsiteY0" fmla="*/ 2195 h 10000"/>
                  <a:gd name="connsiteX1" fmla="*/ 8763 w 11106"/>
                  <a:gd name="connsiteY1" fmla="*/ 488 h 10000"/>
                  <a:gd name="connsiteX2" fmla="*/ 8517 w 11106"/>
                  <a:gd name="connsiteY2" fmla="*/ 732 h 10000"/>
                  <a:gd name="connsiteX3" fmla="*/ 7528 w 11106"/>
                  <a:gd name="connsiteY3" fmla="*/ 488 h 10000"/>
                  <a:gd name="connsiteX4" fmla="*/ 6538 w 11106"/>
                  <a:gd name="connsiteY4" fmla="*/ 244 h 10000"/>
                  <a:gd name="connsiteX5" fmla="*/ 4561 w 11106"/>
                  <a:gd name="connsiteY5" fmla="*/ 732 h 10000"/>
                  <a:gd name="connsiteX6" fmla="*/ 3572 w 11106"/>
                  <a:gd name="connsiteY6" fmla="*/ 732 h 10000"/>
                  <a:gd name="connsiteX7" fmla="*/ 1841 w 11106"/>
                  <a:gd name="connsiteY7" fmla="*/ 244 h 10000"/>
                  <a:gd name="connsiteX8" fmla="*/ 358 w 11106"/>
                  <a:gd name="connsiteY8" fmla="*/ 0 h 10000"/>
                  <a:gd name="connsiteX9" fmla="*/ 358 w 11106"/>
                  <a:gd name="connsiteY9" fmla="*/ 244 h 10000"/>
                  <a:gd name="connsiteX10" fmla="*/ 110 w 11106"/>
                  <a:gd name="connsiteY10" fmla="*/ 1220 h 10000"/>
                  <a:gd name="connsiteX11" fmla="*/ 110 w 11106"/>
                  <a:gd name="connsiteY11" fmla="*/ 2683 h 10000"/>
                  <a:gd name="connsiteX12" fmla="*/ 110 w 11106"/>
                  <a:gd name="connsiteY12" fmla="*/ 9756 h 10000"/>
                  <a:gd name="connsiteX13" fmla="*/ 7775 w 11106"/>
                  <a:gd name="connsiteY13" fmla="*/ 9756 h 10000"/>
                  <a:gd name="connsiteX14" fmla="*/ 8270 w 11106"/>
                  <a:gd name="connsiteY14" fmla="*/ 10000 h 10000"/>
                  <a:gd name="connsiteX15" fmla="*/ 8817 w 11106"/>
                  <a:gd name="connsiteY15" fmla="*/ 9727 h 10000"/>
                  <a:gd name="connsiteX16" fmla="*/ 11106 w 11106"/>
                  <a:gd name="connsiteY16" fmla="*/ 9740 h 10000"/>
                  <a:gd name="connsiteX17" fmla="*/ 10000 w 11106"/>
                  <a:gd name="connsiteY17" fmla="*/ 8537 h 10000"/>
                  <a:gd name="connsiteX18" fmla="*/ 10000 w 11106"/>
                  <a:gd name="connsiteY18" fmla="*/ 8537 h 10000"/>
                  <a:gd name="connsiteX19" fmla="*/ 10000 w 11106"/>
                  <a:gd name="connsiteY19" fmla="*/ 8049 h 10000"/>
                  <a:gd name="connsiteX20" fmla="*/ 9505 w 11106"/>
                  <a:gd name="connsiteY20" fmla="*/ 7073 h 10000"/>
                  <a:gd name="connsiteX21" fmla="*/ 8517 w 11106"/>
                  <a:gd name="connsiteY21" fmla="*/ 5122 h 10000"/>
                  <a:gd name="connsiteX22" fmla="*/ 8022 w 11106"/>
                  <a:gd name="connsiteY22" fmla="*/ 4390 h 10000"/>
                  <a:gd name="connsiteX23" fmla="*/ 7528 w 11106"/>
                  <a:gd name="connsiteY23" fmla="*/ 3171 h 10000"/>
                  <a:gd name="connsiteX24" fmla="*/ 7033 w 11106"/>
                  <a:gd name="connsiteY24" fmla="*/ 1463 h 10000"/>
                  <a:gd name="connsiteX25" fmla="*/ 7775 w 11106"/>
                  <a:gd name="connsiteY25" fmla="*/ 2683 h 10000"/>
                  <a:gd name="connsiteX26" fmla="*/ 8517 w 11106"/>
                  <a:gd name="connsiteY26" fmla="*/ 3902 h 10000"/>
                  <a:gd name="connsiteX27" fmla="*/ 9258 w 11106"/>
                  <a:gd name="connsiteY27" fmla="*/ 2683 h 10000"/>
                  <a:gd name="connsiteX28" fmla="*/ 9258 w 11106"/>
                  <a:gd name="connsiteY28" fmla="*/ 2683 h 10000"/>
                  <a:gd name="connsiteX29" fmla="*/ 9258 w 11106"/>
                  <a:gd name="connsiteY29" fmla="*/ 2439 h 10000"/>
                  <a:gd name="connsiteX30" fmla="*/ 9258 w 11106"/>
                  <a:gd name="connsiteY30" fmla="*/ 2195 h 10000"/>
                  <a:gd name="connsiteX0" fmla="*/ 9258 w 11106"/>
                  <a:gd name="connsiteY0" fmla="*/ 2195 h 10000"/>
                  <a:gd name="connsiteX1" fmla="*/ 8763 w 11106"/>
                  <a:gd name="connsiteY1" fmla="*/ 488 h 10000"/>
                  <a:gd name="connsiteX2" fmla="*/ 8517 w 11106"/>
                  <a:gd name="connsiteY2" fmla="*/ 732 h 10000"/>
                  <a:gd name="connsiteX3" fmla="*/ 7528 w 11106"/>
                  <a:gd name="connsiteY3" fmla="*/ 488 h 10000"/>
                  <a:gd name="connsiteX4" fmla="*/ 6538 w 11106"/>
                  <a:gd name="connsiteY4" fmla="*/ 244 h 10000"/>
                  <a:gd name="connsiteX5" fmla="*/ 4561 w 11106"/>
                  <a:gd name="connsiteY5" fmla="*/ 732 h 10000"/>
                  <a:gd name="connsiteX6" fmla="*/ 3572 w 11106"/>
                  <a:gd name="connsiteY6" fmla="*/ 732 h 10000"/>
                  <a:gd name="connsiteX7" fmla="*/ 1841 w 11106"/>
                  <a:gd name="connsiteY7" fmla="*/ 244 h 10000"/>
                  <a:gd name="connsiteX8" fmla="*/ 358 w 11106"/>
                  <a:gd name="connsiteY8" fmla="*/ 0 h 10000"/>
                  <a:gd name="connsiteX9" fmla="*/ 358 w 11106"/>
                  <a:gd name="connsiteY9" fmla="*/ 244 h 10000"/>
                  <a:gd name="connsiteX10" fmla="*/ 110 w 11106"/>
                  <a:gd name="connsiteY10" fmla="*/ 1220 h 10000"/>
                  <a:gd name="connsiteX11" fmla="*/ 110 w 11106"/>
                  <a:gd name="connsiteY11" fmla="*/ 2683 h 10000"/>
                  <a:gd name="connsiteX12" fmla="*/ 110 w 11106"/>
                  <a:gd name="connsiteY12" fmla="*/ 9756 h 10000"/>
                  <a:gd name="connsiteX13" fmla="*/ 7775 w 11106"/>
                  <a:gd name="connsiteY13" fmla="*/ 9756 h 10000"/>
                  <a:gd name="connsiteX14" fmla="*/ 8270 w 11106"/>
                  <a:gd name="connsiteY14" fmla="*/ 10000 h 10000"/>
                  <a:gd name="connsiteX15" fmla="*/ 8817 w 11106"/>
                  <a:gd name="connsiteY15" fmla="*/ 9727 h 10000"/>
                  <a:gd name="connsiteX16" fmla="*/ 11106 w 11106"/>
                  <a:gd name="connsiteY16" fmla="*/ 9740 h 10000"/>
                  <a:gd name="connsiteX17" fmla="*/ 10000 w 11106"/>
                  <a:gd name="connsiteY17" fmla="*/ 8537 h 10000"/>
                  <a:gd name="connsiteX18" fmla="*/ 10000 w 11106"/>
                  <a:gd name="connsiteY18" fmla="*/ 8537 h 10000"/>
                  <a:gd name="connsiteX19" fmla="*/ 10000 w 11106"/>
                  <a:gd name="connsiteY19" fmla="*/ 8049 h 10000"/>
                  <a:gd name="connsiteX20" fmla="*/ 9505 w 11106"/>
                  <a:gd name="connsiteY20" fmla="*/ 7073 h 10000"/>
                  <a:gd name="connsiteX21" fmla="*/ 8517 w 11106"/>
                  <a:gd name="connsiteY21" fmla="*/ 5122 h 10000"/>
                  <a:gd name="connsiteX22" fmla="*/ 8022 w 11106"/>
                  <a:gd name="connsiteY22" fmla="*/ 4390 h 10000"/>
                  <a:gd name="connsiteX23" fmla="*/ 7528 w 11106"/>
                  <a:gd name="connsiteY23" fmla="*/ 3171 h 10000"/>
                  <a:gd name="connsiteX24" fmla="*/ 7033 w 11106"/>
                  <a:gd name="connsiteY24" fmla="*/ 1463 h 10000"/>
                  <a:gd name="connsiteX25" fmla="*/ 7775 w 11106"/>
                  <a:gd name="connsiteY25" fmla="*/ 2683 h 10000"/>
                  <a:gd name="connsiteX26" fmla="*/ 8517 w 11106"/>
                  <a:gd name="connsiteY26" fmla="*/ 3902 h 10000"/>
                  <a:gd name="connsiteX27" fmla="*/ 9258 w 11106"/>
                  <a:gd name="connsiteY27" fmla="*/ 2683 h 10000"/>
                  <a:gd name="connsiteX28" fmla="*/ 9258 w 11106"/>
                  <a:gd name="connsiteY28" fmla="*/ 2683 h 10000"/>
                  <a:gd name="connsiteX29" fmla="*/ 9258 w 11106"/>
                  <a:gd name="connsiteY29" fmla="*/ 2439 h 10000"/>
                  <a:gd name="connsiteX30" fmla="*/ 9258 w 11106"/>
                  <a:gd name="connsiteY30" fmla="*/ 219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106" h="10000">
                    <a:moveTo>
                      <a:pt x="9258" y="2195"/>
                    </a:moveTo>
                    <a:lnTo>
                      <a:pt x="8763" y="488"/>
                    </a:lnTo>
                    <a:cubicBezTo>
                      <a:pt x="8763" y="488"/>
                      <a:pt x="8517" y="488"/>
                      <a:pt x="8517" y="732"/>
                    </a:cubicBezTo>
                    <a:cubicBezTo>
                      <a:pt x="8517" y="732"/>
                      <a:pt x="8022" y="488"/>
                      <a:pt x="7528" y="488"/>
                    </a:cubicBezTo>
                    <a:cubicBezTo>
                      <a:pt x="7280" y="732"/>
                      <a:pt x="6786" y="488"/>
                      <a:pt x="6538" y="244"/>
                    </a:cubicBezTo>
                    <a:cubicBezTo>
                      <a:pt x="6045" y="0"/>
                      <a:pt x="4808" y="488"/>
                      <a:pt x="4561" y="732"/>
                    </a:cubicBezTo>
                    <a:cubicBezTo>
                      <a:pt x="4313" y="976"/>
                      <a:pt x="3819" y="976"/>
                      <a:pt x="3572" y="732"/>
                    </a:cubicBezTo>
                    <a:cubicBezTo>
                      <a:pt x="3078" y="488"/>
                      <a:pt x="2583" y="244"/>
                      <a:pt x="1841" y="244"/>
                    </a:cubicBezTo>
                    <a:cubicBezTo>
                      <a:pt x="1100" y="244"/>
                      <a:pt x="605" y="0"/>
                      <a:pt x="358" y="0"/>
                    </a:cubicBezTo>
                    <a:lnTo>
                      <a:pt x="358" y="244"/>
                    </a:lnTo>
                    <a:cubicBezTo>
                      <a:pt x="110" y="732"/>
                      <a:pt x="358" y="976"/>
                      <a:pt x="110" y="1220"/>
                    </a:cubicBezTo>
                    <a:cubicBezTo>
                      <a:pt x="-137" y="1707"/>
                      <a:pt x="110" y="1951"/>
                      <a:pt x="110" y="2683"/>
                    </a:cubicBezTo>
                    <a:lnTo>
                      <a:pt x="110" y="9756"/>
                    </a:lnTo>
                    <a:lnTo>
                      <a:pt x="7775" y="9756"/>
                    </a:lnTo>
                    <a:cubicBezTo>
                      <a:pt x="7775" y="9756"/>
                      <a:pt x="8096" y="10005"/>
                      <a:pt x="8270" y="10000"/>
                    </a:cubicBezTo>
                    <a:cubicBezTo>
                      <a:pt x="8444" y="9995"/>
                      <a:pt x="8344" y="9770"/>
                      <a:pt x="8817" y="9727"/>
                    </a:cubicBezTo>
                    <a:cubicBezTo>
                      <a:pt x="9290" y="9684"/>
                      <a:pt x="9481" y="9700"/>
                      <a:pt x="11106" y="9740"/>
                    </a:cubicBezTo>
                    <a:cubicBezTo>
                      <a:pt x="10866" y="9234"/>
                      <a:pt x="10086" y="9201"/>
                      <a:pt x="10000" y="8537"/>
                    </a:cubicBezTo>
                    <a:lnTo>
                      <a:pt x="10000" y="8537"/>
                    </a:lnTo>
                    <a:lnTo>
                      <a:pt x="10000" y="8049"/>
                    </a:lnTo>
                    <a:cubicBezTo>
                      <a:pt x="10000" y="7561"/>
                      <a:pt x="9753" y="7805"/>
                      <a:pt x="9505" y="7073"/>
                    </a:cubicBezTo>
                    <a:cubicBezTo>
                      <a:pt x="9258" y="6585"/>
                      <a:pt x="8517" y="5610"/>
                      <a:pt x="8517" y="5122"/>
                    </a:cubicBezTo>
                    <a:cubicBezTo>
                      <a:pt x="8517" y="4878"/>
                      <a:pt x="8022" y="4634"/>
                      <a:pt x="8022" y="4390"/>
                    </a:cubicBezTo>
                    <a:cubicBezTo>
                      <a:pt x="8022" y="3902"/>
                      <a:pt x="8022" y="3902"/>
                      <a:pt x="7528" y="3171"/>
                    </a:cubicBezTo>
                    <a:cubicBezTo>
                      <a:pt x="7033" y="2683"/>
                      <a:pt x="7033" y="1707"/>
                      <a:pt x="7033" y="1463"/>
                    </a:cubicBezTo>
                    <a:cubicBezTo>
                      <a:pt x="7280" y="1463"/>
                      <a:pt x="7528" y="2439"/>
                      <a:pt x="7775" y="2683"/>
                    </a:cubicBezTo>
                    <a:cubicBezTo>
                      <a:pt x="7775" y="3171"/>
                      <a:pt x="8270" y="3902"/>
                      <a:pt x="8517" y="3902"/>
                    </a:cubicBezTo>
                    <a:cubicBezTo>
                      <a:pt x="9011" y="3902"/>
                      <a:pt x="9011" y="2683"/>
                      <a:pt x="9258" y="2683"/>
                    </a:cubicBezTo>
                    <a:lnTo>
                      <a:pt x="9258" y="2683"/>
                    </a:lnTo>
                    <a:lnTo>
                      <a:pt x="9258" y="2439"/>
                    </a:lnTo>
                    <a:lnTo>
                      <a:pt x="9258" y="2195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44" name="Freeform 45">
                <a:extLst>
                  <a:ext uri="{FF2B5EF4-FFF2-40B4-BE49-F238E27FC236}">
                    <a16:creationId xmlns:a16="http://schemas.microsoft.com/office/drawing/2014/main" id="{C1BB174D-291B-5C03-2674-1464AAC7D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3336" y="3195080"/>
                <a:ext cx="125716" cy="139233"/>
              </a:xfrm>
              <a:custGeom>
                <a:avLst/>
                <a:gdLst>
                  <a:gd name="T0" fmla="*/ 33 w 66"/>
                  <a:gd name="T1" fmla="*/ 66 h 72"/>
                  <a:gd name="T2" fmla="*/ 36 w 66"/>
                  <a:gd name="T3" fmla="*/ 57 h 72"/>
                  <a:gd name="T4" fmla="*/ 42 w 66"/>
                  <a:gd name="T5" fmla="*/ 54 h 72"/>
                  <a:gd name="T6" fmla="*/ 48 w 66"/>
                  <a:gd name="T7" fmla="*/ 48 h 72"/>
                  <a:gd name="T8" fmla="*/ 54 w 66"/>
                  <a:gd name="T9" fmla="*/ 54 h 72"/>
                  <a:gd name="T10" fmla="*/ 60 w 66"/>
                  <a:gd name="T11" fmla="*/ 57 h 72"/>
                  <a:gd name="T12" fmla="*/ 66 w 66"/>
                  <a:gd name="T13" fmla="*/ 42 h 72"/>
                  <a:gd name="T14" fmla="*/ 63 w 66"/>
                  <a:gd name="T15" fmla="*/ 30 h 72"/>
                  <a:gd name="T16" fmla="*/ 60 w 66"/>
                  <a:gd name="T17" fmla="*/ 21 h 72"/>
                  <a:gd name="T18" fmla="*/ 60 w 66"/>
                  <a:gd name="T19" fmla="*/ 12 h 72"/>
                  <a:gd name="T20" fmla="*/ 51 w 66"/>
                  <a:gd name="T21" fmla="*/ 12 h 72"/>
                  <a:gd name="T22" fmla="*/ 51 w 66"/>
                  <a:gd name="T23" fmla="*/ 0 h 72"/>
                  <a:gd name="T24" fmla="*/ 33 w 66"/>
                  <a:gd name="T25" fmla="*/ 0 h 72"/>
                  <a:gd name="T26" fmla="*/ 33 w 66"/>
                  <a:gd name="T27" fmla="*/ 0 h 72"/>
                  <a:gd name="T28" fmla="*/ 33 w 66"/>
                  <a:gd name="T29" fmla="*/ 15 h 72"/>
                  <a:gd name="T30" fmla="*/ 18 w 66"/>
                  <a:gd name="T31" fmla="*/ 15 h 72"/>
                  <a:gd name="T32" fmla="*/ 12 w 66"/>
                  <a:gd name="T33" fmla="*/ 15 h 72"/>
                  <a:gd name="T34" fmla="*/ 9 w 66"/>
                  <a:gd name="T35" fmla="*/ 18 h 72"/>
                  <a:gd name="T36" fmla="*/ 15 w 66"/>
                  <a:gd name="T37" fmla="*/ 24 h 72"/>
                  <a:gd name="T38" fmla="*/ 9 w 66"/>
                  <a:gd name="T39" fmla="*/ 30 h 72"/>
                  <a:gd name="T40" fmla="*/ 3 w 66"/>
                  <a:gd name="T41" fmla="*/ 36 h 72"/>
                  <a:gd name="T42" fmla="*/ 9 w 66"/>
                  <a:gd name="T43" fmla="*/ 45 h 72"/>
                  <a:gd name="T44" fmla="*/ 18 w 66"/>
                  <a:gd name="T45" fmla="*/ 57 h 72"/>
                  <a:gd name="T46" fmla="*/ 27 w 66"/>
                  <a:gd name="T47" fmla="*/ 72 h 72"/>
                  <a:gd name="T48" fmla="*/ 33 w 66"/>
                  <a:gd name="T49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6" h="72">
                    <a:moveTo>
                      <a:pt x="33" y="66"/>
                    </a:moveTo>
                    <a:cubicBezTo>
                      <a:pt x="39" y="66"/>
                      <a:pt x="36" y="63"/>
                      <a:pt x="36" y="57"/>
                    </a:cubicBezTo>
                    <a:cubicBezTo>
                      <a:pt x="33" y="54"/>
                      <a:pt x="39" y="54"/>
                      <a:pt x="42" y="54"/>
                    </a:cubicBezTo>
                    <a:cubicBezTo>
                      <a:pt x="45" y="54"/>
                      <a:pt x="45" y="48"/>
                      <a:pt x="48" y="48"/>
                    </a:cubicBezTo>
                    <a:cubicBezTo>
                      <a:pt x="48" y="48"/>
                      <a:pt x="51" y="54"/>
                      <a:pt x="54" y="54"/>
                    </a:cubicBezTo>
                    <a:cubicBezTo>
                      <a:pt x="57" y="54"/>
                      <a:pt x="57" y="57"/>
                      <a:pt x="60" y="57"/>
                    </a:cubicBezTo>
                    <a:cubicBezTo>
                      <a:pt x="66" y="54"/>
                      <a:pt x="66" y="48"/>
                      <a:pt x="66" y="42"/>
                    </a:cubicBezTo>
                    <a:cubicBezTo>
                      <a:pt x="66" y="36"/>
                      <a:pt x="66" y="33"/>
                      <a:pt x="63" y="30"/>
                    </a:cubicBezTo>
                    <a:cubicBezTo>
                      <a:pt x="57" y="27"/>
                      <a:pt x="57" y="24"/>
                      <a:pt x="60" y="21"/>
                    </a:cubicBezTo>
                    <a:cubicBezTo>
                      <a:pt x="63" y="18"/>
                      <a:pt x="66" y="15"/>
                      <a:pt x="60" y="12"/>
                    </a:cubicBezTo>
                    <a:cubicBezTo>
                      <a:pt x="57" y="9"/>
                      <a:pt x="51" y="15"/>
                      <a:pt x="51" y="12"/>
                    </a:cubicBezTo>
                    <a:cubicBezTo>
                      <a:pt x="51" y="12"/>
                      <a:pt x="51" y="6"/>
                      <a:pt x="51" y="0"/>
                    </a:cubicBezTo>
                    <a:cubicBezTo>
                      <a:pt x="42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9"/>
                      <a:pt x="33" y="15"/>
                      <a:pt x="33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5" y="15"/>
                      <a:pt x="15" y="15"/>
                      <a:pt x="12" y="15"/>
                    </a:cubicBezTo>
                    <a:cubicBezTo>
                      <a:pt x="12" y="18"/>
                      <a:pt x="9" y="18"/>
                      <a:pt x="9" y="18"/>
                    </a:cubicBezTo>
                    <a:cubicBezTo>
                      <a:pt x="9" y="21"/>
                      <a:pt x="12" y="21"/>
                      <a:pt x="15" y="24"/>
                    </a:cubicBezTo>
                    <a:cubicBezTo>
                      <a:pt x="15" y="27"/>
                      <a:pt x="6" y="27"/>
                      <a:pt x="9" y="30"/>
                    </a:cubicBezTo>
                    <a:cubicBezTo>
                      <a:pt x="9" y="33"/>
                      <a:pt x="6" y="36"/>
                      <a:pt x="3" y="36"/>
                    </a:cubicBezTo>
                    <a:cubicBezTo>
                      <a:pt x="0" y="39"/>
                      <a:pt x="9" y="45"/>
                      <a:pt x="9" y="45"/>
                    </a:cubicBezTo>
                    <a:cubicBezTo>
                      <a:pt x="9" y="48"/>
                      <a:pt x="9" y="51"/>
                      <a:pt x="18" y="57"/>
                    </a:cubicBezTo>
                    <a:cubicBezTo>
                      <a:pt x="24" y="63"/>
                      <a:pt x="21" y="63"/>
                      <a:pt x="27" y="72"/>
                    </a:cubicBezTo>
                    <a:cubicBezTo>
                      <a:pt x="30" y="69"/>
                      <a:pt x="30" y="66"/>
                      <a:pt x="33" y="6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5" name="Freeform 46">
                <a:extLst>
                  <a:ext uri="{FF2B5EF4-FFF2-40B4-BE49-F238E27FC236}">
                    <a16:creationId xmlns:a16="http://schemas.microsoft.com/office/drawing/2014/main" id="{04808EC0-DB8B-5E9F-8DA9-233909909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909" y="3195080"/>
                <a:ext cx="45961" cy="29739"/>
              </a:xfrm>
              <a:custGeom>
                <a:avLst/>
                <a:gdLst>
                  <a:gd name="T0" fmla="*/ 24 w 24"/>
                  <a:gd name="T1" fmla="*/ 15 h 15"/>
                  <a:gd name="T2" fmla="*/ 24 w 24"/>
                  <a:gd name="T3" fmla="*/ 0 h 15"/>
                  <a:gd name="T4" fmla="*/ 21 w 24"/>
                  <a:gd name="T5" fmla="*/ 0 h 15"/>
                  <a:gd name="T6" fmla="*/ 6 w 24"/>
                  <a:gd name="T7" fmla="*/ 0 h 15"/>
                  <a:gd name="T8" fmla="*/ 6 w 24"/>
                  <a:gd name="T9" fmla="*/ 3 h 15"/>
                  <a:gd name="T10" fmla="*/ 3 w 24"/>
                  <a:gd name="T11" fmla="*/ 9 h 15"/>
                  <a:gd name="T12" fmla="*/ 3 w 24"/>
                  <a:gd name="T13" fmla="*/ 15 h 15"/>
                  <a:gd name="T14" fmla="*/ 3 w 24"/>
                  <a:gd name="T15" fmla="*/ 15 h 15"/>
                  <a:gd name="T16" fmla="*/ 9 w 24"/>
                  <a:gd name="T17" fmla="*/ 15 h 15"/>
                  <a:gd name="T18" fmla="*/ 24 w 24"/>
                  <a:gd name="T1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5">
                    <a:moveTo>
                      <a:pt x="24" y="15"/>
                    </a:moveTo>
                    <a:cubicBezTo>
                      <a:pt x="24" y="15"/>
                      <a:pt x="24" y="9"/>
                      <a:pt x="24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9"/>
                      <a:pt x="3" y="9"/>
                    </a:cubicBezTo>
                    <a:cubicBezTo>
                      <a:pt x="0" y="9"/>
                      <a:pt x="0" y="12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6" y="15"/>
                      <a:pt x="6" y="15"/>
                      <a:pt x="9" y="15"/>
                    </a:cubicBezTo>
                    <a:cubicBezTo>
                      <a:pt x="24" y="15"/>
                      <a:pt x="24" y="15"/>
                      <a:pt x="24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Freeform 47">
                <a:extLst>
                  <a:ext uri="{FF2B5EF4-FFF2-40B4-BE49-F238E27FC236}">
                    <a16:creationId xmlns:a16="http://schemas.microsoft.com/office/drawing/2014/main" id="{72ADF5F9-2DCF-585B-1C86-076B78F18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704" y="3166692"/>
                <a:ext cx="155455" cy="190601"/>
              </a:xfrm>
              <a:custGeom>
                <a:avLst/>
                <a:gdLst>
                  <a:gd name="T0" fmla="*/ 21 w 81"/>
                  <a:gd name="T1" fmla="*/ 93 h 99"/>
                  <a:gd name="T2" fmla="*/ 30 w 81"/>
                  <a:gd name="T3" fmla="*/ 93 h 99"/>
                  <a:gd name="T4" fmla="*/ 39 w 81"/>
                  <a:gd name="T5" fmla="*/ 93 h 99"/>
                  <a:gd name="T6" fmla="*/ 45 w 81"/>
                  <a:gd name="T7" fmla="*/ 93 h 99"/>
                  <a:gd name="T8" fmla="*/ 51 w 81"/>
                  <a:gd name="T9" fmla="*/ 87 h 99"/>
                  <a:gd name="T10" fmla="*/ 54 w 81"/>
                  <a:gd name="T11" fmla="*/ 78 h 99"/>
                  <a:gd name="T12" fmla="*/ 57 w 81"/>
                  <a:gd name="T13" fmla="*/ 60 h 99"/>
                  <a:gd name="T14" fmla="*/ 66 w 81"/>
                  <a:gd name="T15" fmla="*/ 48 h 99"/>
                  <a:gd name="T16" fmla="*/ 75 w 81"/>
                  <a:gd name="T17" fmla="*/ 24 h 99"/>
                  <a:gd name="T18" fmla="*/ 78 w 81"/>
                  <a:gd name="T19" fmla="*/ 12 h 99"/>
                  <a:gd name="T20" fmla="*/ 81 w 81"/>
                  <a:gd name="T21" fmla="*/ 0 h 99"/>
                  <a:gd name="T22" fmla="*/ 81 w 81"/>
                  <a:gd name="T23" fmla="*/ 0 h 99"/>
                  <a:gd name="T24" fmla="*/ 69 w 81"/>
                  <a:gd name="T25" fmla="*/ 0 h 99"/>
                  <a:gd name="T26" fmla="*/ 66 w 81"/>
                  <a:gd name="T27" fmla="*/ 0 h 99"/>
                  <a:gd name="T28" fmla="*/ 60 w 81"/>
                  <a:gd name="T29" fmla="*/ 3 h 99"/>
                  <a:gd name="T30" fmla="*/ 57 w 81"/>
                  <a:gd name="T31" fmla="*/ 9 h 99"/>
                  <a:gd name="T32" fmla="*/ 54 w 81"/>
                  <a:gd name="T33" fmla="*/ 21 h 99"/>
                  <a:gd name="T34" fmla="*/ 36 w 81"/>
                  <a:gd name="T35" fmla="*/ 15 h 99"/>
                  <a:gd name="T36" fmla="*/ 24 w 81"/>
                  <a:gd name="T37" fmla="*/ 15 h 99"/>
                  <a:gd name="T38" fmla="*/ 24 w 81"/>
                  <a:gd name="T39" fmla="*/ 27 h 99"/>
                  <a:gd name="T40" fmla="*/ 33 w 81"/>
                  <a:gd name="T41" fmla="*/ 27 h 99"/>
                  <a:gd name="T42" fmla="*/ 33 w 81"/>
                  <a:gd name="T43" fmla="*/ 36 h 99"/>
                  <a:gd name="T44" fmla="*/ 36 w 81"/>
                  <a:gd name="T45" fmla="*/ 45 h 99"/>
                  <a:gd name="T46" fmla="*/ 39 w 81"/>
                  <a:gd name="T47" fmla="*/ 57 h 99"/>
                  <a:gd name="T48" fmla="*/ 33 w 81"/>
                  <a:gd name="T49" fmla="*/ 72 h 99"/>
                  <a:gd name="T50" fmla="*/ 27 w 81"/>
                  <a:gd name="T51" fmla="*/ 69 h 99"/>
                  <a:gd name="T52" fmla="*/ 21 w 81"/>
                  <a:gd name="T53" fmla="*/ 63 h 99"/>
                  <a:gd name="T54" fmla="*/ 15 w 81"/>
                  <a:gd name="T55" fmla="*/ 69 h 99"/>
                  <a:gd name="T56" fmla="*/ 9 w 81"/>
                  <a:gd name="T57" fmla="*/ 72 h 99"/>
                  <a:gd name="T58" fmla="*/ 6 w 81"/>
                  <a:gd name="T59" fmla="*/ 81 h 99"/>
                  <a:gd name="T60" fmla="*/ 0 w 81"/>
                  <a:gd name="T61" fmla="*/ 87 h 99"/>
                  <a:gd name="T62" fmla="*/ 3 w 81"/>
                  <a:gd name="T63" fmla="*/ 87 h 99"/>
                  <a:gd name="T64" fmla="*/ 12 w 81"/>
                  <a:gd name="T65" fmla="*/ 99 h 99"/>
                  <a:gd name="T66" fmla="*/ 21 w 81"/>
                  <a:gd name="T67" fmla="*/ 93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1" h="99">
                    <a:moveTo>
                      <a:pt x="21" y="93"/>
                    </a:moveTo>
                    <a:cubicBezTo>
                      <a:pt x="24" y="93"/>
                      <a:pt x="27" y="96"/>
                      <a:pt x="30" y="93"/>
                    </a:cubicBezTo>
                    <a:cubicBezTo>
                      <a:pt x="33" y="90"/>
                      <a:pt x="39" y="90"/>
                      <a:pt x="39" y="93"/>
                    </a:cubicBezTo>
                    <a:cubicBezTo>
                      <a:pt x="39" y="99"/>
                      <a:pt x="39" y="96"/>
                      <a:pt x="45" y="93"/>
                    </a:cubicBezTo>
                    <a:cubicBezTo>
                      <a:pt x="48" y="90"/>
                      <a:pt x="51" y="93"/>
                      <a:pt x="51" y="87"/>
                    </a:cubicBezTo>
                    <a:cubicBezTo>
                      <a:pt x="51" y="81"/>
                      <a:pt x="54" y="87"/>
                      <a:pt x="54" y="78"/>
                    </a:cubicBezTo>
                    <a:cubicBezTo>
                      <a:pt x="54" y="72"/>
                      <a:pt x="57" y="63"/>
                      <a:pt x="57" y="60"/>
                    </a:cubicBezTo>
                    <a:cubicBezTo>
                      <a:pt x="57" y="57"/>
                      <a:pt x="66" y="54"/>
                      <a:pt x="66" y="48"/>
                    </a:cubicBezTo>
                    <a:cubicBezTo>
                      <a:pt x="66" y="42"/>
                      <a:pt x="75" y="30"/>
                      <a:pt x="75" y="24"/>
                    </a:cubicBezTo>
                    <a:cubicBezTo>
                      <a:pt x="75" y="18"/>
                      <a:pt x="75" y="15"/>
                      <a:pt x="78" y="12"/>
                    </a:cubicBezTo>
                    <a:cubicBezTo>
                      <a:pt x="78" y="9"/>
                      <a:pt x="81" y="6"/>
                      <a:pt x="81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6"/>
                      <a:pt x="57" y="9"/>
                    </a:cubicBezTo>
                    <a:cubicBezTo>
                      <a:pt x="54" y="15"/>
                      <a:pt x="54" y="21"/>
                      <a:pt x="54" y="21"/>
                    </a:cubicBezTo>
                    <a:cubicBezTo>
                      <a:pt x="54" y="21"/>
                      <a:pt x="42" y="15"/>
                      <a:pt x="36" y="15"/>
                    </a:cubicBezTo>
                    <a:cubicBezTo>
                      <a:pt x="36" y="15"/>
                      <a:pt x="30" y="15"/>
                      <a:pt x="24" y="15"/>
                    </a:cubicBezTo>
                    <a:cubicBezTo>
                      <a:pt x="24" y="21"/>
                      <a:pt x="24" y="27"/>
                      <a:pt x="24" y="27"/>
                    </a:cubicBezTo>
                    <a:cubicBezTo>
                      <a:pt x="24" y="30"/>
                      <a:pt x="30" y="24"/>
                      <a:pt x="33" y="27"/>
                    </a:cubicBezTo>
                    <a:cubicBezTo>
                      <a:pt x="39" y="30"/>
                      <a:pt x="36" y="33"/>
                      <a:pt x="33" y="36"/>
                    </a:cubicBezTo>
                    <a:cubicBezTo>
                      <a:pt x="30" y="39"/>
                      <a:pt x="30" y="42"/>
                      <a:pt x="36" y="45"/>
                    </a:cubicBezTo>
                    <a:cubicBezTo>
                      <a:pt x="39" y="48"/>
                      <a:pt x="39" y="51"/>
                      <a:pt x="39" y="57"/>
                    </a:cubicBezTo>
                    <a:cubicBezTo>
                      <a:pt x="39" y="63"/>
                      <a:pt x="39" y="69"/>
                      <a:pt x="33" y="72"/>
                    </a:cubicBezTo>
                    <a:cubicBezTo>
                      <a:pt x="30" y="72"/>
                      <a:pt x="30" y="69"/>
                      <a:pt x="27" y="69"/>
                    </a:cubicBezTo>
                    <a:cubicBezTo>
                      <a:pt x="24" y="69"/>
                      <a:pt x="21" y="63"/>
                      <a:pt x="21" y="63"/>
                    </a:cubicBezTo>
                    <a:cubicBezTo>
                      <a:pt x="18" y="63"/>
                      <a:pt x="18" y="69"/>
                      <a:pt x="15" y="69"/>
                    </a:cubicBezTo>
                    <a:cubicBezTo>
                      <a:pt x="12" y="69"/>
                      <a:pt x="6" y="69"/>
                      <a:pt x="9" y="72"/>
                    </a:cubicBezTo>
                    <a:cubicBezTo>
                      <a:pt x="9" y="78"/>
                      <a:pt x="12" y="81"/>
                      <a:pt x="6" y="81"/>
                    </a:cubicBezTo>
                    <a:cubicBezTo>
                      <a:pt x="3" y="81"/>
                      <a:pt x="3" y="84"/>
                      <a:pt x="0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6" y="90"/>
                      <a:pt x="9" y="93"/>
                      <a:pt x="12" y="99"/>
                    </a:cubicBezTo>
                    <a:cubicBezTo>
                      <a:pt x="15" y="96"/>
                      <a:pt x="21" y="93"/>
                      <a:pt x="21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8">
                <a:extLst>
                  <a:ext uri="{FF2B5EF4-FFF2-40B4-BE49-F238E27FC236}">
                    <a16:creationId xmlns:a16="http://schemas.microsoft.com/office/drawing/2014/main" id="{3B6CC7C5-AA0C-C67A-CA03-D4B4B1E96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838" y="2756918"/>
                <a:ext cx="353779" cy="411026"/>
              </a:xfrm>
              <a:custGeom>
                <a:avLst/>
                <a:gdLst>
                  <a:gd name="T0" fmla="*/ 141 w 189"/>
                  <a:gd name="T1" fmla="*/ 12 h 231"/>
                  <a:gd name="T2" fmla="*/ 129 w 189"/>
                  <a:gd name="T3" fmla="*/ 15 h 231"/>
                  <a:gd name="T4" fmla="*/ 108 w 189"/>
                  <a:gd name="T5" fmla="*/ 12 h 231"/>
                  <a:gd name="T6" fmla="*/ 36 w 189"/>
                  <a:gd name="T7" fmla="*/ 15 h 231"/>
                  <a:gd name="T8" fmla="*/ 27 w 189"/>
                  <a:gd name="T9" fmla="*/ 39 h 231"/>
                  <a:gd name="T10" fmla="*/ 24 w 189"/>
                  <a:gd name="T11" fmla="*/ 87 h 231"/>
                  <a:gd name="T12" fmla="*/ 12 w 189"/>
                  <a:gd name="T13" fmla="*/ 99 h 231"/>
                  <a:gd name="T14" fmla="*/ 6 w 189"/>
                  <a:gd name="T15" fmla="*/ 117 h 231"/>
                  <a:gd name="T16" fmla="*/ 9 w 189"/>
                  <a:gd name="T17" fmla="*/ 132 h 231"/>
                  <a:gd name="T18" fmla="*/ 12 w 189"/>
                  <a:gd name="T19" fmla="*/ 144 h 231"/>
                  <a:gd name="T20" fmla="*/ 21 w 189"/>
                  <a:gd name="T21" fmla="*/ 165 h 231"/>
                  <a:gd name="T22" fmla="*/ 27 w 189"/>
                  <a:gd name="T23" fmla="*/ 168 h 231"/>
                  <a:gd name="T24" fmla="*/ 36 w 189"/>
                  <a:gd name="T25" fmla="*/ 177 h 231"/>
                  <a:gd name="T26" fmla="*/ 48 w 189"/>
                  <a:gd name="T27" fmla="*/ 189 h 231"/>
                  <a:gd name="T28" fmla="*/ 60 w 189"/>
                  <a:gd name="T29" fmla="*/ 204 h 231"/>
                  <a:gd name="T30" fmla="*/ 66 w 189"/>
                  <a:gd name="T31" fmla="*/ 213 h 231"/>
                  <a:gd name="T32" fmla="*/ 78 w 189"/>
                  <a:gd name="T33" fmla="*/ 219 h 231"/>
                  <a:gd name="T34" fmla="*/ 90 w 189"/>
                  <a:gd name="T35" fmla="*/ 216 h 231"/>
                  <a:gd name="T36" fmla="*/ 111 w 189"/>
                  <a:gd name="T37" fmla="*/ 225 h 231"/>
                  <a:gd name="T38" fmla="*/ 126 w 189"/>
                  <a:gd name="T39" fmla="*/ 225 h 231"/>
                  <a:gd name="T40" fmla="*/ 135 w 189"/>
                  <a:gd name="T41" fmla="*/ 222 h 231"/>
                  <a:gd name="T42" fmla="*/ 147 w 189"/>
                  <a:gd name="T43" fmla="*/ 213 h 231"/>
                  <a:gd name="T44" fmla="*/ 156 w 189"/>
                  <a:gd name="T45" fmla="*/ 216 h 231"/>
                  <a:gd name="T46" fmla="*/ 147 w 189"/>
                  <a:gd name="T47" fmla="*/ 198 h 231"/>
                  <a:gd name="T48" fmla="*/ 126 w 189"/>
                  <a:gd name="T49" fmla="*/ 180 h 231"/>
                  <a:gd name="T50" fmla="*/ 138 w 189"/>
                  <a:gd name="T51" fmla="*/ 171 h 231"/>
                  <a:gd name="T52" fmla="*/ 141 w 189"/>
                  <a:gd name="T53" fmla="*/ 147 h 231"/>
                  <a:gd name="T54" fmla="*/ 150 w 189"/>
                  <a:gd name="T55" fmla="*/ 132 h 231"/>
                  <a:gd name="T56" fmla="*/ 162 w 189"/>
                  <a:gd name="T57" fmla="*/ 117 h 231"/>
                  <a:gd name="T58" fmla="*/ 168 w 189"/>
                  <a:gd name="T59" fmla="*/ 90 h 231"/>
                  <a:gd name="T60" fmla="*/ 177 w 189"/>
                  <a:gd name="T61" fmla="*/ 72 h 231"/>
                  <a:gd name="T62" fmla="*/ 180 w 189"/>
                  <a:gd name="T63" fmla="*/ 57 h 231"/>
                  <a:gd name="T64" fmla="*/ 171 w 189"/>
                  <a:gd name="T65" fmla="*/ 18 h 231"/>
                  <a:gd name="T66" fmla="*/ 156 w 189"/>
                  <a:gd name="T67" fmla="*/ 0 h 231"/>
                  <a:gd name="T68" fmla="*/ 150 w 189"/>
                  <a:gd name="T69" fmla="*/ 3 h 231"/>
                  <a:gd name="connsiteX0" fmla="*/ 7739 w 9802"/>
                  <a:gd name="connsiteY0" fmla="*/ 130 h 9906"/>
                  <a:gd name="connsiteX1" fmla="*/ 7262 w 9802"/>
                  <a:gd name="connsiteY1" fmla="*/ 519 h 9906"/>
                  <a:gd name="connsiteX2" fmla="*/ 6945 w 9802"/>
                  <a:gd name="connsiteY2" fmla="*/ 779 h 9906"/>
                  <a:gd name="connsiteX3" fmla="*/ 6627 w 9802"/>
                  <a:gd name="connsiteY3" fmla="*/ 649 h 9906"/>
                  <a:gd name="connsiteX4" fmla="*/ 5834 w 9802"/>
                  <a:gd name="connsiteY4" fmla="*/ 649 h 9906"/>
                  <a:gd name="connsiteX5" fmla="*/ 5358 w 9802"/>
                  <a:gd name="connsiteY5" fmla="*/ 649 h 9906"/>
                  <a:gd name="connsiteX6" fmla="*/ 1707 w 9802"/>
                  <a:gd name="connsiteY6" fmla="*/ 649 h 9906"/>
                  <a:gd name="connsiteX7" fmla="*/ 1707 w 9802"/>
                  <a:gd name="connsiteY7" fmla="*/ 1688 h 9906"/>
                  <a:gd name="connsiteX8" fmla="*/ 1231 w 9802"/>
                  <a:gd name="connsiteY8" fmla="*/ 1688 h 9906"/>
                  <a:gd name="connsiteX9" fmla="*/ 1231 w 9802"/>
                  <a:gd name="connsiteY9" fmla="*/ 3247 h 9906"/>
                  <a:gd name="connsiteX10" fmla="*/ 1072 w 9802"/>
                  <a:gd name="connsiteY10" fmla="*/ 3766 h 9906"/>
                  <a:gd name="connsiteX11" fmla="*/ 596 w 9802"/>
                  <a:gd name="connsiteY11" fmla="*/ 4026 h 9906"/>
                  <a:gd name="connsiteX12" fmla="*/ 437 w 9802"/>
                  <a:gd name="connsiteY12" fmla="*/ 4286 h 9906"/>
                  <a:gd name="connsiteX13" fmla="*/ 119 w 9802"/>
                  <a:gd name="connsiteY13" fmla="*/ 4675 h 9906"/>
                  <a:gd name="connsiteX14" fmla="*/ 119 w 9802"/>
                  <a:gd name="connsiteY14" fmla="*/ 5065 h 9906"/>
                  <a:gd name="connsiteX15" fmla="*/ 119 w 9802"/>
                  <a:gd name="connsiteY15" fmla="*/ 5325 h 9906"/>
                  <a:gd name="connsiteX16" fmla="*/ 278 w 9802"/>
                  <a:gd name="connsiteY16" fmla="*/ 5714 h 9906"/>
                  <a:gd name="connsiteX17" fmla="*/ 596 w 9802"/>
                  <a:gd name="connsiteY17" fmla="*/ 5974 h 9906"/>
                  <a:gd name="connsiteX18" fmla="*/ 437 w 9802"/>
                  <a:gd name="connsiteY18" fmla="*/ 6234 h 9906"/>
                  <a:gd name="connsiteX19" fmla="*/ 913 w 9802"/>
                  <a:gd name="connsiteY19" fmla="*/ 6623 h 9906"/>
                  <a:gd name="connsiteX20" fmla="*/ 913 w 9802"/>
                  <a:gd name="connsiteY20" fmla="*/ 7143 h 9906"/>
                  <a:gd name="connsiteX21" fmla="*/ 913 w 9802"/>
                  <a:gd name="connsiteY21" fmla="*/ 7273 h 9906"/>
                  <a:gd name="connsiteX22" fmla="*/ 1231 w 9802"/>
                  <a:gd name="connsiteY22" fmla="*/ 7273 h 9906"/>
                  <a:gd name="connsiteX23" fmla="*/ 1231 w 9802"/>
                  <a:gd name="connsiteY23" fmla="*/ 7403 h 9906"/>
                  <a:gd name="connsiteX24" fmla="*/ 1707 w 9802"/>
                  <a:gd name="connsiteY24" fmla="*/ 7662 h 9906"/>
                  <a:gd name="connsiteX25" fmla="*/ 2024 w 9802"/>
                  <a:gd name="connsiteY25" fmla="*/ 7922 h 9906"/>
                  <a:gd name="connsiteX26" fmla="*/ 2342 w 9802"/>
                  <a:gd name="connsiteY26" fmla="*/ 8182 h 9906"/>
                  <a:gd name="connsiteX27" fmla="*/ 2500 w 9802"/>
                  <a:gd name="connsiteY27" fmla="*/ 8571 h 9906"/>
                  <a:gd name="connsiteX28" fmla="*/ 2977 w 9802"/>
                  <a:gd name="connsiteY28" fmla="*/ 8831 h 9906"/>
                  <a:gd name="connsiteX29" fmla="*/ 3135 w 9802"/>
                  <a:gd name="connsiteY29" fmla="*/ 9091 h 9906"/>
                  <a:gd name="connsiteX30" fmla="*/ 3294 w 9802"/>
                  <a:gd name="connsiteY30" fmla="*/ 9221 h 9906"/>
                  <a:gd name="connsiteX31" fmla="*/ 3453 w 9802"/>
                  <a:gd name="connsiteY31" fmla="*/ 9481 h 9906"/>
                  <a:gd name="connsiteX32" fmla="*/ 3929 w 9802"/>
                  <a:gd name="connsiteY32" fmla="*/ 9481 h 9906"/>
                  <a:gd name="connsiteX33" fmla="*/ 4246 w 9802"/>
                  <a:gd name="connsiteY33" fmla="*/ 9481 h 9906"/>
                  <a:gd name="connsiteX34" fmla="*/ 4564 w 9802"/>
                  <a:gd name="connsiteY34" fmla="*/ 9351 h 9906"/>
                  <a:gd name="connsiteX35" fmla="*/ 5199 w 9802"/>
                  <a:gd name="connsiteY35" fmla="*/ 9870 h 9906"/>
                  <a:gd name="connsiteX36" fmla="*/ 5675 w 9802"/>
                  <a:gd name="connsiteY36" fmla="*/ 9740 h 9906"/>
                  <a:gd name="connsiteX37" fmla="*/ 5992 w 9802"/>
                  <a:gd name="connsiteY37" fmla="*/ 9870 h 9906"/>
                  <a:gd name="connsiteX38" fmla="*/ 6469 w 9802"/>
                  <a:gd name="connsiteY38" fmla="*/ 9740 h 9906"/>
                  <a:gd name="connsiteX39" fmla="*/ 6786 w 9802"/>
                  <a:gd name="connsiteY39" fmla="*/ 9740 h 9906"/>
                  <a:gd name="connsiteX40" fmla="*/ 6945 w 9802"/>
                  <a:gd name="connsiteY40" fmla="*/ 9610 h 9906"/>
                  <a:gd name="connsiteX41" fmla="*/ 7104 w 9802"/>
                  <a:gd name="connsiteY41" fmla="*/ 9481 h 9906"/>
                  <a:gd name="connsiteX42" fmla="*/ 7580 w 9802"/>
                  <a:gd name="connsiteY42" fmla="*/ 9221 h 9906"/>
                  <a:gd name="connsiteX43" fmla="*/ 7897 w 9802"/>
                  <a:gd name="connsiteY43" fmla="*/ 9221 h 9906"/>
                  <a:gd name="connsiteX44" fmla="*/ 8056 w 9802"/>
                  <a:gd name="connsiteY44" fmla="*/ 9351 h 9906"/>
                  <a:gd name="connsiteX45" fmla="*/ 8056 w 9802"/>
                  <a:gd name="connsiteY45" fmla="*/ 8961 h 9906"/>
                  <a:gd name="connsiteX46" fmla="*/ 7580 w 9802"/>
                  <a:gd name="connsiteY46" fmla="*/ 8571 h 9906"/>
                  <a:gd name="connsiteX47" fmla="*/ 6945 w 9802"/>
                  <a:gd name="connsiteY47" fmla="*/ 8052 h 9906"/>
                  <a:gd name="connsiteX48" fmla="*/ 6469 w 9802"/>
                  <a:gd name="connsiteY48" fmla="*/ 7792 h 9906"/>
                  <a:gd name="connsiteX49" fmla="*/ 6627 w 9802"/>
                  <a:gd name="connsiteY49" fmla="*/ 7532 h 9906"/>
                  <a:gd name="connsiteX50" fmla="*/ 7104 w 9802"/>
                  <a:gd name="connsiteY50" fmla="*/ 7403 h 9906"/>
                  <a:gd name="connsiteX51" fmla="*/ 7104 w 9802"/>
                  <a:gd name="connsiteY51" fmla="*/ 6883 h 9906"/>
                  <a:gd name="connsiteX52" fmla="*/ 7262 w 9802"/>
                  <a:gd name="connsiteY52" fmla="*/ 6364 h 9906"/>
                  <a:gd name="connsiteX53" fmla="*/ 7580 w 9802"/>
                  <a:gd name="connsiteY53" fmla="*/ 6234 h 9906"/>
                  <a:gd name="connsiteX54" fmla="*/ 7739 w 9802"/>
                  <a:gd name="connsiteY54" fmla="*/ 5714 h 9906"/>
                  <a:gd name="connsiteX55" fmla="*/ 8056 w 9802"/>
                  <a:gd name="connsiteY55" fmla="*/ 5325 h 9906"/>
                  <a:gd name="connsiteX56" fmla="*/ 8373 w 9802"/>
                  <a:gd name="connsiteY56" fmla="*/ 5065 h 9906"/>
                  <a:gd name="connsiteX57" fmla="*/ 8532 w 9802"/>
                  <a:gd name="connsiteY57" fmla="*/ 4545 h 9906"/>
                  <a:gd name="connsiteX58" fmla="*/ 8691 w 9802"/>
                  <a:gd name="connsiteY58" fmla="*/ 3896 h 9906"/>
                  <a:gd name="connsiteX59" fmla="*/ 8850 w 9802"/>
                  <a:gd name="connsiteY59" fmla="*/ 3377 h 9906"/>
                  <a:gd name="connsiteX60" fmla="*/ 9167 w 9802"/>
                  <a:gd name="connsiteY60" fmla="*/ 3117 h 9906"/>
                  <a:gd name="connsiteX61" fmla="*/ 9802 w 9802"/>
                  <a:gd name="connsiteY61" fmla="*/ 2727 h 9906"/>
                  <a:gd name="connsiteX62" fmla="*/ 9326 w 9802"/>
                  <a:gd name="connsiteY62" fmla="*/ 2468 h 9906"/>
                  <a:gd name="connsiteX63" fmla="*/ 9008 w 9802"/>
                  <a:gd name="connsiteY63" fmla="*/ 1688 h 9906"/>
                  <a:gd name="connsiteX64" fmla="*/ 8850 w 9802"/>
                  <a:gd name="connsiteY64" fmla="*/ 779 h 9906"/>
                  <a:gd name="connsiteX65" fmla="*/ 8373 w 9802"/>
                  <a:gd name="connsiteY65" fmla="*/ 390 h 9906"/>
                  <a:gd name="connsiteX66" fmla="*/ 8056 w 9802"/>
                  <a:gd name="connsiteY66" fmla="*/ 0 h 9906"/>
                  <a:gd name="connsiteX67" fmla="*/ 8056 w 9802"/>
                  <a:gd name="connsiteY67" fmla="*/ 0 h 9906"/>
                  <a:gd name="connsiteX68" fmla="*/ 7739 w 9802"/>
                  <a:gd name="connsiteY68" fmla="*/ 130 h 9906"/>
                  <a:gd name="connsiteX0" fmla="*/ 7895 w 10000"/>
                  <a:gd name="connsiteY0" fmla="*/ 131 h 10000"/>
                  <a:gd name="connsiteX1" fmla="*/ 7409 w 10000"/>
                  <a:gd name="connsiteY1" fmla="*/ 524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5952 w 10000"/>
                  <a:gd name="connsiteY4" fmla="*/ 655 h 10000"/>
                  <a:gd name="connsiteX5" fmla="*/ 1741 w 10000"/>
                  <a:gd name="connsiteY5" fmla="*/ 655 h 10000"/>
                  <a:gd name="connsiteX6" fmla="*/ 1741 w 10000"/>
                  <a:gd name="connsiteY6" fmla="*/ 1704 h 10000"/>
                  <a:gd name="connsiteX7" fmla="*/ 1256 w 10000"/>
                  <a:gd name="connsiteY7" fmla="*/ 1704 h 10000"/>
                  <a:gd name="connsiteX8" fmla="*/ 1256 w 10000"/>
                  <a:gd name="connsiteY8" fmla="*/ 3278 h 10000"/>
                  <a:gd name="connsiteX9" fmla="*/ 1094 w 10000"/>
                  <a:gd name="connsiteY9" fmla="*/ 3802 h 10000"/>
                  <a:gd name="connsiteX10" fmla="*/ 608 w 10000"/>
                  <a:gd name="connsiteY10" fmla="*/ 4064 h 10000"/>
                  <a:gd name="connsiteX11" fmla="*/ 446 w 10000"/>
                  <a:gd name="connsiteY11" fmla="*/ 4327 h 10000"/>
                  <a:gd name="connsiteX12" fmla="*/ 121 w 10000"/>
                  <a:gd name="connsiteY12" fmla="*/ 4719 h 10000"/>
                  <a:gd name="connsiteX13" fmla="*/ 121 w 10000"/>
                  <a:gd name="connsiteY13" fmla="*/ 5113 h 10000"/>
                  <a:gd name="connsiteX14" fmla="*/ 121 w 10000"/>
                  <a:gd name="connsiteY14" fmla="*/ 5376 h 10000"/>
                  <a:gd name="connsiteX15" fmla="*/ 284 w 10000"/>
                  <a:gd name="connsiteY15" fmla="*/ 5768 h 10000"/>
                  <a:gd name="connsiteX16" fmla="*/ 608 w 10000"/>
                  <a:gd name="connsiteY16" fmla="*/ 6031 h 10000"/>
                  <a:gd name="connsiteX17" fmla="*/ 446 w 10000"/>
                  <a:gd name="connsiteY17" fmla="*/ 6293 h 10000"/>
                  <a:gd name="connsiteX18" fmla="*/ 931 w 10000"/>
                  <a:gd name="connsiteY18" fmla="*/ 6686 h 10000"/>
                  <a:gd name="connsiteX19" fmla="*/ 931 w 10000"/>
                  <a:gd name="connsiteY19" fmla="*/ 7211 h 10000"/>
                  <a:gd name="connsiteX20" fmla="*/ 931 w 10000"/>
                  <a:gd name="connsiteY20" fmla="*/ 7342 h 10000"/>
                  <a:gd name="connsiteX21" fmla="*/ 1256 w 10000"/>
                  <a:gd name="connsiteY21" fmla="*/ 7342 h 10000"/>
                  <a:gd name="connsiteX22" fmla="*/ 1256 w 10000"/>
                  <a:gd name="connsiteY22" fmla="*/ 7473 h 10000"/>
                  <a:gd name="connsiteX23" fmla="*/ 1741 w 10000"/>
                  <a:gd name="connsiteY23" fmla="*/ 7735 h 10000"/>
                  <a:gd name="connsiteX24" fmla="*/ 2065 w 10000"/>
                  <a:gd name="connsiteY24" fmla="*/ 7997 h 10000"/>
                  <a:gd name="connsiteX25" fmla="*/ 2389 w 10000"/>
                  <a:gd name="connsiteY25" fmla="*/ 8260 h 10000"/>
                  <a:gd name="connsiteX26" fmla="*/ 2550 w 10000"/>
                  <a:gd name="connsiteY26" fmla="*/ 8652 h 10000"/>
                  <a:gd name="connsiteX27" fmla="*/ 3037 w 10000"/>
                  <a:gd name="connsiteY27" fmla="*/ 8915 h 10000"/>
                  <a:gd name="connsiteX28" fmla="*/ 3198 w 10000"/>
                  <a:gd name="connsiteY28" fmla="*/ 9177 h 10000"/>
                  <a:gd name="connsiteX29" fmla="*/ 3361 w 10000"/>
                  <a:gd name="connsiteY29" fmla="*/ 9308 h 10000"/>
                  <a:gd name="connsiteX30" fmla="*/ 3523 w 10000"/>
                  <a:gd name="connsiteY30" fmla="*/ 9571 h 10000"/>
                  <a:gd name="connsiteX31" fmla="*/ 4008 w 10000"/>
                  <a:gd name="connsiteY31" fmla="*/ 9571 h 10000"/>
                  <a:gd name="connsiteX32" fmla="*/ 4332 w 10000"/>
                  <a:gd name="connsiteY32" fmla="*/ 9571 h 10000"/>
                  <a:gd name="connsiteX33" fmla="*/ 4656 w 10000"/>
                  <a:gd name="connsiteY33" fmla="*/ 9440 h 10000"/>
                  <a:gd name="connsiteX34" fmla="*/ 5304 w 10000"/>
                  <a:gd name="connsiteY34" fmla="*/ 9964 h 10000"/>
                  <a:gd name="connsiteX35" fmla="*/ 5790 w 10000"/>
                  <a:gd name="connsiteY35" fmla="*/ 9832 h 10000"/>
                  <a:gd name="connsiteX36" fmla="*/ 6113 w 10000"/>
                  <a:gd name="connsiteY36" fmla="*/ 9964 h 10000"/>
                  <a:gd name="connsiteX37" fmla="*/ 6600 w 10000"/>
                  <a:gd name="connsiteY37" fmla="*/ 9832 h 10000"/>
                  <a:gd name="connsiteX38" fmla="*/ 6923 w 10000"/>
                  <a:gd name="connsiteY38" fmla="*/ 9832 h 10000"/>
                  <a:gd name="connsiteX39" fmla="*/ 7085 w 10000"/>
                  <a:gd name="connsiteY39" fmla="*/ 9701 h 10000"/>
                  <a:gd name="connsiteX40" fmla="*/ 7248 w 10000"/>
                  <a:gd name="connsiteY40" fmla="*/ 9571 h 10000"/>
                  <a:gd name="connsiteX41" fmla="*/ 7733 w 10000"/>
                  <a:gd name="connsiteY41" fmla="*/ 9308 h 10000"/>
                  <a:gd name="connsiteX42" fmla="*/ 8057 w 10000"/>
                  <a:gd name="connsiteY42" fmla="*/ 9308 h 10000"/>
                  <a:gd name="connsiteX43" fmla="*/ 8219 w 10000"/>
                  <a:gd name="connsiteY43" fmla="*/ 9440 h 10000"/>
                  <a:gd name="connsiteX44" fmla="*/ 8219 w 10000"/>
                  <a:gd name="connsiteY44" fmla="*/ 9046 h 10000"/>
                  <a:gd name="connsiteX45" fmla="*/ 7733 w 10000"/>
                  <a:gd name="connsiteY45" fmla="*/ 8652 h 10000"/>
                  <a:gd name="connsiteX46" fmla="*/ 7085 w 10000"/>
                  <a:gd name="connsiteY46" fmla="*/ 8128 h 10000"/>
                  <a:gd name="connsiteX47" fmla="*/ 6600 w 10000"/>
                  <a:gd name="connsiteY47" fmla="*/ 7866 h 10000"/>
                  <a:gd name="connsiteX48" fmla="*/ 6761 w 10000"/>
                  <a:gd name="connsiteY48" fmla="*/ 7603 h 10000"/>
                  <a:gd name="connsiteX49" fmla="*/ 7248 w 10000"/>
                  <a:gd name="connsiteY49" fmla="*/ 7473 h 10000"/>
                  <a:gd name="connsiteX50" fmla="*/ 7248 w 10000"/>
                  <a:gd name="connsiteY50" fmla="*/ 6948 h 10000"/>
                  <a:gd name="connsiteX51" fmla="*/ 7409 w 10000"/>
                  <a:gd name="connsiteY51" fmla="*/ 6424 h 10000"/>
                  <a:gd name="connsiteX52" fmla="*/ 7733 w 10000"/>
                  <a:gd name="connsiteY52" fmla="*/ 6293 h 10000"/>
                  <a:gd name="connsiteX53" fmla="*/ 7895 w 10000"/>
                  <a:gd name="connsiteY53" fmla="*/ 5768 h 10000"/>
                  <a:gd name="connsiteX54" fmla="*/ 8219 w 10000"/>
                  <a:gd name="connsiteY54" fmla="*/ 5376 h 10000"/>
                  <a:gd name="connsiteX55" fmla="*/ 8542 w 10000"/>
                  <a:gd name="connsiteY55" fmla="*/ 5113 h 10000"/>
                  <a:gd name="connsiteX56" fmla="*/ 8704 w 10000"/>
                  <a:gd name="connsiteY56" fmla="*/ 4588 h 10000"/>
                  <a:gd name="connsiteX57" fmla="*/ 8867 w 10000"/>
                  <a:gd name="connsiteY57" fmla="*/ 3933 h 10000"/>
                  <a:gd name="connsiteX58" fmla="*/ 9029 w 10000"/>
                  <a:gd name="connsiteY58" fmla="*/ 3409 h 10000"/>
                  <a:gd name="connsiteX59" fmla="*/ 9352 w 10000"/>
                  <a:gd name="connsiteY59" fmla="*/ 3147 h 10000"/>
                  <a:gd name="connsiteX60" fmla="*/ 10000 w 10000"/>
                  <a:gd name="connsiteY60" fmla="*/ 2753 h 10000"/>
                  <a:gd name="connsiteX61" fmla="*/ 9514 w 10000"/>
                  <a:gd name="connsiteY61" fmla="*/ 2491 h 10000"/>
                  <a:gd name="connsiteX62" fmla="*/ 9190 w 10000"/>
                  <a:gd name="connsiteY62" fmla="*/ 1704 h 10000"/>
                  <a:gd name="connsiteX63" fmla="*/ 9029 w 10000"/>
                  <a:gd name="connsiteY63" fmla="*/ 786 h 10000"/>
                  <a:gd name="connsiteX64" fmla="*/ 8542 w 10000"/>
                  <a:gd name="connsiteY64" fmla="*/ 394 h 10000"/>
                  <a:gd name="connsiteX65" fmla="*/ 8219 w 10000"/>
                  <a:gd name="connsiteY65" fmla="*/ 0 h 10000"/>
                  <a:gd name="connsiteX66" fmla="*/ 8219 w 10000"/>
                  <a:gd name="connsiteY66" fmla="*/ 0 h 10000"/>
                  <a:gd name="connsiteX67" fmla="*/ 7895 w 10000"/>
                  <a:gd name="connsiteY67" fmla="*/ 131 h 10000"/>
                  <a:gd name="connsiteX0" fmla="*/ 7895 w 10000"/>
                  <a:gd name="connsiteY0" fmla="*/ 131 h 10000"/>
                  <a:gd name="connsiteX1" fmla="*/ 7409 w 10000"/>
                  <a:gd name="connsiteY1" fmla="*/ 524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8219 w 10000"/>
                  <a:gd name="connsiteY65" fmla="*/ 0 h 10000"/>
                  <a:gd name="connsiteX66" fmla="*/ 7895 w 10000"/>
                  <a:gd name="connsiteY66" fmla="*/ 131 h 10000"/>
                  <a:gd name="connsiteX0" fmla="*/ 7895 w 10000"/>
                  <a:gd name="connsiteY0" fmla="*/ 131 h 10000"/>
                  <a:gd name="connsiteX1" fmla="*/ 7419 w 10000"/>
                  <a:gd name="connsiteY1" fmla="*/ 628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8219 w 10000"/>
                  <a:gd name="connsiteY65" fmla="*/ 0 h 10000"/>
                  <a:gd name="connsiteX66" fmla="*/ 7895 w 10000"/>
                  <a:gd name="connsiteY66" fmla="*/ 131 h 10000"/>
                  <a:gd name="connsiteX0" fmla="*/ 7895 w 10000"/>
                  <a:gd name="connsiteY0" fmla="*/ 131 h 10000"/>
                  <a:gd name="connsiteX1" fmla="*/ 7419 w 10000"/>
                  <a:gd name="connsiteY1" fmla="*/ 628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8060 w 10000"/>
                  <a:gd name="connsiteY65" fmla="*/ 562 h 10000"/>
                  <a:gd name="connsiteX66" fmla="*/ 7895 w 10000"/>
                  <a:gd name="connsiteY66" fmla="*/ 131 h 10000"/>
                  <a:gd name="connsiteX0" fmla="*/ 7895 w 10000"/>
                  <a:gd name="connsiteY0" fmla="*/ 131 h 10000"/>
                  <a:gd name="connsiteX1" fmla="*/ 7419 w 10000"/>
                  <a:gd name="connsiteY1" fmla="*/ 628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7895 w 10000"/>
                  <a:gd name="connsiteY65" fmla="*/ 131 h 10000"/>
                  <a:gd name="connsiteX0" fmla="*/ 7895 w 10000"/>
                  <a:gd name="connsiteY0" fmla="*/ 6 h 9875"/>
                  <a:gd name="connsiteX1" fmla="*/ 7419 w 10000"/>
                  <a:gd name="connsiteY1" fmla="*/ 503 h 9875"/>
                  <a:gd name="connsiteX2" fmla="*/ 7085 w 10000"/>
                  <a:gd name="connsiteY2" fmla="*/ 661 h 9875"/>
                  <a:gd name="connsiteX3" fmla="*/ 6761 w 10000"/>
                  <a:gd name="connsiteY3" fmla="*/ 530 h 9875"/>
                  <a:gd name="connsiteX4" fmla="*/ 1741 w 10000"/>
                  <a:gd name="connsiteY4" fmla="*/ 530 h 9875"/>
                  <a:gd name="connsiteX5" fmla="*/ 1741 w 10000"/>
                  <a:gd name="connsiteY5" fmla="*/ 1579 h 9875"/>
                  <a:gd name="connsiteX6" fmla="*/ 1256 w 10000"/>
                  <a:gd name="connsiteY6" fmla="*/ 1579 h 9875"/>
                  <a:gd name="connsiteX7" fmla="*/ 1256 w 10000"/>
                  <a:gd name="connsiteY7" fmla="*/ 3153 h 9875"/>
                  <a:gd name="connsiteX8" fmla="*/ 1094 w 10000"/>
                  <a:gd name="connsiteY8" fmla="*/ 3677 h 9875"/>
                  <a:gd name="connsiteX9" fmla="*/ 608 w 10000"/>
                  <a:gd name="connsiteY9" fmla="*/ 3939 h 9875"/>
                  <a:gd name="connsiteX10" fmla="*/ 446 w 10000"/>
                  <a:gd name="connsiteY10" fmla="*/ 4202 h 9875"/>
                  <a:gd name="connsiteX11" fmla="*/ 121 w 10000"/>
                  <a:gd name="connsiteY11" fmla="*/ 4594 h 9875"/>
                  <a:gd name="connsiteX12" fmla="*/ 121 w 10000"/>
                  <a:gd name="connsiteY12" fmla="*/ 4988 h 9875"/>
                  <a:gd name="connsiteX13" fmla="*/ 121 w 10000"/>
                  <a:gd name="connsiteY13" fmla="*/ 5251 h 9875"/>
                  <a:gd name="connsiteX14" fmla="*/ 284 w 10000"/>
                  <a:gd name="connsiteY14" fmla="*/ 5643 h 9875"/>
                  <a:gd name="connsiteX15" fmla="*/ 608 w 10000"/>
                  <a:gd name="connsiteY15" fmla="*/ 5906 h 9875"/>
                  <a:gd name="connsiteX16" fmla="*/ 446 w 10000"/>
                  <a:gd name="connsiteY16" fmla="*/ 6168 h 9875"/>
                  <a:gd name="connsiteX17" fmla="*/ 931 w 10000"/>
                  <a:gd name="connsiteY17" fmla="*/ 6561 h 9875"/>
                  <a:gd name="connsiteX18" fmla="*/ 931 w 10000"/>
                  <a:gd name="connsiteY18" fmla="*/ 7086 h 9875"/>
                  <a:gd name="connsiteX19" fmla="*/ 931 w 10000"/>
                  <a:gd name="connsiteY19" fmla="*/ 7217 h 9875"/>
                  <a:gd name="connsiteX20" fmla="*/ 1256 w 10000"/>
                  <a:gd name="connsiteY20" fmla="*/ 7217 h 9875"/>
                  <a:gd name="connsiteX21" fmla="*/ 1256 w 10000"/>
                  <a:gd name="connsiteY21" fmla="*/ 7348 h 9875"/>
                  <a:gd name="connsiteX22" fmla="*/ 1741 w 10000"/>
                  <a:gd name="connsiteY22" fmla="*/ 7610 h 9875"/>
                  <a:gd name="connsiteX23" fmla="*/ 2065 w 10000"/>
                  <a:gd name="connsiteY23" fmla="*/ 7872 h 9875"/>
                  <a:gd name="connsiteX24" fmla="*/ 2389 w 10000"/>
                  <a:gd name="connsiteY24" fmla="*/ 8135 h 9875"/>
                  <a:gd name="connsiteX25" fmla="*/ 2550 w 10000"/>
                  <a:gd name="connsiteY25" fmla="*/ 8527 h 9875"/>
                  <a:gd name="connsiteX26" fmla="*/ 3037 w 10000"/>
                  <a:gd name="connsiteY26" fmla="*/ 8790 h 9875"/>
                  <a:gd name="connsiteX27" fmla="*/ 3198 w 10000"/>
                  <a:gd name="connsiteY27" fmla="*/ 9052 h 9875"/>
                  <a:gd name="connsiteX28" fmla="*/ 3361 w 10000"/>
                  <a:gd name="connsiteY28" fmla="*/ 9183 h 9875"/>
                  <a:gd name="connsiteX29" fmla="*/ 3523 w 10000"/>
                  <a:gd name="connsiteY29" fmla="*/ 9446 h 9875"/>
                  <a:gd name="connsiteX30" fmla="*/ 4008 w 10000"/>
                  <a:gd name="connsiteY30" fmla="*/ 9446 h 9875"/>
                  <a:gd name="connsiteX31" fmla="*/ 4332 w 10000"/>
                  <a:gd name="connsiteY31" fmla="*/ 9446 h 9875"/>
                  <a:gd name="connsiteX32" fmla="*/ 4656 w 10000"/>
                  <a:gd name="connsiteY32" fmla="*/ 9315 h 9875"/>
                  <a:gd name="connsiteX33" fmla="*/ 5304 w 10000"/>
                  <a:gd name="connsiteY33" fmla="*/ 9839 h 9875"/>
                  <a:gd name="connsiteX34" fmla="*/ 5790 w 10000"/>
                  <a:gd name="connsiteY34" fmla="*/ 9707 h 9875"/>
                  <a:gd name="connsiteX35" fmla="*/ 6113 w 10000"/>
                  <a:gd name="connsiteY35" fmla="*/ 9839 h 9875"/>
                  <a:gd name="connsiteX36" fmla="*/ 6600 w 10000"/>
                  <a:gd name="connsiteY36" fmla="*/ 9707 h 9875"/>
                  <a:gd name="connsiteX37" fmla="*/ 6923 w 10000"/>
                  <a:gd name="connsiteY37" fmla="*/ 9707 h 9875"/>
                  <a:gd name="connsiteX38" fmla="*/ 7085 w 10000"/>
                  <a:gd name="connsiteY38" fmla="*/ 9576 h 9875"/>
                  <a:gd name="connsiteX39" fmla="*/ 7248 w 10000"/>
                  <a:gd name="connsiteY39" fmla="*/ 9446 h 9875"/>
                  <a:gd name="connsiteX40" fmla="*/ 7733 w 10000"/>
                  <a:gd name="connsiteY40" fmla="*/ 9183 h 9875"/>
                  <a:gd name="connsiteX41" fmla="*/ 8057 w 10000"/>
                  <a:gd name="connsiteY41" fmla="*/ 9183 h 9875"/>
                  <a:gd name="connsiteX42" fmla="*/ 8219 w 10000"/>
                  <a:gd name="connsiteY42" fmla="*/ 9315 h 9875"/>
                  <a:gd name="connsiteX43" fmla="*/ 8219 w 10000"/>
                  <a:gd name="connsiteY43" fmla="*/ 8921 h 9875"/>
                  <a:gd name="connsiteX44" fmla="*/ 7733 w 10000"/>
                  <a:gd name="connsiteY44" fmla="*/ 8527 h 9875"/>
                  <a:gd name="connsiteX45" fmla="*/ 7085 w 10000"/>
                  <a:gd name="connsiteY45" fmla="*/ 8003 h 9875"/>
                  <a:gd name="connsiteX46" fmla="*/ 6600 w 10000"/>
                  <a:gd name="connsiteY46" fmla="*/ 7741 h 9875"/>
                  <a:gd name="connsiteX47" fmla="*/ 6761 w 10000"/>
                  <a:gd name="connsiteY47" fmla="*/ 7478 h 9875"/>
                  <a:gd name="connsiteX48" fmla="*/ 7248 w 10000"/>
                  <a:gd name="connsiteY48" fmla="*/ 7348 h 9875"/>
                  <a:gd name="connsiteX49" fmla="*/ 7248 w 10000"/>
                  <a:gd name="connsiteY49" fmla="*/ 6823 h 9875"/>
                  <a:gd name="connsiteX50" fmla="*/ 7409 w 10000"/>
                  <a:gd name="connsiteY50" fmla="*/ 6299 h 9875"/>
                  <a:gd name="connsiteX51" fmla="*/ 7733 w 10000"/>
                  <a:gd name="connsiteY51" fmla="*/ 6168 h 9875"/>
                  <a:gd name="connsiteX52" fmla="*/ 7895 w 10000"/>
                  <a:gd name="connsiteY52" fmla="*/ 5643 h 9875"/>
                  <a:gd name="connsiteX53" fmla="*/ 8219 w 10000"/>
                  <a:gd name="connsiteY53" fmla="*/ 5251 h 9875"/>
                  <a:gd name="connsiteX54" fmla="*/ 8542 w 10000"/>
                  <a:gd name="connsiteY54" fmla="*/ 4988 h 9875"/>
                  <a:gd name="connsiteX55" fmla="*/ 8704 w 10000"/>
                  <a:gd name="connsiteY55" fmla="*/ 4463 h 9875"/>
                  <a:gd name="connsiteX56" fmla="*/ 8867 w 10000"/>
                  <a:gd name="connsiteY56" fmla="*/ 3808 h 9875"/>
                  <a:gd name="connsiteX57" fmla="*/ 9029 w 10000"/>
                  <a:gd name="connsiteY57" fmla="*/ 3284 h 9875"/>
                  <a:gd name="connsiteX58" fmla="*/ 9352 w 10000"/>
                  <a:gd name="connsiteY58" fmla="*/ 3022 h 9875"/>
                  <a:gd name="connsiteX59" fmla="*/ 10000 w 10000"/>
                  <a:gd name="connsiteY59" fmla="*/ 2628 h 9875"/>
                  <a:gd name="connsiteX60" fmla="*/ 9514 w 10000"/>
                  <a:gd name="connsiteY60" fmla="*/ 2366 h 9875"/>
                  <a:gd name="connsiteX61" fmla="*/ 9190 w 10000"/>
                  <a:gd name="connsiteY61" fmla="*/ 1579 h 9875"/>
                  <a:gd name="connsiteX62" fmla="*/ 9029 w 10000"/>
                  <a:gd name="connsiteY62" fmla="*/ 661 h 9875"/>
                  <a:gd name="connsiteX63" fmla="*/ 8542 w 10000"/>
                  <a:gd name="connsiteY63" fmla="*/ 269 h 9875"/>
                  <a:gd name="connsiteX64" fmla="*/ 7895 w 10000"/>
                  <a:gd name="connsiteY64" fmla="*/ 6 h 9875"/>
                  <a:gd name="connsiteX0" fmla="*/ 7895 w 10000"/>
                  <a:gd name="connsiteY0" fmla="*/ 0 h 9994"/>
                  <a:gd name="connsiteX1" fmla="*/ 7419 w 10000"/>
                  <a:gd name="connsiteY1" fmla="*/ 503 h 9994"/>
                  <a:gd name="connsiteX2" fmla="*/ 7085 w 10000"/>
                  <a:gd name="connsiteY2" fmla="*/ 663 h 9994"/>
                  <a:gd name="connsiteX3" fmla="*/ 6761 w 10000"/>
                  <a:gd name="connsiteY3" fmla="*/ 531 h 9994"/>
                  <a:gd name="connsiteX4" fmla="*/ 1741 w 10000"/>
                  <a:gd name="connsiteY4" fmla="*/ 531 h 9994"/>
                  <a:gd name="connsiteX5" fmla="*/ 1741 w 10000"/>
                  <a:gd name="connsiteY5" fmla="*/ 1593 h 9994"/>
                  <a:gd name="connsiteX6" fmla="*/ 1256 w 10000"/>
                  <a:gd name="connsiteY6" fmla="*/ 1593 h 9994"/>
                  <a:gd name="connsiteX7" fmla="*/ 1256 w 10000"/>
                  <a:gd name="connsiteY7" fmla="*/ 3187 h 9994"/>
                  <a:gd name="connsiteX8" fmla="*/ 1094 w 10000"/>
                  <a:gd name="connsiteY8" fmla="*/ 3718 h 9994"/>
                  <a:gd name="connsiteX9" fmla="*/ 608 w 10000"/>
                  <a:gd name="connsiteY9" fmla="*/ 3983 h 9994"/>
                  <a:gd name="connsiteX10" fmla="*/ 446 w 10000"/>
                  <a:gd name="connsiteY10" fmla="*/ 4249 h 9994"/>
                  <a:gd name="connsiteX11" fmla="*/ 121 w 10000"/>
                  <a:gd name="connsiteY11" fmla="*/ 4646 h 9994"/>
                  <a:gd name="connsiteX12" fmla="*/ 121 w 10000"/>
                  <a:gd name="connsiteY12" fmla="*/ 5045 h 9994"/>
                  <a:gd name="connsiteX13" fmla="*/ 121 w 10000"/>
                  <a:gd name="connsiteY13" fmla="*/ 5311 h 9994"/>
                  <a:gd name="connsiteX14" fmla="*/ 284 w 10000"/>
                  <a:gd name="connsiteY14" fmla="*/ 5708 h 9994"/>
                  <a:gd name="connsiteX15" fmla="*/ 608 w 10000"/>
                  <a:gd name="connsiteY15" fmla="*/ 5975 h 9994"/>
                  <a:gd name="connsiteX16" fmla="*/ 446 w 10000"/>
                  <a:gd name="connsiteY16" fmla="*/ 6240 h 9994"/>
                  <a:gd name="connsiteX17" fmla="*/ 931 w 10000"/>
                  <a:gd name="connsiteY17" fmla="*/ 6638 h 9994"/>
                  <a:gd name="connsiteX18" fmla="*/ 931 w 10000"/>
                  <a:gd name="connsiteY18" fmla="*/ 7170 h 9994"/>
                  <a:gd name="connsiteX19" fmla="*/ 931 w 10000"/>
                  <a:gd name="connsiteY19" fmla="*/ 7302 h 9994"/>
                  <a:gd name="connsiteX20" fmla="*/ 1256 w 10000"/>
                  <a:gd name="connsiteY20" fmla="*/ 7302 h 9994"/>
                  <a:gd name="connsiteX21" fmla="*/ 1256 w 10000"/>
                  <a:gd name="connsiteY21" fmla="*/ 7435 h 9994"/>
                  <a:gd name="connsiteX22" fmla="*/ 1741 w 10000"/>
                  <a:gd name="connsiteY22" fmla="*/ 7700 h 9994"/>
                  <a:gd name="connsiteX23" fmla="*/ 2065 w 10000"/>
                  <a:gd name="connsiteY23" fmla="*/ 7966 h 9994"/>
                  <a:gd name="connsiteX24" fmla="*/ 2389 w 10000"/>
                  <a:gd name="connsiteY24" fmla="*/ 8232 h 9994"/>
                  <a:gd name="connsiteX25" fmla="*/ 2550 w 10000"/>
                  <a:gd name="connsiteY25" fmla="*/ 8629 h 9994"/>
                  <a:gd name="connsiteX26" fmla="*/ 3037 w 10000"/>
                  <a:gd name="connsiteY26" fmla="*/ 8895 h 9994"/>
                  <a:gd name="connsiteX27" fmla="*/ 3198 w 10000"/>
                  <a:gd name="connsiteY27" fmla="*/ 9161 h 9994"/>
                  <a:gd name="connsiteX28" fmla="*/ 3361 w 10000"/>
                  <a:gd name="connsiteY28" fmla="*/ 9293 h 9994"/>
                  <a:gd name="connsiteX29" fmla="*/ 3523 w 10000"/>
                  <a:gd name="connsiteY29" fmla="*/ 9560 h 9994"/>
                  <a:gd name="connsiteX30" fmla="*/ 4008 w 10000"/>
                  <a:gd name="connsiteY30" fmla="*/ 9560 h 9994"/>
                  <a:gd name="connsiteX31" fmla="*/ 4332 w 10000"/>
                  <a:gd name="connsiteY31" fmla="*/ 9560 h 9994"/>
                  <a:gd name="connsiteX32" fmla="*/ 4656 w 10000"/>
                  <a:gd name="connsiteY32" fmla="*/ 9427 h 9994"/>
                  <a:gd name="connsiteX33" fmla="*/ 5304 w 10000"/>
                  <a:gd name="connsiteY33" fmla="*/ 9958 h 9994"/>
                  <a:gd name="connsiteX34" fmla="*/ 5790 w 10000"/>
                  <a:gd name="connsiteY34" fmla="*/ 9824 h 9994"/>
                  <a:gd name="connsiteX35" fmla="*/ 6113 w 10000"/>
                  <a:gd name="connsiteY35" fmla="*/ 9958 h 9994"/>
                  <a:gd name="connsiteX36" fmla="*/ 6600 w 10000"/>
                  <a:gd name="connsiteY36" fmla="*/ 9824 h 9994"/>
                  <a:gd name="connsiteX37" fmla="*/ 6923 w 10000"/>
                  <a:gd name="connsiteY37" fmla="*/ 9824 h 9994"/>
                  <a:gd name="connsiteX38" fmla="*/ 7085 w 10000"/>
                  <a:gd name="connsiteY38" fmla="*/ 9691 h 9994"/>
                  <a:gd name="connsiteX39" fmla="*/ 7248 w 10000"/>
                  <a:gd name="connsiteY39" fmla="*/ 9560 h 9994"/>
                  <a:gd name="connsiteX40" fmla="*/ 7733 w 10000"/>
                  <a:gd name="connsiteY40" fmla="*/ 9293 h 9994"/>
                  <a:gd name="connsiteX41" fmla="*/ 8057 w 10000"/>
                  <a:gd name="connsiteY41" fmla="*/ 9293 h 9994"/>
                  <a:gd name="connsiteX42" fmla="*/ 8219 w 10000"/>
                  <a:gd name="connsiteY42" fmla="*/ 9427 h 9994"/>
                  <a:gd name="connsiteX43" fmla="*/ 8219 w 10000"/>
                  <a:gd name="connsiteY43" fmla="*/ 9028 h 9994"/>
                  <a:gd name="connsiteX44" fmla="*/ 7733 w 10000"/>
                  <a:gd name="connsiteY44" fmla="*/ 8629 h 9994"/>
                  <a:gd name="connsiteX45" fmla="*/ 7085 w 10000"/>
                  <a:gd name="connsiteY45" fmla="*/ 8098 h 9994"/>
                  <a:gd name="connsiteX46" fmla="*/ 6600 w 10000"/>
                  <a:gd name="connsiteY46" fmla="*/ 7833 h 9994"/>
                  <a:gd name="connsiteX47" fmla="*/ 6761 w 10000"/>
                  <a:gd name="connsiteY47" fmla="*/ 7567 h 9994"/>
                  <a:gd name="connsiteX48" fmla="*/ 7248 w 10000"/>
                  <a:gd name="connsiteY48" fmla="*/ 7435 h 9994"/>
                  <a:gd name="connsiteX49" fmla="*/ 7248 w 10000"/>
                  <a:gd name="connsiteY49" fmla="*/ 6903 h 9994"/>
                  <a:gd name="connsiteX50" fmla="*/ 7409 w 10000"/>
                  <a:gd name="connsiteY50" fmla="*/ 6373 h 9994"/>
                  <a:gd name="connsiteX51" fmla="*/ 7733 w 10000"/>
                  <a:gd name="connsiteY51" fmla="*/ 6240 h 9994"/>
                  <a:gd name="connsiteX52" fmla="*/ 7895 w 10000"/>
                  <a:gd name="connsiteY52" fmla="*/ 5708 h 9994"/>
                  <a:gd name="connsiteX53" fmla="*/ 8219 w 10000"/>
                  <a:gd name="connsiteY53" fmla="*/ 5311 h 9994"/>
                  <a:gd name="connsiteX54" fmla="*/ 8542 w 10000"/>
                  <a:gd name="connsiteY54" fmla="*/ 5045 h 9994"/>
                  <a:gd name="connsiteX55" fmla="*/ 8704 w 10000"/>
                  <a:gd name="connsiteY55" fmla="*/ 4513 h 9994"/>
                  <a:gd name="connsiteX56" fmla="*/ 8867 w 10000"/>
                  <a:gd name="connsiteY56" fmla="*/ 3850 h 9994"/>
                  <a:gd name="connsiteX57" fmla="*/ 9029 w 10000"/>
                  <a:gd name="connsiteY57" fmla="*/ 3320 h 9994"/>
                  <a:gd name="connsiteX58" fmla="*/ 9352 w 10000"/>
                  <a:gd name="connsiteY58" fmla="*/ 3054 h 9994"/>
                  <a:gd name="connsiteX59" fmla="*/ 10000 w 10000"/>
                  <a:gd name="connsiteY59" fmla="*/ 2655 h 9994"/>
                  <a:gd name="connsiteX60" fmla="*/ 9514 w 10000"/>
                  <a:gd name="connsiteY60" fmla="*/ 2390 h 9994"/>
                  <a:gd name="connsiteX61" fmla="*/ 9190 w 10000"/>
                  <a:gd name="connsiteY61" fmla="*/ 1593 h 9994"/>
                  <a:gd name="connsiteX62" fmla="*/ 9029 w 10000"/>
                  <a:gd name="connsiteY62" fmla="*/ 663 h 9994"/>
                  <a:gd name="connsiteX63" fmla="*/ 7895 w 10000"/>
                  <a:gd name="connsiteY63" fmla="*/ 0 h 9994"/>
                  <a:gd name="connsiteX0" fmla="*/ 9029 w 10000"/>
                  <a:gd name="connsiteY0" fmla="*/ 161 h 9498"/>
                  <a:gd name="connsiteX1" fmla="*/ 7419 w 10000"/>
                  <a:gd name="connsiteY1" fmla="*/ 1 h 9498"/>
                  <a:gd name="connsiteX2" fmla="*/ 7085 w 10000"/>
                  <a:gd name="connsiteY2" fmla="*/ 161 h 9498"/>
                  <a:gd name="connsiteX3" fmla="*/ 6761 w 10000"/>
                  <a:gd name="connsiteY3" fmla="*/ 29 h 9498"/>
                  <a:gd name="connsiteX4" fmla="*/ 1741 w 10000"/>
                  <a:gd name="connsiteY4" fmla="*/ 29 h 9498"/>
                  <a:gd name="connsiteX5" fmla="*/ 1741 w 10000"/>
                  <a:gd name="connsiteY5" fmla="*/ 1092 h 9498"/>
                  <a:gd name="connsiteX6" fmla="*/ 1256 w 10000"/>
                  <a:gd name="connsiteY6" fmla="*/ 1092 h 9498"/>
                  <a:gd name="connsiteX7" fmla="*/ 1256 w 10000"/>
                  <a:gd name="connsiteY7" fmla="*/ 2687 h 9498"/>
                  <a:gd name="connsiteX8" fmla="*/ 1094 w 10000"/>
                  <a:gd name="connsiteY8" fmla="*/ 3218 h 9498"/>
                  <a:gd name="connsiteX9" fmla="*/ 608 w 10000"/>
                  <a:gd name="connsiteY9" fmla="*/ 3483 h 9498"/>
                  <a:gd name="connsiteX10" fmla="*/ 446 w 10000"/>
                  <a:gd name="connsiteY10" fmla="*/ 3750 h 9498"/>
                  <a:gd name="connsiteX11" fmla="*/ 121 w 10000"/>
                  <a:gd name="connsiteY11" fmla="*/ 4147 h 9498"/>
                  <a:gd name="connsiteX12" fmla="*/ 121 w 10000"/>
                  <a:gd name="connsiteY12" fmla="*/ 4546 h 9498"/>
                  <a:gd name="connsiteX13" fmla="*/ 121 w 10000"/>
                  <a:gd name="connsiteY13" fmla="*/ 4812 h 9498"/>
                  <a:gd name="connsiteX14" fmla="*/ 284 w 10000"/>
                  <a:gd name="connsiteY14" fmla="*/ 5209 h 9498"/>
                  <a:gd name="connsiteX15" fmla="*/ 608 w 10000"/>
                  <a:gd name="connsiteY15" fmla="*/ 5477 h 9498"/>
                  <a:gd name="connsiteX16" fmla="*/ 446 w 10000"/>
                  <a:gd name="connsiteY16" fmla="*/ 5742 h 9498"/>
                  <a:gd name="connsiteX17" fmla="*/ 931 w 10000"/>
                  <a:gd name="connsiteY17" fmla="*/ 6140 h 9498"/>
                  <a:gd name="connsiteX18" fmla="*/ 931 w 10000"/>
                  <a:gd name="connsiteY18" fmla="*/ 6672 h 9498"/>
                  <a:gd name="connsiteX19" fmla="*/ 931 w 10000"/>
                  <a:gd name="connsiteY19" fmla="*/ 6804 h 9498"/>
                  <a:gd name="connsiteX20" fmla="*/ 1256 w 10000"/>
                  <a:gd name="connsiteY20" fmla="*/ 6804 h 9498"/>
                  <a:gd name="connsiteX21" fmla="*/ 1256 w 10000"/>
                  <a:gd name="connsiteY21" fmla="*/ 6937 h 9498"/>
                  <a:gd name="connsiteX22" fmla="*/ 1741 w 10000"/>
                  <a:gd name="connsiteY22" fmla="*/ 7203 h 9498"/>
                  <a:gd name="connsiteX23" fmla="*/ 2065 w 10000"/>
                  <a:gd name="connsiteY23" fmla="*/ 7469 h 9498"/>
                  <a:gd name="connsiteX24" fmla="*/ 2389 w 10000"/>
                  <a:gd name="connsiteY24" fmla="*/ 7735 h 9498"/>
                  <a:gd name="connsiteX25" fmla="*/ 2550 w 10000"/>
                  <a:gd name="connsiteY25" fmla="*/ 8132 h 9498"/>
                  <a:gd name="connsiteX26" fmla="*/ 3037 w 10000"/>
                  <a:gd name="connsiteY26" fmla="*/ 8398 h 9498"/>
                  <a:gd name="connsiteX27" fmla="*/ 3198 w 10000"/>
                  <a:gd name="connsiteY27" fmla="*/ 8664 h 9498"/>
                  <a:gd name="connsiteX28" fmla="*/ 3361 w 10000"/>
                  <a:gd name="connsiteY28" fmla="*/ 8797 h 9498"/>
                  <a:gd name="connsiteX29" fmla="*/ 3523 w 10000"/>
                  <a:gd name="connsiteY29" fmla="*/ 9064 h 9498"/>
                  <a:gd name="connsiteX30" fmla="*/ 4008 w 10000"/>
                  <a:gd name="connsiteY30" fmla="*/ 9064 h 9498"/>
                  <a:gd name="connsiteX31" fmla="*/ 4332 w 10000"/>
                  <a:gd name="connsiteY31" fmla="*/ 9064 h 9498"/>
                  <a:gd name="connsiteX32" fmla="*/ 4656 w 10000"/>
                  <a:gd name="connsiteY32" fmla="*/ 8931 h 9498"/>
                  <a:gd name="connsiteX33" fmla="*/ 5304 w 10000"/>
                  <a:gd name="connsiteY33" fmla="*/ 9462 h 9498"/>
                  <a:gd name="connsiteX34" fmla="*/ 5790 w 10000"/>
                  <a:gd name="connsiteY34" fmla="*/ 9328 h 9498"/>
                  <a:gd name="connsiteX35" fmla="*/ 6113 w 10000"/>
                  <a:gd name="connsiteY35" fmla="*/ 9462 h 9498"/>
                  <a:gd name="connsiteX36" fmla="*/ 6600 w 10000"/>
                  <a:gd name="connsiteY36" fmla="*/ 9328 h 9498"/>
                  <a:gd name="connsiteX37" fmla="*/ 6923 w 10000"/>
                  <a:gd name="connsiteY37" fmla="*/ 9328 h 9498"/>
                  <a:gd name="connsiteX38" fmla="*/ 7085 w 10000"/>
                  <a:gd name="connsiteY38" fmla="*/ 9195 h 9498"/>
                  <a:gd name="connsiteX39" fmla="*/ 7248 w 10000"/>
                  <a:gd name="connsiteY39" fmla="*/ 9064 h 9498"/>
                  <a:gd name="connsiteX40" fmla="*/ 7733 w 10000"/>
                  <a:gd name="connsiteY40" fmla="*/ 8797 h 9498"/>
                  <a:gd name="connsiteX41" fmla="*/ 8057 w 10000"/>
                  <a:gd name="connsiteY41" fmla="*/ 8797 h 9498"/>
                  <a:gd name="connsiteX42" fmla="*/ 8219 w 10000"/>
                  <a:gd name="connsiteY42" fmla="*/ 8931 h 9498"/>
                  <a:gd name="connsiteX43" fmla="*/ 8219 w 10000"/>
                  <a:gd name="connsiteY43" fmla="*/ 8531 h 9498"/>
                  <a:gd name="connsiteX44" fmla="*/ 7733 w 10000"/>
                  <a:gd name="connsiteY44" fmla="*/ 8132 h 9498"/>
                  <a:gd name="connsiteX45" fmla="*/ 7085 w 10000"/>
                  <a:gd name="connsiteY45" fmla="*/ 7601 h 9498"/>
                  <a:gd name="connsiteX46" fmla="*/ 6600 w 10000"/>
                  <a:gd name="connsiteY46" fmla="*/ 7336 h 9498"/>
                  <a:gd name="connsiteX47" fmla="*/ 6761 w 10000"/>
                  <a:gd name="connsiteY47" fmla="*/ 7070 h 9498"/>
                  <a:gd name="connsiteX48" fmla="*/ 7248 w 10000"/>
                  <a:gd name="connsiteY48" fmla="*/ 6937 h 9498"/>
                  <a:gd name="connsiteX49" fmla="*/ 7248 w 10000"/>
                  <a:gd name="connsiteY49" fmla="*/ 6405 h 9498"/>
                  <a:gd name="connsiteX50" fmla="*/ 7409 w 10000"/>
                  <a:gd name="connsiteY50" fmla="*/ 5875 h 9498"/>
                  <a:gd name="connsiteX51" fmla="*/ 7733 w 10000"/>
                  <a:gd name="connsiteY51" fmla="*/ 5742 h 9498"/>
                  <a:gd name="connsiteX52" fmla="*/ 7895 w 10000"/>
                  <a:gd name="connsiteY52" fmla="*/ 5209 h 9498"/>
                  <a:gd name="connsiteX53" fmla="*/ 8219 w 10000"/>
                  <a:gd name="connsiteY53" fmla="*/ 4812 h 9498"/>
                  <a:gd name="connsiteX54" fmla="*/ 8542 w 10000"/>
                  <a:gd name="connsiteY54" fmla="*/ 4546 h 9498"/>
                  <a:gd name="connsiteX55" fmla="*/ 8704 w 10000"/>
                  <a:gd name="connsiteY55" fmla="*/ 4014 h 9498"/>
                  <a:gd name="connsiteX56" fmla="*/ 8867 w 10000"/>
                  <a:gd name="connsiteY56" fmla="*/ 3350 h 9498"/>
                  <a:gd name="connsiteX57" fmla="*/ 9029 w 10000"/>
                  <a:gd name="connsiteY57" fmla="*/ 2820 h 9498"/>
                  <a:gd name="connsiteX58" fmla="*/ 9352 w 10000"/>
                  <a:gd name="connsiteY58" fmla="*/ 2554 h 9498"/>
                  <a:gd name="connsiteX59" fmla="*/ 10000 w 10000"/>
                  <a:gd name="connsiteY59" fmla="*/ 2155 h 9498"/>
                  <a:gd name="connsiteX60" fmla="*/ 9514 w 10000"/>
                  <a:gd name="connsiteY60" fmla="*/ 1889 h 9498"/>
                  <a:gd name="connsiteX61" fmla="*/ 9190 w 10000"/>
                  <a:gd name="connsiteY61" fmla="*/ 1092 h 9498"/>
                  <a:gd name="connsiteX62" fmla="*/ 9029 w 10000"/>
                  <a:gd name="connsiteY62" fmla="*/ 161 h 9498"/>
                  <a:gd name="connsiteX0" fmla="*/ 8989 w 10000"/>
                  <a:gd name="connsiteY0" fmla="*/ 95 h 10079"/>
                  <a:gd name="connsiteX1" fmla="*/ 7419 w 10000"/>
                  <a:gd name="connsiteY1" fmla="*/ 80 h 10079"/>
                  <a:gd name="connsiteX2" fmla="*/ 7085 w 10000"/>
                  <a:gd name="connsiteY2" fmla="*/ 249 h 10079"/>
                  <a:gd name="connsiteX3" fmla="*/ 6761 w 10000"/>
                  <a:gd name="connsiteY3" fmla="*/ 110 h 10079"/>
                  <a:gd name="connsiteX4" fmla="*/ 1741 w 10000"/>
                  <a:gd name="connsiteY4" fmla="*/ 110 h 10079"/>
                  <a:gd name="connsiteX5" fmla="*/ 1741 w 10000"/>
                  <a:gd name="connsiteY5" fmla="*/ 1229 h 10079"/>
                  <a:gd name="connsiteX6" fmla="*/ 1256 w 10000"/>
                  <a:gd name="connsiteY6" fmla="*/ 1229 h 10079"/>
                  <a:gd name="connsiteX7" fmla="*/ 1256 w 10000"/>
                  <a:gd name="connsiteY7" fmla="*/ 2908 h 10079"/>
                  <a:gd name="connsiteX8" fmla="*/ 1094 w 10000"/>
                  <a:gd name="connsiteY8" fmla="*/ 3467 h 10079"/>
                  <a:gd name="connsiteX9" fmla="*/ 608 w 10000"/>
                  <a:gd name="connsiteY9" fmla="*/ 3746 h 10079"/>
                  <a:gd name="connsiteX10" fmla="*/ 446 w 10000"/>
                  <a:gd name="connsiteY10" fmla="*/ 4027 h 10079"/>
                  <a:gd name="connsiteX11" fmla="*/ 121 w 10000"/>
                  <a:gd name="connsiteY11" fmla="*/ 4445 h 10079"/>
                  <a:gd name="connsiteX12" fmla="*/ 121 w 10000"/>
                  <a:gd name="connsiteY12" fmla="*/ 4865 h 10079"/>
                  <a:gd name="connsiteX13" fmla="*/ 121 w 10000"/>
                  <a:gd name="connsiteY13" fmla="*/ 5145 h 10079"/>
                  <a:gd name="connsiteX14" fmla="*/ 284 w 10000"/>
                  <a:gd name="connsiteY14" fmla="*/ 5563 h 10079"/>
                  <a:gd name="connsiteX15" fmla="*/ 608 w 10000"/>
                  <a:gd name="connsiteY15" fmla="*/ 5845 h 10079"/>
                  <a:gd name="connsiteX16" fmla="*/ 446 w 10000"/>
                  <a:gd name="connsiteY16" fmla="*/ 6124 h 10079"/>
                  <a:gd name="connsiteX17" fmla="*/ 931 w 10000"/>
                  <a:gd name="connsiteY17" fmla="*/ 6544 h 10079"/>
                  <a:gd name="connsiteX18" fmla="*/ 931 w 10000"/>
                  <a:gd name="connsiteY18" fmla="*/ 7104 h 10079"/>
                  <a:gd name="connsiteX19" fmla="*/ 931 w 10000"/>
                  <a:gd name="connsiteY19" fmla="*/ 7243 h 10079"/>
                  <a:gd name="connsiteX20" fmla="*/ 1256 w 10000"/>
                  <a:gd name="connsiteY20" fmla="*/ 7243 h 10079"/>
                  <a:gd name="connsiteX21" fmla="*/ 1256 w 10000"/>
                  <a:gd name="connsiteY21" fmla="*/ 7383 h 10079"/>
                  <a:gd name="connsiteX22" fmla="*/ 1741 w 10000"/>
                  <a:gd name="connsiteY22" fmla="*/ 7663 h 10079"/>
                  <a:gd name="connsiteX23" fmla="*/ 2065 w 10000"/>
                  <a:gd name="connsiteY23" fmla="*/ 7943 h 10079"/>
                  <a:gd name="connsiteX24" fmla="*/ 2389 w 10000"/>
                  <a:gd name="connsiteY24" fmla="*/ 8223 h 10079"/>
                  <a:gd name="connsiteX25" fmla="*/ 2550 w 10000"/>
                  <a:gd name="connsiteY25" fmla="*/ 8641 h 10079"/>
                  <a:gd name="connsiteX26" fmla="*/ 3037 w 10000"/>
                  <a:gd name="connsiteY26" fmla="*/ 8921 h 10079"/>
                  <a:gd name="connsiteX27" fmla="*/ 3198 w 10000"/>
                  <a:gd name="connsiteY27" fmla="*/ 9201 h 10079"/>
                  <a:gd name="connsiteX28" fmla="*/ 3361 w 10000"/>
                  <a:gd name="connsiteY28" fmla="*/ 9341 h 10079"/>
                  <a:gd name="connsiteX29" fmla="*/ 3523 w 10000"/>
                  <a:gd name="connsiteY29" fmla="*/ 9622 h 10079"/>
                  <a:gd name="connsiteX30" fmla="*/ 4008 w 10000"/>
                  <a:gd name="connsiteY30" fmla="*/ 9622 h 10079"/>
                  <a:gd name="connsiteX31" fmla="*/ 4332 w 10000"/>
                  <a:gd name="connsiteY31" fmla="*/ 9622 h 10079"/>
                  <a:gd name="connsiteX32" fmla="*/ 4656 w 10000"/>
                  <a:gd name="connsiteY32" fmla="*/ 9482 h 10079"/>
                  <a:gd name="connsiteX33" fmla="*/ 5304 w 10000"/>
                  <a:gd name="connsiteY33" fmla="*/ 10041 h 10079"/>
                  <a:gd name="connsiteX34" fmla="*/ 5790 w 10000"/>
                  <a:gd name="connsiteY34" fmla="*/ 9900 h 10079"/>
                  <a:gd name="connsiteX35" fmla="*/ 6113 w 10000"/>
                  <a:gd name="connsiteY35" fmla="*/ 10041 h 10079"/>
                  <a:gd name="connsiteX36" fmla="*/ 6600 w 10000"/>
                  <a:gd name="connsiteY36" fmla="*/ 9900 h 10079"/>
                  <a:gd name="connsiteX37" fmla="*/ 6923 w 10000"/>
                  <a:gd name="connsiteY37" fmla="*/ 9900 h 10079"/>
                  <a:gd name="connsiteX38" fmla="*/ 7085 w 10000"/>
                  <a:gd name="connsiteY38" fmla="*/ 9760 h 10079"/>
                  <a:gd name="connsiteX39" fmla="*/ 7248 w 10000"/>
                  <a:gd name="connsiteY39" fmla="*/ 9622 h 10079"/>
                  <a:gd name="connsiteX40" fmla="*/ 7733 w 10000"/>
                  <a:gd name="connsiteY40" fmla="*/ 9341 h 10079"/>
                  <a:gd name="connsiteX41" fmla="*/ 8057 w 10000"/>
                  <a:gd name="connsiteY41" fmla="*/ 9341 h 10079"/>
                  <a:gd name="connsiteX42" fmla="*/ 8219 w 10000"/>
                  <a:gd name="connsiteY42" fmla="*/ 9482 h 10079"/>
                  <a:gd name="connsiteX43" fmla="*/ 8219 w 10000"/>
                  <a:gd name="connsiteY43" fmla="*/ 9061 h 10079"/>
                  <a:gd name="connsiteX44" fmla="*/ 7733 w 10000"/>
                  <a:gd name="connsiteY44" fmla="*/ 8641 h 10079"/>
                  <a:gd name="connsiteX45" fmla="*/ 7085 w 10000"/>
                  <a:gd name="connsiteY45" fmla="*/ 8082 h 10079"/>
                  <a:gd name="connsiteX46" fmla="*/ 6600 w 10000"/>
                  <a:gd name="connsiteY46" fmla="*/ 7803 h 10079"/>
                  <a:gd name="connsiteX47" fmla="*/ 6761 w 10000"/>
                  <a:gd name="connsiteY47" fmla="*/ 7523 h 10079"/>
                  <a:gd name="connsiteX48" fmla="*/ 7248 w 10000"/>
                  <a:gd name="connsiteY48" fmla="*/ 7383 h 10079"/>
                  <a:gd name="connsiteX49" fmla="*/ 7248 w 10000"/>
                  <a:gd name="connsiteY49" fmla="*/ 6823 h 10079"/>
                  <a:gd name="connsiteX50" fmla="*/ 7409 w 10000"/>
                  <a:gd name="connsiteY50" fmla="*/ 6265 h 10079"/>
                  <a:gd name="connsiteX51" fmla="*/ 7733 w 10000"/>
                  <a:gd name="connsiteY51" fmla="*/ 6124 h 10079"/>
                  <a:gd name="connsiteX52" fmla="*/ 7895 w 10000"/>
                  <a:gd name="connsiteY52" fmla="*/ 5563 h 10079"/>
                  <a:gd name="connsiteX53" fmla="*/ 8219 w 10000"/>
                  <a:gd name="connsiteY53" fmla="*/ 5145 h 10079"/>
                  <a:gd name="connsiteX54" fmla="*/ 8542 w 10000"/>
                  <a:gd name="connsiteY54" fmla="*/ 4865 h 10079"/>
                  <a:gd name="connsiteX55" fmla="*/ 8704 w 10000"/>
                  <a:gd name="connsiteY55" fmla="*/ 4305 h 10079"/>
                  <a:gd name="connsiteX56" fmla="*/ 8867 w 10000"/>
                  <a:gd name="connsiteY56" fmla="*/ 3606 h 10079"/>
                  <a:gd name="connsiteX57" fmla="*/ 9029 w 10000"/>
                  <a:gd name="connsiteY57" fmla="*/ 3048 h 10079"/>
                  <a:gd name="connsiteX58" fmla="*/ 9352 w 10000"/>
                  <a:gd name="connsiteY58" fmla="*/ 2768 h 10079"/>
                  <a:gd name="connsiteX59" fmla="*/ 10000 w 10000"/>
                  <a:gd name="connsiteY59" fmla="*/ 2348 h 10079"/>
                  <a:gd name="connsiteX60" fmla="*/ 9514 w 10000"/>
                  <a:gd name="connsiteY60" fmla="*/ 2068 h 10079"/>
                  <a:gd name="connsiteX61" fmla="*/ 9190 w 10000"/>
                  <a:gd name="connsiteY61" fmla="*/ 1229 h 10079"/>
                  <a:gd name="connsiteX62" fmla="*/ 8989 w 10000"/>
                  <a:gd name="connsiteY62" fmla="*/ 95 h 10079"/>
                  <a:gd name="connsiteX0" fmla="*/ 8989 w 10000"/>
                  <a:gd name="connsiteY0" fmla="*/ 30 h 10014"/>
                  <a:gd name="connsiteX1" fmla="*/ 7419 w 10000"/>
                  <a:gd name="connsiteY1" fmla="*/ 15 h 10014"/>
                  <a:gd name="connsiteX2" fmla="*/ 7085 w 10000"/>
                  <a:gd name="connsiteY2" fmla="*/ 184 h 10014"/>
                  <a:gd name="connsiteX3" fmla="*/ 6761 w 10000"/>
                  <a:gd name="connsiteY3" fmla="*/ 45 h 10014"/>
                  <a:gd name="connsiteX4" fmla="*/ 1741 w 10000"/>
                  <a:gd name="connsiteY4" fmla="*/ 45 h 10014"/>
                  <a:gd name="connsiteX5" fmla="*/ 1741 w 10000"/>
                  <a:gd name="connsiteY5" fmla="*/ 1164 h 10014"/>
                  <a:gd name="connsiteX6" fmla="*/ 1256 w 10000"/>
                  <a:gd name="connsiteY6" fmla="*/ 1164 h 10014"/>
                  <a:gd name="connsiteX7" fmla="*/ 1256 w 10000"/>
                  <a:gd name="connsiteY7" fmla="*/ 2843 h 10014"/>
                  <a:gd name="connsiteX8" fmla="*/ 1094 w 10000"/>
                  <a:gd name="connsiteY8" fmla="*/ 3402 h 10014"/>
                  <a:gd name="connsiteX9" fmla="*/ 608 w 10000"/>
                  <a:gd name="connsiteY9" fmla="*/ 3681 h 10014"/>
                  <a:gd name="connsiteX10" fmla="*/ 446 w 10000"/>
                  <a:gd name="connsiteY10" fmla="*/ 3962 h 10014"/>
                  <a:gd name="connsiteX11" fmla="*/ 121 w 10000"/>
                  <a:gd name="connsiteY11" fmla="*/ 4380 h 10014"/>
                  <a:gd name="connsiteX12" fmla="*/ 121 w 10000"/>
                  <a:gd name="connsiteY12" fmla="*/ 4800 h 10014"/>
                  <a:gd name="connsiteX13" fmla="*/ 121 w 10000"/>
                  <a:gd name="connsiteY13" fmla="*/ 5080 h 10014"/>
                  <a:gd name="connsiteX14" fmla="*/ 284 w 10000"/>
                  <a:gd name="connsiteY14" fmla="*/ 5498 h 10014"/>
                  <a:gd name="connsiteX15" fmla="*/ 608 w 10000"/>
                  <a:gd name="connsiteY15" fmla="*/ 5780 h 10014"/>
                  <a:gd name="connsiteX16" fmla="*/ 446 w 10000"/>
                  <a:gd name="connsiteY16" fmla="*/ 6059 h 10014"/>
                  <a:gd name="connsiteX17" fmla="*/ 931 w 10000"/>
                  <a:gd name="connsiteY17" fmla="*/ 6479 h 10014"/>
                  <a:gd name="connsiteX18" fmla="*/ 931 w 10000"/>
                  <a:gd name="connsiteY18" fmla="*/ 7039 h 10014"/>
                  <a:gd name="connsiteX19" fmla="*/ 931 w 10000"/>
                  <a:gd name="connsiteY19" fmla="*/ 7178 h 10014"/>
                  <a:gd name="connsiteX20" fmla="*/ 1256 w 10000"/>
                  <a:gd name="connsiteY20" fmla="*/ 7178 h 10014"/>
                  <a:gd name="connsiteX21" fmla="*/ 1256 w 10000"/>
                  <a:gd name="connsiteY21" fmla="*/ 7318 h 10014"/>
                  <a:gd name="connsiteX22" fmla="*/ 1741 w 10000"/>
                  <a:gd name="connsiteY22" fmla="*/ 7598 h 10014"/>
                  <a:gd name="connsiteX23" fmla="*/ 2065 w 10000"/>
                  <a:gd name="connsiteY23" fmla="*/ 7878 h 10014"/>
                  <a:gd name="connsiteX24" fmla="*/ 2389 w 10000"/>
                  <a:gd name="connsiteY24" fmla="*/ 8158 h 10014"/>
                  <a:gd name="connsiteX25" fmla="*/ 2550 w 10000"/>
                  <a:gd name="connsiteY25" fmla="*/ 8576 h 10014"/>
                  <a:gd name="connsiteX26" fmla="*/ 3037 w 10000"/>
                  <a:gd name="connsiteY26" fmla="*/ 8856 h 10014"/>
                  <a:gd name="connsiteX27" fmla="*/ 3198 w 10000"/>
                  <a:gd name="connsiteY27" fmla="*/ 9136 h 10014"/>
                  <a:gd name="connsiteX28" fmla="*/ 3361 w 10000"/>
                  <a:gd name="connsiteY28" fmla="*/ 9276 h 10014"/>
                  <a:gd name="connsiteX29" fmla="*/ 3523 w 10000"/>
                  <a:gd name="connsiteY29" fmla="*/ 9557 h 10014"/>
                  <a:gd name="connsiteX30" fmla="*/ 4008 w 10000"/>
                  <a:gd name="connsiteY30" fmla="*/ 9557 h 10014"/>
                  <a:gd name="connsiteX31" fmla="*/ 4332 w 10000"/>
                  <a:gd name="connsiteY31" fmla="*/ 9557 h 10014"/>
                  <a:gd name="connsiteX32" fmla="*/ 4656 w 10000"/>
                  <a:gd name="connsiteY32" fmla="*/ 9417 h 10014"/>
                  <a:gd name="connsiteX33" fmla="*/ 5304 w 10000"/>
                  <a:gd name="connsiteY33" fmla="*/ 9976 h 10014"/>
                  <a:gd name="connsiteX34" fmla="*/ 5790 w 10000"/>
                  <a:gd name="connsiteY34" fmla="*/ 9835 h 10014"/>
                  <a:gd name="connsiteX35" fmla="*/ 6113 w 10000"/>
                  <a:gd name="connsiteY35" fmla="*/ 9976 h 10014"/>
                  <a:gd name="connsiteX36" fmla="*/ 6600 w 10000"/>
                  <a:gd name="connsiteY36" fmla="*/ 9835 h 10014"/>
                  <a:gd name="connsiteX37" fmla="*/ 6923 w 10000"/>
                  <a:gd name="connsiteY37" fmla="*/ 9835 h 10014"/>
                  <a:gd name="connsiteX38" fmla="*/ 7085 w 10000"/>
                  <a:gd name="connsiteY38" fmla="*/ 9695 h 10014"/>
                  <a:gd name="connsiteX39" fmla="*/ 7248 w 10000"/>
                  <a:gd name="connsiteY39" fmla="*/ 9557 h 10014"/>
                  <a:gd name="connsiteX40" fmla="*/ 7733 w 10000"/>
                  <a:gd name="connsiteY40" fmla="*/ 9276 h 10014"/>
                  <a:gd name="connsiteX41" fmla="*/ 8057 w 10000"/>
                  <a:gd name="connsiteY41" fmla="*/ 9276 h 10014"/>
                  <a:gd name="connsiteX42" fmla="*/ 8219 w 10000"/>
                  <a:gd name="connsiteY42" fmla="*/ 9417 h 10014"/>
                  <a:gd name="connsiteX43" fmla="*/ 8219 w 10000"/>
                  <a:gd name="connsiteY43" fmla="*/ 8996 h 10014"/>
                  <a:gd name="connsiteX44" fmla="*/ 7733 w 10000"/>
                  <a:gd name="connsiteY44" fmla="*/ 8576 h 10014"/>
                  <a:gd name="connsiteX45" fmla="*/ 7085 w 10000"/>
                  <a:gd name="connsiteY45" fmla="*/ 8017 h 10014"/>
                  <a:gd name="connsiteX46" fmla="*/ 6600 w 10000"/>
                  <a:gd name="connsiteY46" fmla="*/ 7738 h 10014"/>
                  <a:gd name="connsiteX47" fmla="*/ 6761 w 10000"/>
                  <a:gd name="connsiteY47" fmla="*/ 7458 h 10014"/>
                  <a:gd name="connsiteX48" fmla="*/ 7248 w 10000"/>
                  <a:gd name="connsiteY48" fmla="*/ 7318 h 10014"/>
                  <a:gd name="connsiteX49" fmla="*/ 7248 w 10000"/>
                  <a:gd name="connsiteY49" fmla="*/ 6758 h 10014"/>
                  <a:gd name="connsiteX50" fmla="*/ 7409 w 10000"/>
                  <a:gd name="connsiteY50" fmla="*/ 6200 h 10014"/>
                  <a:gd name="connsiteX51" fmla="*/ 7733 w 10000"/>
                  <a:gd name="connsiteY51" fmla="*/ 6059 h 10014"/>
                  <a:gd name="connsiteX52" fmla="*/ 7895 w 10000"/>
                  <a:gd name="connsiteY52" fmla="*/ 5498 h 10014"/>
                  <a:gd name="connsiteX53" fmla="*/ 8219 w 10000"/>
                  <a:gd name="connsiteY53" fmla="*/ 5080 h 10014"/>
                  <a:gd name="connsiteX54" fmla="*/ 8542 w 10000"/>
                  <a:gd name="connsiteY54" fmla="*/ 4800 h 10014"/>
                  <a:gd name="connsiteX55" fmla="*/ 8704 w 10000"/>
                  <a:gd name="connsiteY55" fmla="*/ 4240 h 10014"/>
                  <a:gd name="connsiteX56" fmla="*/ 8867 w 10000"/>
                  <a:gd name="connsiteY56" fmla="*/ 3541 h 10014"/>
                  <a:gd name="connsiteX57" fmla="*/ 9029 w 10000"/>
                  <a:gd name="connsiteY57" fmla="*/ 2983 h 10014"/>
                  <a:gd name="connsiteX58" fmla="*/ 9352 w 10000"/>
                  <a:gd name="connsiteY58" fmla="*/ 2703 h 10014"/>
                  <a:gd name="connsiteX59" fmla="*/ 10000 w 10000"/>
                  <a:gd name="connsiteY59" fmla="*/ 2283 h 10014"/>
                  <a:gd name="connsiteX60" fmla="*/ 9514 w 10000"/>
                  <a:gd name="connsiteY60" fmla="*/ 2003 h 10014"/>
                  <a:gd name="connsiteX61" fmla="*/ 9190 w 10000"/>
                  <a:gd name="connsiteY61" fmla="*/ 1164 h 10014"/>
                  <a:gd name="connsiteX62" fmla="*/ 8989 w 10000"/>
                  <a:gd name="connsiteY62" fmla="*/ 30 h 10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0000" h="10014">
                    <a:moveTo>
                      <a:pt x="8989" y="30"/>
                    </a:moveTo>
                    <a:cubicBezTo>
                      <a:pt x="7769" y="1"/>
                      <a:pt x="7736" y="-11"/>
                      <a:pt x="7419" y="15"/>
                    </a:cubicBezTo>
                    <a:cubicBezTo>
                      <a:pt x="7102" y="41"/>
                      <a:pt x="7195" y="179"/>
                      <a:pt x="7085" y="184"/>
                    </a:cubicBezTo>
                    <a:cubicBezTo>
                      <a:pt x="6975" y="189"/>
                      <a:pt x="6761" y="45"/>
                      <a:pt x="6761" y="45"/>
                    </a:cubicBezTo>
                    <a:lnTo>
                      <a:pt x="1741" y="45"/>
                    </a:lnTo>
                    <a:lnTo>
                      <a:pt x="1741" y="1164"/>
                    </a:lnTo>
                    <a:lnTo>
                      <a:pt x="1256" y="1164"/>
                    </a:lnTo>
                    <a:lnTo>
                      <a:pt x="1256" y="2843"/>
                    </a:lnTo>
                    <a:cubicBezTo>
                      <a:pt x="1256" y="2843"/>
                      <a:pt x="1256" y="3402"/>
                      <a:pt x="1094" y="3402"/>
                    </a:cubicBezTo>
                    <a:cubicBezTo>
                      <a:pt x="1094" y="3402"/>
                      <a:pt x="608" y="3541"/>
                      <a:pt x="608" y="3681"/>
                    </a:cubicBezTo>
                    <a:cubicBezTo>
                      <a:pt x="608" y="3821"/>
                      <a:pt x="608" y="3962"/>
                      <a:pt x="446" y="3962"/>
                    </a:cubicBezTo>
                    <a:cubicBezTo>
                      <a:pt x="121" y="3962"/>
                      <a:pt x="446" y="4380"/>
                      <a:pt x="121" y="4380"/>
                    </a:cubicBezTo>
                    <a:cubicBezTo>
                      <a:pt x="-202" y="4380"/>
                      <a:pt x="284" y="4660"/>
                      <a:pt x="121" y="4800"/>
                    </a:cubicBezTo>
                    <a:cubicBezTo>
                      <a:pt x="-40" y="4940"/>
                      <a:pt x="-40" y="5080"/>
                      <a:pt x="121" y="5080"/>
                    </a:cubicBezTo>
                    <a:cubicBezTo>
                      <a:pt x="284" y="5080"/>
                      <a:pt x="284" y="5220"/>
                      <a:pt x="284" y="5498"/>
                    </a:cubicBezTo>
                    <a:cubicBezTo>
                      <a:pt x="284" y="5639"/>
                      <a:pt x="608" y="5780"/>
                      <a:pt x="608" y="5780"/>
                    </a:cubicBezTo>
                    <a:lnTo>
                      <a:pt x="446" y="6059"/>
                    </a:lnTo>
                    <a:lnTo>
                      <a:pt x="931" y="6479"/>
                    </a:lnTo>
                    <a:cubicBezTo>
                      <a:pt x="931" y="6619"/>
                      <a:pt x="1256" y="6899"/>
                      <a:pt x="931" y="7039"/>
                    </a:cubicBezTo>
                    <a:cubicBezTo>
                      <a:pt x="769" y="7039"/>
                      <a:pt x="931" y="7178"/>
                      <a:pt x="931" y="7178"/>
                    </a:cubicBezTo>
                    <a:lnTo>
                      <a:pt x="1256" y="7178"/>
                    </a:lnTo>
                    <a:lnTo>
                      <a:pt x="1256" y="7318"/>
                    </a:lnTo>
                    <a:cubicBezTo>
                      <a:pt x="1256" y="7318"/>
                      <a:pt x="1579" y="7318"/>
                      <a:pt x="1741" y="7598"/>
                    </a:cubicBezTo>
                    <a:cubicBezTo>
                      <a:pt x="1903" y="7738"/>
                      <a:pt x="2065" y="7738"/>
                      <a:pt x="2065" y="7878"/>
                    </a:cubicBezTo>
                    <a:cubicBezTo>
                      <a:pt x="2065" y="8017"/>
                      <a:pt x="2227" y="8017"/>
                      <a:pt x="2389" y="8158"/>
                    </a:cubicBezTo>
                    <a:cubicBezTo>
                      <a:pt x="2550" y="8298"/>
                      <a:pt x="2550" y="8437"/>
                      <a:pt x="2550" y="8576"/>
                    </a:cubicBezTo>
                    <a:lnTo>
                      <a:pt x="3037" y="8856"/>
                    </a:lnTo>
                    <a:cubicBezTo>
                      <a:pt x="3091" y="8949"/>
                      <a:pt x="3144" y="9042"/>
                      <a:pt x="3198" y="9136"/>
                    </a:cubicBezTo>
                    <a:cubicBezTo>
                      <a:pt x="3198" y="9136"/>
                      <a:pt x="3361" y="9136"/>
                      <a:pt x="3361" y="9276"/>
                    </a:cubicBezTo>
                    <a:cubicBezTo>
                      <a:pt x="3361" y="9417"/>
                      <a:pt x="3523" y="9557"/>
                      <a:pt x="3523" y="9557"/>
                    </a:cubicBezTo>
                    <a:lnTo>
                      <a:pt x="4008" y="9557"/>
                    </a:lnTo>
                    <a:cubicBezTo>
                      <a:pt x="4171" y="9417"/>
                      <a:pt x="4332" y="9557"/>
                      <a:pt x="4332" y="9557"/>
                    </a:cubicBezTo>
                    <a:cubicBezTo>
                      <a:pt x="4332" y="9557"/>
                      <a:pt x="4494" y="9417"/>
                      <a:pt x="4656" y="9417"/>
                    </a:cubicBezTo>
                    <a:cubicBezTo>
                      <a:pt x="4656" y="9557"/>
                      <a:pt x="4980" y="9695"/>
                      <a:pt x="5304" y="9976"/>
                    </a:cubicBezTo>
                    <a:cubicBezTo>
                      <a:pt x="5304" y="9976"/>
                      <a:pt x="5627" y="9835"/>
                      <a:pt x="5790" y="9835"/>
                    </a:cubicBezTo>
                    <a:cubicBezTo>
                      <a:pt x="5952" y="9835"/>
                      <a:pt x="6113" y="10115"/>
                      <a:pt x="6113" y="9976"/>
                    </a:cubicBezTo>
                    <a:cubicBezTo>
                      <a:pt x="6113" y="9976"/>
                      <a:pt x="6437" y="9835"/>
                      <a:pt x="6600" y="9835"/>
                    </a:cubicBezTo>
                    <a:cubicBezTo>
                      <a:pt x="6600" y="9835"/>
                      <a:pt x="6923" y="9976"/>
                      <a:pt x="6923" y="9835"/>
                    </a:cubicBezTo>
                    <a:lnTo>
                      <a:pt x="7085" y="9695"/>
                    </a:lnTo>
                    <a:cubicBezTo>
                      <a:pt x="7248" y="9695"/>
                      <a:pt x="7248" y="9557"/>
                      <a:pt x="7248" y="9557"/>
                    </a:cubicBezTo>
                    <a:cubicBezTo>
                      <a:pt x="7248" y="9417"/>
                      <a:pt x="7571" y="9276"/>
                      <a:pt x="7733" y="9276"/>
                    </a:cubicBezTo>
                    <a:lnTo>
                      <a:pt x="8057" y="9276"/>
                    </a:lnTo>
                    <a:cubicBezTo>
                      <a:pt x="8057" y="9417"/>
                      <a:pt x="8219" y="9417"/>
                      <a:pt x="8219" y="9417"/>
                    </a:cubicBezTo>
                    <a:cubicBezTo>
                      <a:pt x="8219" y="9136"/>
                      <a:pt x="8381" y="8996"/>
                      <a:pt x="8219" y="8996"/>
                    </a:cubicBezTo>
                    <a:cubicBezTo>
                      <a:pt x="8057" y="8996"/>
                      <a:pt x="7733" y="8856"/>
                      <a:pt x="7733" y="8576"/>
                    </a:cubicBezTo>
                    <a:cubicBezTo>
                      <a:pt x="7571" y="8298"/>
                      <a:pt x="7248" y="8158"/>
                      <a:pt x="7085" y="8017"/>
                    </a:cubicBezTo>
                    <a:cubicBezTo>
                      <a:pt x="7085" y="7738"/>
                      <a:pt x="6600" y="7878"/>
                      <a:pt x="6600" y="7738"/>
                    </a:cubicBezTo>
                    <a:cubicBezTo>
                      <a:pt x="6437" y="7598"/>
                      <a:pt x="6761" y="7598"/>
                      <a:pt x="6761" y="7458"/>
                    </a:cubicBezTo>
                    <a:cubicBezTo>
                      <a:pt x="6761" y="7318"/>
                      <a:pt x="7085" y="7318"/>
                      <a:pt x="7248" y="7318"/>
                    </a:cubicBezTo>
                    <a:lnTo>
                      <a:pt x="7248" y="6758"/>
                    </a:lnTo>
                    <a:cubicBezTo>
                      <a:pt x="7248" y="6479"/>
                      <a:pt x="7571" y="6340"/>
                      <a:pt x="7409" y="6200"/>
                    </a:cubicBezTo>
                    <a:cubicBezTo>
                      <a:pt x="7409" y="6200"/>
                      <a:pt x="7571" y="6059"/>
                      <a:pt x="7733" y="6059"/>
                    </a:cubicBezTo>
                    <a:cubicBezTo>
                      <a:pt x="7895" y="5919"/>
                      <a:pt x="7733" y="5639"/>
                      <a:pt x="7895" y="5498"/>
                    </a:cubicBezTo>
                    <a:cubicBezTo>
                      <a:pt x="8057" y="5359"/>
                      <a:pt x="8219" y="5080"/>
                      <a:pt x="8219" y="5080"/>
                    </a:cubicBezTo>
                    <a:cubicBezTo>
                      <a:pt x="8381" y="5080"/>
                      <a:pt x="8542" y="4940"/>
                      <a:pt x="8542" y="4800"/>
                    </a:cubicBezTo>
                    <a:cubicBezTo>
                      <a:pt x="8542" y="4660"/>
                      <a:pt x="8867" y="4521"/>
                      <a:pt x="8704" y="4240"/>
                    </a:cubicBezTo>
                    <a:cubicBezTo>
                      <a:pt x="8704" y="3962"/>
                      <a:pt x="8542" y="3681"/>
                      <a:pt x="8867" y="3541"/>
                    </a:cubicBezTo>
                    <a:cubicBezTo>
                      <a:pt x="9029" y="3262"/>
                      <a:pt x="9029" y="3121"/>
                      <a:pt x="9029" y="2983"/>
                    </a:cubicBezTo>
                    <a:cubicBezTo>
                      <a:pt x="9029" y="2843"/>
                      <a:pt x="9190" y="2843"/>
                      <a:pt x="9352" y="2703"/>
                    </a:cubicBezTo>
                    <a:cubicBezTo>
                      <a:pt x="9514" y="2703"/>
                      <a:pt x="9677" y="2563"/>
                      <a:pt x="10000" y="2283"/>
                    </a:cubicBezTo>
                    <a:cubicBezTo>
                      <a:pt x="9838" y="2144"/>
                      <a:pt x="9677" y="2003"/>
                      <a:pt x="9514" y="2003"/>
                    </a:cubicBezTo>
                    <a:cubicBezTo>
                      <a:pt x="9352" y="1863"/>
                      <a:pt x="9277" y="1493"/>
                      <a:pt x="9190" y="1164"/>
                    </a:cubicBezTo>
                    <a:cubicBezTo>
                      <a:pt x="9103" y="835"/>
                      <a:pt x="8989" y="171"/>
                      <a:pt x="8989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48" name="Freeform 49">
                <a:extLst>
                  <a:ext uri="{FF2B5EF4-FFF2-40B4-BE49-F238E27FC236}">
                    <a16:creationId xmlns:a16="http://schemas.microsoft.com/office/drawing/2014/main" id="{80F7CCCB-8285-0C94-E37F-61DB31D74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151" y="2965277"/>
                <a:ext cx="45961" cy="40553"/>
              </a:xfrm>
              <a:custGeom>
                <a:avLst/>
                <a:gdLst>
                  <a:gd name="T0" fmla="*/ 9 w 24"/>
                  <a:gd name="T1" fmla="*/ 3 h 21"/>
                  <a:gd name="T2" fmla="*/ 3 w 24"/>
                  <a:gd name="T3" fmla="*/ 12 h 21"/>
                  <a:gd name="T4" fmla="*/ 3 w 24"/>
                  <a:gd name="T5" fmla="*/ 21 h 21"/>
                  <a:gd name="T6" fmla="*/ 9 w 24"/>
                  <a:gd name="T7" fmla="*/ 21 h 21"/>
                  <a:gd name="T8" fmla="*/ 15 w 24"/>
                  <a:gd name="T9" fmla="*/ 21 h 21"/>
                  <a:gd name="T10" fmla="*/ 21 w 24"/>
                  <a:gd name="T11" fmla="*/ 18 h 21"/>
                  <a:gd name="T12" fmla="*/ 15 w 24"/>
                  <a:gd name="T13" fmla="*/ 15 h 21"/>
                  <a:gd name="T14" fmla="*/ 21 w 24"/>
                  <a:gd name="T15" fmla="*/ 9 h 21"/>
                  <a:gd name="T16" fmla="*/ 18 w 24"/>
                  <a:gd name="T17" fmla="*/ 3 h 21"/>
                  <a:gd name="T18" fmla="*/ 18 w 24"/>
                  <a:gd name="T19" fmla="*/ 0 h 21"/>
                  <a:gd name="T20" fmla="*/ 15 w 24"/>
                  <a:gd name="T21" fmla="*/ 3 h 21"/>
                  <a:gd name="T22" fmla="*/ 9 w 24"/>
                  <a:gd name="T23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1">
                    <a:moveTo>
                      <a:pt x="9" y="3"/>
                    </a:moveTo>
                    <a:cubicBezTo>
                      <a:pt x="9" y="6"/>
                      <a:pt x="6" y="9"/>
                      <a:pt x="3" y="12"/>
                    </a:cubicBezTo>
                    <a:cubicBezTo>
                      <a:pt x="0" y="15"/>
                      <a:pt x="3" y="18"/>
                      <a:pt x="3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2" y="18"/>
                      <a:pt x="12" y="21"/>
                      <a:pt x="15" y="21"/>
                    </a:cubicBezTo>
                    <a:cubicBezTo>
                      <a:pt x="15" y="21"/>
                      <a:pt x="18" y="18"/>
                      <a:pt x="21" y="18"/>
                    </a:cubicBezTo>
                    <a:cubicBezTo>
                      <a:pt x="18" y="15"/>
                      <a:pt x="15" y="15"/>
                      <a:pt x="15" y="15"/>
                    </a:cubicBezTo>
                    <a:cubicBezTo>
                      <a:pt x="12" y="12"/>
                      <a:pt x="18" y="9"/>
                      <a:pt x="21" y="9"/>
                    </a:cubicBezTo>
                    <a:cubicBezTo>
                      <a:pt x="24" y="9"/>
                      <a:pt x="21" y="6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5" y="3"/>
                      <a:pt x="12" y="3"/>
                      <a:pt x="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Freeform 50">
                <a:extLst>
                  <a:ext uri="{FF2B5EF4-FFF2-40B4-BE49-F238E27FC236}">
                    <a16:creationId xmlns:a16="http://schemas.microsoft.com/office/drawing/2014/main" id="{9DEF8A8E-5025-24EA-93E1-AE4EAD111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3250" y="2850376"/>
                <a:ext cx="150048" cy="120308"/>
              </a:xfrm>
              <a:custGeom>
                <a:avLst/>
                <a:gdLst>
                  <a:gd name="T0" fmla="*/ 15 w 78"/>
                  <a:gd name="T1" fmla="*/ 9 h 63"/>
                  <a:gd name="T2" fmla="*/ 9 w 78"/>
                  <a:gd name="T3" fmla="*/ 15 h 63"/>
                  <a:gd name="T4" fmla="*/ 6 w 78"/>
                  <a:gd name="T5" fmla="*/ 27 h 63"/>
                  <a:gd name="T6" fmla="*/ 3 w 78"/>
                  <a:gd name="T7" fmla="*/ 42 h 63"/>
                  <a:gd name="T8" fmla="*/ 15 w 78"/>
                  <a:gd name="T9" fmla="*/ 42 h 63"/>
                  <a:gd name="T10" fmla="*/ 18 w 78"/>
                  <a:gd name="T11" fmla="*/ 39 h 63"/>
                  <a:gd name="T12" fmla="*/ 21 w 78"/>
                  <a:gd name="T13" fmla="*/ 36 h 63"/>
                  <a:gd name="T14" fmla="*/ 30 w 78"/>
                  <a:gd name="T15" fmla="*/ 39 h 63"/>
                  <a:gd name="T16" fmla="*/ 33 w 78"/>
                  <a:gd name="T17" fmla="*/ 39 h 63"/>
                  <a:gd name="T18" fmla="*/ 45 w 78"/>
                  <a:gd name="T19" fmla="*/ 39 h 63"/>
                  <a:gd name="T20" fmla="*/ 69 w 78"/>
                  <a:gd name="T21" fmla="*/ 63 h 63"/>
                  <a:gd name="T22" fmla="*/ 69 w 78"/>
                  <a:gd name="T23" fmla="*/ 63 h 63"/>
                  <a:gd name="T24" fmla="*/ 75 w 78"/>
                  <a:gd name="T25" fmla="*/ 63 h 63"/>
                  <a:gd name="T26" fmla="*/ 78 w 78"/>
                  <a:gd name="T27" fmla="*/ 60 h 63"/>
                  <a:gd name="T28" fmla="*/ 66 w 78"/>
                  <a:gd name="T29" fmla="*/ 48 h 63"/>
                  <a:gd name="T30" fmla="*/ 48 w 78"/>
                  <a:gd name="T31" fmla="*/ 36 h 63"/>
                  <a:gd name="T32" fmla="*/ 42 w 78"/>
                  <a:gd name="T33" fmla="*/ 27 h 63"/>
                  <a:gd name="T34" fmla="*/ 33 w 78"/>
                  <a:gd name="T35" fmla="*/ 12 h 63"/>
                  <a:gd name="T36" fmla="*/ 27 w 78"/>
                  <a:gd name="T37" fmla="*/ 0 h 63"/>
                  <a:gd name="T38" fmla="*/ 15 w 78"/>
                  <a:gd name="T39" fmla="*/ 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8" h="63">
                    <a:moveTo>
                      <a:pt x="15" y="9"/>
                    </a:moveTo>
                    <a:cubicBezTo>
                      <a:pt x="12" y="12"/>
                      <a:pt x="9" y="12"/>
                      <a:pt x="9" y="15"/>
                    </a:cubicBezTo>
                    <a:cubicBezTo>
                      <a:pt x="9" y="18"/>
                      <a:pt x="9" y="21"/>
                      <a:pt x="6" y="27"/>
                    </a:cubicBezTo>
                    <a:cubicBezTo>
                      <a:pt x="0" y="30"/>
                      <a:pt x="3" y="36"/>
                      <a:pt x="3" y="42"/>
                    </a:cubicBezTo>
                    <a:cubicBezTo>
                      <a:pt x="9" y="42"/>
                      <a:pt x="12" y="42"/>
                      <a:pt x="15" y="42"/>
                    </a:cubicBezTo>
                    <a:cubicBezTo>
                      <a:pt x="15" y="45"/>
                      <a:pt x="15" y="42"/>
                      <a:pt x="18" y="39"/>
                    </a:cubicBezTo>
                    <a:cubicBezTo>
                      <a:pt x="18" y="36"/>
                      <a:pt x="21" y="36"/>
                      <a:pt x="21" y="36"/>
                    </a:cubicBezTo>
                    <a:cubicBezTo>
                      <a:pt x="24" y="39"/>
                      <a:pt x="27" y="42"/>
                      <a:pt x="30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6" y="42"/>
                      <a:pt x="42" y="39"/>
                      <a:pt x="45" y="39"/>
                    </a:cubicBezTo>
                    <a:cubicBezTo>
                      <a:pt x="48" y="39"/>
                      <a:pt x="69" y="63"/>
                      <a:pt x="69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72" y="63"/>
                      <a:pt x="75" y="63"/>
                      <a:pt x="75" y="63"/>
                    </a:cubicBezTo>
                    <a:cubicBezTo>
                      <a:pt x="75" y="63"/>
                      <a:pt x="75" y="63"/>
                      <a:pt x="78" y="60"/>
                    </a:cubicBezTo>
                    <a:cubicBezTo>
                      <a:pt x="75" y="57"/>
                      <a:pt x="72" y="54"/>
                      <a:pt x="66" y="48"/>
                    </a:cubicBezTo>
                    <a:cubicBezTo>
                      <a:pt x="60" y="39"/>
                      <a:pt x="51" y="36"/>
                      <a:pt x="48" y="36"/>
                    </a:cubicBezTo>
                    <a:cubicBezTo>
                      <a:pt x="45" y="36"/>
                      <a:pt x="42" y="27"/>
                      <a:pt x="42" y="27"/>
                    </a:cubicBezTo>
                    <a:cubicBezTo>
                      <a:pt x="39" y="27"/>
                      <a:pt x="33" y="18"/>
                      <a:pt x="33" y="12"/>
                    </a:cubicBezTo>
                    <a:cubicBezTo>
                      <a:pt x="33" y="9"/>
                      <a:pt x="30" y="3"/>
                      <a:pt x="27" y="0"/>
                    </a:cubicBezTo>
                    <a:cubicBezTo>
                      <a:pt x="21" y="6"/>
                      <a:pt x="18" y="9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Freeform 51">
                <a:extLst>
                  <a:ext uri="{FF2B5EF4-FFF2-40B4-BE49-F238E27FC236}">
                    <a16:creationId xmlns:a16="http://schemas.microsoft.com/office/drawing/2014/main" id="{6418227B-BE57-F8FD-06D3-D6A0066FA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8902" y="2919317"/>
                <a:ext cx="327131" cy="252783"/>
              </a:xfrm>
              <a:custGeom>
                <a:avLst/>
                <a:gdLst>
                  <a:gd name="T0" fmla="*/ 12 w 171"/>
                  <a:gd name="T1" fmla="*/ 87 h 132"/>
                  <a:gd name="T2" fmla="*/ 24 w 171"/>
                  <a:gd name="T3" fmla="*/ 99 h 132"/>
                  <a:gd name="T4" fmla="*/ 33 w 171"/>
                  <a:gd name="T5" fmla="*/ 108 h 132"/>
                  <a:gd name="T6" fmla="*/ 33 w 171"/>
                  <a:gd name="T7" fmla="*/ 117 h 132"/>
                  <a:gd name="T8" fmla="*/ 36 w 171"/>
                  <a:gd name="T9" fmla="*/ 117 h 132"/>
                  <a:gd name="T10" fmla="*/ 48 w 171"/>
                  <a:gd name="T11" fmla="*/ 120 h 132"/>
                  <a:gd name="T12" fmla="*/ 60 w 171"/>
                  <a:gd name="T13" fmla="*/ 129 h 132"/>
                  <a:gd name="T14" fmla="*/ 75 w 171"/>
                  <a:gd name="T15" fmla="*/ 129 h 132"/>
                  <a:gd name="T16" fmla="*/ 81 w 171"/>
                  <a:gd name="T17" fmla="*/ 123 h 132"/>
                  <a:gd name="T18" fmla="*/ 93 w 171"/>
                  <a:gd name="T19" fmla="*/ 123 h 132"/>
                  <a:gd name="T20" fmla="*/ 96 w 171"/>
                  <a:gd name="T21" fmla="*/ 126 h 132"/>
                  <a:gd name="T22" fmla="*/ 102 w 171"/>
                  <a:gd name="T23" fmla="*/ 123 h 132"/>
                  <a:gd name="T24" fmla="*/ 111 w 171"/>
                  <a:gd name="T25" fmla="*/ 123 h 132"/>
                  <a:gd name="T26" fmla="*/ 126 w 171"/>
                  <a:gd name="T27" fmla="*/ 114 h 132"/>
                  <a:gd name="T28" fmla="*/ 138 w 171"/>
                  <a:gd name="T29" fmla="*/ 111 h 132"/>
                  <a:gd name="T30" fmla="*/ 168 w 171"/>
                  <a:gd name="T31" fmla="*/ 81 h 132"/>
                  <a:gd name="T32" fmla="*/ 165 w 171"/>
                  <a:gd name="T33" fmla="*/ 78 h 132"/>
                  <a:gd name="T34" fmla="*/ 150 w 171"/>
                  <a:gd name="T35" fmla="*/ 75 h 132"/>
                  <a:gd name="T36" fmla="*/ 126 w 171"/>
                  <a:gd name="T37" fmla="*/ 69 h 132"/>
                  <a:gd name="T38" fmla="*/ 120 w 171"/>
                  <a:gd name="T39" fmla="*/ 60 h 132"/>
                  <a:gd name="T40" fmla="*/ 111 w 171"/>
                  <a:gd name="T41" fmla="*/ 51 h 132"/>
                  <a:gd name="T42" fmla="*/ 114 w 171"/>
                  <a:gd name="T43" fmla="*/ 45 h 132"/>
                  <a:gd name="T44" fmla="*/ 108 w 171"/>
                  <a:gd name="T45" fmla="*/ 45 h 132"/>
                  <a:gd name="T46" fmla="*/ 102 w 171"/>
                  <a:gd name="T47" fmla="*/ 45 h 132"/>
                  <a:gd name="T48" fmla="*/ 102 w 171"/>
                  <a:gd name="T49" fmla="*/ 36 h 132"/>
                  <a:gd name="T50" fmla="*/ 108 w 171"/>
                  <a:gd name="T51" fmla="*/ 27 h 132"/>
                  <a:gd name="T52" fmla="*/ 84 w 171"/>
                  <a:gd name="T53" fmla="*/ 3 h 132"/>
                  <a:gd name="T54" fmla="*/ 72 w 171"/>
                  <a:gd name="T55" fmla="*/ 3 h 132"/>
                  <a:gd name="T56" fmla="*/ 69 w 171"/>
                  <a:gd name="T57" fmla="*/ 3 h 132"/>
                  <a:gd name="T58" fmla="*/ 60 w 171"/>
                  <a:gd name="T59" fmla="*/ 0 h 132"/>
                  <a:gd name="T60" fmla="*/ 57 w 171"/>
                  <a:gd name="T61" fmla="*/ 3 h 132"/>
                  <a:gd name="T62" fmla="*/ 54 w 171"/>
                  <a:gd name="T63" fmla="*/ 6 h 132"/>
                  <a:gd name="T64" fmla="*/ 42 w 171"/>
                  <a:gd name="T65" fmla="*/ 6 h 132"/>
                  <a:gd name="T66" fmla="*/ 42 w 171"/>
                  <a:gd name="T67" fmla="*/ 6 h 132"/>
                  <a:gd name="T68" fmla="*/ 39 w 171"/>
                  <a:gd name="T69" fmla="*/ 18 h 132"/>
                  <a:gd name="T70" fmla="*/ 33 w 171"/>
                  <a:gd name="T71" fmla="*/ 24 h 132"/>
                  <a:gd name="T72" fmla="*/ 27 w 171"/>
                  <a:gd name="T73" fmla="*/ 33 h 132"/>
                  <a:gd name="T74" fmla="*/ 24 w 171"/>
                  <a:gd name="T75" fmla="*/ 45 h 132"/>
                  <a:gd name="T76" fmla="*/ 18 w 171"/>
                  <a:gd name="T77" fmla="*/ 48 h 132"/>
                  <a:gd name="T78" fmla="*/ 15 w 171"/>
                  <a:gd name="T79" fmla="*/ 60 h 132"/>
                  <a:gd name="T80" fmla="*/ 15 w 171"/>
                  <a:gd name="T81" fmla="*/ 72 h 132"/>
                  <a:gd name="T82" fmla="*/ 6 w 171"/>
                  <a:gd name="T83" fmla="*/ 75 h 132"/>
                  <a:gd name="T84" fmla="*/ 3 w 171"/>
                  <a:gd name="T85" fmla="*/ 81 h 132"/>
                  <a:gd name="T86" fmla="*/ 12 w 171"/>
                  <a:gd name="T87" fmla="*/ 87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71" h="132">
                    <a:moveTo>
                      <a:pt x="12" y="87"/>
                    </a:moveTo>
                    <a:cubicBezTo>
                      <a:pt x="15" y="90"/>
                      <a:pt x="21" y="93"/>
                      <a:pt x="24" y="99"/>
                    </a:cubicBezTo>
                    <a:cubicBezTo>
                      <a:pt x="24" y="105"/>
                      <a:pt x="30" y="108"/>
                      <a:pt x="33" y="108"/>
                    </a:cubicBezTo>
                    <a:cubicBezTo>
                      <a:pt x="36" y="108"/>
                      <a:pt x="33" y="111"/>
                      <a:pt x="33" y="117"/>
                    </a:cubicBezTo>
                    <a:cubicBezTo>
                      <a:pt x="36" y="117"/>
                      <a:pt x="36" y="117"/>
                      <a:pt x="36" y="117"/>
                    </a:cubicBezTo>
                    <a:cubicBezTo>
                      <a:pt x="39" y="120"/>
                      <a:pt x="45" y="117"/>
                      <a:pt x="48" y="120"/>
                    </a:cubicBezTo>
                    <a:cubicBezTo>
                      <a:pt x="51" y="123"/>
                      <a:pt x="60" y="129"/>
                      <a:pt x="60" y="129"/>
                    </a:cubicBezTo>
                    <a:cubicBezTo>
                      <a:pt x="63" y="129"/>
                      <a:pt x="72" y="129"/>
                      <a:pt x="75" y="129"/>
                    </a:cubicBezTo>
                    <a:cubicBezTo>
                      <a:pt x="75" y="132"/>
                      <a:pt x="78" y="126"/>
                      <a:pt x="81" y="123"/>
                    </a:cubicBezTo>
                    <a:cubicBezTo>
                      <a:pt x="87" y="123"/>
                      <a:pt x="90" y="120"/>
                      <a:pt x="93" y="123"/>
                    </a:cubicBezTo>
                    <a:cubicBezTo>
                      <a:pt x="96" y="126"/>
                      <a:pt x="96" y="126"/>
                      <a:pt x="96" y="126"/>
                    </a:cubicBezTo>
                    <a:cubicBezTo>
                      <a:pt x="99" y="123"/>
                      <a:pt x="99" y="123"/>
                      <a:pt x="102" y="123"/>
                    </a:cubicBezTo>
                    <a:cubicBezTo>
                      <a:pt x="105" y="123"/>
                      <a:pt x="111" y="120"/>
                      <a:pt x="111" y="123"/>
                    </a:cubicBezTo>
                    <a:cubicBezTo>
                      <a:pt x="114" y="123"/>
                      <a:pt x="120" y="114"/>
                      <a:pt x="126" y="114"/>
                    </a:cubicBezTo>
                    <a:cubicBezTo>
                      <a:pt x="135" y="114"/>
                      <a:pt x="135" y="114"/>
                      <a:pt x="138" y="111"/>
                    </a:cubicBezTo>
                    <a:cubicBezTo>
                      <a:pt x="141" y="108"/>
                      <a:pt x="168" y="84"/>
                      <a:pt x="168" y="81"/>
                    </a:cubicBezTo>
                    <a:cubicBezTo>
                      <a:pt x="171" y="81"/>
                      <a:pt x="168" y="78"/>
                      <a:pt x="165" y="78"/>
                    </a:cubicBezTo>
                    <a:cubicBezTo>
                      <a:pt x="162" y="78"/>
                      <a:pt x="159" y="78"/>
                      <a:pt x="150" y="75"/>
                    </a:cubicBezTo>
                    <a:cubicBezTo>
                      <a:pt x="141" y="72"/>
                      <a:pt x="129" y="69"/>
                      <a:pt x="126" y="69"/>
                    </a:cubicBezTo>
                    <a:cubicBezTo>
                      <a:pt x="126" y="66"/>
                      <a:pt x="120" y="63"/>
                      <a:pt x="120" y="60"/>
                    </a:cubicBezTo>
                    <a:cubicBezTo>
                      <a:pt x="117" y="60"/>
                      <a:pt x="114" y="54"/>
                      <a:pt x="111" y="51"/>
                    </a:cubicBezTo>
                    <a:cubicBezTo>
                      <a:pt x="111" y="51"/>
                      <a:pt x="114" y="48"/>
                      <a:pt x="114" y="45"/>
                    </a:cubicBezTo>
                    <a:cubicBezTo>
                      <a:pt x="111" y="45"/>
                      <a:pt x="111" y="42"/>
                      <a:pt x="108" y="45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2" y="42"/>
                      <a:pt x="99" y="39"/>
                      <a:pt x="102" y="36"/>
                    </a:cubicBezTo>
                    <a:cubicBezTo>
                      <a:pt x="105" y="33"/>
                      <a:pt x="108" y="27"/>
                      <a:pt x="108" y="27"/>
                    </a:cubicBezTo>
                    <a:cubicBezTo>
                      <a:pt x="108" y="27"/>
                      <a:pt x="87" y="3"/>
                      <a:pt x="84" y="3"/>
                    </a:cubicBezTo>
                    <a:cubicBezTo>
                      <a:pt x="81" y="3"/>
                      <a:pt x="75" y="6"/>
                      <a:pt x="72" y="3"/>
                    </a:cubicBezTo>
                    <a:cubicBezTo>
                      <a:pt x="72" y="3"/>
                      <a:pt x="72" y="3"/>
                      <a:pt x="69" y="3"/>
                    </a:cubicBezTo>
                    <a:cubicBezTo>
                      <a:pt x="66" y="6"/>
                      <a:pt x="63" y="3"/>
                      <a:pt x="60" y="0"/>
                    </a:cubicBezTo>
                    <a:cubicBezTo>
                      <a:pt x="60" y="0"/>
                      <a:pt x="57" y="0"/>
                      <a:pt x="57" y="3"/>
                    </a:cubicBezTo>
                    <a:cubicBezTo>
                      <a:pt x="54" y="6"/>
                      <a:pt x="54" y="9"/>
                      <a:pt x="54" y="6"/>
                    </a:cubicBezTo>
                    <a:cubicBezTo>
                      <a:pt x="51" y="6"/>
                      <a:pt x="48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5" y="12"/>
                      <a:pt x="39" y="15"/>
                      <a:pt x="39" y="18"/>
                    </a:cubicBezTo>
                    <a:cubicBezTo>
                      <a:pt x="39" y="21"/>
                      <a:pt x="36" y="24"/>
                      <a:pt x="33" y="24"/>
                    </a:cubicBezTo>
                    <a:cubicBezTo>
                      <a:pt x="33" y="24"/>
                      <a:pt x="30" y="30"/>
                      <a:pt x="27" y="33"/>
                    </a:cubicBezTo>
                    <a:cubicBezTo>
                      <a:pt x="24" y="36"/>
                      <a:pt x="27" y="42"/>
                      <a:pt x="24" y="45"/>
                    </a:cubicBezTo>
                    <a:cubicBezTo>
                      <a:pt x="21" y="45"/>
                      <a:pt x="18" y="48"/>
                      <a:pt x="18" y="48"/>
                    </a:cubicBezTo>
                    <a:cubicBezTo>
                      <a:pt x="21" y="51"/>
                      <a:pt x="15" y="54"/>
                      <a:pt x="15" y="60"/>
                    </a:cubicBezTo>
                    <a:cubicBezTo>
                      <a:pt x="15" y="63"/>
                      <a:pt x="15" y="72"/>
                      <a:pt x="15" y="72"/>
                    </a:cubicBezTo>
                    <a:cubicBezTo>
                      <a:pt x="12" y="72"/>
                      <a:pt x="6" y="72"/>
                      <a:pt x="6" y="75"/>
                    </a:cubicBezTo>
                    <a:cubicBezTo>
                      <a:pt x="6" y="78"/>
                      <a:pt x="0" y="78"/>
                      <a:pt x="3" y="81"/>
                    </a:cubicBezTo>
                    <a:cubicBezTo>
                      <a:pt x="3" y="84"/>
                      <a:pt x="12" y="81"/>
                      <a:pt x="12" y="8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1" name="Freeform 52">
                <a:extLst>
                  <a:ext uri="{FF2B5EF4-FFF2-40B4-BE49-F238E27FC236}">
                    <a16:creationId xmlns:a16="http://schemas.microsoft.com/office/drawing/2014/main" id="{4EA89C60-F0AF-4035-157B-50775A9E4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269" y="2454304"/>
                <a:ext cx="35146" cy="39202"/>
              </a:xfrm>
              <a:custGeom>
                <a:avLst/>
                <a:gdLst>
                  <a:gd name="T0" fmla="*/ 15 w 18"/>
                  <a:gd name="T1" fmla="*/ 9 h 21"/>
                  <a:gd name="T2" fmla="*/ 9 w 18"/>
                  <a:gd name="T3" fmla="*/ 0 h 21"/>
                  <a:gd name="T4" fmla="*/ 9 w 18"/>
                  <a:gd name="T5" fmla="*/ 3 h 21"/>
                  <a:gd name="T6" fmla="*/ 0 w 18"/>
                  <a:gd name="T7" fmla="*/ 18 h 21"/>
                  <a:gd name="T8" fmla="*/ 6 w 18"/>
                  <a:gd name="T9" fmla="*/ 21 h 21"/>
                  <a:gd name="T10" fmla="*/ 15 w 18"/>
                  <a:gd name="T11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21">
                    <a:moveTo>
                      <a:pt x="15" y="9"/>
                    </a:moveTo>
                    <a:cubicBezTo>
                      <a:pt x="18" y="9"/>
                      <a:pt x="18" y="0"/>
                      <a:pt x="9" y="0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6"/>
                      <a:pt x="3" y="12"/>
                      <a:pt x="0" y="18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9" y="18"/>
                      <a:pt x="12" y="12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2" name="Freeform 53">
                <a:extLst>
                  <a:ext uri="{FF2B5EF4-FFF2-40B4-BE49-F238E27FC236}">
                    <a16:creationId xmlns:a16="http://schemas.microsoft.com/office/drawing/2014/main" id="{CE332FE5-2E1A-C5E1-BD7B-E48B77436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2435" y="2396178"/>
                <a:ext cx="148696" cy="114901"/>
              </a:xfrm>
              <a:custGeom>
                <a:avLst/>
                <a:gdLst>
                  <a:gd name="T0" fmla="*/ 9 w 78"/>
                  <a:gd name="T1" fmla="*/ 39 h 60"/>
                  <a:gd name="T2" fmla="*/ 0 w 78"/>
                  <a:gd name="T3" fmla="*/ 51 h 60"/>
                  <a:gd name="T4" fmla="*/ 0 w 78"/>
                  <a:gd name="T5" fmla="*/ 51 h 60"/>
                  <a:gd name="T6" fmla="*/ 3 w 78"/>
                  <a:gd name="T7" fmla="*/ 57 h 60"/>
                  <a:gd name="T8" fmla="*/ 12 w 78"/>
                  <a:gd name="T9" fmla="*/ 60 h 60"/>
                  <a:gd name="T10" fmla="*/ 24 w 78"/>
                  <a:gd name="T11" fmla="*/ 54 h 60"/>
                  <a:gd name="T12" fmla="*/ 60 w 78"/>
                  <a:gd name="T13" fmla="*/ 36 h 60"/>
                  <a:gd name="T14" fmla="*/ 63 w 78"/>
                  <a:gd name="T15" fmla="*/ 30 h 60"/>
                  <a:gd name="T16" fmla="*/ 66 w 78"/>
                  <a:gd name="T17" fmla="*/ 21 h 60"/>
                  <a:gd name="T18" fmla="*/ 63 w 78"/>
                  <a:gd name="T19" fmla="*/ 12 h 60"/>
                  <a:gd name="T20" fmla="*/ 72 w 78"/>
                  <a:gd name="T21" fmla="*/ 6 h 60"/>
                  <a:gd name="T22" fmla="*/ 78 w 78"/>
                  <a:gd name="T23" fmla="*/ 0 h 60"/>
                  <a:gd name="T24" fmla="*/ 72 w 78"/>
                  <a:gd name="T25" fmla="*/ 0 h 60"/>
                  <a:gd name="T26" fmla="*/ 60 w 78"/>
                  <a:gd name="T27" fmla="*/ 0 h 60"/>
                  <a:gd name="T28" fmla="*/ 45 w 78"/>
                  <a:gd name="T29" fmla="*/ 6 h 60"/>
                  <a:gd name="T30" fmla="*/ 33 w 78"/>
                  <a:gd name="T31" fmla="*/ 6 h 60"/>
                  <a:gd name="T32" fmla="*/ 27 w 78"/>
                  <a:gd name="T33" fmla="*/ 6 h 60"/>
                  <a:gd name="T34" fmla="*/ 15 w 78"/>
                  <a:gd name="T35" fmla="*/ 6 h 60"/>
                  <a:gd name="T36" fmla="*/ 12 w 78"/>
                  <a:gd name="T37" fmla="*/ 9 h 60"/>
                  <a:gd name="T38" fmla="*/ 3 w 78"/>
                  <a:gd name="T39" fmla="*/ 18 h 60"/>
                  <a:gd name="T40" fmla="*/ 3 w 78"/>
                  <a:gd name="T41" fmla="*/ 24 h 60"/>
                  <a:gd name="T42" fmla="*/ 3 w 78"/>
                  <a:gd name="T43" fmla="*/ 30 h 60"/>
                  <a:gd name="T44" fmla="*/ 9 w 78"/>
                  <a:gd name="T45" fmla="*/ 3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60">
                    <a:moveTo>
                      <a:pt x="9" y="39"/>
                    </a:moveTo>
                    <a:cubicBezTo>
                      <a:pt x="6" y="42"/>
                      <a:pt x="3" y="48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21" y="57"/>
                      <a:pt x="24" y="54"/>
                    </a:cubicBezTo>
                    <a:cubicBezTo>
                      <a:pt x="27" y="54"/>
                      <a:pt x="60" y="36"/>
                      <a:pt x="60" y="36"/>
                    </a:cubicBezTo>
                    <a:cubicBezTo>
                      <a:pt x="60" y="36"/>
                      <a:pt x="66" y="30"/>
                      <a:pt x="63" y="30"/>
                    </a:cubicBezTo>
                    <a:cubicBezTo>
                      <a:pt x="63" y="27"/>
                      <a:pt x="63" y="24"/>
                      <a:pt x="66" y="21"/>
                    </a:cubicBezTo>
                    <a:cubicBezTo>
                      <a:pt x="66" y="18"/>
                      <a:pt x="63" y="15"/>
                      <a:pt x="63" y="12"/>
                    </a:cubicBezTo>
                    <a:cubicBezTo>
                      <a:pt x="66" y="6"/>
                      <a:pt x="72" y="6"/>
                      <a:pt x="72" y="6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69" y="3"/>
                      <a:pt x="60" y="0"/>
                    </a:cubicBezTo>
                    <a:cubicBezTo>
                      <a:pt x="54" y="0"/>
                      <a:pt x="54" y="6"/>
                      <a:pt x="45" y="6"/>
                    </a:cubicBezTo>
                    <a:cubicBezTo>
                      <a:pt x="39" y="6"/>
                      <a:pt x="36" y="6"/>
                      <a:pt x="33" y="6"/>
                    </a:cubicBezTo>
                    <a:cubicBezTo>
                      <a:pt x="30" y="3"/>
                      <a:pt x="30" y="3"/>
                      <a:pt x="27" y="6"/>
                    </a:cubicBezTo>
                    <a:cubicBezTo>
                      <a:pt x="21" y="9"/>
                      <a:pt x="18" y="9"/>
                      <a:pt x="15" y="6"/>
                    </a:cubicBezTo>
                    <a:cubicBezTo>
                      <a:pt x="12" y="6"/>
                      <a:pt x="12" y="6"/>
                      <a:pt x="12" y="9"/>
                    </a:cubicBezTo>
                    <a:cubicBezTo>
                      <a:pt x="12" y="12"/>
                      <a:pt x="12" y="15"/>
                      <a:pt x="3" y="18"/>
                    </a:cubicBezTo>
                    <a:cubicBezTo>
                      <a:pt x="3" y="18"/>
                      <a:pt x="3" y="21"/>
                      <a:pt x="3" y="24"/>
                    </a:cubicBezTo>
                    <a:cubicBezTo>
                      <a:pt x="6" y="24"/>
                      <a:pt x="3" y="27"/>
                      <a:pt x="3" y="30"/>
                    </a:cubicBezTo>
                    <a:cubicBezTo>
                      <a:pt x="12" y="30"/>
                      <a:pt x="12" y="39"/>
                      <a:pt x="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3" name="Freeform 54">
                <a:extLst>
                  <a:ext uri="{FF2B5EF4-FFF2-40B4-BE49-F238E27FC236}">
                    <a16:creationId xmlns:a16="http://schemas.microsoft.com/office/drawing/2014/main" id="{E193DEA7-F2B6-6DAB-8E8B-E3221ACA3E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944" y="2367790"/>
                <a:ext cx="85162" cy="102735"/>
              </a:xfrm>
              <a:custGeom>
                <a:avLst/>
                <a:gdLst>
                  <a:gd name="T0" fmla="*/ 12 w 45"/>
                  <a:gd name="T1" fmla="*/ 6 h 54"/>
                  <a:gd name="T2" fmla="*/ 6 w 45"/>
                  <a:gd name="T3" fmla="*/ 9 h 54"/>
                  <a:gd name="T4" fmla="*/ 9 w 45"/>
                  <a:gd name="T5" fmla="*/ 15 h 54"/>
                  <a:gd name="T6" fmla="*/ 9 w 45"/>
                  <a:gd name="T7" fmla="*/ 21 h 54"/>
                  <a:gd name="T8" fmla="*/ 6 w 45"/>
                  <a:gd name="T9" fmla="*/ 30 h 54"/>
                  <a:gd name="T10" fmla="*/ 3 w 45"/>
                  <a:gd name="T11" fmla="*/ 45 h 54"/>
                  <a:gd name="T12" fmla="*/ 6 w 45"/>
                  <a:gd name="T13" fmla="*/ 51 h 54"/>
                  <a:gd name="T14" fmla="*/ 27 w 45"/>
                  <a:gd name="T15" fmla="*/ 45 h 54"/>
                  <a:gd name="T16" fmla="*/ 39 w 45"/>
                  <a:gd name="T17" fmla="*/ 42 h 54"/>
                  <a:gd name="T18" fmla="*/ 42 w 45"/>
                  <a:gd name="T19" fmla="*/ 36 h 54"/>
                  <a:gd name="T20" fmla="*/ 39 w 45"/>
                  <a:gd name="T21" fmla="*/ 21 h 54"/>
                  <a:gd name="T22" fmla="*/ 27 w 45"/>
                  <a:gd name="T23" fmla="*/ 0 h 54"/>
                  <a:gd name="T24" fmla="*/ 21 w 45"/>
                  <a:gd name="T25" fmla="*/ 3 h 54"/>
                  <a:gd name="T26" fmla="*/ 12 w 45"/>
                  <a:gd name="T27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54">
                    <a:moveTo>
                      <a:pt x="12" y="6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6" y="12"/>
                      <a:pt x="6" y="15"/>
                      <a:pt x="9" y="15"/>
                    </a:cubicBezTo>
                    <a:cubicBezTo>
                      <a:pt x="12" y="15"/>
                      <a:pt x="12" y="21"/>
                      <a:pt x="9" y="21"/>
                    </a:cubicBezTo>
                    <a:cubicBezTo>
                      <a:pt x="3" y="21"/>
                      <a:pt x="3" y="27"/>
                      <a:pt x="6" y="30"/>
                    </a:cubicBezTo>
                    <a:cubicBezTo>
                      <a:pt x="12" y="36"/>
                      <a:pt x="0" y="42"/>
                      <a:pt x="3" y="45"/>
                    </a:cubicBezTo>
                    <a:cubicBezTo>
                      <a:pt x="6" y="48"/>
                      <a:pt x="3" y="51"/>
                      <a:pt x="6" y="51"/>
                    </a:cubicBezTo>
                    <a:cubicBezTo>
                      <a:pt x="6" y="54"/>
                      <a:pt x="21" y="51"/>
                      <a:pt x="27" y="45"/>
                    </a:cubicBezTo>
                    <a:cubicBezTo>
                      <a:pt x="33" y="39"/>
                      <a:pt x="36" y="39"/>
                      <a:pt x="39" y="42"/>
                    </a:cubicBezTo>
                    <a:cubicBezTo>
                      <a:pt x="42" y="42"/>
                      <a:pt x="45" y="39"/>
                      <a:pt x="42" y="36"/>
                    </a:cubicBezTo>
                    <a:cubicBezTo>
                      <a:pt x="42" y="33"/>
                      <a:pt x="39" y="27"/>
                      <a:pt x="39" y="21"/>
                    </a:cubicBezTo>
                    <a:cubicBezTo>
                      <a:pt x="39" y="15"/>
                      <a:pt x="33" y="6"/>
                      <a:pt x="27" y="0"/>
                    </a:cubicBezTo>
                    <a:cubicBezTo>
                      <a:pt x="27" y="3"/>
                      <a:pt x="24" y="3"/>
                      <a:pt x="21" y="3"/>
                    </a:cubicBezTo>
                    <a:cubicBezTo>
                      <a:pt x="18" y="3"/>
                      <a:pt x="12" y="3"/>
                      <a:pt x="1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" name="Freeform 55">
                <a:extLst>
                  <a:ext uri="{FF2B5EF4-FFF2-40B4-BE49-F238E27FC236}">
                    <a16:creationId xmlns:a16="http://schemas.microsoft.com/office/drawing/2014/main" id="{CD47B21A-073E-1F04-AB6B-466AF574E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875" y="2654368"/>
                <a:ext cx="97328" cy="132474"/>
              </a:xfrm>
              <a:custGeom>
                <a:avLst/>
                <a:gdLst>
                  <a:gd name="T0" fmla="*/ 51 w 51"/>
                  <a:gd name="T1" fmla="*/ 57 h 69"/>
                  <a:gd name="T2" fmla="*/ 45 w 51"/>
                  <a:gd name="T3" fmla="*/ 36 h 69"/>
                  <a:gd name="T4" fmla="*/ 36 w 51"/>
                  <a:gd name="T5" fmla="*/ 45 h 69"/>
                  <a:gd name="T6" fmla="*/ 39 w 51"/>
                  <a:gd name="T7" fmla="*/ 33 h 69"/>
                  <a:gd name="T8" fmla="*/ 48 w 51"/>
                  <a:gd name="T9" fmla="*/ 21 h 69"/>
                  <a:gd name="T10" fmla="*/ 39 w 51"/>
                  <a:gd name="T11" fmla="*/ 18 h 69"/>
                  <a:gd name="T12" fmla="*/ 27 w 51"/>
                  <a:gd name="T13" fmla="*/ 18 h 69"/>
                  <a:gd name="T14" fmla="*/ 21 w 51"/>
                  <a:gd name="T15" fmla="*/ 12 h 69"/>
                  <a:gd name="T16" fmla="*/ 12 w 51"/>
                  <a:gd name="T17" fmla="*/ 6 h 69"/>
                  <a:gd name="T18" fmla="*/ 3 w 51"/>
                  <a:gd name="T19" fmla="*/ 6 h 69"/>
                  <a:gd name="T20" fmla="*/ 12 w 51"/>
                  <a:gd name="T21" fmla="*/ 15 h 69"/>
                  <a:gd name="T22" fmla="*/ 6 w 51"/>
                  <a:gd name="T23" fmla="*/ 21 h 69"/>
                  <a:gd name="T24" fmla="*/ 9 w 51"/>
                  <a:gd name="T25" fmla="*/ 39 h 69"/>
                  <a:gd name="T26" fmla="*/ 12 w 51"/>
                  <a:gd name="T27" fmla="*/ 57 h 69"/>
                  <a:gd name="T28" fmla="*/ 18 w 51"/>
                  <a:gd name="T29" fmla="*/ 57 h 69"/>
                  <a:gd name="T30" fmla="*/ 27 w 51"/>
                  <a:gd name="T31" fmla="*/ 51 h 69"/>
                  <a:gd name="T32" fmla="*/ 36 w 51"/>
                  <a:gd name="T33" fmla="*/ 48 h 69"/>
                  <a:gd name="T34" fmla="*/ 42 w 51"/>
                  <a:gd name="T35" fmla="*/ 63 h 69"/>
                  <a:gd name="T36" fmla="*/ 42 w 51"/>
                  <a:gd name="T37" fmla="*/ 69 h 69"/>
                  <a:gd name="T38" fmla="*/ 48 w 51"/>
                  <a:gd name="T39" fmla="*/ 63 h 69"/>
                  <a:gd name="T40" fmla="*/ 51 w 51"/>
                  <a:gd name="T41" fmla="*/ 5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1" h="69">
                    <a:moveTo>
                      <a:pt x="51" y="57"/>
                    </a:moveTo>
                    <a:cubicBezTo>
                      <a:pt x="48" y="45"/>
                      <a:pt x="48" y="36"/>
                      <a:pt x="45" y="36"/>
                    </a:cubicBezTo>
                    <a:cubicBezTo>
                      <a:pt x="45" y="36"/>
                      <a:pt x="42" y="45"/>
                      <a:pt x="36" y="45"/>
                    </a:cubicBezTo>
                    <a:cubicBezTo>
                      <a:pt x="33" y="42"/>
                      <a:pt x="33" y="33"/>
                      <a:pt x="39" y="33"/>
                    </a:cubicBezTo>
                    <a:cubicBezTo>
                      <a:pt x="42" y="33"/>
                      <a:pt x="48" y="24"/>
                      <a:pt x="48" y="21"/>
                    </a:cubicBezTo>
                    <a:cubicBezTo>
                      <a:pt x="48" y="18"/>
                      <a:pt x="42" y="18"/>
                      <a:pt x="39" y="18"/>
                    </a:cubicBezTo>
                    <a:cubicBezTo>
                      <a:pt x="36" y="18"/>
                      <a:pt x="27" y="18"/>
                      <a:pt x="27" y="18"/>
                    </a:cubicBezTo>
                    <a:cubicBezTo>
                      <a:pt x="27" y="18"/>
                      <a:pt x="21" y="15"/>
                      <a:pt x="21" y="12"/>
                    </a:cubicBezTo>
                    <a:cubicBezTo>
                      <a:pt x="21" y="9"/>
                      <a:pt x="18" y="6"/>
                      <a:pt x="12" y="6"/>
                    </a:cubicBezTo>
                    <a:cubicBezTo>
                      <a:pt x="9" y="6"/>
                      <a:pt x="9" y="0"/>
                      <a:pt x="3" y="6"/>
                    </a:cubicBezTo>
                    <a:cubicBezTo>
                      <a:pt x="0" y="12"/>
                      <a:pt x="12" y="12"/>
                      <a:pt x="12" y="15"/>
                    </a:cubicBezTo>
                    <a:cubicBezTo>
                      <a:pt x="9" y="21"/>
                      <a:pt x="6" y="18"/>
                      <a:pt x="6" y="21"/>
                    </a:cubicBezTo>
                    <a:cubicBezTo>
                      <a:pt x="3" y="24"/>
                      <a:pt x="6" y="33"/>
                      <a:pt x="9" y="39"/>
                    </a:cubicBezTo>
                    <a:cubicBezTo>
                      <a:pt x="9" y="42"/>
                      <a:pt x="12" y="51"/>
                      <a:pt x="12" y="57"/>
                    </a:cubicBezTo>
                    <a:cubicBezTo>
                      <a:pt x="15" y="57"/>
                      <a:pt x="15" y="57"/>
                      <a:pt x="18" y="57"/>
                    </a:cubicBezTo>
                    <a:cubicBezTo>
                      <a:pt x="24" y="57"/>
                      <a:pt x="27" y="57"/>
                      <a:pt x="27" y="51"/>
                    </a:cubicBezTo>
                    <a:cubicBezTo>
                      <a:pt x="30" y="48"/>
                      <a:pt x="33" y="45"/>
                      <a:pt x="36" y="48"/>
                    </a:cubicBezTo>
                    <a:cubicBezTo>
                      <a:pt x="36" y="48"/>
                      <a:pt x="42" y="57"/>
                      <a:pt x="42" y="63"/>
                    </a:cubicBezTo>
                    <a:cubicBezTo>
                      <a:pt x="42" y="63"/>
                      <a:pt x="42" y="66"/>
                      <a:pt x="42" y="69"/>
                    </a:cubicBezTo>
                    <a:cubicBezTo>
                      <a:pt x="45" y="66"/>
                      <a:pt x="48" y="63"/>
                      <a:pt x="48" y="63"/>
                    </a:cubicBezTo>
                    <a:cubicBezTo>
                      <a:pt x="48" y="63"/>
                      <a:pt x="48" y="60"/>
                      <a:pt x="51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" name="Freeform 56">
                <a:extLst>
                  <a:ext uri="{FF2B5EF4-FFF2-40B4-BE49-F238E27FC236}">
                    <a16:creationId xmlns:a16="http://schemas.microsoft.com/office/drawing/2014/main" id="{AED7854B-C904-7983-7C12-A5DE82C26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875" y="1998755"/>
                <a:ext cx="678594" cy="293336"/>
              </a:xfrm>
              <a:custGeom>
                <a:avLst/>
                <a:gdLst>
                  <a:gd name="T0" fmla="*/ 330 w 354"/>
                  <a:gd name="T1" fmla="*/ 63 h 153"/>
                  <a:gd name="T2" fmla="*/ 306 w 354"/>
                  <a:gd name="T3" fmla="*/ 63 h 153"/>
                  <a:gd name="T4" fmla="*/ 309 w 354"/>
                  <a:gd name="T5" fmla="*/ 51 h 153"/>
                  <a:gd name="T6" fmla="*/ 309 w 354"/>
                  <a:gd name="T7" fmla="*/ 33 h 153"/>
                  <a:gd name="T8" fmla="*/ 285 w 354"/>
                  <a:gd name="T9" fmla="*/ 30 h 153"/>
                  <a:gd name="T10" fmla="*/ 267 w 354"/>
                  <a:gd name="T11" fmla="*/ 39 h 153"/>
                  <a:gd name="T12" fmla="*/ 237 w 354"/>
                  <a:gd name="T13" fmla="*/ 42 h 153"/>
                  <a:gd name="T14" fmla="*/ 219 w 354"/>
                  <a:gd name="T15" fmla="*/ 33 h 153"/>
                  <a:gd name="T16" fmla="*/ 201 w 354"/>
                  <a:gd name="T17" fmla="*/ 27 h 153"/>
                  <a:gd name="T18" fmla="*/ 180 w 354"/>
                  <a:gd name="T19" fmla="*/ 27 h 153"/>
                  <a:gd name="T20" fmla="*/ 162 w 354"/>
                  <a:gd name="T21" fmla="*/ 27 h 153"/>
                  <a:gd name="T22" fmla="*/ 153 w 354"/>
                  <a:gd name="T23" fmla="*/ 12 h 153"/>
                  <a:gd name="T24" fmla="*/ 132 w 354"/>
                  <a:gd name="T25" fmla="*/ 6 h 153"/>
                  <a:gd name="T26" fmla="*/ 117 w 354"/>
                  <a:gd name="T27" fmla="*/ 0 h 153"/>
                  <a:gd name="T28" fmla="*/ 108 w 354"/>
                  <a:gd name="T29" fmla="*/ 9 h 153"/>
                  <a:gd name="T30" fmla="*/ 108 w 354"/>
                  <a:gd name="T31" fmla="*/ 24 h 153"/>
                  <a:gd name="T32" fmla="*/ 99 w 354"/>
                  <a:gd name="T33" fmla="*/ 33 h 153"/>
                  <a:gd name="T34" fmla="*/ 81 w 354"/>
                  <a:gd name="T35" fmla="*/ 33 h 153"/>
                  <a:gd name="T36" fmla="*/ 69 w 354"/>
                  <a:gd name="T37" fmla="*/ 21 h 153"/>
                  <a:gd name="T38" fmla="*/ 45 w 354"/>
                  <a:gd name="T39" fmla="*/ 21 h 153"/>
                  <a:gd name="T40" fmla="*/ 30 w 354"/>
                  <a:gd name="T41" fmla="*/ 30 h 153"/>
                  <a:gd name="T42" fmla="*/ 9 w 354"/>
                  <a:gd name="T43" fmla="*/ 39 h 153"/>
                  <a:gd name="T44" fmla="*/ 0 w 354"/>
                  <a:gd name="T45" fmla="*/ 42 h 153"/>
                  <a:gd name="T46" fmla="*/ 9 w 354"/>
                  <a:gd name="T47" fmla="*/ 54 h 153"/>
                  <a:gd name="T48" fmla="*/ 30 w 354"/>
                  <a:gd name="T49" fmla="*/ 69 h 153"/>
                  <a:gd name="T50" fmla="*/ 33 w 354"/>
                  <a:gd name="T51" fmla="*/ 87 h 153"/>
                  <a:gd name="T52" fmla="*/ 57 w 354"/>
                  <a:gd name="T53" fmla="*/ 102 h 153"/>
                  <a:gd name="T54" fmla="*/ 72 w 354"/>
                  <a:gd name="T55" fmla="*/ 114 h 153"/>
                  <a:gd name="T56" fmla="*/ 87 w 354"/>
                  <a:gd name="T57" fmla="*/ 135 h 153"/>
                  <a:gd name="T58" fmla="*/ 129 w 354"/>
                  <a:gd name="T59" fmla="*/ 135 h 153"/>
                  <a:gd name="T60" fmla="*/ 162 w 354"/>
                  <a:gd name="T61" fmla="*/ 144 h 153"/>
                  <a:gd name="T62" fmla="*/ 183 w 354"/>
                  <a:gd name="T63" fmla="*/ 150 h 153"/>
                  <a:gd name="T64" fmla="*/ 228 w 354"/>
                  <a:gd name="T65" fmla="*/ 141 h 153"/>
                  <a:gd name="T66" fmla="*/ 261 w 354"/>
                  <a:gd name="T67" fmla="*/ 120 h 153"/>
                  <a:gd name="T68" fmla="*/ 270 w 354"/>
                  <a:gd name="T69" fmla="*/ 105 h 153"/>
                  <a:gd name="T70" fmla="*/ 303 w 354"/>
                  <a:gd name="T71" fmla="*/ 99 h 153"/>
                  <a:gd name="T72" fmla="*/ 327 w 354"/>
                  <a:gd name="T73" fmla="*/ 84 h 153"/>
                  <a:gd name="T74" fmla="*/ 354 w 354"/>
                  <a:gd name="T75" fmla="*/ 78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54" h="153">
                    <a:moveTo>
                      <a:pt x="339" y="63"/>
                    </a:moveTo>
                    <a:cubicBezTo>
                      <a:pt x="336" y="60"/>
                      <a:pt x="330" y="60"/>
                      <a:pt x="330" y="63"/>
                    </a:cubicBezTo>
                    <a:cubicBezTo>
                      <a:pt x="327" y="69"/>
                      <a:pt x="324" y="63"/>
                      <a:pt x="318" y="63"/>
                    </a:cubicBezTo>
                    <a:cubicBezTo>
                      <a:pt x="312" y="63"/>
                      <a:pt x="312" y="66"/>
                      <a:pt x="306" y="63"/>
                    </a:cubicBezTo>
                    <a:cubicBezTo>
                      <a:pt x="303" y="57"/>
                      <a:pt x="309" y="57"/>
                      <a:pt x="309" y="57"/>
                    </a:cubicBezTo>
                    <a:cubicBezTo>
                      <a:pt x="309" y="51"/>
                      <a:pt x="309" y="51"/>
                      <a:pt x="309" y="51"/>
                    </a:cubicBezTo>
                    <a:cubicBezTo>
                      <a:pt x="318" y="33"/>
                      <a:pt x="318" y="33"/>
                      <a:pt x="318" y="33"/>
                    </a:cubicBezTo>
                    <a:cubicBezTo>
                      <a:pt x="315" y="33"/>
                      <a:pt x="312" y="30"/>
                      <a:pt x="309" y="33"/>
                    </a:cubicBezTo>
                    <a:cubicBezTo>
                      <a:pt x="306" y="33"/>
                      <a:pt x="300" y="33"/>
                      <a:pt x="300" y="30"/>
                    </a:cubicBezTo>
                    <a:cubicBezTo>
                      <a:pt x="300" y="27"/>
                      <a:pt x="288" y="27"/>
                      <a:pt x="285" y="30"/>
                    </a:cubicBezTo>
                    <a:cubicBezTo>
                      <a:pt x="282" y="30"/>
                      <a:pt x="276" y="33"/>
                      <a:pt x="276" y="36"/>
                    </a:cubicBezTo>
                    <a:cubicBezTo>
                      <a:pt x="276" y="39"/>
                      <a:pt x="270" y="36"/>
                      <a:pt x="267" y="39"/>
                    </a:cubicBezTo>
                    <a:cubicBezTo>
                      <a:pt x="264" y="39"/>
                      <a:pt x="252" y="42"/>
                      <a:pt x="252" y="42"/>
                    </a:cubicBezTo>
                    <a:cubicBezTo>
                      <a:pt x="252" y="45"/>
                      <a:pt x="240" y="45"/>
                      <a:pt x="237" y="42"/>
                    </a:cubicBezTo>
                    <a:cubicBezTo>
                      <a:pt x="237" y="42"/>
                      <a:pt x="225" y="42"/>
                      <a:pt x="225" y="39"/>
                    </a:cubicBezTo>
                    <a:cubicBezTo>
                      <a:pt x="222" y="36"/>
                      <a:pt x="219" y="36"/>
                      <a:pt x="219" y="33"/>
                    </a:cubicBezTo>
                    <a:cubicBezTo>
                      <a:pt x="219" y="30"/>
                      <a:pt x="210" y="30"/>
                      <a:pt x="207" y="30"/>
                    </a:cubicBezTo>
                    <a:cubicBezTo>
                      <a:pt x="207" y="27"/>
                      <a:pt x="201" y="27"/>
                      <a:pt x="201" y="27"/>
                    </a:cubicBezTo>
                    <a:cubicBezTo>
                      <a:pt x="198" y="27"/>
                      <a:pt x="192" y="24"/>
                      <a:pt x="189" y="24"/>
                    </a:cubicBezTo>
                    <a:cubicBezTo>
                      <a:pt x="186" y="24"/>
                      <a:pt x="180" y="27"/>
                      <a:pt x="180" y="27"/>
                    </a:cubicBezTo>
                    <a:cubicBezTo>
                      <a:pt x="177" y="27"/>
                      <a:pt x="174" y="30"/>
                      <a:pt x="171" y="30"/>
                    </a:cubicBezTo>
                    <a:cubicBezTo>
                      <a:pt x="168" y="30"/>
                      <a:pt x="162" y="27"/>
                      <a:pt x="162" y="27"/>
                    </a:cubicBezTo>
                    <a:cubicBezTo>
                      <a:pt x="159" y="27"/>
                      <a:pt x="156" y="24"/>
                      <a:pt x="153" y="21"/>
                    </a:cubicBezTo>
                    <a:cubicBezTo>
                      <a:pt x="153" y="18"/>
                      <a:pt x="153" y="15"/>
                      <a:pt x="153" y="12"/>
                    </a:cubicBezTo>
                    <a:cubicBezTo>
                      <a:pt x="150" y="9"/>
                      <a:pt x="144" y="9"/>
                      <a:pt x="141" y="9"/>
                    </a:cubicBezTo>
                    <a:cubicBezTo>
                      <a:pt x="138" y="6"/>
                      <a:pt x="135" y="6"/>
                      <a:pt x="132" y="6"/>
                    </a:cubicBezTo>
                    <a:cubicBezTo>
                      <a:pt x="126" y="3"/>
                      <a:pt x="126" y="3"/>
                      <a:pt x="126" y="3"/>
                    </a:cubicBezTo>
                    <a:cubicBezTo>
                      <a:pt x="126" y="3"/>
                      <a:pt x="120" y="0"/>
                      <a:pt x="117" y="0"/>
                    </a:cubicBezTo>
                    <a:cubicBezTo>
                      <a:pt x="114" y="3"/>
                      <a:pt x="114" y="3"/>
                      <a:pt x="114" y="3"/>
                    </a:cubicBezTo>
                    <a:cubicBezTo>
                      <a:pt x="114" y="6"/>
                      <a:pt x="108" y="6"/>
                      <a:pt x="108" y="9"/>
                    </a:cubicBezTo>
                    <a:cubicBezTo>
                      <a:pt x="102" y="12"/>
                      <a:pt x="102" y="12"/>
                      <a:pt x="102" y="12"/>
                    </a:cubicBezTo>
                    <a:cubicBezTo>
                      <a:pt x="105" y="15"/>
                      <a:pt x="105" y="21"/>
                      <a:pt x="108" y="24"/>
                    </a:cubicBezTo>
                    <a:cubicBezTo>
                      <a:pt x="108" y="24"/>
                      <a:pt x="108" y="27"/>
                      <a:pt x="108" y="30"/>
                    </a:cubicBezTo>
                    <a:cubicBezTo>
                      <a:pt x="105" y="30"/>
                      <a:pt x="99" y="33"/>
                      <a:pt x="99" y="33"/>
                    </a:cubicBezTo>
                    <a:cubicBezTo>
                      <a:pt x="96" y="36"/>
                      <a:pt x="93" y="33"/>
                      <a:pt x="90" y="33"/>
                    </a:cubicBezTo>
                    <a:cubicBezTo>
                      <a:pt x="87" y="30"/>
                      <a:pt x="81" y="30"/>
                      <a:pt x="81" y="33"/>
                    </a:cubicBezTo>
                    <a:cubicBezTo>
                      <a:pt x="78" y="33"/>
                      <a:pt x="72" y="30"/>
                      <a:pt x="72" y="30"/>
                    </a:cubicBezTo>
                    <a:cubicBezTo>
                      <a:pt x="69" y="27"/>
                      <a:pt x="69" y="21"/>
                      <a:pt x="69" y="21"/>
                    </a:cubicBezTo>
                    <a:cubicBezTo>
                      <a:pt x="66" y="24"/>
                      <a:pt x="54" y="21"/>
                      <a:pt x="51" y="21"/>
                    </a:cubicBezTo>
                    <a:cubicBezTo>
                      <a:pt x="51" y="18"/>
                      <a:pt x="45" y="18"/>
                      <a:pt x="45" y="21"/>
                    </a:cubicBezTo>
                    <a:cubicBezTo>
                      <a:pt x="42" y="24"/>
                      <a:pt x="36" y="21"/>
                      <a:pt x="36" y="24"/>
                    </a:cubicBezTo>
                    <a:cubicBezTo>
                      <a:pt x="36" y="27"/>
                      <a:pt x="30" y="27"/>
                      <a:pt x="30" y="30"/>
                    </a:cubicBezTo>
                    <a:cubicBezTo>
                      <a:pt x="27" y="30"/>
                      <a:pt x="21" y="30"/>
                      <a:pt x="21" y="33"/>
                    </a:cubicBezTo>
                    <a:cubicBezTo>
                      <a:pt x="18" y="36"/>
                      <a:pt x="12" y="39"/>
                      <a:pt x="9" y="39"/>
                    </a:cubicBezTo>
                    <a:cubicBezTo>
                      <a:pt x="9" y="39"/>
                      <a:pt x="3" y="39"/>
                      <a:pt x="3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2"/>
                      <a:pt x="0" y="45"/>
                    </a:cubicBezTo>
                    <a:cubicBezTo>
                      <a:pt x="3" y="51"/>
                      <a:pt x="6" y="51"/>
                      <a:pt x="9" y="54"/>
                    </a:cubicBezTo>
                    <a:cubicBezTo>
                      <a:pt x="12" y="57"/>
                      <a:pt x="15" y="60"/>
                      <a:pt x="18" y="60"/>
                    </a:cubicBezTo>
                    <a:cubicBezTo>
                      <a:pt x="24" y="60"/>
                      <a:pt x="27" y="63"/>
                      <a:pt x="30" y="69"/>
                    </a:cubicBezTo>
                    <a:cubicBezTo>
                      <a:pt x="30" y="72"/>
                      <a:pt x="33" y="75"/>
                      <a:pt x="36" y="75"/>
                    </a:cubicBezTo>
                    <a:cubicBezTo>
                      <a:pt x="36" y="78"/>
                      <a:pt x="33" y="84"/>
                      <a:pt x="33" y="87"/>
                    </a:cubicBezTo>
                    <a:cubicBezTo>
                      <a:pt x="33" y="93"/>
                      <a:pt x="30" y="93"/>
                      <a:pt x="30" y="96"/>
                    </a:cubicBezTo>
                    <a:cubicBezTo>
                      <a:pt x="33" y="102"/>
                      <a:pt x="51" y="102"/>
                      <a:pt x="57" y="102"/>
                    </a:cubicBezTo>
                    <a:cubicBezTo>
                      <a:pt x="63" y="102"/>
                      <a:pt x="63" y="108"/>
                      <a:pt x="66" y="108"/>
                    </a:cubicBezTo>
                    <a:cubicBezTo>
                      <a:pt x="69" y="108"/>
                      <a:pt x="69" y="111"/>
                      <a:pt x="72" y="114"/>
                    </a:cubicBezTo>
                    <a:cubicBezTo>
                      <a:pt x="75" y="114"/>
                      <a:pt x="81" y="117"/>
                      <a:pt x="81" y="123"/>
                    </a:cubicBezTo>
                    <a:cubicBezTo>
                      <a:pt x="84" y="129"/>
                      <a:pt x="87" y="132"/>
                      <a:pt x="87" y="135"/>
                    </a:cubicBezTo>
                    <a:cubicBezTo>
                      <a:pt x="87" y="138"/>
                      <a:pt x="96" y="135"/>
                      <a:pt x="102" y="135"/>
                    </a:cubicBezTo>
                    <a:cubicBezTo>
                      <a:pt x="108" y="135"/>
                      <a:pt x="126" y="135"/>
                      <a:pt x="129" y="135"/>
                    </a:cubicBezTo>
                    <a:cubicBezTo>
                      <a:pt x="135" y="138"/>
                      <a:pt x="144" y="135"/>
                      <a:pt x="150" y="141"/>
                    </a:cubicBezTo>
                    <a:cubicBezTo>
                      <a:pt x="156" y="144"/>
                      <a:pt x="159" y="141"/>
                      <a:pt x="162" y="144"/>
                    </a:cubicBezTo>
                    <a:cubicBezTo>
                      <a:pt x="165" y="147"/>
                      <a:pt x="168" y="147"/>
                      <a:pt x="174" y="147"/>
                    </a:cubicBezTo>
                    <a:cubicBezTo>
                      <a:pt x="180" y="147"/>
                      <a:pt x="180" y="150"/>
                      <a:pt x="183" y="150"/>
                    </a:cubicBezTo>
                    <a:cubicBezTo>
                      <a:pt x="186" y="153"/>
                      <a:pt x="192" y="144"/>
                      <a:pt x="201" y="141"/>
                    </a:cubicBezTo>
                    <a:cubicBezTo>
                      <a:pt x="210" y="135"/>
                      <a:pt x="222" y="138"/>
                      <a:pt x="228" y="141"/>
                    </a:cubicBezTo>
                    <a:cubicBezTo>
                      <a:pt x="231" y="141"/>
                      <a:pt x="243" y="138"/>
                      <a:pt x="249" y="132"/>
                    </a:cubicBezTo>
                    <a:cubicBezTo>
                      <a:pt x="252" y="126"/>
                      <a:pt x="261" y="126"/>
                      <a:pt x="261" y="120"/>
                    </a:cubicBezTo>
                    <a:cubicBezTo>
                      <a:pt x="261" y="114"/>
                      <a:pt x="255" y="111"/>
                      <a:pt x="258" y="108"/>
                    </a:cubicBezTo>
                    <a:cubicBezTo>
                      <a:pt x="261" y="102"/>
                      <a:pt x="267" y="102"/>
                      <a:pt x="270" y="105"/>
                    </a:cubicBezTo>
                    <a:cubicBezTo>
                      <a:pt x="273" y="105"/>
                      <a:pt x="279" y="108"/>
                      <a:pt x="288" y="102"/>
                    </a:cubicBezTo>
                    <a:cubicBezTo>
                      <a:pt x="294" y="99"/>
                      <a:pt x="297" y="99"/>
                      <a:pt x="303" y="99"/>
                    </a:cubicBezTo>
                    <a:cubicBezTo>
                      <a:pt x="312" y="96"/>
                      <a:pt x="309" y="93"/>
                      <a:pt x="315" y="87"/>
                    </a:cubicBezTo>
                    <a:cubicBezTo>
                      <a:pt x="318" y="84"/>
                      <a:pt x="324" y="84"/>
                      <a:pt x="327" y="84"/>
                    </a:cubicBezTo>
                    <a:cubicBezTo>
                      <a:pt x="333" y="84"/>
                      <a:pt x="339" y="78"/>
                      <a:pt x="342" y="81"/>
                    </a:cubicBezTo>
                    <a:cubicBezTo>
                      <a:pt x="348" y="81"/>
                      <a:pt x="354" y="81"/>
                      <a:pt x="354" y="78"/>
                    </a:cubicBezTo>
                    <a:cubicBezTo>
                      <a:pt x="354" y="75"/>
                      <a:pt x="342" y="66"/>
                      <a:pt x="339" y="6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" name="Freeform 57">
                <a:extLst>
                  <a:ext uri="{FF2B5EF4-FFF2-40B4-BE49-F238E27FC236}">
                    <a16:creationId xmlns:a16="http://schemas.microsoft.com/office/drawing/2014/main" id="{DB8E1187-764C-A4E1-1A36-EDC97270F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269" y="2511079"/>
                <a:ext cx="12166" cy="28387"/>
              </a:xfrm>
              <a:custGeom>
                <a:avLst/>
                <a:gdLst>
                  <a:gd name="T0" fmla="*/ 3 w 6"/>
                  <a:gd name="T1" fmla="*/ 0 h 15"/>
                  <a:gd name="T2" fmla="*/ 0 w 6"/>
                  <a:gd name="T3" fmla="*/ 9 h 15"/>
                  <a:gd name="T4" fmla="*/ 3 w 6"/>
                  <a:gd name="T5" fmla="*/ 15 h 15"/>
                  <a:gd name="T6" fmla="*/ 6 w 6"/>
                  <a:gd name="T7" fmla="*/ 3 h 15"/>
                  <a:gd name="T8" fmla="*/ 6 w 6"/>
                  <a:gd name="T9" fmla="*/ 0 h 15"/>
                  <a:gd name="T10" fmla="*/ 3 w 6"/>
                  <a:gd name="T1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5">
                    <a:moveTo>
                      <a:pt x="3" y="0"/>
                    </a:moveTo>
                    <a:cubicBezTo>
                      <a:pt x="0" y="0"/>
                      <a:pt x="0" y="6"/>
                      <a:pt x="0" y="9"/>
                    </a:cubicBezTo>
                    <a:cubicBezTo>
                      <a:pt x="0" y="9"/>
                      <a:pt x="0" y="12"/>
                      <a:pt x="3" y="15"/>
                    </a:cubicBezTo>
                    <a:cubicBezTo>
                      <a:pt x="6" y="9"/>
                      <a:pt x="6" y="3"/>
                      <a:pt x="6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" name="Freeform 58">
                <a:extLst>
                  <a:ext uri="{FF2B5EF4-FFF2-40B4-BE49-F238E27FC236}">
                    <a16:creationId xmlns:a16="http://schemas.microsoft.com/office/drawing/2014/main" id="{E5102E71-7226-FAB0-6423-10765A0323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2696" y="2488099"/>
                <a:ext cx="29739" cy="91921"/>
              </a:xfrm>
              <a:custGeom>
                <a:avLst/>
                <a:gdLst>
                  <a:gd name="T0" fmla="*/ 6 w 15"/>
                  <a:gd name="T1" fmla="*/ 48 h 48"/>
                  <a:gd name="T2" fmla="*/ 9 w 15"/>
                  <a:gd name="T3" fmla="*/ 48 h 48"/>
                  <a:gd name="T4" fmla="*/ 12 w 15"/>
                  <a:gd name="T5" fmla="*/ 33 h 48"/>
                  <a:gd name="T6" fmla="*/ 12 w 15"/>
                  <a:gd name="T7" fmla="*/ 27 h 48"/>
                  <a:gd name="T8" fmla="*/ 9 w 15"/>
                  <a:gd name="T9" fmla="*/ 21 h 48"/>
                  <a:gd name="T10" fmla="*/ 12 w 15"/>
                  <a:gd name="T11" fmla="*/ 12 h 48"/>
                  <a:gd name="T12" fmla="*/ 15 w 15"/>
                  <a:gd name="T13" fmla="*/ 12 h 48"/>
                  <a:gd name="T14" fmla="*/ 15 w 15"/>
                  <a:gd name="T15" fmla="*/ 3 h 48"/>
                  <a:gd name="T16" fmla="*/ 9 w 15"/>
                  <a:gd name="T17" fmla="*/ 0 h 48"/>
                  <a:gd name="T18" fmla="*/ 9 w 15"/>
                  <a:gd name="T19" fmla="*/ 6 h 48"/>
                  <a:gd name="T20" fmla="*/ 0 w 15"/>
                  <a:gd name="T21" fmla="*/ 27 h 48"/>
                  <a:gd name="T22" fmla="*/ 6 w 15"/>
                  <a:gd name="T2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48">
                    <a:moveTo>
                      <a:pt x="6" y="48"/>
                    </a:moveTo>
                    <a:cubicBezTo>
                      <a:pt x="9" y="48"/>
                      <a:pt x="9" y="48"/>
                      <a:pt x="9" y="48"/>
                    </a:cubicBezTo>
                    <a:cubicBezTo>
                      <a:pt x="9" y="42"/>
                      <a:pt x="12" y="33"/>
                      <a:pt x="12" y="33"/>
                    </a:cubicBezTo>
                    <a:cubicBezTo>
                      <a:pt x="12" y="30"/>
                      <a:pt x="12" y="30"/>
                      <a:pt x="12" y="27"/>
                    </a:cubicBezTo>
                    <a:cubicBezTo>
                      <a:pt x="9" y="24"/>
                      <a:pt x="9" y="21"/>
                      <a:pt x="9" y="21"/>
                    </a:cubicBezTo>
                    <a:cubicBezTo>
                      <a:pt x="9" y="18"/>
                      <a:pt x="9" y="12"/>
                      <a:pt x="12" y="12"/>
                    </a:cubicBezTo>
                    <a:cubicBezTo>
                      <a:pt x="12" y="12"/>
                      <a:pt x="12" y="12"/>
                      <a:pt x="15" y="12"/>
                    </a:cubicBezTo>
                    <a:cubicBezTo>
                      <a:pt x="15" y="9"/>
                      <a:pt x="15" y="6"/>
                      <a:pt x="15" y="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3"/>
                      <a:pt x="9" y="6"/>
                      <a:pt x="9" y="6"/>
                    </a:cubicBezTo>
                    <a:cubicBezTo>
                      <a:pt x="6" y="12"/>
                      <a:pt x="3" y="24"/>
                      <a:pt x="0" y="27"/>
                    </a:cubicBezTo>
                    <a:cubicBezTo>
                      <a:pt x="6" y="48"/>
                      <a:pt x="6" y="48"/>
                      <a:pt x="6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Freeform 59">
                <a:extLst>
                  <a:ext uri="{FF2B5EF4-FFF2-40B4-BE49-F238E27FC236}">
                    <a16:creationId xmlns:a16="http://schemas.microsoft.com/office/drawing/2014/main" id="{EE946F91-19EF-08BF-FA60-CA2858CDB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269" y="2488099"/>
                <a:ext cx="91921" cy="104087"/>
              </a:xfrm>
              <a:custGeom>
                <a:avLst/>
                <a:gdLst>
                  <a:gd name="T0" fmla="*/ 42 w 48"/>
                  <a:gd name="T1" fmla="*/ 0 h 54"/>
                  <a:gd name="T2" fmla="*/ 30 w 48"/>
                  <a:gd name="T3" fmla="*/ 6 h 54"/>
                  <a:gd name="T4" fmla="*/ 18 w 48"/>
                  <a:gd name="T5" fmla="*/ 12 h 54"/>
                  <a:gd name="T6" fmla="*/ 9 w 48"/>
                  <a:gd name="T7" fmla="*/ 9 h 54"/>
                  <a:gd name="T8" fmla="*/ 6 w 48"/>
                  <a:gd name="T9" fmla="*/ 3 h 54"/>
                  <a:gd name="T10" fmla="*/ 6 w 48"/>
                  <a:gd name="T11" fmla="*/ 3 h 54"/>
                  <a:gd name="T12" fmla="*/ 6 w 48"/>
                  <a:gd name="T13" fmla="*/ 15 h 54"/>
                  <a:gd name="T14" fmla="*/ 3 w 48"/>
                  <a:gd name="T15" fmla="*/ 33 h 54"/>
                  <a:gd name="T16" fmla="*/ 0 w 48"/>
                  <a:gd name="T17" fmla="*/ 48 h 54"/>
                  <a:gd name="T18" fmla="*/ 9 w 48"/>
                  <a:gd name="T19" fmla="*/ 54 h 54"/>
                  <a:gd name="T20" fmla="*/ 18 w 48"/>
                  <a:gd name="T21" fmla="*/ 45 h 54"/>
                  <a:gd name="T22" fmla="*/ 24 w 48"/>
                  <a:gd name="T23" fmla="*/ 42 h 54"/>
                  <a:gd name="T24" fmla="*/ 33 w 48"/>
                  <a:gd name="T25" fmla="*/ 39 h 54"/>
                  <a:gd name="T26" fmla="*/ 24 w 48"/>
                  <a:gd name="T27" fmla="*/ 27 h 54"/>
                  <a:gd name="T28" fmla="*/ 36 w 48"/>
                  <a:gd name="T29" fmla="*/ 21 h 54"/>
                  <a:gd name="T30" fmla="*/ 45 w 48"/>
                  <a:gd name="T31" fmla="*/ 18 h 54"/>
                  <a:gd name="T32" fmla="*/ 48 w 48"/>
                  <a:gd name="T33" fmla="*/ 18 h 54"/>
                  <a:gd name="T34" fmla="*/ 45 w 48"/>
                  <a:gd name="T35" fmla="*/ 6 h 54"/>
                  <a:gd name="T36" fmla="*/ 42 w 48"/>
                  <a:gd name="T3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8" h="54">
                    <a:moveTo>
                      <a:pt x="42" y="0"/>
                    </a:moveTo>
                    <a:cubicBezTo>
                      <a:pt x="36" y="3"/>
                      <a:pt x="30" y="6"/>
                      <a:pt x="30" y="6"/>
                    </a:cubicBezTo>
                    <a:cubicBezTo>
                      <a:pt x="27" y="9"/>
                      <a:pt x="18" y="12"/>
                      <a:pt x="18" y="12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9"/>
                      <a:pt x="6" y="12"/>
                      <a:pt x="6" y="15"/>
                    </a:cubicBezTo>
                    <a:cubicBezTo>
                      <a:pt x="6" y="15"/>
                      <a:pt x="6" y="30"/>
                      <a:pt x="3" y="33"/>
                    </a:cubicBezTo>
                    <a:cubicBezTo>
                      <a:pt x="3" y="33"/>
                      <a:pt x="0" y="42"/>
                      <a:pt x="0" y="48"/>
                    </a:cubicBezTo>
                    <a:cubicBezTo>
                      <a:pt x="3" y="51"/>
                      <a:pt x="6" y="54"/>
                      <a:pt x="9" y="54"/>
                    </a:cubicBezTo>
                    <a:cubicBezTo>
                      <a:pt x="12" y="54"/>
                      <a:pt x="18" y="48"/>
                      <a:pt x="18" y="45"/>
                    </a:cubicBezTo>
                    <a:cubicBezTo>
                      <a:pt x="18" y="45"/>
                      <a:pt x="21" y="42"/>
                      <a:pt x="24" y="42"/>
                    </a:cubicBezTo>
                    <a:cubicBezTo>
                      <a:pt x="30" y="42"/>
                      <a:pt x="30" y="39"/>
                      <a:pt x="33" y="39"/>
                    </a:cubicBezTo>
                    <a:cubicBezTo>
                      <a:pt x="36" y="36"/>
                      <a:pt x="27" y="30"/>
                      <a:pt x="24" y="27"/>
                    </a:cubicBezTo>
                    <a:cubicBezTo>
                      <a:pt x="21" y="27"/>
                      <a:pt x="27" y="21"/>
                      <a:pt x="36" y="21"/>
                    </a:cubicBezTo>
                    <a:cubicBezTo>
                      <a:pt x="42" y="21"/>
                      <a:pt x="42" y="18"/>
                      <a:pt x="45" y="18"/>
                    </a:cubicBezTo>
                    <a:cubicBezTo>
                      <a:pt x="45" y="18"/>
                      <a:pt x="45" y="18"/>
                      <a:pt x="48" y="18"/>
                    </a:cubicBezTo>
                    <a:cubicBezTo>
                      <a:pt x="45" y="12"/>
                      <a:pt x="45" y="9"/>
                      <a:pt x="45" y="6"/>
                    </a:cubicBezTo>
                    <a:cubicBezTo>
                      <a:pt x="45" y="6"/>
                      <a:pt x="42" y="3"/>
                      <a:pt x="42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Freeform 60">
                <a:extLst>
                  <a:ext uri="{FF2B5EF4-FFF2-40B4-BE49-F238E27FC236}">
                    <a16:creationId xmlns:a16="http://schemas.microsoft.com/office/drawing/2014/main" id="{E9FB81E0-A550-FCB4-3C9A-4F0E06D4B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3211" y="2240723"/>
                <a:ext cx="235210" cy="104087"/>
              </a:xfrm>
              <a:custGeom>
                <a:avLst/>
                <a:gdLst>
                  <a:gd name="T0" fmla="*/ 114 w 123"/>
                  <a:gd name="T1" fmla="*/ 12 h 54"/>
                  <a:gd name="T2" fmla="*/ 102 w 123"/>
                  <a:gd name="T3" fmla="*/ 9 h 54"/>
                  <a:gd name="T4" fmla="*/ 75 w 123"/>
                  <a:gd name="T5" fmla="*/ 6 h 54"/>
                  <a:gd name="T6" fmla="*/ 60 w 123"/>
                  <a:gd name="T7" fmla="*/ 3 h 54"/>
                  <a:gd name="T8" fmla="*/ 48 w 123"/>
                  <a:gd name="T9" fmla="*/ 6 h 54"/>
                  <a:gd name="T10" fmla="*/ 36 w 123"/>
                  <a:gd name="T11" fmla="*/ 9 h 54"/>
                  <a:gd name="T12" fmla="*/ 21 w 123"/>
                  <a:gd name="T13" fmla="*/ 9 h 54"/>
                  <a:gd name="T14" fmla="*/ 15 w 123"/>
                  <a:gd name="T15" fmla="*/ 18 h 54"/>
                  <a:gd name="T16" fmla="*/ 12 w 123"/>
                  <a:gd name="T17" fmla="*/ 24 h 54"/>
                  <a:gd name="T18" fmla="*/ 15 w 123"/>
                  <a:gd name="T19" fmla="*/ 27 h 54"/>
                  <a:gd name="T20" fmla="*/ 24 w 123"/>
                  <a:gd name="T21" fmla="*/ 27 h 54"/>
                  <a:gd name="T22" fmla="*/ 39 w 123"/>
                  <a:gd name="T23" fmla="*/ 33 h 54"/>
                  <a:gd name="T24" fmla="*/ 36 w 123"/>
                  <a:gd name="T25" fmla="*/ 39 h 54"/>
                  <a:gd name="T26" fmla="*/ 24 w 123"/>
                  <a:gd name="T27" fmla="*/ 42 h 54"/>
                  <a:gd name="T28" fmla="*/ 9 w 123"/>
                  <a:gd name="T29" fmla="*/ 42 h 54"/>
                  <a:gd name="T30" fmla="*/ 0 w 123"/>
                  <a:gd name="T31" fmla="*/ 51 h 54"/>
                  <a:gd name="T32" fmla="*/ 15 w 123"/>
                  <a:gd name="T33" fmla="*/ 51 h 54"/>
                  <a:gd name="T34" fmla="*/ 27 w 123"/>
                  <a:gd name="T35" fmla="*/ 51 h 54"/>
                  <a:gd name="T36" fmla="*/ 36 w 123"/>
                  <a:gd name="T37" fmla="*/ 54 h 54"/>
                  <a:gd name="T38" fmla="*/ 51 w 123"/>
                  <a:gd name="T39" fmla="*/ 51 h 54"/>
                  <a:gd name="T40" fmla="*/ 51 w 123"/>
                  <a:gd name="T41" fmla="*/ 48 h 54"/>
                  <a:gd name="T42" fmla="*/ 57 w 123"/>
                  <a:gd name="T43" fmla="*/ 45 h 54"/>
                  <a:gd name="T44" fmla="*/ 63 w 123"/>
                  <a:gd name="T45" fmla="*/ 39 h 54"/>
                  <a:gd name="T46" fmla="*/ 69 w 123"/>
                  <a:gd name="T47" fmla="*/ 39 h 54"/>
                  <a:gd name="T48" fmla="*/ 78 w 123"/>
                  <a:gd name="T49" fmla="*/ 39 h 54"/>
                  <a:gd name="T50" fmla="*/ 84 w 123"/>
                  <a:gd name="T51" fmla="*/ 36 h 54"/>
                  <a:gd name="T52" fmla="*/ 93 w 123"/>
                  <a:gd name="T53" fmla="*/ 33 h 54"/>
                  <a:gd name="T54" fmla="*/ 102 w 123"/>
                  <a:gd name="T55" fmla="*/ 27 h 54"/>
                  <a:gd name="T56" fmla="*/ 111 w 123"/>
                  <a:gd name="T57" fmla="*/ 21 h 54"/>
                  <a:gd name="T58" fmla="*/ 123 w 123"/>
                  <a:gd name="T59" fmla="*/ 18 h 54"/>
                  <a:gd name="T60" fmla="*/ 123 w 123"/>
                  <a:gd name="T61" fmla="*/ 15 h 54"/>
                  <a:gd name="T62" fmla="*/ 114 w 123"/>
                  <a:gd name="T63" fmla="*/ 1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3" h="54">
                    <a:moveTo>
                      <a:pt x="114" y="12"/>
                    </a:moveTo>
                    <a:cubicBezTo>
                      <a:pt x="108" y="6"/>
                      <a:pt x="108" y="9"/>
                      <a:pt x="102" y="9"/>
                    </a:cubicBezTo>
                    <a:cubicBezTo>
                      <a:pt x="99" y="6"/>
                      <a:pt x="78" y="6"/>
                      <a:pt x="75" y="6"/>
                    </a:cubicBezTo>
                    <a:cubicBezTo>
                      <a:pt x="69" y="9"/>
                      <a:pt x="63" y="3"/>
                      <a:pt x="60" y="3"/>
                    </a:cubicBezTo>
                    <a:cubicBezTo>
                      <a:pt x="57" y="0"/>
                      <a:pt x="48" y="3"/>
                      <a:pt x="48" y="6"/>
                    </a:cubicBezTo>
                    <a:cubicBezTo>
                      <a:pt x="48" y="12"/>
                      <a:pt x="42" y="12"/>
                      <a:pt x="36" y="9"/>
                    </a:cubicBezTo>
                    <a:cubicBezTo>
                      <a:pt x="30" y="6"/>
                      <a:pt x="21" y="6"/>
                      <a:pt x="21" y="9"/>
                    </a:cubicBezTo>
                    <a:cubicBezTo>
                      <a:pt x="21" y="12"/>
                      <a:pt x="18" y="15"/>
                      <a:pt x="15" y="18"/>
                    </a:cubicBezTo>
                    <a:cubicBezTo>
                      <a:pt x="15" y="18"/>
                      <a:pt x="12" y="21"/>
                      <a:pt x="12" y="24"/>
                    </a:cubicBezTo>
                    <a:cubicBezTo>
                      <a:pt x="15" y="24"/>
                      <a:pt x="15" y="24"/>
                      <a:pt x="15" y="27"/>
                    </a:cubicBezTo>
                    <a:cubicBezTo>
                      <a:pt x="18" y="30"/>
                      <a:pt x="24" y="30"/>
                      <a:pt x="24" y="27"/>
                    </a:cubicBezTo>
                    <a:cubicBezTo>
                      <a:pt x="27" y="24"/>
                      <a:pt x="36" y="30"/>
                      <a:pt x="39" y="33"/>
                    </a:cubicBezTo>
                    <a:cubicBezTo>
                      <a:pt x="45" y="39"/>
                      <a:pt x="39" y="36"/>
                      <a:pt x="36" y="39"/>
                    </a:cubicBezTo>
                    <a:cubicBezTo>
                      <a:pt x="33" y="42"/>
                      <a:pt x="27" y="39"/>
                      <a:pt x="24" y="42"/>
                    </a:cubicBezTo>
                    <a:cubicBezTo>
                      <a:pt x="24" y="42"/>
                      <a:pt x="12" y="42"/>
                      <a:pt x="9" y="42"/>
                    </a:cubicBezTo>
                    <a:cubicBezTo>
                      <a:pt x="6" y="42"/>
                      <a:pt x="0" y="48"/>
                      <a:pt x="0" y="51"/>
                    </a:cubicBezTo>
                    <a:cubicBezTo>
                      <a:pt x="0" y="51"/>
                      <a:pt x="12" y="48"/>
                      <a:pt x="15" y="51"/>
                    </a:cubicBezTo>
                    <a:cubicBezTo>
                      <a:pt x="21" y="54"/>
                      <a:pt x="24" y="48"/>
                      <a:pt x="27" y="51"/>
                    </a:cubicBezTo>
                    <a:cubicBezTo>
                      <a:pt x="30" y="54"/>
                      <a:pt x="33" y="51"/>
                      <a:pt x="36" y="54"/>
                    </a:cubicBezTo>
                    <a:cubicBezTo>
                      <a:pt x="39" y="54"/>
                      <a:pt x="51" y="51"/>
                      <a:pt x="51" y="51"/>
                    </a:cubicBezTo>
                    <a:cubicBezTo>
                      <a:pt x="51" y="48"/>
                      <a:pt x="51" y="48"/>
                      <a:pt x="51" y="48"/>
                    </a:cubicBezTo>
                    <a:cubicBezTo>
                      <a:pt x="51" y="45"/>
                      <a:pt x="54" y="45"/>
                      <a:pt x="57" y="45"/>
                    </a:cubicBezTo>
                    <a:cubicBezTo>
                      <a:pt x="60" y="42"/>
                      <a:pt x="63" y="39"/>
                      <a:pt x="63" y="39"/>
                    </a:cubicBezTo>
                    <a:cubicBezTo>
                      <a:pt x="66" y="39"/>
                      <a:pt x="69" y="36"/>
                      <a:pt x="69" y="39"/>
                    </a:cubicBezTo>
                    <a:cubicBezTo>
                      <a:pt x="72" y="39"/>
                      <a:pt x="75" y="42"/>
                      <a:pt x="78" y="39"/>
                    </a:cubicBezTo>
                    <a:cubicBezTo>
                      <a:pt x="81" y="39"/>
                      <a:pt x="81" y="39"/>
                      <a:pt x="84" y="36"/>
                    </a:cubicBezTo>
                    <a:cubicBezTo>
                      <a:pt x="87" y="30"/>
                      <a:pt x="90" y="33"/>
                      <a:pt x="93" y="33"/>
                    </a:cubicBezTo>
                    <a:cubicBezTo>
                      <a:pt x="99" y="33"/>
                      <a:pt x="102" y="30"/>
                      <a:pt x="102" y="27"/>
                    </a:cubicBezTo>
                    <a:cubicBezTo>
                      <a:pt x="105" y="24"/>
                      <a:pt x="108" y="24"/>
                      <a:pt x="111" y="21"/>
                    </a:cubicBezTo>
                    <a:cubicBezTo>
                      <a:pt x="114" y="21"/>
                      <a:pt x="120" y="18"/>
                      <a:pt x="123" y="18"/>
                    </a:cubicBezTo>
                    <a:cubicBezTo>
                      <a:pt x="123" y="15"/>
                      <a:pt x="123" y="15"/>
                      <a:pt x="123" y="15"/>
                    </a:cubicBezTo>
                    <a:cubicBezTo>
                      <a:pt x="120" y="12"/>
                      <a:pt x="117" y="15"/>
                      <a:pt x="114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Freeform 61">
                <a:extLst>
                  <a:ext uri="{FF2B5EF4-FFF2-40B4-BE49-F238E27FC236}">
                    <a16:creationId xmlns:a16="http://schemas.microsoft.com/office/drawing/2014/main" id="{6ED1DE86-A120-FFE2-7CCF-BDAFA640D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4356" y="2229909"/>
                <a:ext cx="148696" cy="68941"/>
              </a:xfrm>
              <a:custGeom>
                <a:avLst/>
                <a:gdLst>
                  <a:gd name="T0" fmla="*/ 33 w 78"/>
                  <a:gd name="T1" fmla="*/ 27 h 36"/>
                  <a:gd name="T2" fmla="*/ 39 w 78"/>
                  <a:gd name="T3" fmla="*/ 33 h 36"/>
                  <a:gd name="T4" fmla="*/ 42 w 78"/>
                  <a:gd name="T5" fmla="*/ 36 h 36"/>
                  <a:gd name="T6" fmla="*/ 51 w 78"/>
                  <a:gd name="T7" fmla="*/ 33 h 36"/>
                  <a:gd name="T8" fmla="*/ 63 w 78"/>
                  <a:gd name="T9" fmla="*/ 33 h 36"/>
                  <a:gd name="T10" fmla="*/ 60 w 78"/>
                  <a:gd name="T11" fmla="*/ 30 h 36"/>
                  <a:gd name="T12" fmla="*/ 69 w 78"/>
                  <a:gd name="T13" fmla="*/ 33 h 36"/>
                  <a:gd name="T14" fmla="*/ 78 w 78"/>
                  <a:gd name="T15" fmla="*/ 33 h 36"/>
                  <a:gd name="T16" fmla="*/ 75 w 78"/>
                  <a:gd name="T17" fmla="*/ 30 h 36"/>
                  <a:gd name="T18" fmla="*/ 75 w 78"/>
                  <a:gd name="T19" fmla="*/ 24 h 36"/>
                  <a:gd name="T20" fmla="*/ 69 w 78"/>
                  <a:gd name="T21" fmla="*/ 21 h 36"/>
                  <a:gd name="T22" fmla="*/ 66 w 78"/>
                  <a:gd name="T23" fmla="*/ 15 h 36"/>
                  <a:gd name="T24" fmla="*/ 63 w 78"/>
                  <a:gd name="T25" fmla="*/ 12 h 36"/>
                  <a:gd name="T26" fmla="*/ 51 w 78"/>
                  <a:gd name="T27" fmla="*/ 15 h 36"/>
                  <a:gd name="T28" fmla="*/ 42 w 78"/>
                  <a:gd name="T29" fmla="*/ 12 h 36"/>
                  <a:gd name="T30" fmla="*/ 36 w 78"/>
                  <a:gd name="T31" fmla="*/ 6 h 36"/>
                  <a:gd name="T32" fmla="*/ 18 w 78"/>
                  <a:gd name="T33" fmla="*/ 6 h 36"/>
                  <a:gd name="T34" fmla="*/ 6 w 78"/>
                  <a:gd name="T35" fmla="*/ 0 h 36"/>
                  <a:gd name="T36" fmla="*/ 0 w 78"/>
                  <a:gd name="T37" fmla="*/ 3 h 36"/>
                  <a:gd name="T38" fmla="*/ 18 w 78"/>
                  <a:gd name="T39" fmla="*/ 12 h 36"/>
                  <a:gd name="T40" fmla="*/ 24 w 78"/>
                  <a:gd name="T41" fmla="*/ 24 h 36"/>
                  <a:gd name="T42" fmla="*/ 21 w 78"/>
                  <a:gd name="T43" fmla="*/ 27 h 36"/>
                  <a:gd name="T44" fmla="*/ 33 w 78"/>
                  <a:gd name="T45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36">
                    <a:moveTo>
                      <a:pt x="33" y="27"/>
                    </a:moveTo>
                    <a:cubicBezTo>
                      <a:pt x="36" y="27"/>
                      <a:pt x="36" y="30"/>
                      <a:pt x="39" y="33"/>
                    </a:cubicBezTo>
                    <a:cubicBezTo>
                      <a:pt x="39" y="33"/>
                      <a:pt x="39" y="36"/>
                      <a:pt x="42" y="36"/>
                    </a:cubicBezTo>
                    <a:cubicBezTo>
                      <a:pt x="45" y="33"/>
                      <a:pt x="48" y="33"/>
                      <a:pt x="51" y="33"/>
                    </a:cubicBezTo>
                    <a:cubicBezTo>
                      <a:pt x="54" y="33"/>
                      <a:pt x="60" y="33"/>
                      <a:pt x="63" y="33"/>
                    </a:cubicBezTo>
                    <a:cubicBezTo>
                      <a:pt x="60" y="33"/>
                      <a:pt x="60" y="33"/>
                      <a:pt x="60" y="30"/>
                    </a:cubicBezTo>
                    <a:cubicBezTo>
                      <a:pt x="63" y="30"/>
                      <a:pt x="66" y="33"/>
                      <a:pt x="69" y="33"/>
                    </a:cubicBezTo>
                    <a:cubicBezTo>
                      <a:pt x="72" y="36"/>
                      <a:pt x="75" y="36"/>
                      <a:pt x="78" y="33"/>
                    </a:cubicBezTo>
                    <a:cubicBezTo>
                      <a:pt x="75" y="30"/>
                      <a:pt x="75" y="30"/>
                      <a:pt x="75" y="30"/>
                    </a:cubicBezTo>
                    <a:cubicBezTo>
                      <a:pt x="75" y="27"/>
                      <a:pt x="75" y="27"/>
                      <a:pt x="75" y="24"/>
                    </a:cubicBezTo>
                    <a:cubicBezTo>
                      <a:pt x="72" y="24"/>
                      <a:pt x="69" y="21"/>
                      <a:pt x="69" y="21"/>
                    </a:cubicBezTo>
                    <a:cubicBezTo>
                      <a:pt x="69" y="21"/>
                      <a:pt x="69" y="15"/>
                      <a:pt x="66" y="15"/>
                    </a:cubicBezTo>
                    <a:cubicBezTo>
                      <a:pt x="63" y="15"/>
                      <a:pt x="63" y="12"/>
                      <a:pt x="63" y="12"/>
                    </a:cubicBezTo>
                    <a:cubicBezTo>
                      <a:pt x="60" y="12"/>
                      <a:pt x="51" y="12"/>
                      <a:pt x="51" y="15"/>
                    </a:cubicBezTo>
                    <a:cubicBezTo>
                      <a:pt x="48" y="15"/>
                      <a:pt x="45" y="12"/>
                      <a:pt x="42" y="12"/>
                    </a:cubicBezTo>
                    <a:cubicBezTo>
                      <a:pt x="42" y="12"/>
                      <a:pt x="39" y="9"/>
                      <a:pt x="36" y="6"/>
                    </a:cubicBezTo>
                    <a:cubicBezTo>
                      <a:pt x="36" y="6"/>
                      <a:pt x="21" y="9"/>
                      <a:pt x="18" y="6"/>
                    </a:cubicBezTo>
                    <a:cubicBezTo>
                      <a:pt x="15" y="3"/>
                      <a:pt x="9" y="0"/>
                      <a:pt x="6" y="0"/>
                    </a:cubicBezTo>
                    <a:cubicBezTo>
                      <a:pt x="3" y="0"/>
                      <a:pt x="3" y="3"/>
                      <a:pt x="0" y="3"/>
                    </a:cubicBezTo>
                    <a:cubicBezTo>
                      <a:pt x="9" y="6"/>
                      <a:pt x="18" y="6"/>
                      <a:pt x="18" y="12"/>
                    </a:cubicBezTo>
                    <a:cubicBezTo>
                      <a:pt x="21" y="21"/>
                      <a:pt x="24" y="18"/>
                      <a:pt x="24" y="24"/>
                    </a:cubicBezTo>
                    <a:cubicBezTo>
                      <a:pt x="24" y="27"/>
                      <a:pt x="21" y="27"/>
                      <a:pt x="21" y="27"/>
                    </a:cubicBezTo>
                    <a:cubicBezTo>
                      <a:pt x="24" y="30"/>
                      <a:pt x="30" y="30"/>
                      <a:pt x="33" y="2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Freeform 62">
                <a:extLst>
                  <a:ext uri="{FF2B5EF4-FFF2-40B4-BE49-F238E27FC236}">
                    <a16:creationId xmlns:a16="http://schemas.microsoft.com/office/drawing/2014/main" id="{EA6C1B2C-0A2A-D54C-6D35-08D6448319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85613" y="2269111"/>
                <a:ext cx="408238" cy="162214"/>
              </a:xfrm>
              <a:custGeom>
                <a:avLst/>
                <a:gdLst>
                  <a:gd name="T0" fmla="*/ 207 w 213"/>
                  <a:gd name="T1" fmla="*/ 57 h 84"/>
                  <a:gd name="T2" fmla="*/ 207 w 213"/>
                  <a:gd name="T3" fmla="*/ 45 h 84"/>
                  <a:gd name="T4" fmla="*/ 207 w 213"/>
                  <a:gd name="T5" fmla="*/ 36 h 84"/>
                  <a:gd name="T6" fmla="*/ 210 w 213"/>
                  <a:gd name="T7" fmla="*/ 30 h 84"/>
                  <a:gd name="T8" fmla="*/ 207 w 213"/>
                  <a:gd name="T9" fmla="*/ 27 h 84"/>
                  <a:gd name="T10" fmla="*/ 198 w 213"/>
                  <a:gd name="T11" fmla="*/ 24 h 84"/>
                  <a:gd name="T12" fmla="*/ 195 w 213"/>
                  <a:gd name="T13" fmla="*/ 12 h 84"/>
                  <a:gd name="T14" fmla="*/ 189 w 213"/>
                  <a:gd name="T15" fmla="*/ 6 h 84"/>
                  <a:gd name="T16" fmla="*/ 177 w 213"/>
                  <a:gd name="T17" fmla="*/ 6 h 84"/>
                  <a:gd name="T18" fmla="*/ 156 w 213"/>
                  <a:gd name="T19" fmla="*/ 15 h 84"/>
                  <a:gd name="T20" fmla="*/ 135 w 213"/>
                  <a:gd name="T21" fmla="*/ 15 h 84"/>
                  <a:gd name="T22" fmla="*/ 123 w 213"/>
                  <a:gd name="T23" fmla="*/ 9 h 84"/>
                  <a:gd name="T24" fmla="*/ 111 w 213"/>
                  <a:gd name="T25" fmla="*/ 6 h 84"/>
                  <a:gd name="T26" fmla="*/ 96 w 213"/>
                  <a:gd name="T27" fmla="*/ 0 h 84"/>
                  <a:gd name="T28" fmla="*/ 60 w 213"/>
                  <a:gd name="T29" fmla="*/ 12 h 84"/>
                  <a:gd name="T30" fmla="*/ 36 w 213"/>
                  <a:gd name="T31" fmla="*/ 12 h 84"/>
                  <a:gd name="T32" fmla="*/ 30 w 213"/>
                  <a:gd name="T33" fmla="*/ 21 h 84"/>
                  <a:gd name="T34" fmla="*/ 6 w 213"/>
                  <a:gd name="T35" fmla="*/ 24 h 84"/>
                  <a:gd name="T36" fmla="*/ 6 w 213"/>
                  <a:gd name="T37" fmla="*/ 33 h 84"/>
                  <a:gd name="T38" fmla="*/ 9 w 213"/>
                  <a:gd name="T39" fmla="*/ 36 h 84"/>
                  <a:gd name="T40" fmla="*/ 12 w 213"/>
                  <a:gd name="T41" fmla="*/ 45 h 84"/>
                  <a:gd name="T42" fmla="*/ 12 w 213"/>
                  <a:gd name="T43" fmla="*/ 51 h 84"/>
                  <a:gd name="T44" fmla="*/ 12 w 213"/>
                  <a:gd name="T45" fmla="*/ 57 h 84"/>
                  <a:gd name="T46" fmla="*/ 18 w 213"/>
                  <a:gd name="T47" fmla="*/ 63 h 84"/>
                  <a:gd name="T48" fmla="*/ 24 w 213"/>
                  <a:gd name="T49" fmla="*/ 69 h 84"/>
                  <a:gd name="T50" fmla="*/ 30 w 213"/>
                  <a:gd name="T51" fmla="*/ 69 h 84"/>
                  <a:gd name="T52" fmla="*/ 36 w 213"/>
                  <a:gd name="T53" fmla="*/ 78 h 84"/>
                  <a:gd name="T54" fmla="*/ 51 w 213"/>
                  <a:gd name="T55" fmla="*/ 75 h 84"/>
                  <a:gd name="T56" fmla="*/ 60 w 213"/>
                  <a:gd name="T57" fmla="*/ 69 h 84"/>
                  <a:gd name="T58" fmla="*/ 75 w 213"/>
                  <a:gd name="T59" fmla="*/ 78 h 84"/>
                  <a:gd name="T60" fmla="*/ 87 w 213"/>
                  <a:gd name="T61" fmla="*/ 78 h 84"/>
                  <a:gd name="T62" fmla="*/ 99 w 213"/>
                  <a:gd name="T63" fmla="*/ 69 h 84"/>
                  <a:gd name="T64" fmla="*/ 108 w 213"/>
                  <a:gd name="T65" fmla="*/ 72 h 84"/>
                  <a:gd name="T66" fmla="*/ 114 w 213"/>
                  <a:gd name="T67" fmla="*/ 69 h 84"/>
                  <a:gd name="T68" fmla="*/ 111 w 213"/>
                  <a:gd name="T69" fmla="*/ 78 h 84"/>
                  <a:gd name="T70" fmla="*/ 111 w 213"/>
                  <a:gd name="T71" fmla="*/ 84 h 84"/>
                  <a:gd name="T72" fmla="*/ 120 w 213"/>
                  <a:gd name="T73" fmla="*/ 75 h 84"/>
                  <a:gd name="T74" fmla="*/ 123 w 213"/>
                  <a:gd name="T75" fmla="*/ 72 h 84"/>
                  <a:gd name="T76" fmla="*/ 135 w 213"/>
                  <a:gd name="T77" fmla="*/ 72 h 84"/>
                  <a:gd name="T78" fmla="*/ 141 w 213"/>
                  <a:gd name="T79" fmla="*/ 72 h 84"/>
                  <a:gd name="T80" fmla="*/ 153 w 213"/>
                  <a:gd name="T81" fmla="*/ 72 h 84"/>
                  <a:gd name="T82" fmla="*/ 168 w 213"/>
                  <a:gd name="T83" fmla="*/ 66 h 84"/>
                  <a:gd name="T84" fmla="*/ 180 w 213"/>
                  <a:gd name="T85" fmla="*/ 66 h 84"/>
                  <a:gd name="T86" fmla="*/ 186 w 213"/>
                  <a:gd name="T87" fmla="*/ 66 h 84"/>
                  <a:gd name="T88" fmla="*/ 192 w 213"/>
                  <a:gd name="T89" fmla="*/ 63 h 84"/>
                  <a:gd name="T90" fmla="*/ 201 w 213"/>
                  <a:gd name="T91" fmla="*/ 66 h 84"/>
                  <a:gd name="T92" fmla="*/ 213 w 213"/>
                  <a:gd name="T93" fmla="*/ 66 h 84"/>
                  <a:gd name="T94" fmla="*/ 207 w 213"/>
                  <a:gd name="T95" fmla="*/ 57 h 84"/>
                  <a:gd name="T96" fmla="*/ 21 w 213"/>
                  <a:gd name="T97" fmla="*/ 15 h 84"/>
                  <a:gd name="T98" fmla="*/ 36 w 213"/>
                  <a:gd name="T99" fmla="*/ 12 h 84"/>
                  <a:gd name="T100" fmla="*/ 27 w 213"/>
                  <a:gd name="T101" fmla="*/ 6 h 84"/>
                  <a:gd name="T102" fmla="*/ 24 w 213"/>
                  <a:gd name="T103" fmla="*/ 0 h 84"/>
                  <a:gd name="T104" fmla="*/ 18 w 213"/>
                  <a:gd name="T105" fmla="*/ 3 h 84"/>
                  <a:gd name="T106" fmla="*/ 6 w 213"/>
                  <a:gd name="T107" fmla="*/ 3 h 84"/>
                  <a:gd name="T108" fmla="*/ 9 w 213"/>
                  <a:gd name="T109" fmla="*/ 9 h 84"/>
                  <a:gd name="T110" fmla="*/ 6 w 213"/>
                  <a:gd name="T111" fmla="*/ 15 h 84"/>
                  <a:gd name="T112" fmla="*/ 3 w 213"/>
                  <a:gd name="T113" fmla="*/ 18 h 84"/>
                  <a:gd name="T114" fmla="*/ 9 w 213"/>
                  <a:gd name="T115" fmla="*/ 21 h 84"/>
                  <a:gd name="T116" fmla="*/ 21 w 213"/>
                  <a:gd name="T117" fmla="*/ 15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3" h="84">
                    <a:moveTo>
                      <a:pt x="207" y="57"/>
                    </a:moveTo>
                    <a:cubicBezTo>
                      <a:pt x="207" y="57"/>
                      <a:pt x="207" y="48"/>
                      <a:pt x="207" y="45"/>
                    </a:cubicBezTo>
                    <a:cubicBezTo>
                      <a:pt x="207" y="45"/>
                      <a:pt x="204" y="36"/>
                      <a:pt x="207" y="36"/>
                    </a:cubicBezTo>
                    <a:cubicBezTo>
                      <a:pt x="210" y="36"/>
                      <a:pt x="207" y="30"/>
                      <a:pt x="210" y="30"/>
                    </a:cubicBezTo>
                    <a:cubicBezTo>
                      <a:pt x="207" y="27"/>
                      <a:pt x="207" y="27"/>
                      <a:pt x="207" y="27"/>
                    </a:cubicBezTo>
                    <a:cubicBezTo>
                      <a:pt x="207" y="24"/>
                      <a:pt x="201" y="27"/>
                      <a:pt x="198" y="24"/>
                    </a:cubicBezTo>
                    <a:cubicBezTo>
                      <a:pt x="198" y="18"/>
                      <a:pt x="198" y="18"/>
                      <a:pt x="195" y="12"/>
                    </a:cubicBezTo>
                    <a:cubicBezTo>
                      <a:pt x="192" y="9"/>
                      <a:pt x="192" y="6"/>
                      <a:pt x="189" y="6"/>
                    </a:cubicBezTo>
                    <a:cubicBezTo>
                      <a:pt x="186" y="9"/>
                      <a:pt x="180" y="9"/>
                      <a:pt x="177" y="6"/>
                    </a:cubicBezTo>
                    <a:cubicBezTo>
                      <a:pt x="171" y="12"/>
                      <a:pt x="159" y="15"/>
                      <a:pt x="156" y="15"/>
                    </a:cubicBezTo>
                    <a:cubicBezTo>
                      <a:pt x="150" y="12"/>
                      <a:pt x="141" y="15"/>
                      <a:pt x="135" y="15"/>
                    </a:cubicBezTo>
                    <a:cubicBezTo>
                      <a:pt x="129" y="15"/>
                      <a:pt x="126" y="9"/>
                      <a:pt x="123" y="9"/>
                    </a:cubicBezTo>
                    <a:cubicBezTo>
                      <a:pt x="117" y="12"/>
                      <a:pt x="117" y="6"/>
                      <a:pt x="111" y="6"/>
                    </a:cubicBezTo>
                    <a:cubicBezTo>
                      <a:pt x="108" y="6"/>
                      <a:pt x="111" y="3"/>
                      <a:pt x="96" y="0"/>
                    </a:cubicBezTo>
                    <a:cubicBezTo>
                      <a:pt x="81" y="0"/>
                      <a:pt x="66" y="9"/>
                      <a:pt x="60" y="12"/>
                    </a:cubicBezTo>
                    <a:cubicBezTo>
                      <a:pt x="57" y="15"/>
                      <a:pt x="39" y="12"/>
                      <a:pt x="36" y="12"/>
                    </a:cubicBezTo>
                    <a:cubicBezTo>
                      <a:pt x="36" y="15"/>
                      <a:pt x="36" y="21"/>
                      <a:pt x="30" y="21"/>
                    </a:cubicBezTo>
                    <a:cubicBezTo>
                      <a:pt x="24" y="24"/>
                      <a:pt x="12" y="21"/>
                      <a:pt x="6" y="24"/>
                    </a:cubicBezTo>
                    <a:cubicBezTo>
                      <a:pt x="3" y="27"/>
                      <a:pt x="0" y="33"/>
                      <a:pt x="6" y="33"/>
                    </a:cubicBezTo>
                    <a:cubicBezTo>
                      <a:pt x="9" y="33"/>
                      <a:pt x="12" y="33"/>
                      <a:pt x="9" y="36"/>
                    </a:cubicBezTo>
                    <a:cubicBezTo>
                      <a:pt x="9" y="36"/>
                      <a:pt x="12" y="42"/>
                      <a:pt x="12" y="45"/>
                    </a:cubicBezTo>
                    <a:cubicBezTo>
                      <a:pt x="9" y="45"/>
                      <a:pt x="9" y="51"/>
                      <a:pt x="12" y="51"/>
                    </a:cubicBezTo>
                    <a:cubicBezTo>
                      <a:pt x="15" y="54"/>
                      <a:pt x="15" y="57"/>
                      <a:pt x="12" y="57"/>
                    </a:cubicBezTo>
                    <a:cubicBezTo>
                      <a:pt x="9" y="57"/>
                      <a:pt x="18" y="63"/>
                      <a:pt x="18" y="63"/>
                    </a:cubicBezTo>
                    <a:cubicBezTo>
                      <a:pt x="18" y="66"/>
                      <a:pt x="24" y="66"/>
                      <a:pt x="24" y="69"/>
                    </a:cubicBezTo>
                    <a:cubicBezTo>
                      <a:pt x="24" y="69"/>
                      <a:pt x="27" y="72"/>
                      <a:pt x="30" y="69"/>
                    </a:cubicBezTo>
                    <a:cubicBezTo>
                      <a:pt x="33" y="69"/>
                      <a:pt x="36" y="75"/>
                      <a:pt x="36" y="78"/>
                    </a:cubicBezTo>
                    <a:cubicBezTo>
                      <a:pt x="39" y="81"/>
                      <a:pt x="51" y="78"/>
                      <a:pt x="51" y="75"/>
                    </a:cubicBezTo>
                    <a:cubicBezTo>
                      <a:pt x="51" y="72"/>
                      <a:pt x="54" y="69"/>
                      <a:pt x="60" y="69"/>
                    </a:cubicBezTo>
                    <a:cubicBezTo>
                      <a:pt x="66" y="72"/>
                      <a:pt x="72" y="78"/>
                      <a:pt x="75" y="78"/>
                    </a:cubicBezTo>
                    <a:cubicBezTo>
                      <a:pt x="78" y="81"/>
                      <a:pt x="84" y="78"/>
                      <a:pt x="87" y="78"/>
                    </a:cubicBezTo>
                    <a:cubicBezTo>
                      <a:pt x="90" y="78"/>
                      <a:pt x="96" y="72"/>
                      <a:pt x="99" y="69"/>
                    </a:cubicBezTo>
                    <a:cubicBezTo>
                      <a:pt x="99" y="69"/>
                      <a:pt x="102" y="75"/>
                      <a:pt x="108" y="72"/>
                    </a:cubicBezTo>
                    <a:cubicBezTo>
                      <a:pt x="111" y="72"/>
                      <a:pt x="114" y="69"/>
                      <a:pt x="114" y="69"/>
                    </a:cubicBezTo>
                    <a:cubicBezTo>
                      <a:pt x="117" y="72"/>
                      <a:pt x="111" y="78"/>
                      <a:pt x="111" y="78"/>
                    </a:cubicBezTo>
                    <a:cubicBezTo>
                      <a:pt x="114" y="81"/>
                      <a:pt x="114" y="81"/>
                      <a:pt x="111" y="84"/>
                    </a:cubicBezTo>
                    <a:cubicBezTo>
                      <a:pt x="120" y="81"/>
                      <a:pt x="120" y="78"/>
                      <a:pt x="120" y="75"/>
                    </a:cubicBezTo>
                    <a:cubicBezTo>
                      <a:pt x="120" y="72"/>
                      <a:pt x="120" y="72"/>
                      <a:pt x="123" y="72"/>
                    </a:cubicBezTo>
                    <a:cubicBezTo>
                      <a:pt x="126" y="75"/>
                      <a:pt x="129" y="75"/>
                      <a:pt x="135" y="72"/>
                    </a:cubicBezTo>
                    <a:cubicBezTo>
                      <a:pt x="138" y="69"/>
                      <a:pt x="138" y="69"/>
                      <a:pt x="141" y="72"/>
                    </a:cubicBezTo>
                    <a:cubicBezTo>
                      <a:pt x="144" y="72"/>
                      <a:pt x="147" y="72"/>
                      <a:pt x="153" y="72"/>
                    </a:cubicBezTo>
                    <a:cubicBezTo>
                      <a:pt x="162" y="72"/>
                      <a:pt x="162" y="66"/>
                      <a:pt x="168" y="66"/>
                    </a:cubicBezTo>
                    <a:cubicBezTo>
                      <a:pt x="177" y="69"/>
                      <a:pt x="180" y="66"/>
                      <a:pt x="180" y="66"/>
                    </a:cubicBezTo>
                    <a:cubicBezTo>
                      <a:pt x="186" y="66"/>
                      <a:pt x="186" y="66"/>
                      <a:pt x="186" y="66"/>
                    </a:cubicBezTo>
                    <a:cubicBezTo>
                      <a:pt x="186" y="66"/>
                      <a:pt x="186" y="63"/>
                      <a:pt x="192" y="63"/>
                    </a:cubicBezTo>
                    <a:cubicBezTo>
                      <a:pt x="195" y="63"/>
                      <a:pt x="198" y="66"/>
                      <a:pt x="201" y="66"/>
                    </a:cubicBezTo>
                    <a:cubicBezTo>
                      <a:pt x="204" y="63"/>
                      <a:pt x="213" y="72"/>
                      <a:pt x="213" y="66"/>
                    </a:cubicBezTo>
                    <a:cubicBezTo>
                      <a:pt x="213" y="66"/>
                      <a:pt x="210" y="57"/>
                      <a:pt x="207" y="57"/>
                    </a:cubicBezTo>
                    <a:close/>
                    <a:moveTo>
                      <a:pt x="21" y="15"/>
                    </a:moveTo>
                    <a:cubicBezTo>
                      <a:pt x="24" y="12"/>
                      <a:pt x="33" y="15"/>
                      <a:pt x="36" y="12"/>
                    </a:cubicBezTo>
                    <a:cubicBezTo>
                      <a:pt x="36" y="12"/>
                      <a:pt x="30" y="9"/>
                      <a:pt x="27" y="6"/>
                    </a:cubicBezTo>
                    <a:cubicBezTo>
                      <a:pt x="24" y="6"/>
                      <a:pt x="24" y="3"/>
                      <a:pt x="24" y="0"/>
                    </a:cubicBezTo>
                    <a:cubicBezTo>
                      <a:pt x="21" y="3"/>
                      <a:pt x="21" y="3"/>
                      <a:pt x="18" y="3"/>
                    </a:cubicBezTo>
                    <a:cubicBezTo>
                      <a:pt x="15" y="0"/>
                      <a:pt x="9" y="0"/>
                      <a:pt x="6" y="3"/>
                    </a:cubicBezTo>
                    <a:cubicBezTo>
                      <a:pt x="6" y="3"/>
                      <a:pt x="9" y="6"/>
                      <a:pt x="9" y="9"/>
                    </a:cubicBezTo>
                    <a:cubicBezTo>
                      <a:pt x="9" y="12"/>
                      <a:pt x="6" y="12"/>
                      <a:pt x="6" y="15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6" y="21"/>
                      <a:pt x="6" y="21"/>
                      <a:pt x="9" y="21"/>
                    </a:cubicBezTo>
                    <a:cubicBezTo>
                      <a:pt x="15" y="21"/>
                      <a:pt x="15" y="15"/>
                      <a:pt x="21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Freeform 63">
                <a:extLst>
                  <a:ext uri="{FF2B5EF4-FFF2-40B4-BE49-F238E27FC236}">
                    <a16:creationId xmlns:a16="http://schemas.microsoft.com/office/drawing/2014/main" id="{A291DD51-7765-765A-844A-AB08844CE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390" y="2252889"/>
                <a:ext cx="148696" cy="137882"/>
              </a:xfrm>
              <a:custGeom>
                <a:avLst/>
                <a:gdLst>
                  <a:gd name="T0" fmla="*/ 75 w 78"/>
                  <a:gd name="T1" fmla="*/ 3 h 72"/>
                  <a:gd name="T2" fmla="*/ 66 w 78"/>
                  <a:gd name="T3" fmla="*/ 0 h 72"/>
                  <a:gd name="T4" fmla="*/ 60 w 78"/>
                  <a:gd name="T5" fmla="*/ 9 h 72"/>
                  <a:gd name="T6" fmla="*/ 51 w 78"/>
                  <a:gd name="T7" fmla="*/ 15 h 72"/>
                  <a:gd name="T8" fmla="*/ 48 w 78"/>
                  <a:gd name="T9" fmla="*/ 18 h 72"/>
                  <a:gd name="T10" fmla="*/ 39 w 78"/>
                  <a:gd name="T11" fmla="*/ 21 h 72"/>
                  <a:gd name="T12" fmla="*/ 33 w 78"/>
                  <a:gd name="T13" fmla="*/ 18 h 72"/>
                  <a:gd name="T14" fmla="*/ 24 w 78"/>
                  <a:gd name="T15" fmla="*/ 24 h 72"/>
                  <a:gd name="T16" fmla="*/ 3 w 78"/>
                  <a:gd name="T17" fmla="*/ 36 h 72"/>
                  <a:gd name="T18" fmla="*/ 0 w 78"/>
                  <a:gd name="T19" fmla="*/ 42 h 72"/>
                  <a:gd name="T20" fmla="*/ 15 w 78"/>
                  <a:gd name="T21" fmla="*/ 48 h 72"/>
                  <a:gd name="T22" fmla="*/ 6 w 78"/>
                  <a:gd name="T23" fmla="*/ 60 h 72"/>
                  <a:gd name="T24" fmla="*/ 9 w 78"/>
                  <a:gd name="T25" fmla="*/ 66 h 72"/>
                  <a:gd name="T26" fmla="*/ 15 w 78"/>
                  <a:gd name="T27" fmla="*/ 69 h 72"/>
                  <a:gd name="T28" fmla="*/ 24 w 78"/>
                  <a:gd name="T29" fmla="*/ 69 h 72"/>
                  <a:gd name="T30" fmla="*/ 27 w 78"/>
                  <a:gd name="T31" fmla="*/ 69 h 72"/>
                  <a:gd name="T32" fmla="*/ 33 w 78"/>
                  <a:gd name="T33" fmla="*/ 66 h 72"/>
                  <a:gd name="T34" fmla="*/ 42 w 78"/>
                  <a:gd name="T35" fmla="*/ 63 h 72"/>
                  <a:gd name="T36" fmla="*/ 48 w 78"/>
                  <a:gd name="T37" fmla="*/ 60 h 72"/>
                  <a:gd name="T38" fmla="*/ 39 w 78"/>
                  <a:gd name="T39" fmla="*/ 51 h 72"/>
                  <a:gd name="T40" fmla="*/ 42 w 78"/>
                  <a:gd name="T41" fmla="*/ 42 h 72"/>
                  <a:gd name="T42" fmla="*/ 63 w 78"/>
                  <a:gd name="T43" fmla="*/ 30 h 72"/>
                  <a:gd name="T44" fmla="*/ 66 w 78"/>
                  <a:gd name="T45" fmla="*/ 15 h 72"/>
                  <a:gd name="T46" fmla="*/ 78 w 78"/>
                  <a:gd name="T47" fmla="*/ 3 h 72"/>
                  <a:gd name="T48" fmla="*/ 75 w 78"/>
                  <a:gd name="T49" fmla="*/ 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8" h="72">
                    <a:moveTo>
                      <a:pt x="75" y="3"/>
                    </a:moveTo>
                    <a:cubicBezTo>
                      <a:pt x="72" y="3"/>
                      <a:pt x="69" y="0"/>
                      <a:pt x="66" y="0"/>
                    </a:cubicBezTo>
                    <a:cubicBezTo>
                      <a:pt x="63" y="0"/>
                      <a:pt x="63" y="9"/>
                      <a:pt x="60" y="9"/>
                    </a:cubicBezTo>
                    <a:cubicBezTo>
                      <a:pt x="54" y="9"/>
                      <a:pt x="57" y="12"/>
                      <a:pt x="51" y="15"/>
                    </a:cubicBezTo>
                    <a:cubicBezTo>
                      <a:pt x="45" y="15"/>
                      <a:pt x="45" y="15"/>
                      <a:pt x="48" y="18"/>
                    </a:cubicBezTo>
                    <a:cubicBezTo>
                      <a:pt x="48" y="21"/>
                      <a:pt x="45" y="21"/>
                      <a:pt x="39" y="21"/>
                    </a:cubicBezTo>
                    <a:cubicBezTo>
                      <a:pt x="36" y="21"/>
                      <a:pt x="36" y="18"/>
                      <a:pt x="33" y="18"/>
                    </a:cubicBezTo>
                    <a:cubicBezTo>
                      <a:pt x="30" y="18"/>
                      <a:pt x="27" y="24"/>
                      <a:pt x="24" y="24"/>
                    </a:cubicBezTo>
                    <a:cubicBezTo>
                      <a:pt x="24" y="27"/>
                      <a:pt x="9" y="36"/>
                      <a:pt x="3" y="36"/>
                    </a:cubicBezTo>
                    <a:cubicBezTo>
                      <a:pt x="3" y="39"/>
                      <a:pt x="3" y="39"/>
                      <a:pt x="0" y="42"/>
                    </a:cubicBezTo>
                    <a:cubicBezTo>
                      <a:pt x="6" y="42"/>
                      <a:pt x="12" y="45"/>
                      <a:pt x="15" y="48"/>
                    </a:cubicBezTo>
                    <a:cubicBezTo>
                      <a:pt x="18" y="51"/>
                      <a:pt x="9" y="57"/>
                      <a:pt x="6" y="60"/>
                    </a:cubicBezTo>
                    <a:cubicBezTo>
                      <a:pt x="3" y="63"/>
                      <a:pt x="9" y="63"/>
                      <a:pt x="9" y="66"/>
                    </a:cubicBezTo>
                    <a:cubicBezTo>
                      <a:pt x="9" y="69"/>
                      <a:pt x="12" y="72"/>
                      <a:pt x="15" y="69"/>
                    </a:cubicBezTo>
                    <a:cubicBezTo>
                      <a:pt x="15" y="69"/>
                      <a:pt x="18" y="69"/>
                      <a:pt x="24" y="69"/>
                    </a:cubicBezTo>
                    <a:cubicBezTo>
                      <a:pt x="24" y="69"/>
                      <a:pt x="24" y="69"/>
                      <a:pt x="27" y="69"/>
                    </a:cubicBezTo>
                    <a:cubicBezTo>
                      <a:pt x="33" y="66"/>
                      <a:pt x="33" y="66"/>
                      <a:pt x="33" y="66"/>
                    </a:cubicBezTo>
                    <a:cubicBezTo>
                      <a:pt x="33" y="63"/>
                      <a:pt x="39" y="63"/>
                      <a:pt x="42" y="63"/>
                    </a:cubicBezTo>
                    <a:cubicBezTo>
                      <a:pt x="45" y="63"/>
                      <a:pt x="48" y="63"/>
                      <a:pt x="48" y="60"/>
                    </a:cubicBezTo>
                    <a:cubicBezTo>
                      <a:pt x="45" y="57"/>
                      <a:pt x="39" y="51"/>
                      <a:pt x="39" y="51"/>
                    </a:cubicBezTo>
                    <a:cubicBezTo>
                      <a:pt x="36" y="48"/>
                      <a:pt x="36" y="42"/>
                      <a:pt x="42" y="42"/>
                    </a:cubicBezTo>
                    <a:cubicBezTo>
                      <a:pt x="48" y="39"/>
                      <a:pt x="57" y="30"/>
                      <a:pt x="63" y="30"/>
                    </a:cubicBezTo>
                    <a:cubicBezTo>
                      <a:pt x="66" y="27"/>
                      <a:pt x="63" y="21"/>
                      <a:pt x="66" y="15"/>
                    </a:cubicBezTo>
                    <a:cubicBezTo>
                      <a:pt x="66" y="12"/>
                      <a:pt x="72" y="9"/>
                      <a:pt x="78" y="3"/>
                    </a:cubicBezTo>
                    <a:cubicBezTo>
                      <a:pt x="75" y="3"/>
                      <a:pt x="75" y="3"/>
                      <a:pt x="75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Freeform 64">
                <a:extLst>
                  <a:ext uri="{FF2B5EF4-FFF2-40B4-BE49-F238E27FC236}">
                    <a16:creationId xmlns:a16="http://schemas.microsoft.com/office/drawing/2014/main" id="{5B372022-BEDC-02DC-466E-02514490C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3014" y="2569206"/>
                <a:ext cx="166269" cy="91921"/>
              </a:xfrm>
              <a:custGeom>
                <a:avLst/>
                <a:gdLst>
                  <a:gd name="T0" fmla="*/ 87 w 87"/>
                  <a:gd name="T1" fmla="*/ 30 h 48"/>
                  <a:gd name="T2" fmla="*/ 84 w 87"/>
                  <a:gd name="T3" fmla="*/ 30 h 48"/>
                  <a:gd name="T4" fmla="*/ 69 w 87"/>
                  <a:gd name="T5" fmla="*/ 27 h 48"/>
                  <a:gd name="T6" fmla="*/ 48 w 87"/>
                  <a:gd name="T7" fmla="*/ 18 h 48"/>
                  <a:gd name="T8" fmla="*/ 24 w 87"/>
                  <a:gd name="T9" fmla="*/ 3 h 48"/>
                  <a:gd name="T10" fmla="*/ 15 w 87"/>
                  <a:gd name="T11" fmla="*/ 0 h 48"/>
                  <a:gd name="T12" fmla="*/ 9 w 87"/>
                  <a:gd name="T13" fmla="*/ 3 h 48"/>
                  <a:gd name="T14" fmla="*/ 3 w 87"/>
                  <a:gd name="T15" fmla="*/ 9 h 48"/>
                  <a:gd name="T16" fmla="*/ 0 w 87"/>
                  <a:gd name="T17" fmla="*/ 18 h 48"/>
                  <a:gd name="T18" fmla="*/ 6 w 87"/>
                  <a:gd name="T19" fmla="*/ 21 h 48"/>
                  <a:gd name="T20" fmla="*/ 15 w 87"/>
                  <a:gd name="T21" fmla="*/ 27 h 48"/>
                  <a:gd name="T22" fmla="*/ 24 w 87"/>
                  <a:gd name="T23" fmla="*/ 30 h 48"/>
                  <a:gd name="T24" fmla="*/ 33 w 87"/>
                  <a:gd name="T25" fmla="*/ 36 h 48"/>
                  <a:gd name="T26" fmla="*/ 45 w 87"/>
                  <a:gd name="T27" fmla="*/ 33 h 48"/>
                  <a:gd name="T28" fmla="*/ 51 w 87"/>
                  <a:gd name="T29" fmla="*/ 42 h 48"/>
                  <a:gd name="T30" fmla="*/ 66 w 87"/>
                  <a:gd name="T31" fmla="*/ 45 h 48"/>
                  <a:gd name="T32" fmla="*/ 84 w 87"/>
                  <a:gd name="T33" fmla="*/ 45 h 48"/>
                  <a:gd name="T34" fmla="*/ 84 w 87"/>
                  <a:gd name="T35" fmla="*/ 33 h 48"/>
                  <a:gd name="T36" fmla="*/ 87 w 87"/>
                  <a:gd name="T37" fmla="*/ 3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7" h="48">
                    <a:moveTo>
                      <a:pt x="87" y="30"/>
                    </a:moveTo>
                    <a:cubicBezTo>
                      <a:pt x="84" y="30"/>
                      <a:pt x="84" y="30"/>
                      <a:pt x="84" y="30"/>
                    </a:cubicBezTo>
                    <a:cubicBezTo>
                      <a:pt x="78" y="30"/>
                      <a:pt x="72" y="27"/>
                      <a:pt x="69" y="27"/>
                    </a:cubicBezTo>
                    <a:cubicBezTo>
                      <a:pt x="66" y="27"/>
                      <a:pt x="51" y="24"/>
                      <a:pt x="48" y="18"/>
                    </a:cubicBezTo>
                    <a:cubicBezTo>
                      <a:pt x="42" y="15"/>
                      <a:pt x="27" y="6"/>
                      <a:pt x="24" y="3"/>
                    </a:cubicBezTo>
                    <a:cubicBezTo>
                      <a:pt x="21" y="0"/>
                      <a:pt x="15" y="0"/>
                      <a:pt x="15" y="0"/>
                    </a:cubicBezTo>
                    <a:cubicBezTo>
                      <a:pt x="15" y="3"/>
                      <a:pt x="12" y="3"/>
                      <a:pt x="9" y="3"/>
                    </a:cubicBezTo>
                    <a:cubicBezTo>
                      <a:pt x="6" y="3"/>
                      <a:pt x="3" y="6"/>
                      <a:pt x="3" y="9"/>
                    </a:cubicBezTo>
                    <a:cubicBezTo>
                      <a:pt x="3" y="12"/>
                      <a:pt x="0" y="15"/>
                      <a:pt x="0" y="18"/>
                    </a:cubicBezTo>
                    <a:cubicBezTo>
                      <a:pt x="0" y="21"/>
                      <a:pt x="6" y="21"/>
                      <a:pt x="6" y="21"/>
                    </a:cubicBezTo>
                    <a:cubicBezTo>
                      <a:pt x="9" y="24"/>
                      <a:pt x="15" y="24"/>
                      <a:pt x="15" y="27"/>
                    </a:cubicBezTo>
                    <a:cubicBezTo>
                      <a:pt x="15" y="27"/>
                      <a:pt x="21" y="30"/>
                      <a:pt x="24" y="30"/>
                    </a:cubicBezTo>
                    <a:cubicBezTo>
                      <a:pt x="27" y="30"/>
                      <a:pt x="33" y="36"/>
                      <a:pt x="33" y="36"/>
                    </a:cubicBezTo>
                    <a:cubicBezTo>
                      <a:pt x="36" y="39"/>
                      <a:pt x="42" y="33"/>
                      <a:pt x="45" y="33"/>
                    </a:cubicBezTo>
                    <a:cubicBezTo>
                      <a:pt x="48" y="33"/>
                      <a:pt x="51" y="39"/>
                      <a:pt x="51" y="42"/>
                    </a:cubicBezTo>
                    <a:cubicBezTo>
                      <a:pt x="51" y="42"/>
                      <a:pt x="63" y="45"/>
                      <a:pt x="66" y="45"/>
                    </a:cubicBezTo>
                    <a:cubicBezTo>
                      <a:pt x="69" y="48"/>
                      <a:pt x="81" y="48"/>
                      <a:pt x="84" y="45"/>
                    </a:cubicBezTo>
                    <a:cubicBezTo>
                      <a:pt x="87" y="42"/>
                      <a:pt x="84" y="36"/>
                      <a:pt x="84" y="33"/>
                    </a:cubicBezTo>
                    <a:cubicBezTo>
                      <a:pt x="87" y="30"/>
                      <a:pt x="87" y="30"/>
                      <a:pt x="87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6" name="Freeform 65">
                <a:extLst>
                  <a:ext uri="{FF2B5EF4-FFF2-40B4-BE49-F238E27FC236}">
                    <a16:creationId xmlns:a16="http://schemas.microsoft.com/office/drawing/2014/main" id="{2DD1AD86-F52F-FE43-5DD0-706825CB7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4982" y="2608407"/>
                <a:ext cx="183842" cy="409589"/>
              </a:xfrm>
              <a:custGeom>
                <a:avLst/>
                <a:gdLst>
                  <a:gd name="T0" fmla="*/ 78 w 96"/>
                  <a:gd name="T1" fmla="*/ 195 h 213"/>
                  <a:gd name="T2" fmla="*/ 75 w 96"/>
                  <a:gd name="T3" fmla="*/ 186 h 213"/>
                  <a:gd name="T4" fmla="*/ 72 w 96"/>
                  <a:gd name="T5" fmla="*/ 171 h 213"/>
                  <a:gd name="T6" fmla="*/ 66 w 96"/>
                  <a:gd name="T7" fmla="*/ 159 h 213"/>
                  <a:gd name="T8" fmla="*/ 69 w 96"/>
                  <a:gd name="T9" fmla="*/ 153 h 213"/>
                  <a:gd name="T10" fmla="*/ 69 w 96"/>
                  <a:gd name="T11" fmla="*/ 147 h 213"/>
                  <a:gd name="T12" fmla="*/ 66 w 96"/>
                  <a:gd name="T13" fmla="*/ 138 h 213"/>
                  <a:gd name="T14" fmla="*/ 57 w 96"/>
                  <a:gd name="T15" fmla="*/ 129 h 213"/>
                  <a:gd name="T16" fmla="*/ 60 w 96"/>
                  <a:gd name="T17" fmla="*/ 111 h 213"/>
                  <a:gd name="T18" fmla="*/ 66 w 96"/>
                  <a:gd name="T19" fmla="*/ 108 h 213"/>
                  <a:gd name="T20" fmla="*/ 75 w 96"/>
                  <a:gd name="T21" fmla="*/ 105 h 213"/>
                  <a:gd name="T22" fmla="*/ 84 w 96"/>
                  <a:gd name="T23" fmla="*/ 99 h 213"/>
                  <a:gd name="T24" fmla="*/ 90 w 96"/>
                  <a:gd name="T25" fmla="*/ 93 h 213"/>
                  <a:gd name="T26" fmla="*/ 96 w 96"/>
                  <a:gd name="T27" fmla="*/ 84 h 213"/>
                  <a:gd name="T28" fmla="*/ 96 w 96"/>
                  <a:gd name="T29" fmla="*/ 84 h 213"/>
                  <a:gd name="T30" fmla="*/ 93 w 96"/>
                  <a:gd name="T31" fmla="*/ 87 h 213"/>
                  <a:gd name="T32" fmla="*/ 84 w 96"/>
                  <a:gd name="T33" fmla="*/ 81 h 213"/>
                  <a:gd name="T34" fmla="*/ 78 w 96"/>
                  <a:gd name="T35" fmla="*/ 78 h 213"/>
                  <a:gd name="T36" fmla="*/ 78 w 96"/>
                  <a:gd name="T37" fmla="*/ 72 h 213"/>
                  <a:gd name="T38" fmla="*/ 75 w 96"/>
                  <a:gd name="T39" fmla="*/ 66 h 213"/>
                  <a:gd name="T40" fmla="*/ 72 w 96"/>
                  <a:gd name="T41" fmla="*/ 57 h 213"/>
                  <a:gd name="T42" fmla="*/ 60 w 96"/>
                  <a:gd name="T43" fmla="*/ 54 h 213"/>
                  <a:gd name="T44" fmla="*/ 60 w 96"/>
                  <a:gd name="T45" fmla="*/ 51 h 213"/>
                  <a:gd name="T46" fmla="*/ 69 w 96"/>
                  <a:gd name="T47" fmla="*/ 33 h 213"/>
                  <a:gd name="T48" fmla="*/ 72 w 96"/>
                  <a:gd name="T49" fmla="*/ 18 h 213"/>
                  <a:gd name="T50" fmla="*/ 66 w 96"/>
                  <a:gd name="T51" fmla="*/ 12 h 213"/>
                  <a:gd name="T52" fmla="*/ 63 w 96"/>
                  <a:gd name="T53" fmla="*/ 6 h 213"/>
                  <a:gd name="T54" fmla="*/ 57 w 96"/>
                  <a:gd name="T55" fmla="*/ 3 h 213"/>
                  <a:gd name="T56" fmla="*/ 54 w 96"/>
                  <a:gd name="T57" fmla="*/ 3 h 213"/>
                  <a:gd name="T58" fmla="*/ 54 w 96"/>
                  <a:gd name="T59" fmla="*/ 3 h 213"/>
                  <a:gd name="T60" fmla="*/ 51 w 96"/>
                  <a:gd name="T61" fmla="*/ 9 h 213"/>
                  <a:gd name="T62" fmla="*/ 54 w 96"/>
                  <a:gd name="T63" fmla="*/ 18 h 213"/>
                  <a:gd name="T64" fmla="*/ 48 w 96"/>
                  <a:gd name="T65" fmla="*/ 18 h 213"/>
                  <a:gd name="T66" fmla="*/ 39 w 96"/>
                  <a:gd name="T67" fmla="*/ 21 h 213"/>
                  <a:gd name="T68" fmla="*/ 30 w 96"/>
                  <a:gd name="T69" fmla="*/ 30 h 213"/>
                  <a:gd name="T70" fmla="*/ 27 w 96"/>
                  <a:gd name="T71" fmla="*/ 42 h 213"/>
                  <a:gd name="T72" fmla="*/ 24 w 96"/>
                  <a:gd name="T73" fmla="*/ 57 h 213"/>
                  <a:gd name="T74" fmla="*/ 15 w 96"/>
                  <a:gd name="T75" fmla="*/ 57 h 213"/>
                  <a:gd name="T76" fmla="*/ 12 w 96"/>
                  <a:gd name="T77" fmla="*/ 69 h 213"/>
                  <a:gd name="T78" fmla="*/ 9 w 96"/>
                  <a:gd name="T79" fmla="*/ 81 h 213"/>
                  <a:gd name="T80" fmla="*/ 6 w 96"/>
                  <a:gd name="T81" fmla="*/ 87 h 213"/>
                  <a:gd name="T82" fmla="*/ 0 w 96"/>
                  <a:gd name="T83" fmla="*/ 93 h 213"/>
                  <a:gd name="T84" fmla="*/ 12 w 96"/>
                  <a:gd name="T85" fmla="*/ 102 h 213"/>
                  <a:gd name="T86" fmla="*/ 24 w 96"/>
                  <a:gd name="T87" fmla="*/ 126 h 213"/>
                  <a:gd name="T88" fmla="*/ 24 w 96"/>
                  <a:gd name="T89" fmla="*/ 144 h 213"/>
                  <a:gd name="T90" fmla="*/ 27 w 96"/>
                  <a:gd name="T91" fmla="*/ 150 h 213"/>
                  <a:gd name="T92" fmla="*/ 39 w 96"/>
                  <a:gd name="T93" fmla="*/ 150 h 213"/>
                  <a:gd name="T94" fmla="*/ 48 w 96"/>
                  <a:gd name="T95" fmla="*/ 138 h 213"/>
                  <a:gd name="T96" fmla="*/ 54 w 96"/>
                  <a:gd name="T97" fmla="*/ 141 h 213"/>
                  <a:gd name="T98" fmla="*/ 57 w 96"/>
                  <a:gd name="T99" fmla="*/ 153 h 213"/>
                  <a:gd name="T100" fmla="*/ 63 w 96"/>
                  <a:gd name="T101" fmla="*/ 180 h 213"/>
                  <a:gd name="T102" fmla="*/ 69 w 96"/>
                  <a:gd name="T103" fmla="*/ 195 h 213"/>
                  <a:gd name="T104" fmla="*/ 69 w 96"/>
                  <a:gd name="T105" fmla="*/ 210 h 213"/>
                  <a:gd name="T106" fmla="*/ 69 w 96"/>
                  <a:gd name="T107" fmla="*/ 213 h 213"/>
                  <a:gd name="T108" fmla="*/ 78 w 96"/>
                  <a:gd name="T109" fmla="*/ 195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6" h="213">
                    <a:moveTo>
                      <a:pt x="78" y="195"/>
                    </a:moveTo>
                    <a:cubicBezTo>
                      <a:pt x="78" y="189"/>
                      <a:pt x="75" y="189"/>
                      <a:pt x="75" y="186"/>
                    </a:cubicBezTo>
                    <a:cubicBezTo>
                      <a:pt x="75" y="183"/>
                      <a:pt x="75" y="177"/>
                      <a:pt x="72" y="171"/>
                    </a:cubicBezTo>
                    <a:cubicBezTo>
                      <a:pt x="66" y="168"/>
                      <a:pt x="63" y="162"/>
                      <a:pt x="66" y="159"/>
                    </a:cubicBezTo>
                    <a:cubicBezTo>
                      <a:pt x="69" y="159"/>
                      <a:pt x="66" y="150"/>
                      <a:pt x="69" y="153"/>
                    </a:cubicBezTo>
                    <a:cubicBezTo>
                      <a:pt x="69" y="153"/>
                      <a:pt x="72" y="147"/>
                      <a:pt x="69" y="147"/>
                    </a:cubicBezTo>
                    <a:cubicBezTo>
                      <a:pt x="66" y="144"/>
                      <a:pt x="69" y="141"/>
                      <a:pt x="66" y="138"/>
                    </a:cubicBezTo>
                    <a:cubicBezTo>
                      <a:pt x="63" y="138"/>
                      <a:pt x="57" y="132"/>
                      <a:pt x="57" y="129"/>
                    </a:cubicBezTo>
                    <a:cubicBezTo>
                      <a:pt x="57" y="126"/>
                      <a:pt x="60" y="114"/>
                      <a:pt x="60" y="111"/>
                    </a:cubicBezTo>
                    <a:cubicBezTo>
                      <a:pt x="60" y="108"/>
                      <a:pt x="66" y="108"/>
                      <a:pt x="66" y="108"/>
                    </a:cubicBezTo>
                    <a:cubicBezTo>
                      <a:pt x="69" y="108"/>
                      <a:pt x="72" y="108"/>
                      <a:pt x="75" y="105"/>
                    </a:cubicBezTo>
                    <a:cubicBezTo>
                      <a:pt x="78" y="102"/>
                      <a:pt x="84" y="102"/>
                      <a:pt x="84" y="99"/>
                    </a:cubicBezTo>
                    <a:cubicBezTo>
                      <a:pt x="87" y="96"/>
                      <a:pt x="90" y="96"/>
                      <a:pt x="90" y="93"/>
                    </a:cubicBezTo>
                    <a:cubicBezTo>
                      <a:pt x="90" y="90"/>
                      <a:pt x="96" y="84"/>
                      <a:pt x="96" y="84"/>
                    </a:cubicBezTo>
                    <a:cubicBezTo>
                      <a:pt x="96" y="84"/>
                      <a:pt x="96" y="84"/>
                      <a:pt x="96" y="84"/>
                    </a:cubicBezTo>
                    <a:cubicBezTo>
                      <a:pt x="96" y="84"/>
                      <a:pt x="96" y="84"/>
                      <a:pt x="93" y="87"/>
                    </a:cubicBezTo>
                    <a:cubicBezTo>
                      <a:pt x="87" y="87"/>
                      <a:pt x="84" y="84"/>
                      <a:pt x="84" y="81"/>
                    </a:cubicBezTo>
                    <a:cubicBezTo>
                      <a:pt x="87" y="78"/>
                      <a:pt x="81" y="78"/>
                      <a:pt x="78" y="78"/>
                    </a:cubicBezTo>
                    <a:cubicBezTo>
                      <a:pt x="75" y="78"/>
                      <a:pt x="78" y="75"/>
                      <a:pt x="78" y="72"/>
                    </a:cubicBezTo>
                    <a:cubicBezTo>
                      <a:pt x="81" y="69"/>
                      <a:pt x="78" y="66"/>
                      <a:pt x="75" y="66"/>
                    </a:cubicBezTo>
                    <a:cubicBezTo>
                      <a:pt x="72" y="66"/>
                      <a:pt x="69" y="60"/>
                      <a:pt x="72" y="57"/>
                    </a:cubicBezTo>
                    <a:cubicBezTo>
                      <a:pt x="72" y="54"/>
                      <a:pt x="63" y="54"/>
                      <a:pt x="60" y="54"/>
                    </a:cubicBezTo>
                    <a:cubicBezTo>
                      <a:pt x="57" y="57"/>
                      <a:pt x="60" y="51"/>
                      <a:pt x="60" y="51"/>
                    </a:cubicBezTo>
                    <a:cubicBezTo>
                      <a:pt x="57" y="48"/>
                      <a:pt x="63" y="39"/>
                      <a:pt x="69" y="33"/>
                    </a:cubicBezTo>
                    <a:cubicBezTo>
                      <a:pt x="72" y="30"/>
                      <a:pt x="72" y="24"/>
                      <a:pt x="72" y="18"/>
                    </a:cubicBezTo>
                    <a:cubicBezTo>
                      <a:pt x="72" y="12"/>
                      <a:pt x="69" y="12"/>
                      <a:pt x="66" y="12"/>
                    </a:cubicBezTo>
                    <a:cubicBezTo>
                      <a:pt x="63" y="12"/>
                      <a:pt x="63" y="9"/>
                      <a:pt x="63" y="6"/>
                    </a:cubicBezTo>
                    <a:cubicBezTo>
                      <a:pt x="63" y="3"/>
                      <a:pt x="60" y="0"/>
                      <a:pt x="57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4" y="3"/>
                      <a:pt x="54" y="9"/>
                      <a:pt x="51" y="9"/>
                    </a:cubicBezTo>
                    <a:cubicBezTo>
                      <a:pt x="51" y="9"/>
                      <a:pt x="51" y="12"/>
                      <a:pt x="54" y="18"/>
                    </a:cubicBezTo>
                    <a:cubicBezTo>
                      <a:pt x="57" y="21"/>
                      <a:pt x="48" y="18"/>
                      <a:pt x="48" y="18"/>
                    </a:cubicBezTo>
                    <a:cubicBezTo>
                      <a:pt x="48" y="15"/>
                      <a:pt x="42" y="18"/>
                      <a:pt x="39" y="21"/>
                    </a:cubicBezTo>
                    <a:cubicBezTo>
                      <a:pt x="36" y="24"/>
                      <a:pt x="30" y="24"/>
                      <a:pt x="30" y="30"/>
                    </a:cubicBezTo>
                    <a:cubicBezTo>
                      <a:pt x="30" y="33"/>
                      <a:pt x="27" y="39"/>
                      <a:pt x="27" y="42"/>
                    </a:cubicBezTo>
                    <a:cubicBezTo>
                      <a:pt x="30" y="48"/>
                      <a:pt x="24" y="54"/>
                      <a:pt x="24" y="57"/>
                    </a:cubicBezTo>
                    <a:cubicBezTo>
                      <a:pt x="24" y="60"/>
                      <a:pt x="15" y="57"/>
                      <a:pt x="15" y="57"/>
                    </a:cubicBezTo>
                    <a:cubicBezTo>
                      <a:pt x="15" y="57"/>
                      <a:pt x="15" y="66"/>
                      <a:pt x="12" y="69"/>
                    </a:cubicBezTo>
                    <a:cubicBezTo>
                      <a:pt x="12" y="69"/>
                      <a:pt x="12" y="81"/>
                      <a:pt x="9" y="81"/>
                    </a:cubicBezTo>
                    <a:cubicBezTo>
                      <a:pt x="6" y="81"/>
                      <a:pt x="6" y="87"/>
                      <a:pt x="6" y="87"/>
                    </a:cubicBezTo>
                    <a:cubicBezTo>
                      <a:pt x="6" y="87"/>
                      <a:pt x="3" y="90"/>
                      <a:pt x="0" y="93"/>
                    </a:cubicBezTo>
                    <a:cubicBezTo>
                      <a:pt x="3" y="96"/>
                      <a:pt x="6" y="102"/>
                      <a:pt x="12" y="102"/>
                    </a:cubicBezTo>
                    <a:cubicBezTo>
                      <a:pt x="18" y="105"/>
                      <a:pt x="21" y="120"/>
                      <a:pt x="24" y="126"/>
                    </a:cubicBezTo>
                    <a:cubicBezTo>
                      <a:pt x="27" y="132"/>
                      <a:pt x="24" y="141"/>
                      <a:pt x="24" y="144"/>
                    </a:cubicBezTo>
                    <a:cubicBezTo>
                      <a:pt x="21" y="147"/>
                      <a:pt x="24" y="147"/>
                      <a:pt x="27" y="150"/>
                    </a:cubicBezTo>
                    <a:cubicBezTo>
                      <a:pt x="30" y="153"/>
                      <a:pt x="36" y="153"/>
                      <a:pt x="39" y="150"/>
                    </a:cubicBezTo>
                    <a:cubicBezTo>
                      <a:pt x="42" y="144"/>
                      <a:pt x="48" y="141"/>
                      <a:pt x="48" y="138"/>
                    </a:cubicBezTo>
                    <a:cubicBezTo>
                      <a:pt x="48" y="132"/>
                      <a:pt x="51" y="138"/>
                      <a:pt x="54" y="141"/>
                    </a:cubicBezTo>
                    <a:cubicBezTo>
                      <a:pt x="57" y="144"/>
                      <a:pt x="57" y="150"/>
                      <a:pt x="57" y="153"/>
                    </a:cubicBezTo>
                    <a:cubicBezTo>
                      <a:pt x="60" y="159"/>
                      <a:pt x="60" y="174"/>
                      <a:pt x="63" y="180"/>
                    </a:cubicBezTo>
                    <a:cubicBezTo>
                      <a:pt x="69" y="183"/>
                      <a:pt x="69" y="192"/>
                      <a:pt x="69" y="195"/>
                    </a:cubicBezTo>
                    <a:cubicBezTo>
                      <a:pt x="66" y="201"/>
                      <a:pt x="72" y="207"/>
                      <a:pt x="69" y="210"/>
                    </a:cubicBezTo>
                    <a:cubicBezTo>
                      <a:pt x="69" y="213"/>
                      <a:pt x="69" y="213"/>
                      <a:pt x="69" y="213"/>
                    </a:cubicBezTo>
                    <a:cubicBezTo>
                      <a:pt x="72" y="213"/>
                      <a:pt x="78" y="195"/>
                      <a:pt x="78" y="19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7" name="Freeform 66">
                <a:extLst>
                  <a:ext uri="{FF2B5EF4-FFF2-40B4-BE49-F238E27FC236}">
                    <a16:creationId xmlns:a16="http://schemas.microsoft.com/office/drawing/2014/main" id="{BD94E397-AD09-1A96-C1B9-DFAA4B02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1449" y="2615166"/>
                <a:ext cx="68941" cy="39202"/>
              </a:xfrm>
              <a:custGeom>
                <a:avLst/>
                <a:gdLst>
                  <a:gd name="T0" fmla="*/ 33 w 36"/>
                  <a:gd name="T1" fmla="*/ 9 h 21"/>
                  <a:gd name="T2" fmla="*/ 21 w 36"/>
                  <a:gd name="T3" fmla="*/ 3 h 21"/>
                  <a:gd name="T4" fmla="*/ 12 w 36"/>
                  <a:gd name="T5" fmla="*/ 3 h 21"/>
                  <a:gd name="T6" fmla="*/ 3 w 36"/>
                  <a:gd name="T7" fmla="*/ 9 h 21"/>
                  <a:gd name="T8" fmla="*/ 0 w 36"/>
                  <a:gd name="T9" fmla="*/ 15 h 21"/>
                  <a:gd name="T10" fmla="*/ 3 w 36"/>
                  <a:gd name="T11" fmla="*/ 18 h 21"/>
                  <a:gd name="T12" fmla="*/ 12 w 36"/>
                  <a:gd name="T13" fmla="*/ 18 h 21"/>
                  <a:gd name="T14" fmla="*/ 21 w 36"/>
                  <a:gd name="T15" fmla="*/ 21 h 21"/>
                  <a:gd name="T16" fmla="*/ 33 w 36"/>
                  <a:gd name="T17" fmla="*/ 18 h 21"/>
                  <a:gd name="T18" fmla="*/ 33 w 36"/>
                  <a:gd name="T19" fmla="*/ 9 h 21"/>
                  <a:gd name="T20" fmla="*/ 33 w 36"/>
                  <a:gd name="T21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21">
                    <a:moveTo>
                      <a:pt x="33" y="9"/>
                    </a:moveTo>
                    <a:cubicBezTo>
                      <a:pt x="27" y="3"/>
                      <a:pt x="24" y="6"/>
                      <a:pt x="21" y="3"/>
                    </a:cubicBezTo>
                    <a:cubicBezTo>
                      <a:pt x="15" y="3"/>
                      <a:pt x="15" y="0"/>
                      <a:pt x="12" y="3"/>
                    </a:cubicBezTo>
                    <a:cubicBezTo>
                      <a:pt x="9" y="6"/>
                      <a:pt x="6" y="3"/>
                      <a:pt x="3" y="9"/>
                    </a:cubicBezTo>
                    <a:cubicBezTo>
                      <a:pt x="3" y="12"/>
                      <a:pt x="3" y="12"/>
                      <a:pt x="0" y="15"/>
                    </a:cubicBezTo>
                    <a:cubicBezTo>
                      <a:pt x="3" y="15"/>
                      <a:pt x="3" y="18"/>
                      <a:pt x="3" y="18"/>
                    </a:cubicBezTo>
                    <a:cubicBezTo>
                      <a:pt x="6" y="18"/>
                      <a:pt x="9" y="21"/>
                      <a:pt x="12" y="18"/>
                    </a:cubicBezTo>
                    <a:cubicBezTo>
                      <a:pt x="15" y="18"/>
                      <a:pt x="18" y="21"/>
                      <a:pt x="21" y="21"/>
                    </a:cubicBezTo>
                    <a:cubicBezTo>
                      <a:pt x="27" y="18"/>
                      <a:pt x="33" y="21"/>
                      <a:pt x="33" y="18"/>
                    </a:cubicBezTo>
                    <a:cubicBezTo>
                      <a:pt x="36" y="15"/>
                      <a:pt x="33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8" name="Freeform 67">
                <a:extLst>
                  <a:ext uri="{FF2B5EF4-FFF2-40B4-BE49-F238E27FC236}">
                    <a16:creationId xmlns:a16="http://schemas.microsoft.com/office/drawing/2014/main" id="{F9F711D0-5E77-71AE-7D7D-0BAF52B44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1805" y="2730067"/>
                <a:ext cx="160862" cy="333890"/>
              </a:xfrm>
              <a:custGeom>
                <a:avLst/>
                <a:gdLst>
                  <a:gd name="T0" fmla="*/ 63 w 84"/>
                  <a:gd name="T1" fmla="*/ 21 h 174"/>
                  <a:gd name="T2" fmla="*/ 51 w 84"/>
                  <a:gd name="T3" fmla="*/ 12 h 174"/>
                  <a:gd name="T4" fmla="*/ 48 w 84"/>
                  <a:gd name="T5" fmla="*/ 6 h 174"/>
                  <a:gd name="T6" fmla="*/ 39 w 84"/>
                  <a:gd name="T7" fmla="*/ 3 h 174"/>
                  <a:gd name="T8" fmla="*/ 30 w 84"/>
                  <a:gd name="T9" fmla="*/ 6 h 174"/>
                  <a:gd name="T10" fmla="*/ 24 w 84"/>
                  <a:gd name="T11" fmla="*/ 9 h 174"/>
                  <a:gd name="T12" fmla="*/ 12 w 84"/>
                  <a:gd name="T13" fmla="*/ 9 h 174"/>
                  <a:gd name="T14" fmla="*/ 6 w 84"/>
                  <a:gd name="T15" fmla="*/ 9 h 174"/>
                  <a:gd name="T16" fmla="*/ 0 w 84"/>
                  <a:gd name="T17" fmla="*/ 12 h 174"/>
                  <a:gd name="T18" fmla="*/ 6 w 84"/>
                  <a:gd name="T19" fmla="*/ 18 h 174"/>
                  <a:gd name="T20" fmla="*/ 12 w 84"/>
                  <a:gd name="T21" fmla="*/ 27 h 174"/>
                  <a:gd name="T22" fmla="*/ 21 w 84"/>
                  <a:gd name="T23" fmla="*/ 33 h 174"/>
                  <a:gd name="T24" fmla="*/ 27 w 84"/>
                  <a:gd name="T25" fmla="*/ 33 h 174"/>
                  <a:gd name="T26" fmla="*/ 33 w 84"/>
                  <a:gd name="T27" fmla="*/ 42 h 174"/>
                  <a:gd name="T28" fmla="*/ 24 w 84"/>
                  <a:gd name="T29" fmla="*/ 48 h 174"/>
                  <a:gd name="T30" fmla="*/ 36 w 84"/>
                  <a:gd name="T31" fmla="*/ 57 h 174"/>
                  <a:gd name="T32" fmla="*/ 42 w 84"/>
                  <a:gd name="T33" fmla="*/ 69 h 174"/>
                  <a:gd name="T34" fmla="*/ 51 w 84"/>
                  <a:gd name="T35" fmla="*/ 81 h 174"/>
                  <a:gd name="T36" fmla="*/ 60 w 84"/>
                  <a:gd name="T37" fmla="*/ 90 h 174"/>
                  <a:gd name="T38" fmla="*/ 63 w 84"/>
                  <a:gd name="T39" fmla="*/ 99 h 174"/>
                  <a:gd name="T40" fmla="*/ 66 w 84"/>
                  <a:gd name="T41" fmla="*/ 120 h 174"/>
                  <a:gd name="T42" fmla="*/ 57 w 84"/>
                  <a:gd name="T43" fmla="*/ 132 h 174"/>
                  <a:gd name="T44" fmla="*/ 48 w 84"/>
                  <a:gd name="T45" fmla="*/ 138 h 174"/>
                  <a:gd name="T46" fmla="*/ 48 w 84"/>
                  <a:gd name="T47" fmla="*/ 147 h 174"/>
                  <a:gd name="T48" fmla="*/ 36 w 84"/>
                  <a:gd name="T49" fmla="*/ 147 h 174"/>
                  <a:gd name="T50" fmla="*/ 27 w 84"/>
                  <a:gd name="T51" fmla="*/ 153 h 174"/>
                  <a:gd name="T52" fmla="*/ 33 w 84"/>
                  <a:gd name="T53" fmla="*/ 156 h 174"/>
                  <a:gd name="T54" fmla="*/ 30 w 84"/>
                  <a:gd name="T55" fmla="*/ 168 h 174"/>
                  <a:gd name="T56" fmla="*/ 36 w 84"/>
                  <a:gd name="T57" fmla="*/ 171 h 174"/>
                  <a:gd name="T58" fmla="*/ 45 w 84"/>
                  <a:gd name="T59" fmla="*/ 165 h 174"/>
                  <a:gd name="T60" fmla="*/ 48 w 84"/>
                  <a:gd name="T61" fmla="*/ 159 h 174"/>
                  <a:gd name="T62" fmla="*/ 51 w 84"/>
                  <a:gd name="T63" fmla="*/ 153 h 174"/>
                  <a:gd name="T64" fmla="*/ 57 w 84"/>
                  <a:gd name="T65" fmla="*/ 153 h 174"/>
                  <a:gd name="T66" fmla="*/ 75 w 84"/>
                  <a:gd name="T67" fmla="*/ 144 h 174"/>
                  <a:gd name="T68" fmla="*/ 81 w 84"/>
                  <a:gd name="T69" fmla="*/ 129 h 174"/>
                  <a:gd name="T70" fmla="*/ 81 w 84"/>
                  <a:gd name="T71" fmla="*/ 105 h 174"/>
                  <a:gd name="T72" fmla="*/ 69 w 84"/>
                  <a:gd name="T73" fmla="*/ 87 h 174"/>
                  <a:gd name="T74" fmla="*/ 51 w 84"/>
                  <a:gd name="T75" fmla="*/ 72 h 174"/>
                  <a:gd name="T76" fmla="*/ 45 w 84"/>
                  <a:gd name="T77" fmla="*/ 63 h 174"/>
                  <a:gd name="T78" fmla="*/ 42 w 84"/>
                  <a:gd name="T79" fmla="*/ 48 h 174"/>
                  <a:gd name="T80" fmla="*/ 51 w 84"/>
                  <a:gd name="T81" fmla="*/ 36 h 174"/>
                  <a:gd name="T82" fmla="*/ 54 w 84"/>
                  <a:gd name="T83" fmla="*/ 30 h 174"/>
                  <a:gd name="T84" fmla="*/ 63 w 84"/>
                  <a:gd name="T85" fmla="*/ 24 h 174"/>
                  <a:gd name="T86" fmla="*/ 66 w 84"/>
                  <a:gd name="T87" fmla="*/ 24 h 174"/>
                  <a:gd name="T88" fmla="*/ 63 w 84"/>
                  <a:gd name="T89" fmla="*/ 21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4" h="174">
                    <a:moveTo>
                      <a:pt x="63" y="21"/>
                    </a:moveTo>
                    <a:cubicBezTo>
                      <a:pt x="60" y="21"/>
                      <a:pt x="51" y="15"/>
                      <a:pt x="51" y="12"/>
                    </a:cubicBezTo>
                    <a:cubicBezTo>
                      <a:pt x="51" y="12"/>
                      <a:pt x="57" y="6"/>
                      <a:pt x="48" y="6"/>
                    </a:cubicBezTo>
                    <a:cubicBezTo>
                      <a:pt x="42" y="6"/>
                      <a:pt x="42" y="3"/>
                      <a:pt x="39" y="3"/>
                    </a:cubicBezTo>
                    <a:cubicBezTo>
                      <a:pt x="39" y="0"/>
                      <a:pt x="33" y="3"/>
                      <a:pt x="30" y="6"/>
                    </a:cubicBezTo>
                    <a:cubicBezTo>
                      <a:pt x="30" y="12"/>
                      <a:pt x="27" y="6"/>
                      <a:pt x="24" y="9"/>
                    </a:cubicBezTo>
                    <a:cubicBezTo>
                      <a:pt x="18" y="12"/>
                      <a:pt x="15" y="6"/>
                      <a:pt x="12" y="9"/>
                    </a:cubicBezTo>
                    <a:cubicBezTo>
                      <a:pt x="12" y="12"/>
                      <a:pt x="6" y="6"/>
                      <a:pt x="6" y="9"/>
                    </a:cubicBezTo>
                    <a:cubicBezTo>
                      <a:pt x="3" y="12"/>
                      <a:pt x="3" y="12"/>
                      <a:pt x="0" y="12"/>
                    </a:cubicBezTo>
                    <a:cubicBezTo>
                      <a:pt x="3" y="15"/>
                      <a:pt x="6" y="15"/>
                      <a:pt x="6" y="18"/>
                    </a:cubicBezTo>
                    <a:cubicBezTo>
                      <a:pt x="6" y="21"/>
                      <a:pt x="12" y="24"/>
                      <a:pt x="12" y="27"/>
                    </a:cubicBezTo>
                    <a:cubicBezTo>
                      <a:pt x="12" y="30"/>
                      <a:pt x="18" y="33"/>
                      <a:pt x="21" y="33"/>
                    </a:cubicBezTo>
                    <a:cubicBezTo>
                      <a:pt x="24" y="30"/>
                      <a:pt x="27" y="30"/>
                      <a:pt x="27" y="33"/>
                    </a:cubicBezTo>
                    <a:cubicBezTo>
                      <a:pt x="30" y="39"/>
                      <a:pt x="33" y="39"/>
                      <a:pt x="33" y="42"/>
                    </a:cubicBezTo>
                    <a:cubicBezTo>
                      <a:pt x="33" y="45"/>
                      <a:pt x="24" y="45"/>
                      <a:pt x="24" y="48"/>
                    </a:cubicBezTo>
                    <a:cubicBezTo>
                      <a:pt x="21" y="51"/>
                      <a:pt x="36" y="54"/>
                      <a:pt x="36" y="57"/>
                    </a:cubicBezTo>
                    <a:cubicBezTo>
                      <a:pt x="36" y="60"/>
                      <a:pt x="39" y="63"/>
                      <a:pt x="42" y="69"/>
                    </a:cubicBezTo>
                    <a:cubicBezTo>
                      <a:pt x="42" y="72"/>
                      <a:pt x="48" y="75"/>
                      <a:pt x="51" y="81"/>
                    </a:cubicBezTo>
                    <a:cubicBezTo>
                      <a:pt x="51" y="84"/>
                      <a:pt x="57" y="87"/>
                      <a:pt x="60" y="90"/>
                    </a:cubicBezTo>
                    <a:cubicBezTo>
                      <a:pt x="63" y="90"/>
                      <a:pt x="63" y="96"/>
                      <a:pt x="63" y="99"/>
                    </a:cubicBezTo>
                    <a:cubicBezTo>
                      <a:pt x="60" y="105"/>
                      <a:pt x="60" y="111"/>
                      <a:pt x="66" y="120"/>
                    </a:cubicBezTo>
                    <a:cubicBezTo>
                      <a:pt x="69" y="126"/>
                      <a:pt x="60" y="129"/>
                      <a:pt x="57" y="132"/>
                    </a:cubicBezTo>
                    <a:cubicBezTo>
                      <a:pt x="54" y="135"/>
                      <a:pt x="57" y="141"/>
                      <a:pt x="48" y="138"/>
                    </a:cubicBezTo>
                    <a:cubicBezTo>
                      <a:pt x="39" y="135"/>
                      <a:pt x="48" y="144"/>
                      <a:pt x="48" y="147"/>
                    </a:cubicBezTo>
                    <a:cubicBezTo>
                      <a:pt x="45" y="150"/>
                      <a:pt x="36" y="144"/>
                      <a:pt x="36" y="147"/>
                    </a:cubicBezTo>
                    <a:cubicBezTo>
                      <a:pt x="36" y="150"/>
                      <a:pt x="30" y="153"/>
                      <a:pt x="27" y="153"/>
                    </a:cubicBezTo>
                    <a:cubicBezTo>
                      <a:pt x="30" y="156"/>
                      <a:pt x="30" y="156"/>
                      <a:pt x="33" y="156"/>
                    </a:cubicBezTo>
                    <a:cubicBezTo>
                      <a:pt x="36" y="159"/>
                      <a:pt x="30" y="162"/>
                      <a:pt x="30" y="168"/>
                    </a:cubicBezTo>
                    <a:cubicBezTo>
                      <a:pt x="30" y="171"/>
                      <a:pt x="33" y="174"/>
                      <a:pt x="36" y="171"/>
                    </a:cubicBezTo>
                    <a:cubicBezTo>
                      <a:pt x="36" y="168"/>
                      <a:pt x="42" y="165"/>
                      <a:pt x="45" y="165"/>
                    </a:cubicBezTo>
                    <a:cubicBezTo>
                      <a:pt x="48" y="162"/>
                      <a:pt x="45" y="159"/>
                      <a:pt x="48" y="159"/>
                    </a:cubicBezTo>
                    <a:cubicBezTo>
                      <a:pt x="51" y="159"/>
                      <a:pt x="51" y="156"/>
                      <a:pt x="51" y="153"/>
                    </a:cubicBezTo>
                    <a:cubicBezTo>
                      <a:pt x="51" y="150"/>
                      <a:pt x="54" y="153"/>
                      <a:pt x="57" y="153"/>
                    </a:cubicBezTo>
                    <a:cubicBezTo>
                      <a:pt x="63" y="153"/>
                      <a:pt x="69" y="150"/>
                      <a:pt x="75" y="144"/>
                    </a:cubicBezTo>
                    <a:cubicBezTo>
                      <a:pt x="78" y="141"/>
                      <a:pt x="81" y="141"/>
                      <a:pt x="81" y="129"/>
                    </a:cubicBezTo>
                    <a:cubicBezTo>
                      <a:pt x="84" y="120"/>
                      <a:pt x="81" y="108"/>
                      <a:pt x="81" y="105"/>
                    </a:cubicBezTo>
                    <a:cubicBezTo>
                      <a:pt x="81" y="102"/>
                      <a:pt x="72" y="87"/>
                      <a:pt x="69" y="87"/>
                    </a:cubicBezTo>
                    <a:cubicBezTo>
                      <a:pt x="66" y="87"/>
                      <a:pt x="54" y="72"/>
                      <a:pt x="51" y="72"/>
                    </a:cubicBezTo>
                    <a:cubicBezTo>
                      <a:pt x="48" y="69"/>
                      <a:pt x="48" y="66"/>
                      <a:pt x="45" y="63"/>
                    </a:cubicBezTo>
                    <a:cubicBezTo>
                      <a:pt x="42" y="60"/>
                      <a:pt x="42" y="51"/>
                      <a:pt x="42" y="48"/>
                    </a:cubicBezTo>
                    <a:cubicBezTo>
                      <a:pt x="45" y="42"/>
                      <a:pt x="51" y="39"/>
                      <a:pt x="51" y="36"/>
                    </a:cubicBezTo>
                    <a:cubicBezTo>
                      <a:pt x="51" y="33"/>
                      <a:pt x="51" y="30"/>
                      <a:pt x="54" y="30"/>
                    </a:cubicBezTo>
                    <a:cubicBezTo>
                      <a:pt x="60" y="30"/>
                      <a:pt x="63" y="27"/>
                      <a:pt x="63" y="24"/>
                    </a:cubicBezTo>
                    <a:cubicBezTo>
                      <a:pt x="66" y="24"/>
                      <a:pt x="66" y="24"/>
                      <a:pt x="66" y="24"/>
                    </a:cubicBezTo>
                    <a:cubicBezTo>
                      <a:pt x="63" y="21"/>
                      <a:pt x="63" y="21"/>
                      <a:pt x="63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9" name="Freeform 68">
                <a:extLst>
                  <a:ext uri="{FF2B5EF4-FFF2-40B4-BE49-F238E27FC236}">
                    <a16:creationId xmlns:a16="http://schemas.microsoft.com/office/drawing/2014/main" id="{244EC421-6ADE-4E3B-F6E5-356D41CEC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1805" y="2931483"/>
                <a:ext cx="131123" cy="91921"/>
              </a:xfrm>
              <a:custGeom>
                <a:avLst/>
                <a:gdLst>
                  <a:gd name="T0" fmla="*/ 36 w 69"/>
                  <a:gd name="T1" fmla="*/ 42 h 48"/>
                  <a:gd name="T2" fmla="*/ 48 w 69"/>
                  <a:gd name="T3" fmla="*/ 42 h 48"/>
                  <a:gd name="T4" fmla="*/ 48 w 69"/>
                  <a:gd name="T5" fmla="*/ 33 h 48"/>
                  <a:gd name="T6" fmla="*/ 57 w 69"/>
                  <a:gd name="T7" fmla="*/ 27 h 48"/>
                  <a:gd name="T8" fmla="*/ 66 w 69"/>
                  <a:gd name="T9" fmla="*/ 15 h 48"/>
                  <a:gd name="T10" fmla="*/ 63 w 69"/>
                  <a:gd name="T11" fmla="*/ 0 h 48"/>
                  <a:gd name="T12" fmla="*/ 54 w 69"/>
                  <a:gd name="T13" fmla="*/ 0 h 48"/>
                  <a:gd name="T14" fmla="*/ 45 w 69"/>
                  <a:gd name="T15" fmla="*/ 3 h 48"/>
                  <a:gd name="T16" fmla="*/ 42 w 69"/>
                  <a:gd name="T17" fmla="*/ 6 h 48"/>
                  <a:gd name="T18" fmla="*/ 36 w 69"/>
                  <a:gd name="T19" fmla="*/ 3 h 48"/>
                  <a:gd name="T20" fmla="*/ 21 w 69"/>
                  <a:gd name="T21" fmla="*/ 3 h 48"/>
                  <a:gd name="T22" fmla="*/ 6 w 69"/>
                  <a:gd name="T23" fmla="*/ 9 h 48"/>
                  <a:gd name="T24" fmla="*/ 6 w 69"/>
                  <a:gd name="T25" fmla="*/ 21 h 48"/>
                  <a:gd name="T26" fmla="*/ 6 w 69"/>
                  <a:gd name="T27" fmla="*/ 27 h 48"/>
                  <a:gd name="T28" fmla="*/ 6 w 69"/>
                  <a:gd name="T29" fmla="*/ 30 h 48"/>
                  <a:gd name="T30" fmla="*/ 9 w 69"/>
                  <a:gd name="T31" fmla="*/ 39 h 48"/>
                  <a:gd name="T32" fmla="*/ 18 w 69"/>
                  <a:gd name="T33" fmla="*/ 39 h 48"/>
                  <a:gd name="T34" fmla="*/ 18 w 69"/>
                  <a:gd name="T35" fmla="*/ 45 h 48"/>
                  <a:gd name="T36" fmla="*/ 27 w 69"/>
                  <a:gd name="T37" fmla="*/ 48 h 48"/>
                  <a:gd name="T38" fmla="*/ 27 w 69"/>
                  <a:gd name="T39" fmla="*/ 48 h 48"/>
                  <a:gd name="T40" fmla="*/ 36 w 69"/>
                  <a:gd name="T41" fmla="*/ 4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9" h="48">
                    <a:moveTo>
                      <a:pt x="36" y="42"/>
                    </a:moveTo>
                    <a:cubicBezTo>
                      <a:pt x="36" y="39"/>
                      <a:pt x="45" y="45"/>
                      <a:pt x="48" y="42"/>
                    </a:cubicBezTo>
                    <a:cubicBezTo>
                      <a:pt x="48" y="39"/>
                      <a:pt x="39" y="30"/>
                      <a:pt x="48" y="33"/>
                    </a:cubicBezTo>
                    <a:cubicBezTo>
                      <a:pt x="57" y="36"/>
                      <a:pt x="54" y="30"/>
                      <a:pt x="57" y="27"/>
                    </a:cubicBezTo>
                    <a:cubicBezTo>
                      <a:pt x="60" y="24"/>
                      <a:pt x="69" y="21"/>
                      <a:pt x="66" y="15"/>
                    </a:cubicBezTo>
                    <a:cubicBezTo>
                      <a:pt x="63" y="9"/>
                      <a:pt x="63" y="3"/>
                      <a:pt x="63" y="0"/>
                    </a:cubicBezTo>
                    <a:cubicBezTo>
                      <a:pt x="60" y="3"/>
                      <a:pt x="57" y="3"/>
                      <a:pt x="54" y="0"/>
                    </a:cubicBezTo>
                    <a:cubicBezTo>
                      <a:pt x="51" y="0"/>
                      <a:pt x="45" y="0"/>
                      <a:pt x="45" y="3"/>
                    </a:cubicBezTo>
                    <a:cubicBezTo>
                      <a:pt x="45" y="9"/>
                      <a:pt x="42" y="9"/>
                      <a:pt x="42" y="6"/>
                    </a:cubicBezTo>
                    <a:cubicBezTo>
                      <a:pt x="42" y="6"/>
                      <a:pt x="39" y="6"/>
                      <a:pt x="36" y="3"/>
                    </a:cubicBezTo>
                    <a:cubicBezTo>
                      <a:pt x="33" y="0"/>
                      <a:pt x="24" y="3"/>
                      <a:pt x="21" y="3"/>
                    </a:cubicBezTo>
                    <a:cubicBezTo>
                      <a:pt x="18" y="0"/>
                      <a:pt x="9" y="3"/>
                      <a:pt x="6" y="9"/>
                    </a:cubicBezTo>
                    <a:cubicBezTo>
                      <a:pt x="0" y="15"/>
                      <a:pt x="6" y="15"/>
                      <a:pt x="6" y="21"/>
                    </a:cubicBezTo>
                    <a:cubicBezTo>
                      <a:pt x="6" y="24"/>
                      <a:pt x="9" y="24"/>
                      <a:pt x="6" y="27"/>
                    </a:cubicBezTo>
                    <a:cubicBezTo>
                      <a:pt x="6" y="27"/>
                      <a:pt x="6" y="27"/>
                      <a:pt x="6" y="30"/>
                    </a:cubicBezTo>
                    <a:cubicBezTo>
                      <a:pt x="12" y="30"/>
                      <a:pt x="9" y="36"/>
                      <a:pt x="9" y="39"/>
                    </a:cubicBezTo>
                    <a:cubicBezTo>
                      <a:pt x="12" y="42"/>
                      <a:pt x="15" y="39"/>
                      <a:pt x="18" y="39"/>
                    </a:cubicBezTo>
                    <a:cubicBezTo>
                      <a:pt x="21" y="39"/>
                      <a:pt x="15" y="45"/>
                      <a:pt x="18" y="45"/>
                    </a:cubicBezTo>
                    <a:cubicBezTo>
                      <a:pt x="21" y="48"/>
                      <a:pt x="27" y="45"/>
                      <a:pt x="27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30" y="48"/>
                      <a:pt x="36" y="45"/>
                      <a:pt x="36" y="4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0" name="Freeform 69">
                <a:extLst>
                  <a:ext uri="{FF2B5EF4-FFF2-40B4-BE49-F238E27FC236}">
                    <a16:creationId xmlns:a16="http://schemas.microsoft.com/office/drawing/2014/main" id="{2C09882B-DABA-91C3-220F-33E087D7D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251" y="2753048"/>
                <a:ext cx="160862" cy="194656"/>
              </a:xfrm>
              <a:custGeom>
                <a:avLst/>
                <a:gdLst>
                  <a:gd name="T0" fmla="*/ 57 w 84"/>
                  <a:gd name="T1" fmla="*/ 45 h 102"/>
                  <a:gd name="T2" fmla="*/ 45 w 84"/>
                  <a:gd name="T3" fmla="*/ 36 h 102"/>
                  <a:gd name="T4" fmla="*/ 54 w 84"/>
                  <a:gd name="T5" fmla="*/ 30 h 102"/>
                  <a:gd name="T6" fmla="*/ 48 w 84"/>
                  <a:gd name="T7" fmla="*/ 21 h 102"/>
                  <a:gd name="T8" fmla="*/ 42 w 84"/>
                  <a:gd name="T9" fmla="*/ 21 h 102"/>
                  <a:gd name="T10" fmla="*/ 33 w 84"/>
                  <a:gd name="T11" fmla="*/ 15 h 102"/>
                  <a:gd name="T12" fmla="*/ 27 w 84"/>
                  <a:gd name="T13" fmla="*/ 6 h 102"/>
                  <a:gd name="T14" fmla="*/ 21 w 84"/>
                  <a:gd name="T15" fmla="*/ 0 h 102"/>
                  <a:gd name="T16" fmla="*/ 18 w 84"/>
                  <a:gd name="T17" fmla="*/ 0 h 102"/>
                  <a:gd name="T18" fmla="*/ 15 w 84"/>
                  <a:gd name="T19" fmla="*/ 6 h 102"/>
                  <a:gd name="T20" fmla="*/ 15 w 84"/>
                  <a:gd name="T21" fmla="*/ 15 h 102"/>
                  <a:gd name="T22" fmla="*/ 9 w 84"/>
                  <a:gd name="T23" fmla="*/ 9 h 102"/>
                  <a:gd name="T24" fmla="*/ 3 w 84"/>
                  <a:gd name="T25" fmla="*/ 18 h 102"/>
                  <a:gd name="T26" fmla="*/ 0 w 84"/>
                  <a:gd name="T27" fmla="*/ 21 h 102"/>
                  <a:gd name="T28" fmla="*/ 3 w 84"/>
                  <a:gd name="T29" fmla="*/ 24 h 102"/>
                  <a:gd name="T30" fmla="*/ 3 w 84"/>
                  <a:gd name="T31" fmla="*/ 33 h 102"/>
                  <a:gd name="T32" fmla="*/ 12 w 84"/>
                  <a:gd name="T33" fmla="*/ 36 h 102"/>
                  <a:gd name="T34" fmla="*/ 9 w 84"/>
                  <a:gd name="T35" fmla="*/ 48 h 102"/>
                  <a:gd name="T36" fmla="*/ 6 w 84"/>
                  <a:gd name="T37" fmla="*/ 57 h 102"/>
                  <a:gd name="T38" fmla="*/ 18 w 84"/>
                  <a:gd name="T39" fmla="*/ 54 h 102"/>
                  <a:gd name="T40" fmla="*/ 27 w 84"/>
                  <a:gd name="T41" fmla="*/ 51 h 102"/>
                  <a:gd name="T42" fmla="*/ 33 w 84"/>
                  <a:gd name="T43" fmla="*/ 51 h 102"/>
                  <a:gd name="T44" fmla="*/ 42 w 84"/>
                  <a:gd name="T45" fmla="*/ 51 h 102"/>
                  <a:gd name="T46" fmla="*/ 51 w 84"/>
                  <a:gd name="T47" fmla="*/ 57 h 102"/>
                  <a:gd name="T48" fmla="*/ 54 w 84"/>
                  <a:gd name="T49" fmla="*/ 72 h 102"/>
                  <a:gd name="T50" fmla="*/ 60 w 84"/>
                  <a:gd name="T51" fmla="*/ 84 h 102"/>
                  <a:gd name="T52" fmla="*/ 60 w 84"/>
                  <a:gd name="T53" fmla="*/ 96 h 102"/>
                  <a:gd name="T54" fmla="*/ 63 w 84"/>
                  <a:gd name="T55" fmla="*/ 99 h 102"/>
                  <a:gd name="T56" fmla="*/ 66 w 84"/>
                  <a:gd name="T57" fmla="*/ 96 h 102"/>
                  <a:gd name="T58" fmla="*/ 75 w 84"/>
                  <a:gd name="T59" fmla="*/ 93 h 102"/>
                  <a:gd name="T60" fmla="*/ 84 w 84"/>
                  <a:gd name="T61" fmla="*/ 93 h 102"/>
                  <a:gd name="T62" fmla="*/ 84 w 84"/>
                  <a:gd name="T63" fmla="*/ 87 h 102"/>
                  <a:gd name="T64" fmla="*/ 81 w 84"/>
                  <a:gd name="T65" fmla="*/ 78 h 102"/>
                  <a:gd name="T66" fmla="*/ 72 w 84"/>
                  <a:gd name="T67" fmla="*/ 69 h 102"/>
                  <a:gd name="T68" fmla="*/ 63 w 84"/>
                  <a:gd name="T69" fmla="*/ 57 h 102"/>
                  <a:gd name="T70" fmla="*/ 57 w 84"/>
                  <a:gd name="T71" fmla="*/ 4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4" h="102">
                    <a:moveTo>
                      <a:pt x="57" y="45"/>
                    </a:moveTo>
                    <a:cubicBezTo>
                      <a:pt x="57" y="42"/>
                      <a:pt x="42" y="39"/>
                      <a:pt x="45" y="36"/>
                    </a:cubicBezTo>
                    <a:cubicBezTo>
                      <a:pt x="45" y="33"/>
                      <a:pt x="54" y="33"/>
                      <a:pt x="54" y="30"/>
                    </a:cubicBezTo>
                    <a:cubicBezTo>
                      <a:pt x="54" y="27"/>
                      <a:pt x="51" y="27"/>
                      <a:pt x="48" y="21"/>
                    </a:cubicBezTo>
                    <a:cubicBezTo>
                      <a:pt x="48" y="18"/>
                      <a:pt x="45" y="18"/>
                      <a:pt x="42" y="21"/>
                    </a:cubicBezTo>
                    <a:cubicBezTo>
                      <a:pt x="39" y="21"/>
                      <a:pt x="33" y="18"/>
                      <a:pt x="33" y="15"/>
                    </a:cubicBezTo>
                    <a:cubicBezTo>
                      <a:pt x="33" y="12"/>
                      <a:pt x="27" y="9"/>
                      <a:pt x="27" y="6"/>
                    </a:cubicBezTo>
                    <a:cubicBezTo>
                      <a:pt x="27" y="3"/>
                      <a:pt x="24" y="3"/>
                      <a:pt x="21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8" y="6"/>
                      <a:pt x="18" y="15"/>
                      <a:pt x="15" y="15"/>
                    </a:cubicBezTo>
                    <a:cubicBezTo>
                      <a:pt x="12" y="15"/>
                      <a:pt x="12" y="9"/>
                      <a:pt x="9" y="9"/>
                    </a:cubicBezTo>
                    <a:cubicBezTo>
                      <a:pt x="9" y="9"/>
                      <a:pt x="3" y="15"/>
                      <a:pt x="3" y="18"/>
                    </a:cubicBezTo>
                    <a:cubicBezTo>
                      <a:pt x="3" y="21"/>
                      <a:pt x="3" y="21"/>
                      <a:pt x="0" y="21"/>
                    </a:cubicBezTo>
                    <a:cubicBezTo>
                      <a:pt x="0" y="24"/>
                      <a:pt x="3" y="24"/>
                      <a:pt x="3" y="24"/>
                    </a:cubicBezTo>
                    <a:cubicBezTo>
                      <a:pt x="3" y="27"/>
                      <a:pt x="3" y="30"/>
                      <a:pt x="3" y="33"/>
                    </a:cubicBezTo>
                    <a:cubicBezTo>
                      <a:pt x="6" y="36"/>
                      <a:pt x="9" y="30"/>
                      <a:pt x="12" y="36"/>
                    </a:cubicBezTo>
                    <a:cubicBezTo>
                      <a:pt x="12" y="42"/>
                      <a:pt x="9" y="42"/>
                      <a:pt x="9" y="48"/>
                    </a:cubicBezTo>
                    <a:cubicBezTo>
                      <a:pt x="9" y="54"/>
                      <a:pt x="6" y="51"/>
                      <a:pt x="6" y="57"/>
                    </a:cubicBezTo>
                    <a:cubicBezTo>
                      <a:pt x="9" y="60"/>
                      <a:pt x="15" y="57"/>
                      <a:pt x="18" y="54"/>
                    </a:cubicBezTo>
                    <a:cubicBezTo>
                      <a:pt x="21" y="51"/>
                      <a:pt x="24" y="51"/>
                      <a:pt x="27" y="51"/>
                    </a:cubicBezTo>
                    <a:cubicBezTo>
                      <a:pt x="27" y="54"/>
                      <a:pt x="33" y="54"/>
                      <a:pt x="33" y="51"/>
                    </a:cubicBezTo>
                    <a:cubicBezTo>
                      <a:pt x="33" y="48"/>
                      <a:pt x="42" y="48"/>
                      <a:pt x="42" y="51"/>
                    </a:cubicBezTo>
                    <a:cubicBezTo>
                      <a:pt x="45" y="54"/>
                      <a:pt x="48" y="57"/>
                      <a:pt x="51" y="57"/>
                    </a:cubicBezTo>
                    <a:cubicBezTo>
                      <a:pt x="54" y="60"/>
                      <a:pt x="48" y="72"/>
                      <a:pt x="54" y="72"/>
                    </a:cubicBezTo>
                    <a:cubicBezTo>
                      <a:pt x="57" y="72"/>
                      <a:pt x="60" y="78"/>
                      <a:pt x="60" y="84"/>
                    </a:cubicBezTo>
                    <a:cubicBezTo>
                      <a:pt x="60" y="90"/>
                      <a:pt x="63" y="93"/>
                      <a:pt x="60" y="96"/>
                    </a:cubicBezTo>
                    <a:cubicBezTo>
                      <a:pt x="60" y="99"/>
                      <a:pt x="63" y="99"/>
                      <a:pt x="63" y="99"/>
                    </a:cubicBezTo>
                    <a:cubicBezTo>
                      <a:pt x="63" y="102"/>
                      <a:pt x="66" y="102"/>
                      <a:pt x="66" y="96"/>
                    </a:cubicBezTo>
                    <a:cubicBezTo>
                      <a:pt x="66" y="93"/>
                      <a:pt x="72" y="93"/>
                      <a:pt x="75" y="93"/>
                    </a:cubicBezTo>
                    <a:cubicBezTo>
                      <a:pt x="78" y="96"/>
                      <a:pt x="81" y="96"/>
                      <a:pt x="84" y="93"/>
                    </a:cubicBezTo>
                    <a:cubicBezTo>
                      <a:pt x="84" y="90"/>
                      <a:pt x="84" y="90"/>
                      <a:pt x="84" y="87"/>
                    </a:cubicBezTo>
                    <a:cubicBezTo>
                      <a:pt x="84" y="84"/>
                      <a:pt x="84" y="78"/>
                      <a:pt x="81" y="78"/>
                    </a:cubicBezTo>
                    <a:cubicBezTo>
                      <a:pt x="78" y="75"/>
                      <a:pt x="72" y="72"/>
                      <a:pt x="72" y="69"/>
                    </a:cubicBezTo>
                    <a:cubicBezTo>
                      <a:pt x="69" y="63"/>
                      <a:pt x="63" y="60"/>
                      <a:pt x="63" y="57"/>
                    </a:cubicBezTo>
                    <a:cubicBezTo>
                      <a:pt x="60" y="51"/>
                      <a:pt x="57" y="48"/>
                      <a:pt x="57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1" name="Freeform 70">
                <a:extLst>
                  <a:ext uri="{FF2B5EF4-FFF2-40B4-BE49-F238E27FC236}">
                    <a16:creationId xmlns:a16="http://schemas.microsoft.com/office/drawing/2014/main" id="{AE1CB005-8479-4273-31F8-6D88632D8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3125" y="2793601"/>
                <a:ext cx="178435" cy="332538"/>
              </a:xfrm>
              <a:custGeom>
                <a:avLst/>
                <a:gdLst>
                  <a:gd name="T0" fmla="*/ 57 w 93"/>
                  <a:gd name="T1" fmla="*/ 93 h 174"/>
                  <a:gd name="T2" fmla="*/ 57 w 93"/>
                  <a:gd name="T3" fmla="*/ 81 h 174"/>
                  <a:gd name="T4" fmla="*/ 72 w 93"/>
                  <a:gd name="T5" fmla="*/ 75 h 174"/>
                  <a:gd name="T6" fmla="*/ 87 w 93"/>
                  <a:gd name="T7" fmla="*/ 75 h 174"/>
                  <a:gd name="T8" fmla="*/ 90 w 93"/>
                  <a:gd name="T9" fmla="*/ 75 h 174"/>
                  <a:gd name="T10" fmla="*/ 90 w 93"/>
                  <a:gd name="T11" fmla="*/ 63 h 174"/>
                  <a:gd name="T12" fmla="*/ 84 w 93"/>
                  <a:gd name="T13" fmla="*/ 51 h 174"/>
                  <a:gd name="T14" fmla="*/ 81 w 93"/>
                  <a:gd name="T15" fmla="*/ 36 h 174"/>
                  <a:gd name="T16" fmla="*/ 72 w 93"/>
                  <a:gd name="T17" fmla="*/ 30 h 174"/>
                  <a:gd name="T18" fmla="*/ 63 w 93"/>
                  <a:gd name="T19" fmla="*/ 30 h 174"/>
                  <a:gd name="T20" fmla="*/ 57 w 93"/>
                  <a:gd name="T21" fmla="*/ 30 h 174"/>
                  <a:gd name="T22" fmla="*/ 48 w 93"/>
                  <a:gd name="T23" fmla="*/ 33 h 174"/>
                  <a:gd name="T24" fmla="*/ 36 w 93"/>
                  <a:gd name="T25" fmla="*/ 36 h 174"/>
                  <a:gd name="T26" fmla="*/ 39 w 93"/>
                  <a:gd name="T27" fmla="*/ 27 h 174"/>
                  <a:gd name="T28" fmla="*/ 42 w 93"/>
                  <a:gd name="T29" fmla="*/ 15 h 174"/>
                  <a:gd name="T30" fmla="*/ 33 w 93"/>
                  <a:gd name="T31" fmla="*/ 12 h 174"/>
                  <a:gd name="T32" fmla="*/ 33 w 93"/>
                  <a:gd name="T33" fmla="*/ 3 h 174"/>
                  <a:gd name="T34" fmla="*/ 30 w 93"/>
                  <a:gd name="T35" fmla="*/ 0 h 174"/>
                  <a:gd name="T36" fmla="*/ 27 w 93"/>
                  <a:gd name="T37" fmla="*/ 3 h 174"/>
                  <a:gd name="T38" fmla="*/ 18 w 93"/>
                  <a:gd name="T39" fmla="*/ 9 h 174"/>
                  <a:gd name="T40" fmla="*/ 9 w 93"/>
                  <a:gd name="T41" fmla="*/ 12 h 174"/>
                  <a:gd name="T42" fmla="*/ 3 w 93"/>
                  <a:gd name="T43" fmla="*/ 15 h 174"/>
                  <a:gd name="T44" fmla="*/ 0 w 93"/>
                  <a:gd name="T45" fmla="*/ 33 h 174"/>
                  <a:gd name="T46" fmla="*/ 9 w 93"/>
                  <a:gd name="T47" fmla="*/ 42 h 174"/>
                  <a:gd name="T48" fmla="*/ 12 w 93"/>
                  <a:gd name="T49" fmla="*/ 51 h 174"/>
                  <a:gd name="T50" fmla="*/ 12 w 93"/>
                  <a:gd name="T51" fmla="*/ 57 h 174"/>
                  <a:gd name="T52" fmla="*/ 9 w 93"/>
                  <a:gd name="T53" fmla="*/ 63 h 174"/>
                  <a:gd name="T54" fmla="*/ 15 w 93"/>
                  <a:gd name="T55" fmla="*/ 75 h 174"/>
                  <a:gd name="T56" fmla="*/ 18 w 93"/>
                  <a:gd name="T57" fmla="*/ 90 h 174"/>
                  <a:gd name="T58" fmla="*/ 21 w 93"/>
                  <a:gd name="T59" fmla="*/ 99 h 174"/>
                  <a:gd name="T60" fmla="*/ 12 w 93"/>
                  <a:gd name="T61" fmla="*/ 117 h 174"/>
                  <a:gd name="T62" fmla="*/ 9 w 93"/>
                  <a:gd name="T63" fmla="*/ 132 h 174"/>
                  <a:gd name="T64" fmla="*/ 9 w 93"/>
                  <a:gd name="T65" fmla="*/ 144 h 174"/>
                  <a:gd name="T66" fmla="*/ 24 w 93"/>
                  <a:gd name="T67" fmla="*/ 159 h 174"/>
                  <a:gd name="T68" fmla="*/ 27 w 93"/>
                  <a:gd name="T69" fmla="*/ 162 h 174"/>
                  <a:gd name="T70" fmla="*/ 33 w 93"/>
                  <a:gd name="T71" fmla="*/ 165 h 174"/>
                  <a:gd name="T72" fmla="*/ 39 w 93"/>
                  <a:gd name="T73" fmla="*/ 171 h 174"/>
                  <a:gd name="T74" fmla="*/ 48 w 93"/>
                  <a:gd name="T75" fmla="*/ 171 h 174"/>
                  <a:gd name="T76" fmla="*/ 51 w 93"/>
                  <a:gd name="T77" fmla="*/ 168 h 174"/>
                  <a:gd name="T78" fmla="*/ 39 w 93"/>
                  <a:gd name="T79" fmla="*/ 159 h 174"/>
                  <a:gd name="T80" fmla="*/ 30 w 93"/>
                  <a:gd name="T81" fmla="*/ 147 h 174"/>
                  <a:gd name="T82" fmla="*/ 27 w 93"/>
                  <a:gd name="T83" fmla="*/ 135 h 174"/>
                  <a:gd name="T84" fmla="*/ 21 w 93"/>
                  <a:gd name="T85" fmla="*/ 132 h 174"/>
                  <a:gd name="T86" fmla="*/ 21 w 93"/>
                  <a:gd name="T87" fmla="*/ 114 h 174"/>
                  <a:gd name="T88" fmla="*/ 27 w 93"/>
                  <a:gd name="T89" fmla="*/ 90 h 174"/>
                  <a:gd name="T90" fmla="*/ 36 w 93"/>
                  <a:gd name="T91" fmla="*/ 87 h 174"/>
                  <a:gd name="T92" fmla="*/ 45 w 93"/>
                  <a:gd name="T93" fmla="*/ 93 h 174"/>
                  <a:gd name="T94" fmla="*/ 57 w 93"/>
                  <a:gd name="T95" fmla="*/ 99 h 174"/>
                  <a:gd name="T96" fmla="*/ 57 w 93"/>
                  <a:gd name="T97" fmla="*/ 102 h 174"/>
                  <a:gd name="T98" fmla="*/ 57 w 93"/>
                  <a:gd name="T99" fmla="*/ 99 h 174"/>
                  <a:gd name="T100" fmla="*/ 57 w 93"/>
                  <a:gd name="T101" fmla="*/ 93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3" h="174">
                    <a:moveTo>
                      <a:pt x="57" y="93"/>
                    </a:moveTo>
                    <a:cubicBezTo>
                      <a:pt x="57" y="87"/>
                      <a:pt x="51" y="87"/>
                      <a:pt x="57" y="81"/>
                    </a:cubicBezTo>
                    <a:cubicBezTo>
                      <a:pt x="60" y="75"/>
                      <a:pt x="69" y="72"/>
                      <a:pt x="72" y="75"/>
                    </a:cubicBezTo>
                    <a:cubicBezTo>
                      <a:pt x="75" y="75"/>
                      <a:pt x="84" y="72"/>
                      <a:pt x="87" y="75"/>
                    </a:cubicBezTo>
                    <a:cubicBezTo>
                      <a:pt x="87" y="75"/>
                      <a:pt x="87" y="75"/>
                      <a:pt x="90" y="75"/>
                    </a:cubicBezTo>
                    <a:cubicBezTo>
                      <a:pt x="93" y="72"/>
                      <a:pt x="90" y="69"/>
                      <a:pt x="90" y="63"/>
                    </a:cubicBezTo>
                    <a:cubicBezTo>
                      <a:pt x="90" y="57"/>
                      <a:pt x="87" y="51"/>
                      <a:pt x="84" y="51"/>
                    </a:cubicBezTo>
                    <a:cubicBezTo>
                      <a:pt x="78" y="51"/>
                      <a:pt x="84" y="39"/>
                      <a:pt x="81" y="36"/>
                    </a:cubicBezTo>
                    <a:cubicBezTo>
                      <a:pt x="78" y="36"/>
                      <a:pt x="75" y="33"/>
                      <a:pt x="72" y="30"/>
                    </a:cubicBezTo>
                    <a:cubicBezTo>
                      <a:pt x="72" y="27"/>
                      <a:pt x="63" y="27"/>
                      <a:pt x="63" y="30"/>
                    </a:cubicBezTo>
                    <a:cubicBezTo>
                      <a:pt x="63" y="33"/>
                      <a:pt x="57" y="33"/>
                      <a:pt x="57" y="30"/>
                    </a:cubicBezTo>
                    <a:cubicBezTo>
                      <a:pt x="54" y="30"/>
                      <a:pt x="51" y="30"/>
                      <a:pt x="48" y="33"/>
                    </a:cubicBezTo>
                    <a:cubicBezTo>
                      <a:pt x="45" y="36"/>
                      <a:pt x="39" y="39"/>
                      <a:pt x="36" y="36"/>
                    </a:cubicBezTo>
                    <a:cubicBezTo>
                      <a:pt x="36" y="30"/>
                      <a:pt x="39" y="33"/>
                      <a:pt x="39" y="27"/>
                    </a:cubicBezTo>
                    <a:cubicBezTo>
                      <a:pt x="39" y="21"/>
                      <a:pt x="42" y="21"/>
                      <a:pt x="42" y="15"/>
                    </a:cubicBezTo>
                    <a:cubicBezTo>
                      <a:pt x="39" y="9"/>
                      <a:pt x="36" y="15"/>
                      <a:pt x="33" y="12"/>
                    </a:cubicBezTo>
                    <a:cubicBezTo>
                      <a:pt x="33" y="9"/>
                      <a:pt x="33" y="6"/>
                      <a:pt x="33" y="3"/>
                    </a:cubicBezTo>
                    <a:cubicBezTo>
                      <a:pt x="33" y="3"/>
                      <a:pt x="30" y="3"/>
                      <a:pt x="30" y="0"/>
                    </a:cubicBezTo>
                    <a:cubicBezTo>
                      <a:pt x="30" y="3"/>
                      <a:pt x="30" y="3"/>
                      <a:pt x="27" y="3"/>
                    </a:cubicBezTo>
                    <a:cubicBezTo>
                      <a:pt x="27" y="6"/>
                      <a:pt x="21" y="6"/>
                      <a:pt x="18" y="9"/>
                    </a:cubicBezTo>
                    <a:cubicBezTo>
                      <a:pt x="15" y="12"/>
                      <a:pt x="12" y="12"/>
                      <a:pt x="9" y="12"/>
                    </a:cubicBezTo>
                    <a:cubicBezTo>
                      <a:pt x="9" y="12"/>
                      <a:pt x="3" y="12"/>
                      <a:pt x="3" y="15"/>
                    </a:cubicBezTo>
                    <a:cubicBezTo>
                      <a:pt x="3" y="18"/>
                      <a:pt x="0" y="30"/>
                      <a:pt x="0" y="33"/>
                    </a:cubicBezTo>
                    <a:cubicBezTo>
                      <a:pt x="0" y="36"/>
                      <a:pt x="6" y="42"/>
                      <a:pt x="9" y="42"/>
                    </a:cubicBezTo>
                    <a:cubicBezTo>
                      <a:pt x="12" y="45"/>
                      <a:pt x="9" y="48"/>
                      <a:pt x="12" y="51"/>
                    </a:cubicBezTo>
                    <a:cubicBezTo>
                      <a:pt x="15" y="51"/>
                      <a:pt x="12" y="57"/>
                      <a:pt x="12" y="57"/>
                    </a:cubicBezTo>
                    <a:cubicBezTo>
                      <a:pt x="9" y="54"/>
                      <a:pt x="12" y="63"/>
                      <a:pt x="9" y="63"/>
                    </a:cubicBezTo>
                    <a:cubicBezTo>
                      <a:pt x="6" y="66"/>
                      <a:pt x="9" y="72"/>
                      <a:pt x="15" y="75"/>
                    </a:cubicBezTo>
                    <a:cubicBezTo>
                      <a:pt x="18" y="81"/>
                      <a:pt x="18" y="87"/>
                      <a:pt x="18" y="90"/>
                    </a:cubicBezTo>
                    <a:cubicBezTo>
                      <a:pt x="18" y="93"/>
                      <a:pt x="21" y="93"/>
                      <a:pt x="21" y="99"/>
                    </a:cubicBezTo>
                    <a:cubicBezTo>
                      <a:pt x="21" y="99"/>
                      <a:pt x="15" y="117"/>
                      <a:pt x="12" y="117"/>
                    </a:cubicBezTo>
                    <a:cubicBezTo>
                      <a:pt x="12" y="123"/>
                      <a:pt x="9" y="129"/>
                      <a:pt x="9" y="132"/>
                    </a:cubicBezTo>
                    <a:cubicBezTo>
                      <a:pt x="9" y="138"/>
                      <a:pt x="6" y="144"/>
                      <a:pt x="9" y="144"/>
                    </a:cubicBezTo>
                    <a:cubicBezTo>
                      <a:pt x="12" y="144"/>
                      <a:pt x="18" y="150"/>
                      <a:pt x="24" y="159"/>
                    </a:cubicBezTo>
                    <a:cubicBezTo>
                      <a:pt x="27" y="159"/>
                      <a:pt x="27" y="162"/>
                      <a:pt x="27" y="162"/>
                    </a:cubicBezTo>
                    <a:cubicBezTo>
                      <a:pt x="30" y="162"/>
                      <a:pt x="33" y="162"/>
                      <a:pt x="33" y="165"/>
                    </a:cubicBezTo>
                    <a:cubicBezTo>
                      <a:pt x="39" y="165"/>
                      <a:pt x="39" y="168"/>
                      <a:pt x="39" y="171"/>
                    </a:cubicBezTo>
                    <a:cubicBezTo>
                      <a:pt x="39" y="174"/>
                      <a:pt x="48" y="171"/>
                      <a:pt x="48" y="171"/>
                    </a:cubicBezTo>
                    <a:cubicBezTo>
                      <a:pt x="51" y="171"/>
                      <a:pt x="48" y="168"/>
                      <a:pt x="51" y="168"/>
                    </a:cubicBezTo>
                    <a:cubicBezTo>
                      <a:pt x="51" y="165"/>
                      <a:pt x="45" y="159"/>
                      <a:pt x="39" y="159"/>
                    </a:cubicBezTo>
                    <a:cubicBezTo>
                      <a:pt x="33" y="159"/>
                      <a:pt x="30" y="150"/>
                      <a:pt x="30" y="147"/>
                    </a:cubicBezTo>
                    <a:cubicBezTo>
                      <a:pt x="33" y="144"/>
                      <a:pt x="27" y="141"/>
                      <a:pt x="27" y="135"/>
                    </a:cubicBezTo>
                    <a:cubicBezTo>
                      <a:pt x="27" y="132"/>
                      <a:pt x="24" y="132"/>
                      <a:pt x="21" y="132"/>
                    </a:cubicBezTo>
                    <a:cubicBezTo>
                      <a:pt x="15" y="129"/>
                      <a:pt x="21" y="117"/>
                      <a:pt x="21" y="114"/>
                    </a:cubicBezTo>
                    <a:cubicBezTo>
                      <a:pt x="21" y="108"/>
                      <a:pt x="30" y="93"/>
                      <a:pt x="27" y="90"/>
                    </a:cubicBezTo>
                    <a:cubicBezTo>
                      <a:pt x="24" y="87"/>
                      <a:pt x="36" y="81"/>
                      <a:pt x="36" y="87"/>
                    </a:cubicBezTo>
                    <a:cubicBezTo>
                      <a:pt x="39" y="93"/>
                      <a:pt x="39" y="93"/>
                      <a:pt x="45" y="93"/>
                    </a:cubicBezTo>
                    <a:cubicBezTo>
                      <a:pt x="51" y="93"/>
                      <a:pt x="51" y="99"/>
                      <a:pt x="57" y="99"/>
                    </a:cubicBezTo>
                    <a:cubicBezTo>
                      <a:pt x="57" y="99"/>
                      <a:pt x="57" y="99"/>
                      <a:pt x="57" y="102"/>
                    </a:cubicBezTo>
                    <a:cubicBezTo>
                      <a:pt x="57" y="99"/>
                      <a:pt x="57" y="99"/>
                      <a:pt x="57" y="99"/>
                    </a:cubicBezTo>
                    <a:cubicBezTo>
                      <a:pt x="60" y="96"/>
                      <a:pt x="57" y="96"/>
                      <a:pt x="57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2" name="Freeform 71">
                <a:extLst>
                  <a:ext uri="{FF2B5EF4-FFF2-40B4-BE49-F238E27FC236}">
                    <a16:creationId xmlns:a16="http://schemas.microsoft.com/office/drawing/2014/main" id="{A0FEBC55-8DF2-577D-35FC-357EEA872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237" y="1906834"/>
                <a:ext cx="212229" cy="173028"/>
              </a:xfrm>
              <a:custGeom>
                <a:avLst/>
                <a:gdLst>
                  <a:gd name="T0" fmla="*/ 3 w 111"/>
                  <a:gd name="T1" fmla="*/ 18 h 90"/>
                  <a:gd name="T2" fmla="*/ 3 w 111"/>
                  <a:gd name="T3" fmla="*/ 30 h 90"/>
                  <a:gd name="T4" fmla="*/ 3 w 111"/>
                  <a:gd name="T5" fmla="*/ 36 h 90"/>
                  <a:gd name="T6" fmla="*/ 6 w 111"/>
                  <a:gd name="T7" fmla="*/ 42 h 90"/>
                  <a:gd name="T8" fmla="*/ 9 w 111"/>
                  <a:gd name="T9" fmla="*/ 48 h 90"/>
                  <a:gd name="T10" fmla="*/ 12 w 111"/>
                  <a:gd name="T11" fmla="*/ 57 h 90"/>
                  <a:gd name="T12" fmla="*/ 12 w 111"/>
                  <a:gd name="T13" fmla="*/ 60 h 90"/>
                  <a:gd name="T14" fmla="*/ 18 w 111"/>
                  <a:gd name="T15" fmla="*/ 66 h 90"/>
                  <a:gd name="T16" fmla="*/ 24 w 111"/>
                  <a:gd name="T17" fmla="*/ 69 h 90"/>
                  <a:gd name="T18" fmla="*/ 30 w 111"/>
                  <a:gd name="T19" fmla="*/ 72 h 90"/>
                  <a:gd name="T20" fmla="*/ 36 w 111"/>
                  <a:gd name="T21" fmla="*/ 72 h 90"/>
                  <a:gd name="T22" fmla="*/ 39 w 111"/>
                  <a:gd name="T23" fmla="*/ 75 h 90"/>
                  <a:gd name="T24" fmla="*/ 48 w 111"/>
                  <a:gd name="T25" fmla="*/ 78 h 90"/>
                  <a:gd name="T26" fmla="*/ 54 w 111"/>
                  <a:gd name="T27" fmla="*/ 84 h 90"/>
                  <a:gd name="T28" fmla="*/ 60 w 111"/>
                  <a:gd name="T29" fmla="*/ 84 h 90"/>
                  <a:gd name="T30" fmla="*/ 69 w 111"/>
                  <a:gd name="T31" fmla="*/ 84 h 90"/>
                  <a:gd name="T32" fmla="*/ 78 w 111"/>
                  <a:gd name="T33" fmla="*/ 84 h 90"/>
                  <a:gd name="T34" fmla="*/ 87 w 111"/>
                  <a:gd name="T35" fmla="*/ 87 h 90"/>
                  <a:gd name="T36" fmla="*/ 93 w 111"/>
                  <a:gd name="T37" fmla="*/ 90 h 90"/>
                  <a:gd name="T38" fmla="*/ 93 w 111"/>
                  <a:gd name="T39" fmla="*/ 81 h 90"/>
                  <a:gd name="T40" fmla="*/ 105 w 111"/>
                  <a:gd name="T41" fmla="*/ 72 h 90"/>
                  <a:gd name="T42" fmla="*/ 108 w 111"/>
                  <a:gd name="T43" fmla="*/ 66 h 90"/>
                  <a:gd name="T44" fmla="*/ 105 w 111"/>
                  <a:gd name="T45" fmla="*/ 57 h 90"/>
                  <a:gd name="T46" fmla="*/ 105 w 111"/>
                  <a:gd name="T47" fmla="*/ 45 h 90"/>
                  <a:gd name="T48" fmla="*/ 99 w 111"/>
                  <a:gd name="T49" fmla="*/ 39 h 90"/>
                  <a:gd name="T50" fmla="*/ 108 w 111"/>
                  <a:gd name="T51" fmla="*/ 36 h 90"/>
                  <a:gd name="T52" fmla="*/ 105 w 111"/>
                  <a:gd name="T53" fmla="*/ 24 h 90"/>
                  <a:gd name="T54" fmla="*/ 105 w 111"/>
                  <a:gd name="T55" fmla="*/ 15 h 90"/>
                  <a:gd name="T56" fmla="*/ 96 w 111"/>
                  <a:gd name="T57" fmla="*/ 9 h 90"/>
                  <a:gd name="T58" fmla="*/ 96 w 111"/>
                  <a:gd name="T59" fmla="*/ 9 h 90"/>
                  <a:gd name="T60" fmla="*/ 66 w 111"/>
                  <a:gd name="T61" fmla="*/ 9 h 90"/>
                  <a:gd name="T62" fmla="*/ 60 w 111"/>
                  <a:gd name="T63" fmla="*/ 6 h 90"/>
                  <a:gd name="T64" fmla="*/ 54 w 111"/>
                  <a:gd name="T65" fmla="*/ 9 h 90"/>
                  <a:gd name="T66" fmla="*/ 48 w 111"/>
                  <a:gd name="T67" fmla="*/ 3 h 90"/>
                  <a:gd name="T68" fmla="*/ 24 w 111"/>
                  <a:gd name="T69" fmla="*/ 9 h 90"/>
                  <a:gd name="T70" fmla="*/ 6 w 111"/>
                  <a:gd name="T71" fmla="*/ 15 h 90"/>
                  <a:gd name="T72" fmla="*/ 3 w 111"/>
                  <a:gd name="T73" fmla="*/ 18 h 90"/>
                  <a:gd name="T74" fmla="*/ 3 w 111"/>
                  <a:gd name="T75" fmla="*/ 1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1" h="90">
                    <a:moveTo>
                      <a:pt x="3" y="18"/>
                    </a:moveTo>
                    <a:cubicBezTo>
                      <a:pt x="3" y="21"/>
                      <a:pt x="6" y="27"/>
                      <a:pt x="3" y="30"/>
                    </a:cubicBezTo>
                    <a:cubicBezTo>
                      <a:pt x="0" y="33"/>
                      <a:pt x="3" y="36"/>
                      <a:pt x="3" y="36"/>
                    </a:cubicBezTo>
                    <a:cubicBezTo>
                      <a:pt x="6" y="36"/>
                      <a:pt x="6" y="39"/>
                      <a:pt x="6" y="42"/>
                    </a:cubicBezTo>
                    <a:cubicBezTo>
                      <a:pt x="6" y="42"/>
                      <a:pt x="9" y="42"/>
                      <a:pt x="9" y="48"/>
                    </a:cubicBezTo>
                    <a:cubicBezTo>
                      <a:pt x="9" y="51"/>
                      <a:pt x="9" y="54"/>
                      <a:pt x="12" y="57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3"/>
                      <a:pt x="15" y="63"/>
                      <a:pt x="18" y="66"/>
                    </a:cubicBezTo>
                    <a:cubicBezTo>
                      <a:pt x="24" y="66"/>
                      <a:pt x="24" y="69"/>
                      <a:pt x="24" y="69"/>
                    </a:cubicBezTo>
                    <a:cubicBezTo>
                      <a:pt x="24" y="72"/>
                      <a:pt x="30" y="75"/>
                      <a:pt x="30" y="72"/>
                    </a:cubicBezTo>
                    <a:cubicBezTo>
                      <a:pt x="33" y="69"/>
                      <a:pt x="36" y="72"/>
                      <a:pt x="36" y="72"/>
                    </a:cubicBezTo>
                    <a:cubicBezTo>
                      <a:pt x="39" y="72"/>
                      <a:pt x="39" y="75"/>
                      <a:pt x="39" y="75"/>
                    </a:cubicBezTo>
                    <a:cubicBezTo>
                      <a:pt x="42" y="78"/>
                      <a:pt x="45" y="75"/>
                      <a:pt x="48" y="78"/>
                    </a:cubicBezTo>
                    <a:cubicBezTo>
                      <a:pt x="51" y="78"/>
                      <a:pt x="51" y="84"/>
                      <a:pt x="54" y="84"/>
                    </a:cubicBezTo>
                    <a:cubicBezTo>
                      <a:pt x="54" y="87"/>
                      <a:pt x="57" y="81"/>
                      <a:pt x="60" y="84"/>
                    </a:cubicBezTo>
                    <a:cubicBezTo>
                      <a:pt x="60" y="84"/>
                      <a:pt x="66" y="87"/>
                      <a:pt x="69" y="84"/>
                    </a:cubicBezTo>
                    <a:cubicBezTo>
                      <a:pt x="72" y="84"/>
                      <a:pt x="75" y="87"/>
                      <a:pt x="78" y="84"/>
                    </a:cubicBezTo>
                    <a:cubicBezTo>
                      <a:pt x="81" y="84"/>
                      <a:pt x="87" y="87"/>
                      <a:pt x="87" y="87"/>
                    </a:cubicBezTo>
                    <a:cubicBezTo>
                      <a:pt x="87" y="87"/>
                      <a:pt x="90" y="90"/>
                      <a:pt x="93" y="90"/>
                    </a:cubicBezTo>
                    <a:cubicBezTo>
                      <a:pt x="96" y="87"/>
                      <a:pt x="93" y="84"/>
                      <a:pt x="93" y="81"/>
                    </a:cubicBezTo>
                    <a:cubicBezTo>
                      <a:pt x="93" y="81"/>
                      <a:pt x="102" y="72"/>
                      <a:pt x="105" y="72"/>
                    </a:cubicBezTo>
                    <a:cubicBezTo>
                      <a:pt x="105" y="69"/>
                      <a:pt x="108" y="69"/>
                      <a:pt x="108" y="66"/>
                    </a:cubicBezTo>
                    <a:cubicBezTo>
                      <a:pt x="111" y="66"/>
                      <a:pt x="105" y="57"/>
                      <a:pt x="105" y="57"/>
                    </a:cubicBezTo>
                    <a:cubicBezTo>
                      <a:pt x="105" y="54"/>
                      <a:pt x="102" y="48"/>
                      <a:pt x="105" y="45"/>
                    </a:cubicBezTo>
                    <a:cubicBezTo>
                      <a:pt x="105" y="45"/>
                      <a:pt x="99" y="42"/>
                      <a:pt x="99" y="39"/>
                    </a:cubicBezTo>
                    <a:cubicBezTo>
                      <a:pt x="99" y="39"/>
                      <a:pt x="105" y="36"/>
                      <a:pt x="108" y="36"/>
                    </a:cubicBezTo>
                    <a:cubicBezTo>
                      <a:pt x="108" y="33"/>
                      <a:pt x="108" y="27"/>
                      <a:pt x="105" y="24"/>
                    </a:cubicBezTo>
                    <a:cubicBezTo>
                      <a:pt x="105" y="24"/>
                      <a:pt x="102" y="21"/>
                      <a:pt x="105" y="15"/>
                    </a:cubicBezTo>
                    <a:cubicBezTo>
                      <a:pt x="105" y="12"/>
                      <a:pt x="96" y="9"/>
                      <a:pt x="96" y="9"/>
                    </a:cubicBezTo>
                    <a:cubicBezTo>
                      <a:pt x="96" y="9"/>
                      <a:pt x="96" y="9"/>
                      <a:pt x="96" y="9"/>
                    </a:cubicBezTo>
                    <a:cubicBezTo>
                      <a:pt x="87" y="12"/>
                      <a:pt x="66" y="9"/>
                      <a:pt x="66" y="9"/>
                    </a:cubicBezTo>
                    <a:cubicBezTo>
                      <a:pt x="66" y="9"/>
                      <a:pt x="63" y="6"/>
                      <a:pt x="60" y="6"/>
                    </a:cubicBezTo>
                    <a:cubicBezTo>
                      <a:pt x="60" y="9"/>
                      <a:pt x="57" y="9"/>
                      <a:pt x="54" y="9"/>
                    </a:cubicBezTo>
                    <a:cubicBezTo>
                      <a:pt x="48" y="9"/>
                      <a:pt x="48" y="6"/>
                      <a:pt x="48" y="3"/>
                    </a:cubicBezTo>
                    <a:cubicBezTo>
                      <a:pt x="48" y="0"/>
                      <a:pt x="30" y="3"/>
                      <a:pt x="24" y="9"/>
                    </a:cubicBezTo>
                    <a:cubicBezTo>
                      <a:pt x="18" y="15"/>
                      <a:pt x="6" y="12"/>
                      <a:pt x="6" y="15"/>
                    </a:cubicBezTo>
                    <a:cubicBezTo>
                      <a:pt x="6" y="18"/>
                      <a:pt x="6" y="18"/>
                      <a:pt x="3" y="18"/>
                    </a:cubicBezTo>
                    <a:cubicBezTo>
                      <a:pt x="3" y="18"/>
                      <a:pt x="3" y="18"/>
                      <a:pt x="3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3" name="Freeform 72">
                <a:extLst>
                  <a:ext uri="{FF2B5EF4-FFF2-40B4-BE49-F238E27FC236}">
                    <a16:creationId xmlns:a16="http://schemas.microsoft.com/office/drawing/2014/main" id="{DF91F212-FECA-013C-BAFA-24488BB75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032" y="2183948"/>
                <a:ext cx="75700" cy="74348"/>
              </a:xfrm>
              <a:custGeom>
                <a:avLst/>
                <a:gdLst>
                  <a:gd name="T0" fmla="*/ 30 w 39"/>
                  <a:gd name="T1" fmla="*/ 36 h 39"/>
                  <a:gd name="T2" fmla="*/ 39 w 39"/>
                  <a:gd name="T3" fmla="*/ 24 h 39"/>
                  <a:gd name="T4" fmla="*/ 39 w 39"/>
                  <a:gd name="T5" fmla="*/ 9 h 39"/>
                  <a:gd name="T6" fmla="*/ 30 w 39"/>
                  <a:gd name="T7" fmla="*/ 3 h 39"/>
                  <a:gd name="T8" fmla="*/ 12 w 39"/>
                  <a:gd name="T9" fmla="*/ 3 h 39"/>
                  <a:gd name="T10" fmla="*/ 6 w 39"/>
                  <a:gd name="T11" fmla="*/ 3 h 39"/>
                  <a:gd name="T12" fmla="*/ 0 w 39"/>
                  <a:gd name="T13" fmla="*/ 6 h 39"/>
                  <a:gd name="T14" fmla="*/ 6 w 39"/>
                  <a:gd name="T15" fmla="*/ 15 h 39"/>
                  <a:gd name="T16" fmla="*/ 15 w 39"/>
                  <a:gd name="T17" fmla="*/ 24 h 39"/>
                  <a:gd name="T18" fmla="*/ 24 w 39"/>
                  <a:gd name="T19" fmla="*/ 36 h 39"/>
                  <a:gd name="T20" fmla="*/ 30 w 39"/>
                  <a:gd name="T21" fmla="*/ 39 h 39"/>
                  <a:gd name="T22" fmla="*/ 30 w 39"/>
                  <a:gd name="T23" fmla="*/ 3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39">
                    <a:moveTo>
                      <a:pt x="30" y="36"/>
                    </a:moveTo>
                    <a:cubicBezTo>
                      <a:pt x="30" y="33"/>
                      <a:pt x="36" y="24"/>
                      <a:pt x="39" y="24"/>
                    </a:cubicBezTo>
                    <a:cubicBezTo>
                      <a:pt x="39" y="24"/>
                      <a:pt x="39" y="15"/>
                      <a:pt x="39" y="9"/>
                    </a:cubicBezTo>
                    <a:cubicBezTo>
                      <a:pt x="33" y="6"/>
                      <a:pt x="30" y="3"/>
                      <a:pt x="30" y="3"/>
                    </a:cubicBezTo>
                    <a:cubicBezTo>
                      <a:pt x="30" y="3"/>
                      <a:pt x="15" y="3"/>
                      <a:pt x="12" y="3"/>
                    </a:cubicBezTo>
                    <a:cubicBezTo>
                      <a:pt x="9" y="0"/>
                      <a:pt x="6" y="6"/>
                      <a:pt x="6" y="3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6" y="9"/>
                      <a:pt x="6" y="15"/>
                    </a:cubicBezTo>
                    <a:cubicBezTo>
                      <a:pt x="6" y="18"/>
                      <a:pt x="15" y="24"/>
                      <a:pt x="15" y="24"/>
                    </a:cubicBezTo>
                    <a:cubicBezTo>
                      <a:pt x="15" y="27"/>
                      <a:pt x="21" y="30"/>
                      <a:pt x="24" y="36"/>
                    </a:cubicBezTo>
                    <a:cubicBezTo>
                      <a:pt x="24" y="36"/>
                      <a:pt x="27" y="39"/>
                      <a:pt x="30" y="39"/>
                    </a:cubicBezTo>
                    <a:cubicBezTo>
                      <a:pt x="30" y="36"/>
                      <a:pt x="30" y="36"/>
                      <a:pt x="30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4" name="Freeform 73">
                <a:extLst>
                  <a:ext uri="{FF2B5EF4-FFF2-40B4-BE49-F238E27FC236}">
                    <a16:creationId xmlns:a16="http://schemas.microsoft.com/office/drawing/2014/main" id="{C3CC5072-FEB2-C852-DF04-F98733060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2830" y="2148802"/>
                <a:ext cx="114901" cy="104087"/>
              </a:xfrm>
              <a:custGeom>
                <a:avLst/>
                <a:gdLst>
                  <a:gd name="T0" fmla="*/ 36 w 60"/>
                  <a:gd name="T1" fmla="*/ 42 h 54"/>
                  <a:gd name="T2" fmla="*/ 27 w 60"/>
                  <a:gd name="T3" fmla="*/ 33 h 54"/>
                  <a:gd name="T4" fmla="*/ 21 w 60"/>
                  <a:gd name="T5" fmla="*/ 24 h 54"/>
                  <a:gd name="T6" fmla="*/ 27 w 60"/>
                  <a:gd name="T7" fmla="*/ 21 h 54"/>
                  <a:gd name="T8" fmla="*/ 33 w 60"/>
                  <a:gd name="T9" fmla="*/ 21 h 54"/>
                  <a:gd name="T10" fmla="*/ 51 w 60"/>
                  <a:gd name="T11" fmla="*/ 21 h 54"/>
                  <a:gd name="T12" fmla="*/ 60 w 60"/>
                  <a:gd name="T13" fmla="*/ 27 h 54"/>
                  <a:gd name="T14" fmla="*/ 60 w 60"/>
                  <a:gd name="T15" fmla="*/ 24 h 54"/>
                  <a:gd name="T16" fmla="*/ 57 w 60"/>
                  <a:gd name="T17" fmla="*/ 15 h 54"/>
                  <a:gd name="T18" fmla="*/ 54 w 60"/>
                  <a:gd name="T19" fmla="*/ 9 h 54"/>
                  <a:gd name="T20" fmla="*/ 51 w 60"/>
                  <a:gd name="T21" fmla="*/ 9 h 54"/>
                  <a:gd name="T22" fmla="*/ 39 w 60"/>
                  <a:gd name="T23" fmla="*/ 9 h 54"/>
                  <a:gd name="T24" fmla="*/ 30 w 60"/>
                  <a:gd name="T25" fmla="*/ 0 h 54"/>
                  <a:gd name="T26" fmla="*/ 21 w 60"/>
                  <a:gd name="T27" fmla="*/ 6 h 54"/>
                  <a:gd name="T28" fmla="*/ 18 w 60"/>
                  <a:gd name="T29" fmla="*/ 12 h 54"/>
                  <a:gd name="T30" fmla="*/ 15 w 60"/>
                  <a:gd name="T31" fmla="*/ 15 h 54"/>
                  <a:gd name="T32" fmla="*/ 9 w 60"/>
                  <a:gd name="T33" fmla="*/ 15 h 54"/>
                  <a:gd name="T34" fmla="*/ 0 w 60"/>
                  <a:gd name="T35" fmla="*/ 18 h 54"/>
                  <a:gd name="T36" fmla="*/ 3 w 60"/>
                  <a:gd name="T37" fmla="*/ 21 h 54"/>
                  <a:gd name="T38" fmla="*/ 12 w 60"/>
                  <a:gd name="T39" fmla="*/ 27 h 54"/>
                  <a:gd name="T40" fmla="*/ 21 w 60"/>
                  <a:gd name="T41" fmla="*/ 42 h 54"/>
                  <a:gd name="T42" fmla="*/ 30 w 60"/>
                  <a:gd name="T43" fmla="*/ 45 h 54"/>
                  <a:gd name="T44" fmla="*/ 39 w 60"/>
                  <a:gd name="T45" fmla="*/ 51 h 54"/>
                  <a:gd name="T46" fmla="*/ 45 w 60"/>
                  <a:gd name="T47" fmla="*/ 54 h 54"/>
                  <a:gd name="T48" fmla="*/ 36 w 60"/>
                  <a:gd name="T49" fmla="*/ 4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0" h="54">
                    <a:moveTo>
                      <a:pt x="36" y="42"/>
                    </a:moveTo>
                    <a:cubicBezTo>
                      <a:pt x="36" y="42"/>
                      <a:pt x="27" y="36"/>
                      <a:pt x="27" y="33"/>
                    </a:cubicBezTo>
                    <a:cubicBezTo>
                      <a:pt x="27" y="27"/>
                      <a:pt x="21" y="27"/>
                      <a:pt x="21" y="24"/>
                    </a:cubicBezTo>
                    <a:cubicBezTo>
                      <a:pt x="21" y="21"/>
                      <a:pt x="24" y="18"/>
                      <a:pt x="27" y="21"/>
                    </a:cubicBezTo>
                    <a:cubicBezTo>
                      <a:pt x="27" y="24"/>
                      <a:pt x="30" y="18"/>
                      <a:pt x="33" y="21"/>
                    </a:cubicBezTo>
                    <a:cubicBezTo>
                      <a:pt x="36" y="21"/>
                      <a:pt x="51" y="21"/>
                      <a:pt x="51" y="21"/>
                    </a:cubicBezTo>
                    <a:cubicBezTo>
                      <a:pt x="51" y="21"/>
                      <a:pt x="54" y="24"/>
                      <a:pt x="60" y="27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21"/>
                      <a:pt x="60" y="18"/>
                      <a:pt x="57" y="15"/>
                    </a:cubicBezTo>
                    <a:cubicBezTo>
                      <a:pt x="54" y="15"/>
                      <a:pt x="54" y="12"/>
                      <a:pt x="54" y="9"/>
                    </a:cubicBezTo>
                    <a:cubicBezTo>
                      <a:pt x="51" y="9"/>
                      <a:pt x="51" y="9"/>
                      <a:pt x="51" y="9"/>
                    </a:cubicBezTo>
                    <a:cubicBezTo>
                      <a:pt x="48" y="12"/>
                      <a:pt x="39" y="12"/>
                      <a:pt x="39" y="9"/>
                    </a:cubicBezTo>
                    <a:cubicBezTo>
                      <a:pt x="36" y="6"/>
                      <a:pt x="30" y="3"/>
                      <a:pt x="30" y="0"/>
                    </a:cubicBezTo>
                    <a:cubicBezTo>
                      <a:pt x="27" y="3"/>
                      <a:pt x="24" y="6"/>
                      <a:pt x="21" y="6"/>
                    </a:cubicBezTo>
                    <a:cubicBezTo>
                      <a:pt x="21" y="6"/>
                      <a:pt x="21" y="12"/>
                      <a:pt x="18" y="12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5" y="18"/>
                      <a:pt x="9" y="15"/>
                      <a:pt x="9" y="15"/>
                    </a:cubicBezTo>
                    <a:cubicBezTo>
                      <a:pt x="6" y="15"/>
                      <a:pt x="3" y="18"/>
                      <a:pt x="0" y="18"/>
                    </a:cubicBezTo>
                    <a:cubicBezTo>
                      <a:pt x="0" y="18"/>
                      <a:pt x="0" y="21"/>
                      <a:pt x="3" y="21"/>
                    </a:cubicBezTo>
                    <a:cubicBezTo>
                      <a:pt x="6" y="21"/>
                      <a:pt x="12" y="21"/>
                      <a:pt x="12" y="27"/>
                    </a:cubicBezTo>
                    <a:cubicBezTo>
                      <a:pt x="12" y="30"/>
                      <a:pt x="18" y="39"/>
                      <a:pt x="21" y="42"/>
                    </a:cubicBezTo>
                    <a:cubicBezTo>
                      <a:pt x="24" y="45"/>
                      <a:pt x="30" y="45"/>
                      <a:pt x="30" y="45"/>
                    </a:cubicBezTo>
                    <a:cubicBezTo>
                      <a:pt x="30" y="48"/>
                      <a:pt x="36" y="51"/>
                      <a:pt x="39" y="51"/>
                    </a:cubicBezTo>
                    <a:cubicBezTo>
                      <a:pt x="42" y="51"/>
                      <a:pt x="42" y="51"/>
                      <a:pt x="45" y="54"/>
                    </a:cubicBezTo>
                    <a:cubicBezTo>
                      <a:pt x="42" y="48"/>
                      <a:pt x="36" y="45"/>
                      <a:pt x="36" y="4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5" name="Freeform 74">
                <a:extLst>
                  <a:ext uri="{FF2B5EF4-FFF2-40B4-BE49-F238E27FC236}">
                    <a16:creationId xmlns:a16="http://schemas.microsoft.com/office/drawing/2014/main" id="{69E4070B-3CF3-2D10-8317-9133D01E2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973" y="2258296"/>
                <a:ext cx="40553" cy="74348"/>
              </a:xfrm>
              <a:custGeom>
                <a:avLst/>
                <a:gdLst>
                  <a:gd name="T0" fmla="*/ 15 w 21"/>
                  <a:gd name="T1" fmla="*/ 33 h 39"/>
                  <a:gd name="T2" fmla="*/ 18 w 21"/>
                  <a:gd name="T3" fmla="*/ 30 h 39"/>
                  <a:gd name="T4" fmla="*/ 21 w 21"/>
                  <a:gd name="T5" fmla="*/ 24 h 39"/>
                  <a:gd name="T6" fmla="*/ 21 w 21"/>
                  <a:gd name="T7" fmla="*/ 24 h 39"/>
                  <a:gd name="T8" fmla="*/ 15 w 21"/>
                  <a:gd name="T9" fmla="*/ 15 h 39"/>
                  <a:gd name="T10" fmla="*/ 18 w 21"/>
                  <a:gd name="T11" fmla="*/ 3 h 39"/>
                  <a:gd name="T12" fmla="*/ 6 w 21"/>
                  <a:gd name="T13" fmla="*/ 0 h 39"/>
                  <a:gd name="T14" fmla="*/ 3 w 21"/>
                  <a:gd name="T15" fmla="*/ 6 h 39"/>
                  <a:gd name="T16" fmla="*/ 6 w 21"/>
                  <a:gd name="T17" fmla="*/ 15 h 39"/>
                  <a:gd name="T18" fmla="*/ 3 w 21"/>
                  <a:gd name="T19" fmla="*/ 30 h 39"/>
                  <a:gd name="T20" fmla="*/ 12 w 21"/>
                  <a:gd name="T21" fmla="*/ 39 h 39"/>
                  <a:gd name="T22" fmla="*/ 15 w 21"/>
                  <a:gd name="T23" fmla="*/ 3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39">
                    <a:moveTo>
                      <a:pt x="15" y="33"/>
                    </a:moveTo>
                    <a:cubicBezTo>
                      <a:pt x="18" y="33"/>
                      <a:pt x="15" y="33"/>
                      <a:pt x="18" y="30"/>
                    </a:cubicBezTo>
                    <a:cubicBezTo>
                      <a:pt x="21" y="27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1"/>
                      <a:pt x="15" y="18"/>
                      <a:pt x="15" y="15"/>
                    </a:cubicBezTo>
                    <a:cubicBezTo>
                      <a:pt x="15" y="12"/>
                      <a:pt x="15" y="9"/>
                      <a:pt x="18" y="3"/>
                    </a:cubicBezTo>
                    <a:cubicBezTo>
                      <a:pt x="15" y="3"/>
                      <a:pt x="9" y="0"/>
                      <a:pt x="6" y="0"/>
                    </a:cubicBezTo>
                    <a:cubicBezTo>
                      <a:pt x="6" y="0"/>
                      <a:pt x="3" y="3"/>
                      <a:pt x="3" y="6"/>
                    </a:cubicBezTo>
                    <a:cubicBezTo>
                      <a:pt x="6" y="9"/>
                      <a:pt x="9" y="12"/>
                      <a:pt x="6" y="15"/>
                    </a:cubicBezTo>
                    <a:cubicBezTo>
                      <a:pt x="3" y="18"/>
                      <a:pt x="0" y="27"/>
                      <a:pt x="3" y="30"/>
                    </a:cubicBezTo>
                    <a:cubicBezTo>
                      <a:pt x="9" y="33"/>
                      <a:pt x="9" y="39"/>
                      <a:pt x="12" y="39"/>
                    </a:cubicBezTo>
                    <a:cubicBezTo>
                      <a:pt x="12" y="36"/>
                      <a:pt x="12" y="33"/>
                      <a:pt x="15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6" name="Freeform 75">
                <a:extLst>
                  <a:ext uri="{FF2B5EF4-FFF2-40B4-BE49-F238E27FC236}">
                    <a16:creationId xmlns:a16="http://schemas.microsoft.com/office/drawing/2014/main" id="{9F248953-1810-644D-ED93-F373ECD25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6316" y="2079861"/>
                <a:ext cx="160862" cy="74348"/>
              </a:xfrm>
              <a:custGeom>
                <a:avLst/>
                <a:gdLst>
                  <a:gd name="T0" fmla="*/ 69 w 84"/>
                  <a:gd name="T1" fmla="*/ 3 h 39"/>
                  <a:gd name="T2" fmla="*/ 60 w 84"/>
                  <a:gd name="T3" fmla="*/ 0 h 39"/>
                  <a:gd name="T4" fmla="*/ 57 w 84"/>
                  <a:gd name="T5" fmla="*/ 6 h 39"/>
                  <a:gd name="T6" fmla="*/ 48 w 84"/>
                  <a:gd name="T7" fmla="*/ 6 h 39"/>
                  <a:gd name="T8" fmla="*/ 42 w 84"/>
                  <a:gd name="T9" fmla="*/ 12 h 39"/>
                  <a:gd name="T10" fmla="*/ 36 w 84"/>
                  <a:gd name="T11" fmla="*/ 18 h 39"/>
                  <a:gd name="T12" fmla="*/ 33 w 84"/>
                  <a:gd name="T13" fmla="*/ 21 h 39"/>
                  <a:gd name="T14" fmla="*/ 21 w 84"/>
                  <a:gd name="T15" fmla="*/ 24 h 39"/>
                  <a:gd name="T16" fmla="*/ 15 w 84"/>
                  <a:gd name="T17" fmla="*/ 24 h 39"/>
                  <a:gd name="T18" fmla="*/ 9 w 84"/>
                  <a:gd name="T19" fmla="*/ 24 h 39"/>
                  <a:gd name="T20" fmla="*/ 0 w 84"/>
                  <a:gd name="T21" fmla="*/ 24 h 39"/>
                  <a:gd name="T22" fmla="*/ 0 w 84"/>
                  <a:gd name="T23" fmla="*/ 30 h 39"/>
                  <a:gd name="T24" fmla="*/ 6 w 84"/>
                  <a:gd name="T25" fmla="*/ 33 h 39"/>
                  <a:gd name="T26" fmla="*/ 12 w 84"/>
                  <a:gd name="T27" fmla="*/ 33 h 39"/>
                  <a:gd name="T28" fmla="*/ 21 w 84"/>
                  <a:gd name="T29" fmla="*/ 30 h 39"/>
                  <a:gd name="T30" fmla="*/ 30 w 84"/>
                  <a:gd name="T31" fmla="*/ 30 h 39"/>
                  <a:gd name="T32" fmla="*/ 30 w 84"/>
                  <a:gd name="T33" fmla="*/ 36 h 39"/>
                  <a:gd name="T34" fmla="*/ 42 w 84"/>
                  <a:gd name="T35" fmla="*/ 36 h 39"/>
                  <a:gd name="T36" fmla="*/ 54 w 84"/>
                  <a:gd name="T37" fmla="*/ 39 h 39"/>
                  <a:gd name="T38" fmla="*/ 63 w 84"/>
                  <a:gd name="T39" fmla="*/ 36 h 39"/>
                  <a:gd name="T40" fmla="*/ 72 w 84"/>
                  <a:gd name="T41" fmla="*/ 33 h 39"/>
                  <a:gd name="T42" fmla="*/ 72 w 84"/>
                  <a:gd name="T43" fmla="*/ 33 h 39"/>
                  <a:gd name="T44" fmla="*/ 72 w 84"/>
                  <a:gd name="T45" fmla="*/ 30 h 39"/>
                  <a:gd name="T46" fmla="*/ 75 w 84"/>
                  <a:gd name="T47" fmla="*/ 24 h 39"/>
                  <a:gd name="T48" fmla="*/ 75 w 84"/>
                  <a:gd name="T49" fmla="*/ 21 h 39"/>
                  <a:gd name="T50" fmla="*/ 81 w 84"/>
                  <a:gd name="T51" fmla="*/ 18 h 39"/>
                  <a:gd name="T52" fmla="*/ 84 w 84"/>
                  <a:gd name="T53" fmla="*/ 15 h 39"/>
                  <a:gd name="T54" fmla="*/ 78 w 84"/>
                  <a:gd name="T55" fmla="*/ 6 h 39"/>
                  <a:gd name="T56" fmla="*/ 69 w 84"/>
                  <a:gd name="T57" fmla="*/ 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4" h="39">
                    <a:moveTo>
                      <a:pt x="69" y="3"/>
                    </a:moveTo>
                    <a:cubicBezTo>
                      <a:pt x="66" y="0"/>
                      <a:pt x="60" y="0"/>
                      <a:pt x="60" y="0"/>
                    </a:cubicBezTo>
                    <a:cubicBezTo>
                      <a:pt x="60" y="0"/>
                      <a:pt x="57" y="3"/>
                      <a:pt x="57" y="6"/>
                    </a:cubicBezTo>
                    <a:cubicBezTo>
                      <a:pt x="57" y="6"/>
                      <a:pt x="51" y="6"/>
                      <a:pt x="48" y="6"/>
                    </a:cubicBezTo>
                    <a:cubicBezTo>
                      <a:pt x="48" y="9"/>
                      <a:pt x="42" y="9"/>
                      <a:pt x="42" y="12"/>
                    </a:cubicBezTo>
                    <a:cubicBezTo>
                      <a:pt x="42" y="12"/>
                      <a:pt x="36" y="12"/>
                      <a:pt x="36" y="18"/>
                    </a:cubicBezTo>
                    <a:cubicBezTo>
                      <a:pt x="39" y="24"/>
                      <a:pt x="33" y="21"/>
                      <a:pt x="33" y="21"/>
                    </a:cubicBezTo>
                    <a:cubicBezTo>
                      <a:pt x="30" y="21"/>
                      <a:pt x="24" y="21"/>
                      <a:pt x="21" y="24"/>
                    </a:cubicBezTo>
                    <a:cubicBezTo>
                      <a:pt x="18" y="24"/>
                      <a:pt x="15" y="24"/>
                      <a:pt x="15" y="24"/>
                    </a:cubicBezTo>
                    <a:cubicBezTo>
                      <a:pt x="12" y="24"/>
                      <a:pt x="9" y="21"/>
                      <a:pt x="9" y="24"/>
                    </a:cubicBezTo>
                    <a:cubicBezTo>
                      <a:pt x="6" y="27"/>
                      <a:pt x="3" y="24"/>
                      <a:pt x="0" y="24"/>
                    </a:cubicBezTo>
                    <a:cubicBezTo>
                      <a:pt x="0" y="24"/>
                      <a:pt x="0" y="27"/>
                      <a:pt x="0" y="30"/>
                    </a:cubicBezTo>
                    <a:cubicBezTo>
                      <a:pt x="0" y="30"/>
                      <a:pt x="3" y="33"/>
                      <a:pt x="6" y="33"/>
                    </a:cubicBezTo>
                    <a:cubicBezTo>
                      <a:pt x="9" y="30"/>
                      <a:pt x="12" y="33"/>
                      <a:pt x="12" y="33"/>
                    </a:cubicBezTo>
                    <a:cubicBezTo>
                      <a:pt x="15" y="36"/>
                      <a:pt x="18" y="33"/>
                      <a:pt x="21" y="30"/>
                    </a:cubicBezTo>
                    <a:cubicBezTo>
                      <a:pt x="21" y="30"/>
                      <a:pt x="27" y="30"/>
                      <a:pt x="30" y="30"/>
                    </a:cubicBezTo>
                    <a:cubicBezTo>
                      <a:pt x="30" y="30"/>
                      <a:pt x="30" y="33"/>
                      <a:pt x="30" y="36"/>
                    </a:cubicBezTo>
                    <a:cubicBezTo>
                      <a:pt x="33" y="36"/>
                      <a:pt x="36" y="36"/>
                      <a:pt x="42" y="36"/>
                    </a:cubicBezTo>
                    <a:cubicBezTo>
                      <a:pt x="45" y="36"/>
                      <a:pt x="51" y="39"/>
                      <a:pt x="54" y="39"/>
                    </a:cubicBezTo>
                    <a:cubicBezTo>
                      <a:pt x="57" y="39"/>
                      <a:pt x="60" y="36"/>
                      <a:pt x="63" y="36"/>
                    </a:cubicBezTo>
                    <a:cubicBezTo>
                      <a:pt x="69" y="36"/>
                      <a:pt x="69" y="33"/>
                      <a:pt x="72" y="33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5" y="30"/>
                      <a:pt x="75" y="27"/>
                      <a:pt x="75" y="24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78" y="21"/>
                      <a:pt x="81" y="21"/>
                      <a:pt x="81" y="18"/>
                    </a:cubicBezTo>
                    <a:cubicBezTo>
                      <a:pt x="81" y="15"/>
                      <a:pt x="81" y="15"/>
                      <a:pt x="84" y="15"/>
                    </a:cubicBezTo>
                    <a:cubicBezTo>
                      <a:pt x="81" y="12"/>
                      <a:pt x="78" y="6"/>
                      <a:pt x="78" y="6"/>
                    </a:cubicBezTo>
                    <a:cubicBezTo>
                      <a:pt x="78" y="6"/>
                      <a:pt x="72" y="6"/>
                      <a:pt x="6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7" name="Freeform 76">
                <a:extLst>
                  <a:ext uri="{FF2B5EF4-FFF2-40B4-BE49-F238E27FC236}">
                    <a16:creationId xmlns:a16="http://schemas.microsoft.com/office/drawing/2014/main" id="{6972DD52-811F-7411-0F9E-91ADD11DB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198" y="2092027"/>
                <a:ext cx="137882" cy="79755"/>
              </a:xfrm>
              <a:custGeom>
                <a:avLst/>
                <a:gdLst>
                  <a:gd name="T0" fmla="*/ 69 w 72"/>
                  <a:gd name="T1" fmla="*/ 6 h 42"/>
                  <a:gd name="T2" fmla="*/ 66 w 72"/>
                  <a:gd name="T3" fmla="*/ 6 h 42"/>
                  <a:gd name="T4" fmla="*/ 60 w 72"/>
                  <a:gd name="T5" fmla="*/ 3 h 42"/>
                  <a:gd name="T6" fmla="*/ 51 w 72"/>
                  <a:gd name="T7" fmla="*/ 0 h 42"/>
                  <a:gd name="T8" fmla="*/ 39 w 72"/>
                  <a:gd name="T9" fmla="*/ 6 h 42"/>
                  <a:gd name="T10" fmla="*/ 27 w 72"/>
                  <a:gd name="T11" fmla="*/ 9 h 42"/>
                  <a:gd name="T12" fmla="*/ 12 w 72"/>
                  <a:gd name="T13" fmla="*/ 9 h 42"/>
                  <a:gd name="T14" fmla="*/ 12 w 72"/>
                  <a:gd name="T15" fmla="*/ 9 h 42"/>
                  <a:gd name="T16" fmla="*/ 9 w 72"/>
                  <a:gd name="T17" fmla="*/ 12 h 42"/>
                  <a:gd name="T18" fmla="*/ 3 w 72"/>
                  <a:gd name="T19" fmla="*/ 15 h 42"/>
                  <a:gd name="T20" fmla="*/ 3 w 72"/>
                  <a:gd name="T21" fmla="*/ 18 h 42"/>
                  <a:gd name="T22" fmla="*/ 0 w 72"/>
                  <a:gd name="T23" fmla="*/ 24 h 42"/>
                  <a:gd name="T24" fmla="*/ 0 w 72"/>
                  <a:gd name="T25" fmla="*/ 27 h 42"/>
                  <a:gd name="T26" fmla="*/ 3 w 72"/>
                  <a:gd name="T27" fmla="*/ 30 h 42"/>
                  <a:gd name="T28" fmla="*/ 3 w 72"/>
                  <a:gd name="T29" fmla="*/ 30 h 42"/>
                  <a:gd name="T30" fmla="*/ 12 w 72"/>
                  <a:gd name="T31" fmla="*/ 39 h 42"/>
                  <a:gd name="T32" fmla="*/ 24 w 72"/>
                  <a:gd name="T33" fmla="*/ 39 h 42"/>
                  <a:gd name="T34" fmla="*/ 39 w 72"/>
                  <a:gd name="T35" fmla="*/ 36 h 42"/>
                  <a:gd name="T36" fmla="*/ 42 w 72"/>
                  <a:gd name="T37" fmla="*/ 36 h 42"/>
                  <a:gd name="T38" fmla="*/ 45 w 72"/>
                  <a:gd name="T39" fmla="*/ 39 h 42"/>
                  <a:gd name="T40" fmla="*/ 54 w 72"/>
                  <a:gd name="T41" fmla="*/ 33 h 42"/>
                  <a:gd name="T42" fmla="*/ 63 w 72"/>
                  <a:gd name="T43" fmla="*/ 15 h 42"/>
                  <a:gd name="T44" fmla="*/ 72 w 72"/>
                  <a:gd name="T45" fmla="*/ 12 h 42"/>
                  <a:gd name="T46" fmla="*/ 69 w 72"/>
                  <a:gd name="T47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42">
                    <a:moveTo>
                      <a:pt x="69" y="6"/>
                    </a:moveTo>
                    <a:cubicBezTo>
                      <a:pt x="69" y="6"/>
                      <a:pt x="69" y="6"/>
                      <a:pt x="66" y="6"/>
                    </a:cubicBezTo>
                    <a:cubicBezTo>
                      <a:pt x="63" y="6"/>
                      <a:pt x="60" y="3"/>
                      <a:pt x="60" y="3"/>
                    </a:cubicBezTo>
                    <a:cubicBezTo>
                      <a:pt x="57" y="0"/>
                      <a:pt x="51" y="0"/>
                      <a:pt x="51" y="0"/>
                    </a:cubicBezTo>
                    <a:cubicBezTo>
                      <a:pt x="48" y="0"/>
                      <a:pt x="42" y="6"/>
                      <a:pt x="39" y="6"/>
                    </a:cubicBezTo>
                    <a:cubicBezTo>
                      <a:pt x="36" y="6"/>
                      <a:pt x="27" y="9"/>
                      <a:pt x="27" y="9"/>
                    </a:cubicBezTo>
                    <a:cubicBezTo>
                      <a:pt x="27" y="12"/>
                      <a:pt x="15" y="12"/>
                      <a:pt x="12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9" y="9"/>
                      <a:pt x="9" y="9"/>
                      <a:pt x="9" y="12"/>
                    </a:cubicBezTo>
                    <a:cubicBezTo>
                      <a:pt x="9" y="15"/>
                      <a:pt x="6" y="15"/>
                      <a:pt x="3" y="15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21"/>
                      <a:pt x="3" y="24"/>
                      <a:pt x="0" y="24"/>
                    </a:cubicBezTo>
                    <a:cubicBezTo>
                      <a:pt x="0" y="24"/>
                      <a:pt x="0" y="24"/>
                      <a:pt x="0" y="27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3"/>
                      <a:pt x="9" y="36"/>
                      <a:pt x="12" y="39"/>
                    </a:cubicBezTo>
                    <a:cubicBezTo>
                      <a:pt x="12" y="42"/>
                      <a:pt x="21" y="42"/>
                      <a:pt x="24" y="39"/>
                    </a:cubicBezTo>
                    <a:cubicBezTo>
                      <a:pt x="27" y="39"/>
                      <a:pt x="39" y="36"/>
                      <a:pt x="39" y="3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42" y="36"/>
                      <a:pt x="45" y="36"/>
                      <a:pt x="45" y="39"/>
                    </a:cubicBezTo>
                    <a:cubicBezTo>
                      <a:pt x="48" y="36"/>
                      <a:pt x="51" y="36"/>
                      <a:pt x="54" y="33"/>
                    </a:cubicBezTo>
                    <a:cubicBezTo>
                      <a:pt x="57" y="30"/>
                      <a:pt x="63" y="18"/>
                      <a:pt x="63" y="15"/>
                    </a:cubicBezTo>
                    <a:cubicBezTo>
                      <a:pt x="66" y="15"/>
                      <a:pt x="69" y="12"/>
                      <a:pt x="72" y="12"/>
                    </a:cubicBezTo>
                    <a:cubicBezTo>
                      <a:pt x="72" y="9"/>
                      <a:pt x="72" y="9"/>
                      <a:pt x="69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8" name="Freeform 77">
                <a:extLst>
                  <a:ext uri="{FF2B5EF4-FFF2-40B4-BE49-F238E27FC236}">
                    <a16:creationId xmlns:a16="http://schemas.microsoft.com/office/drawing/2014/main" id="{DF56F4E4-7EC1-DC59-4AC0-DE5095C81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7684" y="2021735"/>
                <a:ext cx="137882" cy="70293"/>
              </a:xfrm>
              <a:custGeom>
                <a:avLst/>
                <a:gdLst>
                  <a:gd name="T0" fmla="*/ 69 w 72"/>
                  <a:gd name="T1" fmla="*/ 18 h 36"/>
                  <a:gd name="T2" fmla="*/ 60 w 72"/>
                  <a:gd name="T3" fmla="*/ 15 h 36"/>
                  <a:gd name="T4" fmla="*/ 57 w 72"/>
                  <a:gd name="T5" fmla="*/ 12 h 36"/>
                  <a:gd name="T6" fmla="*/ 51 w 72"/>
                  <a:gd name="T7" fmla="*/ 12 h 36"/>
                  <a:gd name="T8" fmla="*/ 45 w 72"/>
                  <a:gd name="T9" fmla="*/ 9 h 36"/>
                  <a:gd name="T10" fmla="*/ 39 w 72"/>
                  <a:gd name="T11" fmla="*/ 6 h 36"/>
                  <a:gd name="T12" fmla="*/ 33 w 72"/>
                  <a:gd name="T13" fmla="*/ 0 h 36"/>
                  <a:gd name="T14" fmla="*/ 30 w 72"/>
                  <a:gd name="T15" fmla="*/ 3 h 36"/>
                  <a:gd name="T16" fmla="*/ 24 w 72"/>
                  <a:gd name="T17" fmla="*/ 3 h 36"/>
                  <a:gd name="T18" fmla="*/ 15 w 72"/>
                  <a:gd name="T19" fmla="*/ 6 h 36"/>
                  <a:gd name="T20" fmla="*/ 3 w 72"/>
                  <a:gd name="T21" fmla="*/ 12 h 36"/>
                  <a:gd name="T22" fmla="*/ 6 w 72"/>
                  <a:gd name="T23" fmla="*/ 18 h 36"/>
                  <a:gd name="T24" fmla="*/ 9 w 72"/>
                  <a:gd name="T25" fmla="*/ 27 h 36"/>
                  <a:gd name="T26" fmla="*/ 21 w 72"/>
                  <a:gd name="T27" fmla="*/ 36 h 36"/>
                  <a:gd name="T28" fmla="*/ 21 w 72"/>
                  <a:gd name="T29" fmla="*/ 36 h 36"/>
                  <a:gd name="T30" fmla="*/ 30 w 72"/>
                  <a:gd name="T31" fmla="*/ 36 h 36"/>
                  <a:gd name="T32" fmla="*/ 33 w 72"/>
                  <a:gd name="T33" fmla="*/ 30 h 36"/>
                  <a:gd name="T34" fmla="*/ 42 w 72"/>
                  <a:gd name="T35" fmla="*/ 33 h 36"/>
                  <a:gd name="T36" fmla="*/ 51 w 72"/>
                  <a:gd name="T37" fmla="*/ 36 h 36"/>
                  <a:gd name="T38" fmla="*/ 51 w 72"/>
                  <a:gd name="T39" fmla="*/ 36 h 36"/>
                  <a:gd name="T40" fmla="*/ 54 w 72"/>
                  <a:gd name="T41" fmla="*/ 33 h 36"/>
                  <a:gd name="T42" fmla="*/ 66 w 72"/>
                  <a:gd name="T43" fmla="*/ 27 h 36"/>
                  <a:gd name="T44" fmla="*/ 72 w 72"/>
                  <a:gd name="T45" fmla="*/ 24 h 36"/>
                  <a:gd name="T46" fmla="*/ 69 w 72"/>
                  <a:gd name="T47" fmla="*/ 1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36">
                    <a:moveTo>
                      <a:pt x="69" y="18"/>
                    </a:moveTo>
                    <a:cubicBezTo>
                      <a:pt x="66" y="15"/>
                      <a:pt x="63" y="18"/>
                      <a:pt x="60" y="15"/>
                    </a:cubicBezTo>
                    <a:cubicBezTo>
                      <a:pt x="60" y="15"/>
                      <a:pt x="60" y="12"/>
                      <a:pt x="57" y="12"/>
                    </a:cubicBezTo>
                    <a:cubicBezTo>
                      <a:pt x="57" y="12"/>
                      <a:pt x="54" y="9"/>
                      <a:pt x="51" y="12"/>
                    </a:cubicBezTo>
                    <a:cubicBezTo>
                      <a:pt x="51" y="15"/>
                      <a:pt x="45" y="12"/>
                      <a:pt x="45" y="9"/>
                    </a:cubicBezTo>
                    <a:cubicBezTo>
                      <a:pt x="45" y="9"/>
                      <a:pt x="45" y="6"/>
                      <a:pt x="39" y="6"/>
                    </a:cubicBezTo>
                    <a:cubicBezTo>
                      <a:pt x="36" y="3"/>
                      <a:pt x="33" y="3"/>
                      <a:pt x="33" y="0"/>
                    </a:cubicBezTo>
                    <a:cubicBezTo>
                      <a:pt x="33" y="3"/>
                      <a:pt x="33" y="3"/>
                      <a:pt x="30" y="3"/>
                    </a:cubicBezTo>
                    <a:cubicBezTo>
                      <a:pt x="30" y="3"/>
                      <a:pt x="27" y="0"/>
                      <a:pt x="24" y="3"/>
                    </a:cubicBezTo>
                    <a:cubicBezTo>
                      <a:pt x="24" y="3"/>
                      <a:pt x="18" y="3"/>
                      <a:pt x="15" y="6"/>
                    </a:cubicBezTo>
                    <a:cubicBezTo>
                      <a:pt x="12" y="9"/>
                      <a:pt x="9" y="12"/>
                      <a:pt x="3" y="12"/>
                    </a:cubicBezTo>
                    <a:cubicBezTo>
                      <a:pt x="0" y="12"/>
                      <a:pt x="3" y="15"/>
                      <a:pt x="6" y="18"/>
                    </a:cubicBezTo>
                    <a:cubicBezTo>
                      <a:pt x="6" y="21"/>
                      <a:pt x="6" y="24"/>
                      <a:pt x="9" y="27"/>
                    </a:cubicBezTo>
                    <a:cubicBezTo>
                      <a:pt x="12" y="30"/>
                      <a:pt x="21" y="33"/>
                      <a:pt x="21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4" y="36"/>
                      <a:pt x="30" y="36"/>
                      <a:pt x="30" y="36"/>
                    </a:cubicBezTo>
                    <a:cubicBezTo>
                      <a:pt x="30" y="33"/>
                      <a:pt x="33" y="30"/>
                      <a:pt x="33" y="30"/>
                    </a:cubicBezTo>
                    <a:cubicBezTo>
                      <a:pt x="33" y="30"/>
                      <a:pt x="39" y="30"/>
                      <a:pt x="42" y="33"/>
                    </a:cubicBezTo>
                    <a:cubicBezTo>
                      <a:pt x="45" y="36"/>
                      <a:pt x="51" y="36"/>
                      <a:pt x="51" y="3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4" y="36"/>
                      <a:pt x="54" y="33"/>
                      <a:pt x="54" y="33"/>
                    </a:cubicBezTo>
                    <a:cubicBezTo>
                      <a:pt x="57" y="33"/>
                      <a:pt x="63" y="33"/>
                      <a:pt x="66" y="27"/>
                    </a:cubicBezTo>
                    <a:cubicBezTo>
                      <a:pt x="66" y="27"/>
                      <a:pt x="69" y="24"/>
                      <a:pt x="72" y="24"/>
                    </a:cubicBezTo>
                    <a:cubicBezTo>
                      <a:pt x="72" y="21"/>
                      <a:pt x="69" y="18"/>
                      <a:pt x="69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9" name="Freeform 78">
                <a:extLst>
                  <a:ext uri="{FF2B5EF4-FFF2-40B4-BE49-F238E27FC236}">
                    <a16:creationId xmlns:a16="http://schemas.microsoft.com/office/drawing/2014/main" id="{6E4E9CD4-6F9D-A1A0-D349-4DCC7735D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012" y="2062288"/>
                <a:ext cx="121660" cy="52719"/>
              </a:xfrm>
              <a:custGeom>
                <a:avLst/>
                <a:gdLst>
                  <a:gd name="T0" fmla="*/ 48 w 63"/>
                  <a:gd name="T1" fmla="*/ 3 h 27"/>
                  <a:gd name="T2" fmla="*/ 39 w 63"/>
                  <a:gd name="T3" fmla="*/ 3 h 27"/>
                  <a:gd name="T4" fmla="*/ 30 w 63"/>
                  <a:gd name="T5" fmla="*/ 3 h 27"/>
                  <a:gd name="T6" fmla="*/ 24 w 63"/>
                  <a:gd name="T7" fmla="*/ 3 h 27"/>
                  <a:gd name="T8" fmla="*/ 21 w 63"/>
                  <a:gd name="T9" fmla="*/ 3 h 27"/>
                  <a:gd name="T10" fmla="*/ 15 w 63"/>
                  <a:gd name="T11" fmla="*/ 6 h 27"/>
                  <a:gd name="T12" fmla="*/ 3 w 63"/>
                  <a:gd name="T13" fmla="*/ 12 h 27"/>
                  <a:gd name="T14" fmla="*/ 0 w 63"/>
                  <a:gd name="T15" fmla="*/ 15 h 27"/>
                  <a:gd name="T16" fmla="*/ 6 w 63"/>
                  <a:gd name="T17" fmla="*/ 24 h 27"/>
                  <a:gd name="T18" fmla="*/ 21 w 63"/>
                  <a:gd name="T19" fmla="*/ 24 h 27"/>
                  <a:gd name="T20" fmla="*/ 33 w 63"/>
                  <a:gd name="T21" fmla="*/ 21 h 27"/>
                  <a:gd name="T22" fmla="*/ 45 w 63"/>
                  <a:gd name="T23" fmla="*/ 15 h 27"/>
                  <a:gd name="T24" fmla="*/ 54 w 63"/>
                  <a:gd name="T25" fmla="*/ 18 h 27"/>
                  <a:gd name="T26" fmla="*/ 60 w 63"/>
                  <a:gd name="T27" fmla="*/ 21 h 27"/>
                  <a:gd name="T28" fmla="*/ 60 w 63"/>
                  <a:gd name="T29" fmla="*/ 18 h 27"/>
                  <a:gd name="T30" fmla="*/ 63 w 63"/>
                  <a:gd name="T31" fmla="*/ 9 h 27"/>
                  <a:gd name="T32" fmla="*/ 63 w 63"/>
                  <a:gd name="T33" fmla="*/ 9 h 27"/>
                  <a:gd name="T34" fmla="*/ 57 w 63"/>
                  <a:gd name="T35" fmla="*/ 6 h 27"/>
                  <a:gd name="T36" fmla="*/ 48 w 63"/>
                  <a:gd name="T37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3" h="27">
                    <a:moveTo>
                      <a:pt x="48" y="3"/>
                    </a:moveTo>
                    <a:cubicBezTo>
                      <a:pt x="45" y="6"/>
                      <a:pt x="42" y="3"/>
                      <a:pt x="39" y="3"/>
                    </a:cubicBezTo>
                    <a:cubicBezTo>
                      <a:pt x="36" y="6"/>
                      <a:pt x="30" y="3"/>
                      <a:pt x="30" y="3"/>
                    </a:cubicBezTo>
                    <a:cubicBezTo>
                      <a:pt x="27" y="0"/>
                      <a:pt x="24" y="6"/>
                      <a:pt x="24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8" y="3"/>
                      <a:pt x="15" y="6"/>
                      <a:pt x="15" y="6"/>
                    </a:cubicBezTo>
                    <a:cubicBezTo>
                      <a:pt x="12" y="12"/>
                      <a:pt x="6" y="12"/>
                      <a:pt x="3" y="12"/>
                    </a:cubicBezTo>
                    <a:cubicBezTo>
                      <a:pt x="3" y="12"/>
                      <a:pt x="3" y="15"/>
                      <a:pt x="0" y="15"/>
                    </a:cubicBezTo>
                    <a:cubicBezTo>
                      <a:pt x="3" y="18"/>
                      <a:pt x="3" y="24"/>
                      <a:pt x="6" y="24"/>
                    </a:cubicBezTo>
                    <a:cubicBezTo>
                      <a:pt x="9" y="27"/>
                      <a:pt x="21" y="27"/>
                      <a:pt x="21" y="24"/>
                    </a:cubicBezTo>
                    <a:cubicBezTo>
                      <a:pt x="21" y="24"/>
                      <a:pt x="30" y="21"/>
                      <a:pt x="33" y="21"/>
                    </a:cubicBezTo>
                    <a:cubicBezTo>
                      <a:pt x="36" y="21"/>
                      <a:pt x="42" y="15"/>
                      <a:pt x="45" y="15"/>
                    </a:cubicBezTo>
                    <a:cubicBezTo>
                      <a:pt x="45" y="15"/>
                      <a:pt x="51" y="15"/>
                      <a:pt x="54" y="18"/>
                    </a:cubicBezTo>
                    <a:cubicBezTo>
                      <a:pt x="54" y="18"/>
                      <a:pt x="57" y="21"/>
                      <a:pt x="60" y="21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0" y="15"/>
                      <a:pt x="63" y="9"/>
                      <a:pt x="63" y="9"/>
                    </a:cubicBezTo>
                    <a:cubicBezTo>
                      <a:pt x="63" y="9"/>
                      <a:pt x="63" y="9"/>
                      <a:pt x="63" y="9"/>
                    </a:cubicBezTo>
                    <a:cubicBezTo>
                      <a:pt x="60" y="9"/>
                      <a:pt x="57" y="6"/>
                      <a:pt x="57" y="6"/>
                    </a:cubicBezTo>
                    <a:cubicBezTo>
                      <a:pt x="57" y="6"/>
                      <a:pt x="51" y="3"/>
                      <a:pt x="48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0" name="Freeform 79">
                <a:extLst>
                  <a:ext uri="{FF2B5EF4-FFF2-40B4-BE49-F238E27FC236}">
                    <a16:creationId xmlns:a16="http://schemas.microsoft.com/office/drawing/2014/main" id="{74A72007-1810-F021-AA9F-D8A36FA69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264" y="2269111"/>
                <a:ext cx="79755" cy="132474"/>
              </a:xfrm>
              <a:custGeom>
                <a:avLst/>
                <a:gdLst>
                  <a:gd name="T0" fmla="*/ 30 w 42"/>
                  <a:gd name="T1" fmla="*/ 57 h 69"/>
                  <a:gd name="T2" fmla="*/ 27 w 42"/>
                  <a:gd name="T3" fmla="*/ 51 h 69"/>
                  <a:gd name="T4" fmla="*/ 30 w 42"/>
                  <a:gd name="T5" fmla="*/ 45 h 69"/>
                  <a:gd name="T6" fmla="*/ 27 w 42"/>
                  <a:gd name="T7" fmla="*/ 39 h 69"/>
                  <a:gd name="T8" fmla="*/ 30 w 42"/>
                  <a:gd name="T9" fmla="*/ 33 h 69"/>
                  <a:gd name="T10" fmla="*/ 30 w 42"/>
                  <a:gd name="T11" fmla="*/ 27 h 69"/>
                  <a:gd name="T12" fmla="*/ 30 w 42"/>
                  <a:gd name="T13" fmla="*/ 15 h 69"/>
                  <a:gd name="T14" fmla="*/ 39 w 42"/>
                  <a:gd name="T15" fmla="*/ 9 h 69"/>
                  <a:gd name="T16" fmla="*/ 36 w 42"/>
                  <a:gd name="T17" fmla="*/ 6 h 69"/>
                  <a:gd name="T18" fmla="*/ 27 w 42"/>
                  <a:gd name="T19" fmla="*/ 3 h 69"/>
                  <a:gd name="T20" fmla="*/ 24 w 42"/>
                  <a:gd name="T21" fmla="*/ 3 h 69"/>
                  <a:gd name="T22" fmla="*/ 18 w 42"/>
                  <a:gd name="T23" fmla="*/ 3 h 69"/>
                  <a:gd name="T24" fmla="*/ 12 w 42"/>
                  <a:gd name="T25" fmla="*/ 0 h 69"/>
                  <a:gd name="T26" fmla="*/ 9 w 42"/>
                  <a:gd name="T27" fmla="*/ 3 h 69"/>
                  <a:gd name="T28" fmla="*/ 9 w 42"/>
                  <a:gd name="T29" fmla="*/ 9 h 69"/>
                  <a:gd name="T30" fmla="*/ 3 w 42"/>
                  <a:gd name="T31" fmla="*/ 36 h 69"/>
                  <a:gd name="T32" fmla="*/ 6 w 42"/>
                  <a:gd name="T33" fmla="*/ 48 h 69"/>
                  <a:gd name="T34" fmla="*/ 9 w 42"/>
                  <a:gd name="T35" fmla="*/ 66 h 69"/>
                  <a:gd name="T36" fmla="*/ 18 w 42"/>
                  <a:gd name="T37" fmla="*/ 69 h 69"/>
                  <a:gd name="T38" fmla="*/ 27 w 42"/>
                  <a:gd name="T39" fmla="*/ 66 h 69"/>
                  <a:gd name="T40" fmla="*/ 24 w 42"/>
                  <a:gd name="T41" fmla="*/ 63 h 69"/>
                  <a:gd name="T42" fmla="*/ 30 w 42"/>
                  <a:gd name="T43" fmla="*/ 5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2" h="69">
                    <a:moveTo>
                      <a:pt x="30" y="57"/>
                    </a:moveTo>
                    <a:cubicBezTo>
                      <a:pt x="33" y="54"/>
                      <a:pt x="27" y="51"/>
                      <a:pt x="27" y="51"/>
                    </a:cubicBezTo>
                    <a:cubicBezTo>
                      <a:pt x="27" y="48"/>
                      <a:pt x="27" y="45"/>
                      <a:pt x="30" y="45"/>
                    </a:cubicBezTo>
                    <a:cubicBezTo>
                      <a:pt x="33" y="45"/>
                      <a:pt x="30" y="42"/>
                      <a:pt x="27" y="39"/>
                    </a:cubicBezTo>
                    <a:cubicBezTo>
                      <a:pt x="24" y="36"/>
                      <a:pt x="27" y="33"/>
                      <a:pt x="30" y="33"/>
                    </a:cubicBezTo>
                    <a:cubicBezTo>
                      <a:pt x="33" y="33"/>
                      <a:pt x="27" y="30"/>
                      <a:pt x="30" y="27"/>
                    </a:cubicBezTo>
                    <a:cubicBezTo>
                      <a:pt x="33" y="24"/>
                      <a:pt x="30" y="18"/>
                      <a:pt x="30" y="15"/>
                    </a:cubicBezTo>
                    <a:cubicBezTo>
                      <a:pt x="30" y="12"/>
                      <a:pt x="33" y="12"/>
                      <a:pt x="39" y="9"/>
                    </a:cubicBezTo>
                    <a:cubicBezTo>
                      <a:pt x="42" y="6"/>
                      <a:pt x="36" y="6"/>
                      <a:pt x="36" y="6"/>
                    </a:cubicBezTo>
                    <a:cubicBezTo>
                      <a:pt x="36" y="3"/>
                      <a:pt x="30" y="0"/>
                      <a:pt x="27" y="3"/>
                    </a:cubicBezTo>
                    <a:cubicBezTo>
                      <a:pt x="24" y="6"/>
                      <a:pt x="27" y="3"/>
                      <a:pt x="24" y="3"/>
                    </a:cubicBezTo>
                    <a:cubicBezTo>
                      <a:pt x="21" y="3"/>
                      <a:pt x="18" y="3"/>
                      <a:pt x="18" y="3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12" y="3"/>
                      <a:pt x="12" y="3"/>
                      <a:pt x="9" y="3"/>
                    </a:cubicBezTo>
                    <a:cubicBezTo>
                      <a:pt x="9" y="6"/>
                      <a:pt x="9" y="9"/>
                      <a:pt x="9" y="9"/>
                    </a:cubicBezTo>
                    <a:cubicBezTo>
                      <a:pt x="12" y="15"/>
                      <a:pt x="6" y="33"/>
                      <a:pt x="3" y="36"/>
                    </a:cubicBezTo>
                    <a:cubicBezTo>
                      <a:pt x="0" y="42"/>
                      <a:pt x="3" y="45"/>
                      <a:pt x="6" y="48"/>
                    </a:cubicBezTo>
                    <a:cubicBezTo>
                      <a:pt x="12" y="51"/>
                      <a:pt x="9" y="63"/>
                      <a:pt x="9" y="66"/>
                    </a:cubicBezTo>
                    <a:cubicBezTo>
                      <a:pt x="9" y="69"/>
                      <a:pt x="12" y="69"/>
                      <a:pt x="18" y="69"/>
                    </a:cubicBezTo>
                    <a:cubicBezTo>
                      <a:pt x="21" y="69"/>
                      <a:pt x="24" y="66"/>
                      <a:pt x="27" y="66"/>
                    </a:cubicBezTo>
                    <a:cubicBezTo>
                      <a:pt x="24" y="66"/>
                      <a:pt x="24" y="63"/>
                      <a:pt x="24" y="63"/>
                    </a:cubicBezTo>
                    <a:cubicBezTo>
                      <a:pt x="24" y="60"/>
                      <a:pt x="24" y="57"/>
                      <a:pt x="30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1" name="Freeform 80">
                <a:extLst>
                  <a:ext uri="{FF2B5EF4-FFF2-40B4-BE49-F238E27FC236}">
                    <a16:creationId xmlns:a16="http://schemas.microsoft.com/office/drawing/2014/main" id="{1C55E11F-C03C-4735-8FD9-A4F404BE06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027" y="1952794"/>
                <a:ext cx="91921" cy="75700"/>
              </a:xfrm>
              <a:custGeom>
                <a:avLst/>
                <a:gdLst>
                  <a:gd name="T0" fmla="*/ 15 w 48"/>
                  <a:gd name="T1" fmla="*/ 30 h 39"/>
                  <a:gd name="T2" fmla="*/ 24 w 48"/>
                  <a:gd name="T3" fmla="*/ 33 h 39"/>
                  <a:gd name="T4" fmla="*/ 33 w 48"/>
                  <a:gd name="T5" fmla="*/ 39 h 39"/>
                  <a:gd name="T6" fmla="*/ 33 w 48"/>
                  <a:gd name="T7" fmla="*/ 39 h 39"/>
                  <a:gd name="T8" fmla="*/ 36 w 48"/>
                  <a:gd name="T9" fmla="*/ 33 h 39"/>
                  <a:gd name="T10" fmla="*/ 36 w 48"/>
                  <a:gd name="T11" fmla="*/ 27 h 39"/>
                  <a:gd name="T12" fmla="*/ 42 w 48"/>
                  <a:gd name="T13" fmla="*/ 24 h 39"/>
                  <a:gd name="T14" fmla="*/ 45 w 48"/>
                  <a:gd name="T15" fmla="*/ 21 h 39"/>
                  <a:gd name="T16" fmla="*/ 42 w 48"/>
                  <a:gd name="T17" fmla="*/ 15 h 39"/>
                  <a:gd name="T18" fmla="*/ 48 w 48"/>
                  <a:gd name="T19" fmla="*/ 9 h 39"/>
                  <a:gd name="T20" fmla="*/ 48 w 48"/>
                  <a:gd name="T21" fmla="*/ 0 h 39"/>
                  <a:gd name="T22" fmla="*/ 45 w 48"/>
                  <a:gd name="T23" fmla="*/ 3 h 39"/>
                  <a:gd name="T24" fmla="*/ 33 w 48"/>
                  <a:gd name="T25" fmla="*/ 3 h 39"/>
                  <a:gd name="T26" fmla="*/ 27 w 48"/>
                  <a:gd name="T27" fmla="*/ 9 h 39"/>
                  <a:gd name="T28" fmla="*/ 24 w 48"/>
                  <a:gd name="T29" fmla="*/ 9 h 39"/>
                  <a:gd name="T30" fmla="*/ 18 w 48"/>
                  <a:gd name="T31" fmla="*/ 12 h 39"/>
                  <a:gd name="T32" fmla="*/ 12 w 48"/>
                  <a:gd name="T33" fmla="*/ 21 h 39"/>
                  <a:gd name="T34" fmla="*/ 3 w 48"/>
                  <a:gd name="T35" fmla="*/ 33 h 39"/>
                  <a:gd name="T36" fmla="*/ 0 w 48"/>
                  <a:gd name="T37" fmla="*/ 33 h 39"/>
                  <a:gd name="T38" fmla="*/ 6 w 48"/>
                  <a:gd name="T39" fmla="*/ 36 h 39"/>
                  <a:gd name="T40" fmla="*/ 15 w 48"/>
                  <a:gd name="T41" fmla="*/ 3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8" h="39">
                    <a:moveTo>
                      <a:pt x="15" y="30"/>
                    </a:moveTo>
                    <a:cubicBezTo>
                      <a:pt x="18" y="30"/>
                      <a:pt x="21" y="30"/>
                      <a:pt x="24" y="33"/>
                    </a:cubicBezTo>
                    <a:cubicBezTo>
                      <a:pt x="27" y="33"/>
                      <a:pt x="30" y="36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6" y="39"/>
                      <a:pt x="36" y="33"/>
                      <a:pt x="36" y="33"/>
                    </a:cubicBezTo>
                    <a:cubicBezTo>
                      <a:pt x="36" y="30"/>
                      <a:pt x="36" y="27"/>
                      <a:pt x="36" y="27"/>
                    </a:cubicBezTo>
                    <a:cubicBezTo>
                      <a:pt x="39" y="27"/>
                      <a:pt x="42" y="27"/>
                      <a:pt x="42" y="24"/>
                    </a:cubicBezTo>
                    <a:cubicBezTo>
                      <a:pt x="42" y="21"/>
                      <a:pt x="45" y="21"/>
                      <a:pt x="45" y="21"/>
                    </a:cubicBezTo>
                    <a:cubicBezTo>
                      <a:pt x="45" y="18"/>
                      <a:pt x="42" y="15"/>
                      <a:pt x="42" y="15"/>
                    </a:cubicBezTo>
                    <a:cubicBezTo>
                      <a:pt x="42" y="12"/>
                      <a:pt x="45" y="12"/>
                      <a:pt x="48" y="9"/>
                    </a:cubicBezTo>
                    <a:cubicBezTo>
                      <a:pt x="48" y="6"/>
                      <a:pt x="48" y="3"/>
                      <a:pt x="48" y="0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2" y="0"/>
                      <a:pt x="39" y="0"/>
                      <a:pt x="33" y="3"/>
                    </a:cubicBezTo>
                    <a:cubicBezTo>
                      <a:pt x="27" y="3"/>
                      <a:pt x="27" y="9"/>
                      <a:pt x="27" y="9"/>
                    </a:cubicBezTo>
                    <a:cubicBezTo>
                      <a:pt x="30" y="12"/>
                      <a:pt x="24" y="12"/>
                      <a:pt x="24" y="9"/>
                    </a:cubicBezTo>
                    <a:cubicBezTo>
                      <a:pt x="21" y="9"/>
                      <a:pt x="18" y="9"/>
                      <a:pt x="18" y="12"/>
                    </a:cubicBezTo>
                    <a:cubicBezTo>
                      <a:pt x="18" y="15"/>
                      <a:pt x="12" y="18"/>
                      <a:pt x="12" y="21"/>
                    </a:cubicBezTo>
                    <a:cubicBezTo>
                      <a:pt x="12" y="27"/>
                      <a:pt x="6" y="30"/>
                      <a:pt x="3" y="33"/>
                    </a:cubicBezTo>
                    <a:cubicBezTo>
                      <a:pt x="3" y="33"/>
                      <a:pt x="3" y="33"/>
                      <a:pt x="0" y="33"/>
                    </a:cubicBezTo>
                    <a:cubicBezTo>
                      <a:pt x="3" y="33"/>
                      <a:pt x="6" y="36"/>
                      <a:pt x="6" y="36"/>
                    </a:cubicBezTo>
                    <a:cubicBezTo>
                      <a:pt x="9" y="36"/>
                      <a:pt x="15" y="33"/>
                      <a:pt x="15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2" name="Freeform 81">
                <a:extLst>
                  <a:ext uri="{FF2B5EF4-FFF2-40B4-BE49-F238E27FC236}">
                    <a16:creationId xmlns:a16="http://schemas.microsoft.com/office/drawing/2014/main" id="{7F192ADA-7BDF-C7D7-C83C-84093BC70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802" y="2051474"/>
                <a:ext cx="17573" cy="17573"/>
              </a:xfrm>
              <a:custGeom>
                <a:avLst/>
                <a:gdLst>
                  <a:gd name="T0" fmla="*/ 6 w 9"/>
                  <a:gd name="T1" fmla="*/ 0 h 9"/>
                  <a:gd name="T2" fmla="*/ 0 w 9"/>
                  <a:gd name="T3" fmla="*/ 9 h 9"/>
                  <a:gd name="T4" fmla="*/ 9 w 9"/>
                  <a:gd name="T5" fmla="*/ 9 h 9"/>
                  <a:gd name="T6" fmla="*/ 6 w 9"/>
                  <a:gd name="T7" fmla="*/ 0 h 9"/>
                  <a:gd name="T8" fmla="*/ 6 w 9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6" y="0"/>
                    </a:moveTo>
                    <a:cubicBezTo>
                      <a:pt x="3" y="0"/>
                      <a:pt x="0" y="3"/>
                      <a:pt x="0" y="9"/>
                    </a:cubicBezTo>
                    <a:cubicBezTo>
                      <a:pt x="3" y="9"/>
                      <a:pt x="6" y="9"/>
                      <a:pt x="9" y="9"/>
                    </a:cubicBezTo>
                    <a:cubicBezTo>
                      <a:pt x="9" y="3"/>
                      <a:pt x="6" y="3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3" name="Freeform 82">
                <a:extLst>
                  <a:ext uri="{FF2B5EF4-FFF2-40B4-BE49-F238E27FC236}">
                    <a16:creationId xmlns:a16="http://schemas.microsoft.com/office/drawing/2014/main" id="{8B11D9AF-AD2A-12EB-8150-1E7F830AC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0861" y="2010921"/>
                <a:ext cx="86514" cy="58127"/>
              </a:xfrm>
              <a:custGeom>
                <a:avLst/>
                <a:gdLst>
                  <a:gd name="T0" fmla="*/ 0 w 45"/>
                  <a:gd name="T1" fmla="*/ 9 h 30"/>
                  <a:gd name="T2" fmla="*/ 6 w 45"/>
                  <a:gd name="T3" fmla="*/ 12 h 30"/>
                  <a:gd name="T4" fmla="*/ 12 w 45"/>
                  <a:gd name="T5" fmla="*/ 15 h 30"/>
                  <a:gd name="T6" fmla="*/ 18 w 45"/>
                  <a:gd name="T7" fmla="*/ 21 h 30"/>
                  <a:gd name="T8" fmla="*/ 21 w 45"/>
                  <a:gd name="T9" fmla="*/ 24 h 30"/>
                  <a:gd name="T10" fmla="*/ 27 w 45"/>
                  <a:gd name="T11" fmla="*/ 21 h 30"/>
                  <a:gd name="T12" fmla="*/ 30 w 45"/>
                  <a:gd name="T13" fmla="*/ 27 h 30"/>
                  <a:gd name="T14" fmla="*/ 36 w 45"/>
                  <a:gd name="T15" fmla="*/ 30 h 30"/>
                  <a:gd name="T16" fmla="*/ 36 w 45"/>
                  <a:gd name="T17" fmla="*/ 30 h 30"/>
                  <a:gd name="T18" fmla="*/ 42 w 45"/>
                  <a:gd name="T19" fmla="*/ 21 h 30"/>
                  <a:gd name="T20" fmla="*/ 42 w 45"/>
                  <a:gd name="T21" fmla="*/ 18 h 30"/>
                  <a:gd name="T22" fmla="*/ 39 w 45"/>
                  <a:gd name="T23" fmla="*/ 12 h 30"/>
                  <a:gd name="T24" fmla="*/ 39 w 45"/>
                  <a:gd name="T25" fmla="*/ 9 h 30"/>
                  <a:gd name="T26" fmla="*/ 39 w 45"/>
                  <a:gd name="T27" fmla="*/ 9 h 30"/>
                  <a:gd name="T28" fmla="*/ 30 w 45"/>
                  <a:gd name="T29" fmla="*/ 3 h 30"/>
                  <a:gd name="T30" fmla="*/ 21 w 45"/>
                  <a:gd name="T31" fmla="*/ 0 h 30"/>
                  <a:gd name="T32" fmla="*/ 12 w 45"/>
                  <a:gd name="T33" fmla="*/ 6 h 30"/>
                  <a:gd name="T34" fmla="*/ 6 w 45"/>
                  <a:gd name="T35" fmla="*/ 3 h 30"/>
                  <a:gd name="T36" fmla="*/ 0 w 45"/>
                  <a:gd name="T37" fmla="*/ 6 h 30"/>
                  <a:gd name="T38" fmla="*/ 0 w 45"/>
                  <a:gd name="T39" fmla="*/ 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5" h="30">
                    <a:moveTo>
                      <a:pt x="0" y="9"/>
                    </a:moveTo>
                    <a:cubicBezTo>
                      <a:pt x="3" y="9"/>
                      <a:pt x="3" y="15"/>
                      <a:pt x="6" y="12"/>
                    </a:cubicBezTo>
                    <a:cubicBezTo>
                      <a:pt x="6" y="12"/>
                      <a:pt x="9" y="15"/>
                      <a:pt x="12" y="15"/>
                    </a:cubicBezTo>
                    <a:cubicBezTo>
                      <a:pt x="12" y="18"/>
                      <a:pt x="18" y="18"/>
                      <a:pt x="18" y="21"/>
                    </a:cubicBezTo>
                    <a:cubicBezTo>
                      <a:pt x="18" y="21"/>
                      <a:pt x="18" y="24"/>
                      <a:pt x="21" y="24"/>
                    </a:cubicBezTo>
                    <a:cubicBezTo>
                      <a:pt x="24" y="24"/>
                      <a:pt x="27" y="21"/>
                      <a:pt x="27" y="21"/>
                    </a:cubicBezTo>
                    <a:cubicBezTo>
                      <a:pt x="27" y="24"/>
                      <a:pt x="27" y="27"/>
                      <a:pt x="30" y="27"/>
                    </a:cubicBezTo>
                    <a:cubicBezTo>
                      <a:pt x="33" y="27"/>
                      <a:pt x="33" y="30"/>
                      <a:pt x="36" y="30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24"/>
                      <a:pt x="39" y="21"/>
                      <a:pt x="42" y="21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5" y="15"/>
                      <a:pt x="39" y="12"/>
                      <a:pt x="39" y="12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6" y="6"/>
                      <a:pt x="33" y="3"/>
                      <a:pt x="30" y="3"/>
                    </a:cubicBezTo>
                    <a:cubicBezTo>
                      <a:pt x="27" y="0"/>
                      <a:pt x="24" y="0"/>
                      <a:pt x="21" y="0"/>
                    </a:cubicBezTo>
                    <a:cubicBezTo>
                      <a:pt x="21" y="3"/>
                      <a:pt x="15" y="6"/>
                      <a:pt x="12" y="6"/>
                    </a:cubicBezTo>
                    <a:cubicBezTo>
                      <a:pt x="12" y="6"/>
                      <a:pt x="9" y="3"/>
                      <a:pt x="6" y="3"/>
                    </a:cubicBezTo>
                    <a:cubicBezTo>
                      <a:pt x="6" y="6"/>
                      <a:pt x="3" y="6"/>
                      <a:pt x="0" y="6"/>
                    </a:cubicBezTo>
                    <a:cubicBezTo>
                      <a:pt x="0" y="6"/>
                      <a:pt x="0" y="6"/>
                      <a:pt x="0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4" name="Freeform 83">
                <a:extLst>
                  <a:ext uri="{FF2B5EF4-FFF2-40B4-BE49-F238E27FC236}">
                    <a16:creationId xmlns:a16="http://schemas.microsoft.com/office/drawing/2014/main" id="{AA84F931-30A8-B88D-CCBC-3784ED29A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0712" y="2097434"/>
                <a:ext cx="194656" cy="132474"/>
              </a:xfrm>
              <a:custGeom>
                <a:avLst/>
                <a:gdLst>
                  <a:gd name="T0" fmla="*/ 93 w 102"/>
                  <a:gd name="T1" fmla="*/ 45 h 69"/>
                  <a:gd name="T2" fmla="*/ 87 w 102"/>
                  <a:gd name="T3" fmla="*/ 42 h 69"/>
                  <a:gd name="T4" fmla="*/ 87 w 102"/>
                  <a:gd name="T5" fmla="*/ 42 h 69"/>
                  <a:gd name="T6" fmla="*/ 87 w 102"/>
                  <a:gd name="T7" fmla="*/ 30 h 69"/>
                  <a:gd name="T8" fmla="*/ 78 w 102"/>
                  <a:gd name="T9" fmla="*/ 15 h 69"/>
                  <a:gd name="T10" fmla="*/ 72 w 102"/>
                  <a:gd name="T11" fmla="*/ 0 h 69"/>
                  <a:gd name="T12" fmla="*/ 66 w 102"/>
                  <a:gd name="T13" fmla="*/ 3 h 69"/>
                  <a:gd name="T14" fmla="*/ 60 w 102"/>
                  <a:gd name="T15" fmla="*/ 6 h 69"/>
                  <a:gd name="T16" fmla="*/ 54 w 102"/>
                  <a:gd name="T17" fmla="*/ 9 h 69"/>
                  <a:gd name="T18" fmla="*/ 48 w 102"/>
                  <a:gd name="T19" fmla="*/ 9 h 69"/>
                  <a:gd name="T20" fmla="*/ 42 w 102"/>
                  <a:gd name="T21" fmla="*/ 6 h 69"/>
                  <a:gd name="T22" fmla="*/ 30 w 102"/>
                  <a:gd name="T23" fmla="*/ 6 h 69"/>
                  <a:gd name="T24" fmla="*/ 27 w 102"/>
                  <a:gd name="T25" fmla="*/ 6 h 69"/>
                  <a:gd name="T26" fmla="*/ 27 w 102"/>
                  <a:gd name="T27" fmla="*/ 9 h 69"/>
                  <a:gd name="T28" fmla="*/ 18 w 102"/>
                  <a:gd name="T29" fmla="*/ 12 h 69"/>
                  <a:gd name="T30" fmla="*/ 9 w 102"/>
                  <a:gd name="T31" fmla="*/ 30 h 69"/>
                  <a:gd name="T32" fmla="*/ 0 w 102"/>
                  <a:gd name="T33" fmla="*/ 36 h 69"/>
                  <a:gd name="T34" fmla="*/ 6 w 102"/>
                  <a:gd name="T35" fmla="*/ 42 h 69"/>
                  <a:gd name="T36" fmla="*/ 9 w 102"/>
                  <a:gd name="T37" fmla="*/ 45 h 69"/>
                  <a:gd name="T38" fmla="*/ 9 w 102"/>
                  <a:gd name="T39" fmla="*/ 54 h 69"/>
                  <a:gd name="T40" fmla="*/ 24 w 102"/>
                  <a:gd name="T41" fmla="*/ 57 h 69"/>
                  <a:gd name="T42" fmla="*/ 24 w 102"/>
                  <a:gd name="T43" fmla="*/ 60 h 69"/>
                  <a:gd name="T44" fmla="*/ 30 w 102"/>
                  <a:gd name="T45" fmla="*/ 66 h 69"/>
                  <a:gd name="T46" fmla="*/ 42 w 102"/>
                  <a:gd name="T47" fmla="*/ 66 h 69"/>
                  <a:gd name="T48" fmla="*/ 54 w 102"/>
                  <a:gd name="T49" fmla="*/ 66 h 69"/>
                  <a:gd name="T50" fmla="*/ 63 w 102"/>
                  <a:gd name="T51" fmla="*/ 63 h 69"/>
                  <a:gd name="T52" fmla="*/ 75 w 102"/>
                  <a:gd name="T53" fmla="*/ 63 h 69"/>
                  <a:gd name="T54" fmla="*/ 84 w 102"/>
                  <a:gd name="T55" fmla="*/ 63 h 69"/>
                  <a:gd name="T56" fmla="*/ 90 w 102"/>
                  <a:gd name="T57" fmla="*/ 66 h 69"/>
                  <a:gd name="T58" fmla="*/ 90 w 102"/>
                  <a:gd name="T59" fmla="*/ 63 h 69"/>
                  <a:gd name="T60" fmla="*/ 96 w 102"/>
                  <a:gd name="T61" fmla="*/ 51 h 69"/>
                  <a:gd name="T62" fmla="*/ 102 w 102"/>
                  <a:gd name="T63" fmla="*/ 45 h 69"/>
                  <a:gd name="T64" fmla="*/ 102 w 102"/>
                  <a:gd name="T65" fmla="*/ 45 h 69"/>
                  <a:gd name="T66" fmla="*/ 99 w 102"/>
                  <a:gd name="T67" fmla="*/ 42 h 69"/>
                  <a:gd name="T68" fmla="*/ 93 w 102"/>
                  <a:gd name="T69" fmla="*/ 4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2" h="69">
                    <a:moveTo>
                      <a:pt x="93" y="45"/>
                    </a:moveTo>
                    <a:cubicBezTo>
                      <a:pt x="90" y="45"/>
                      <a:pt x="87" y="45"/>
                      <a:pt x="87" y="42"/>
                    </a:cubicBezTo>
                    <a:cubicBezTo>
                      <a:pt x="87" y="42"/>
                      <a:pt x="87" y="42"/>
                      <a:pt x="87" y="42"/>
                    </a:cubicBezTo>
                    <a:cubicBezTo>
                      <a:pt x="84" y="39"/>
                      <a:pt x="84" y="33"/>
                      <a:pt x="87" y="30"/>
                    </a:cubicBezTo>
                    <a:cubicBezTo>
                      <a:pt x="90" y="27"/>
                      <a:pt x="81" y="18"/>
                      <a:pt x="78" y="15"/>
                    </a:cubicBezTo>
                    <a:cubicBezTo>
                      <a:pt x="78" y="12"/>
                      <a:pt x="75" y="6"/>
                      <a:pt x="72" y="0"/>
                    </a:cubicBezTo>
                    <a:cubicBezTo>
                      <a:pt x="69" y="3"/>
                      <a:pt x="66" y="3"/>
                      <a:pt x="66" y="3"/>
                    </a:cubicBezTo>
                    <a:cubicBezTo>
                      <a:pt x="66" y="6"/>
                      <a:pt x="63" y="6"/>
                      <a:pt x="60" y="6"/>
                    </a:cubicBezTo>
                    <a:cubicBezTo>
                      <a:pt x="57" y="6"/>
                      <a:pt x="57" y="6"/>
                      <a:pt x="54" y="9"/>
                    </a:cubicBezTo>
                    <a:cubicBezTo>
                      <a:pt x="51" y="9"/>
                      <a:pt x="51" y="9"/>
                      <a:pt x="48" y="9"/>
                    </a:cubicBezTo>
                    <a:cubicBezTo>
                      <a:pt x="48" y="9"/>
                      <a:pt x="45" y="6"/>
                      <a:pt x="42" y="6"/>
                    </a:cubicBezTo>
                    <a:cubicBezTo>
                      <a:pt x="39" y="6"/>
                      <a:pt x="33" y="6"/>
                      <a:pt x="30" y="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7" y="6"/>
                      <a:pt x="27" y="6"/>
                      <a:pt x="27" y="9"/>
                    </a:cubicBezTo>
                    <a:cubicBezTo>
                      <a:pt x="24" y="9"/>
                      <a:pt x="21" y="12"/>
                      <a:pt x="18" y="12"/>
                    </a:cubicBezTo>
                    <a:cubicBezTo>
                      <a:pt x="18" y="15"/>
                      <a:pt x="12" y="27"/>
                      <a:pt x="9" y="30"/>
                    </a:cubicBezTo>
                    <a:cubicBezTo>
                      <a:pt x="3" y="33"/>
                      <a:pt x="0" y="33"/>
                      <a:pt x="0" y="36"/>
                    </a:cubicBezTo>
                    <a:cubicBezTo>
                      <a:pt x="0" y="36"/>
                      <a:pt x="6" y="39"/>
                      <a:pt x="6" y="42"/>
                    </a:cubicBezTo>
                    <a:cubicBezTo>
                      <a:pt x="6" y="45"/>
                      <a:pt x="6" y="45"/>
                      <a:pt x="9" y="45"/>
                    </a:cubicBezTo>
                    <a:cubicBezTo>
                      <a:pt x="12" y="45"/>
                      <a:pt x="9" y="51"/>
                      <a:pt x="9" y="54"/>
                    </a:cubicBezTo>
                    <a:cubicBezTo>
                      <a:pt x="12" y="54"/>
                      <a:pt x="24" y="54"/>
                      <a:pt x="24" y="57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7" y="63"/>
                      <a:pt x="30" y="66"/>
                      <a:pt x="30" y="66"/>
                    </a:cubicBezTo>
                    <a:cubicBezTo>
                      <a:pt x="30" y="66"/>
                      <a:pt x="39" y="66"/>
                      <a:pt x="42" y="66"/>
                    </a:cubicBezTo>
                    <a:cubicBezTo>
                      <a:pt x="42" y="66"/>
                      <a:pt x="51" y="66"/>
                      <a:pt x="54" y="66"/>
                    </a:cubicBezTo>
                    <a:cubicBezTo>
                      <a:pt x="57" y="69"/>
                      <a:pt x="60" y="66"/>
                      <a:pt x="63" y="63"/>
                    </a:cubicBezTo>
                    <a:cubicBezTo>
                      <a:pt x="63" y="63"/>
                      <a:pt x="72" y="60"/>
                      <a:pt x="75" y="63"/>
                    </a:cubicBezTo>
                    <a:cubicBezTo>
                      <a:pt x="78" y="63"/>
                      <a:pt x="84" y="63"/>
                      <a:pt x="84" y="63"/>
                    </a:cubicBezTo>
                    <a:cubicBezTo>
                      <a:pt x="84" y="66"/>
                      <a:pt x="87" y="66"/>
                      <a:pt x="90" y="66"/>
                    </a:cubicBezTo>
                    <a:cubicBezTo>
                      <a:pt x="90" y="63"/>
                      <a:pt x="90" y="63"/>
                      <a:pt x="90" y="63"/>
                    </a:cubicBezTo>
                    <a:cubicBezTo>
                      <a:pt x="90" y="57"/>
                      <a:pt x="93" y="54"/>
                      <a:pt x="96" y="51"/>
                    </a:cubicBezTo>
                    <a:cubicBezTo>
                      <a:pt x="99" y="51"/>
                      <a:pt x="102" y="51"/>
                      <a:pt x="102" y="45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99" y="42"/>
                      <a:pt x="99" y="42"/>
                      <a:pt x="99" y="42"/>
                    </a:cubicBezTo>
                    <a:cubicBezTo>
                      <a:pt x="96" y="42"/>
                      <a:pt x="93" y="45"/>
                      <a:pt x="93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5" name="Freeform 84">
                <a:extLst>
                  <a:ext uri="{FF2B5EF4-FFF2-40B4-BE49-F238E27FC236}">
                    <a16:creationId xmlns:a16="http://schemas.microsoft.com/office/drawing/2014/main" id="{3F60B93F-3A6E-183F-98BA-8491AB865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93" y="2097434"/>
                <a:ext cx="62182" cy="79755"/>
              </a:xfrm>
              <a:custGeom>
                <a:avLst/>
                <a:gdLst>
                  <a:gd name="T0" fmla="*/ 24 w 33"/>
                  <a:gd name="T1" fmla="*/ 9 h 42"/>
                  <a:gd name="T2" fmla="*/ 18 w 33"/>
                  <a:gd name="T3" fmla="*/ 3 h 42"/>
                  <a:gd name="T4" fmla="*/ 9 w 33"/>
                  <a:gd name="T5" fmla="*/ 0 h 42"/>
                  <a:gd name="T6" fmla="*/ 0 w 33"/>
                  <a:gd name="T7" fmla="*/ 0 h 42"/>
                  <a:gd name="T8" fmla="*/ 6 w 33"/>
                  <a:gd name="T9" fmla="*/ 15 h 42"/>
                  <a:gd name="T10" fmla="*/ 15 w 33"/>
                  <a:gd name="T11" fmla="*/ 30 h 42"/>
                  <a:gd name="T12" fmla="*/ 15 w 33"/>
                  <a:gd name="T13" fmla="*/ 42 h 42"/>
                  <a:gd name="T14" fmla="*/ 21 w 33"/>
                  <a:gd name="T15" fmla="*/ 33 h 42"/>
                  <a:gd name="T16" fmla="*/ 27 w 33"/>
                  <a:gd name="T17" fmla="*/ 27 h 42"/>
                  <a:gd name="T18" fmla="*/ 33 w 33"/>
                  <a:gd name="T19" fmla="*/ 30 h 42"/>
                  <a:gd name="T20" fmla="*/ 33 w 33"/>
                  <a:gd name="T21" fmla="*/ 21 h 42"/>
                  <a:gd name="T22" fmla="*/ 24 w 33"/>
                  <a:gd name="T23" fmla="*/ 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42">
                    <a:moveTo>
                      <a:pt x="24" y="9"/>
                    </a:moveTo>
                    <a:cubicBezTo>
                      <a:pt x="24" y="6"/>
                      <a:pt x="18" y="3"/>
                      <a:pt x="18" y="3"/>
                    </a:cubicBezTo>
                    <a:cubicBezTo>
                      <a:pt x="15" y="3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3" y="6"/>
                      <a:pt x="6" y="12"/>
                      <a:pt x="6" y="15"/>
                    </a:cubicBezTo>
                    <a:cubicBezTo>
                      <a:pt x="9" y="18"/>
                      <a:pt x="18" y="27"/>
                      <a:pt x="15" y="30"/>
                    </a:cubicBezTo>
                    <a:cubicBezTo>
                      <a:pt x="12" y="33"/>
                      <a:pt x="12" y="39"/>
                      <a:pt x="15" y="42"/>
                    </a:cubicBezTo>
                    <a:cubicBezTo>
                      <a:pt x="18" y="42"/>
                      <a:pt x="21" y="33"/>
                      <a:pt x="21" y="33"/>
                    </a:cubicBezTo>
                    <a:cubicBezTo>
                      <a:pt x="21" y="30"/>
                      <a:pt x="24" y="27"/>
                      <a:pt x="27" y="27"/>
                    </a:cubicBezTo>
                    <a:cubicBezTo>
                      <a:pt x="30" y="30"/>
                      <a:pt x="33" y="30"/>
                      <a:pt x="33" y="30"/>
                    </a:cubicBezTo>
                    <a:cubicBezTo>
                      <a:pt x="33" y="27"/>
                      <a:pt x="33" y="24"/>
                      <a:pt x="33" y="21"/>
                    </a:cubicBezTo>
                    <a:cubicBezTo>
                      <a:pt x="30" y="21"/>
                      <a:pt x="27" y="15"/>
                      <a:pt x="24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6" name="Freeform 85">
                <a:extLst>
                  <a:ext uri="{FF2B5EF4-FFF2-40B4-BE49-F238E27FC236}">
                    <a16:creationId xmlns:a16="http://schemas.microsoft.com/office/drawing/2014/main" id="{98B134EE-E0D9-A307-B1BE-C05ED0398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9913" y="2212336"/>
                <a:ext cx="132474" cy="74348"/>
              </a:xfrm>
              <a:custGeom>
                <a:avLst/>
                <a:gdLst>
                  <a:gd name="T0" fmla="*/ 54 w 69"/>
                  <a:gd name="T1" fmla="*/ 3 h 39"/>
                  <a:gd name="T2" fmla="*/ 42 w 69"/>
                  <a:gd name="T3" fmla="*/ 3 h 39"/>
                  <a:gd name="T4" fmla="*/ 33 w 69"/>
                  <a:gd name="T5" fmla="*/ 6 h 39"/>
                  <a:gd name="T6" fmla="*/ 21 w 69"/>
                  <a:gd name="T7" fmla="*/ 6 h 39"/>
                  <a:gd name="T8" fmla="*/ 9 w 69"/>
                  <a:gd name="T9" fmla="*/ 6 h 39"/>
                  <a:gd name="T10" fmla="*/ 3 w 69"/>
                  <a:gd name="T11" fmla="*/ 0 h 39"/>
                  <a:gd name="T12" fmla="*/ 0 w 69"/>
                  <a:gd name="T13" fmla="*/ 3 h 39"/>
                  <a:gd name="T14" fmla="*/ 0 w 69"/>
                  <a:gd name="T15" fmla="*/ 9 h 39"/>
                  <a:gd name="T16" fmla="*/ 6 w 69"/>
                  <a:gd name="T17" fmla="*/ 18 h 39"/>
                  <a:gd name="T18" fmla="*/ 0 w 69"/>
                  <a:gd name="T19" fmla="*/ 21 h 39"/>
                  <a:gd name="T20" fmla="*/ 0 w 69"/>
                  <a:gd name="T21" fmla="*/ 27 h 39"/>
                  <a:gd name="T22" fmla="*/ 6 w 69"/>
                  <a:gd name="T23" fmla="*/ 36 h 39"/>
                  <a:gd name="T24" fmla="*/ 9 w 69"/>
                  <a:gd name="T25" fmla="*/ 39 h 39"/>
                  <a:gd name="T26" fmla="*/ 24 w 69"/>
                  <a:gd name="T27" fmla="*/ 39 h 39"/>
                  <a:gd name="T28" fmla="*/ 36 w 69"/>
                  <a:gd name="T29" fmla="*/ 39 h 39"/>
                  <a:gd name="T30" fmla="*/ 42 w 69"/>
                  <a:gd name="T31" fmla="*/ 36 h 39"/>
                  <a:gd name="T32" fmla="*/ 45 w 69"/>
                  <a:gd name="T33" fmla="*/ 36 h 39"/>
                  <a:gd name="T34" fmla="*/ 45 w 69"/>
                  <a:gd name="T35" fmla="*/ 33 h 39"/>
                  <a:gd name="T36" fmla="*/ 57 w 69"/>
                  <a:gd name="T37" fmla="*/ 33 h 39"/>
                  <a:gd name="T38" fmla="*/ 63 w 69"/>
                  <a:gd name="T39" fmla="*/ 30 h 39"/>
                  <a:gd name="T40" fmla="*/ 60 w 69"/>
                  <a:gd name="T41" fmla="*/ 27 h 39"/>
                  <a:gd name="T42" fmla="*/ 60 w 69"/>
                  <a:gd name="T43" fmla="*/ 21 h 39"/>
                  <a:gd name="T44" fmla="*/ 69 w 69"/>
                  <a:gd name="T45" fmla="*/ 9 h 39"/>
                  <a:gd name="T46" fmla="*/ 69 w 69"/>
                  <a:gd name="T47" fmla="*/ 6 h 39"/>
                  <a:gd name="T48" fmla="*/ 63 w 69"/>
                  <a:gd name="T49" fmla="*/ 3 h 39"/>
                  <a:gd name="T50" fmla="*/ 54 w 69"/>
                  <a:gd name="T51" fmla="*/ 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9" h="39">
                    <a:moveTo>
                      <a:pt x="54" y="3"/>
                    </a:moveTo>
                    <a:cubicBezTo>
                      <a:pt x="51" y="0"/>
                      <a:pt x="42" y="3"/>
                      <a:pt x="42" y="3"/>
                    </a:cubicBezTo>
                    <a:cubicBezTo>
                      <a:pt x="39" y="6"/>
                      <a:pt x="36" y="9"/>
                      <a:pt x="33" y="6"/>
                    </a:cubicBezTo>
                    <a:cubicBezTo>
                      <a:pt x="30" y="6"/>
                      <a:pt x="21" y="6"/>
                      <a:pt x="21" y="6"/>
                    </a:cubicBezTo>
                    <a:cubicBezTo>
                      <a:pt x="18" y="6"/>
                      <a:pt x="9" y="6"/>
                      <a:pt x="9" y="6"/>
                    </a:cubicBezTo>
                    <a:cubicBezTo>
                      <a:pt x="9" y="6"/>
                      <a:pt x="6" y="3"/>
                      <a:pt x="3" y="0"/>
                    </a:cubicBezTo>
                    <a:cubicBezTo>
                      <a:pt x="3" y="3"/>
                      <a:pt x="3" y="3"/>
                      <a:pt x="0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12"/>
                      <a:pt x="6" y="18"/>
                      <a:pt x="6" y="18"/>
                    </a:cubicBezTo>
                    <a:cubicBezTo>
                      <a:pt x="3" y="18"/>
                      <a:pt x="0" y="21"/>
                      <a:pt x="0" y="21"/>
                    </a:cubicBezTo>
                    <a:cubicBezTo>
                      <a:pt x="0" y="24"/>
                      <a:pt x="0" y="27"/>
                      <a:pt x="0" y="27"/>
                    </a:cubicBezTo>
                    <a:cubicBezTo>
                      <a:pt x="3" y="27"/>
                      <a:pt x="6" y="33"/>
                      <a:pt x="6" y="36"/>
                    </a:cubicBezTo>
                    <a:cubicBezTo>
                      <a:pt x="9" y="36"/>
                      <a:pt x="9" y="36"/>
                      <a:pt x="9" y="39"/>
                    </a:cubicBezTo>
                    <a:cubicBezTo>
                      <a:pt x="15" y="36"/>
                      <a:pt x="24" y="36"/>
                      <a:pt x="24" y="39"/>
                    </a:cubicBezTo>
                    <a:cubicBezTo>
                      <a:pt x="27" y="39"/>
                      <a:pt x="36" y="39"/>
                      <a:pt x="36" y="39"/>
                    </a:cubicBezTo>
                    <a:cubicBezTo>
                      <a:pt x="39" y="39"/>
                      <a:pt x="42" y="39"/>
                      <a:pt x="42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48" y="30"/>
                      <a:pt x="54" y="30"/>
                      <a:pt x="57" y="33"/>
                    </a:cubicBezTo>
                    <a:cubicBezTo>
                      <a:pt x="60" y="33"/>
                      <a:pt x="60" y="33"/>
                      <a:pt x="63" y="30"/>
                    </a:cubicBezTo>
                    <a:cubicBezTo>
                      <a:pt x="63" y="30"/>
                      <a:pt x="63" y="27"/>
                      <a:pt x="60" y="27"/>
                    </a:cubicBezTo>
                    <a:cubicBezTo>
                      <a:pt x="60" y="27"/>
                      <a:pt x="57" y="21"/>
                      <a:pt x="60" y="21"/>
                    </a:cubicBezTo>
                    <a:cubicBezTo>
                      <a:pt x="60" y="18"/>
                      <a:pt x="63" y="12"/>
                      <a:pt x="69" y="9"/>
                    </a:cubicBezTo>
                    <a:cubicBezTo>
                      <a:pt x="69" y="9"/>
                      <a:pt x="69" y="9"/>
                      <a:pt x="69" y="6"/>
                    </a:cubicBezTo>
                    <a:cubicBezTo>
                      <a:pt x="66" y="6"/>
                      <a:pt x="63" y="6"/>
                      <a:pt x="63" y="3"/>
                    </a:cubicBezTo>
                    <a:cubicBezTo>
                      <a:pt x="63" y="3"/>
                      <a:pt x="57" y="3"/>
                      <a:pt x="54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7" name="Freeform 86">
                <a:extLst>
                  <a:ext uri="{FF2B5EF4-FFF2-40B4-BE49-F238E27FC236}">
                    <a16:creationId xmlns:a16="http://schemas.microsoft.com/office/drawing/2014/main" id="{A5D1D9AB-FAA9-9B32-5C19-385C8DA5B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0712" y="2258296"/>
                <a:ext cx="56775" cy="45961"/>
              </a:xfrm>
              <a:custGeom>
                <a:avLst/>
                <a:gdLst>
                  <a:gd name="T0" fmla="*/ 6 w 30"/>
                  <a:gd name="T1" fmla="*/ 24 h 24"/>
                  <a:gd name="T2" fmla="*/ 6 w 30"/>
                  <a:gd name="T3" fmla="*/ 24 h 24"/>
                  <a:gd name="T4" fmla="*/ 9 w 30"/>
                  <a:gd name="T5" fmla="*/ 24 h 24"/>
                  <a:gd name="T6" fmla="*/ 9 w 30"/>
                  <a:gd name="T7" fmla="*/ 24 h 24"/>
                  <a:gd name="T8" fmla="*/ 9 w 30"/>
                  <a:gd name="T9" fmla="*/ 24 h 24"/>
                  <a:gd name="T10" fmla="*/ 9 w 30"/>
                  <a:gd name="T11" fmla="*/ 24 h 24"/>
                  <a:gd name="T12" fmla="*/ 12 w 30"/>
                  <a:gd name="T13" fmla="*/ 24 h 24"/>
                  <a:gd name="T14" fmla="*/ 12 w 30"/>
                  <a:gd name="T15" fmla="*/ 24 h 24"/>
                  <a:gd name="T16" fmla="*/ 12 w 30"/>
                  <a:gd name="T17" fmla="*/ 21 h 24"/>
                  <a:gd name="T18" fmla="*/ 15 w 30"/>
                  <a:gd name="T19" fmla="*/ 21 h 24"/>
                  <a:gd name="T20" fmla="*/ 15 w 30"/>
                  <a:gd name="T21" fmla="*/ 21 h 24"/>
                  <a:gd name="T22" fmla="*/ 21 w 30"/>
                  <a:gd name="T23" fmla="*/ 18 h 24"/>
                  <a:gd name="T24" fmla="*/ 30 w 30"/>
                  <a:gd name="T25" fmla="*/ 15 h 24"/>
                  <a:gd name="T26" fmla="*/ 30 w 30"/>
                  <a:gd name="T27" fmla="*/ 15 h 24"/>
                  <a:gd name="T28" fmla="*/ 27 w 30"/>
                  <a:gd name="T29" fmla="*/ 12 h 24"/>
                  <a:gd name="T30" fmla="*/ 21 w 30"/>
                  <a:gd name="T31" fmla="*/ 3 h 24"/>
                  <a:gd name="T32" fmla="*/ 21 w 30"/>
                  <a:gd name="T33" fmla="*/ 3 h 24"/>
                  <a:gd name="T34" fmla="*/ 21 w 30"/>
                  <a:gd name="T35" fmla="*/ 3 h 24"/>
                  <a:gd name="T36" fmla="*/ 21 w 30"/>
                  <a:gd name="T37" fmla="*/ 0 h 24"/>
                  <a:gd name="T38" fmla="*/ 3 w 30"/>
                  <a:gd name="T39" fmla="*/ 6 h 24"/>
                  <a:gd name="T40" fmla="*/ 3 w 30"/>
                  <a:gd name="T41" fmla="*/ 3 h 24"/>
                  <a:gd name="T42" fmla="*/ 0 w 30"/>
                  <a:gd name="T43" fmla="*/ 15 h 24"/>
                  <a:gd name="T44" fmla="*/ 6 w 30"/>
                  <a:gd name="T4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24">
                    <a:moveTo>
                      <a:pt x="6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6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2" y="24"/>
                      <a:pt x="12" y="21"/>
                    </a:cubicBezTo>
                    <a:cubicBezTo>
                      <a:pt x="12" y="21"/>
                      <a:pt x="12" y="21"/>
                      <a:pt x="15" y="21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8" y="21"/>
                      <a:pt x="18" y="18"/>
                      <a:pt x="21" y="18"/>
                    </a:cubicBezTo>
                    <a:cubicBezTo>
                      <a:pt x="21" y="21"/>
                      <a:pt x="30" y="15"/>
                      <a:pt x="30" y="15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12"/>
                      <a:pt x="30" y="12"/>
                      <a:pt x="27" y="12"/>
                    </a:cubicBezTo>
                    <a:cubicBezTo>
                      <a:pt x="27" y="9"/>
                      <a:pt x="24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0"/>
                    </a:cubicBezTo>
                    <a:cubicBezTo>
                      <a:pt x="15" y="3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3"/>
                    </a:cubicBezTo>
                    <a:cubicBezTo>
                      <a:pt x="0" y="9"/>
                      <a:pt x="0" y="12"/>
                      <a:pt x="0" y="15"/>
                    </a:cubicBezTo>
                    <a:cubicBezTo>
                      <a:pt x="0" y="18"/>
                      <a:pt x="3" y="21"/>
                      <a:pt x="6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8" name="Freeform 87">
                <a:extLst>
                  <a:ext uri="{FF2B5EF4-FFF2-40B4-BE49-F238E27FC236}">
                    <a16:creationId xmlns:a16="http://schemas.microsoft.com/office/drawing/2014/main" id="{5E6E73A2-C7A7-6B89-DB24-1F4715E52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9913" y="1982533"/>
                <a:ext cx="385257" cy="224395"/>
              </a:xfrm>
              <a:custGeom>
                <a:avLst/>
                <a:gdLst>
                  <a:gd name="T0" fmla="*/ 186 w 201"/>
                  <a:gd name="T1" fmla="*/ 69 h 117"/>
                  <a:gd name="T2" fmla="*/ 198 w 201"/>
                  <a:gd name="T3" fmla="*/ 60 h 117"/>
                  <a:gd name="T4" fmla="*/ 198 w 201"/>
                  <a:gd name="T5" fmla="*/ 54 h 117"/>
                  <a:gd name="T6" fmla="*/ 201 w 201"/>
                  <a:gd name="T7" fmla="*/ 45 h 117"/>
                  <a:gd name="T8" fmla="*/ 183 w 201"/>
                  <a:gd name="T9" fmla="*/ 39 h 117"/>
                  <a:gd name="T10" fmla="*/ 168 w 201"/>
                  <a:gd name="T11" fmla="*/ 33 h 117"/>
                  <a:gd name="T12" fmla="*/ 156 w 201"/>
                  <a:gd name="T13" fmla="*/ 33 h 117"/>
                  <a:gd name="T14" fmla="*/ 147 w 201"/>
                  <a:gd name="T15" fmla="*/ 30 h 117"/>
                  <a:gd name="T16" fmla="*/ 135 w 201"/>
                  <a:gd name="T17" fmla="*/ 18 h 117"/>
                  <a:gd name="T18" fmla="*/ 129 w 201"/>
                  <a:gd name="T19" fmla="*/ 3 h 117"/>
                  <a:gd name="T20" fmla="*/ 114 w 201"/>
                  <a:gd name="T21" fmla="*/ 3 h 117"/>
                  <a:gd name="T22" fmla="*/ 105 w 201"/>
                  <a:gd name="T23" fmla="*/ 3 h 117"/>
                  <a:gd name="T24" fmla="*/ 90 w 201"/>
                  <a:gd name="T25" fmla="*/ 12 h 117"/>
                  <a:gd name="T26" fmla="*/ 78 w 201"/>
                  <a:gd name="T27" fmla="*/ 15 h 117"/>
                  <a:gd name="T28" fmla="*/ 63 w 201"/>
                  <a:gd name="T29" fmla="*/ 12 h 117"/>
                  <a:gd name="T30" fmla="*/ 45 w 201"/>
                  <a:gd name="T31" fmla="*/ 9 h 117"/>
                  <a:gd name="T32" fmla="*/ 21 w 201"/>
                  <a:gd name="T33" fmla="*/ 12 h 117"/>
                  <a:gd name="T34" fmla="*/ 15 w 201"/>
                  <a:gd name="T35" fmla="*/ 18 h 117"/>
                  <a:gd name="T36" fmla="*/ 15 w 201"/>
                  <a:gd name="T37" fmla="*/ 33 h 117"/>
                  <a:gd name="T38" fmla="*/ 3 w 201"/>
                  <a:gd name="T39" fmla="*/ 51 h 117"/>
                  <a:gd name="T40" fmla="*/ 3 w 201"/>
                  <a:gd name="T41" fmla="*/ 63 h 117"/>
                  <a:gd name="T42" fmla="*/ 9 w 201"/>
                  <a:gd name="T43" fmla="*/ 66 h 117"/>
                  <a:gd name="T44" fmla="*/ 27 w 201"/>
                  <a:gd name="T45" fmla="*/ 69 h 117"/>
                  <a:gd name="T46" fmla="*/ 39 w 201"/>
                  <a:gd name="T47" fmla="*/ 66 h 117"/>
                  <a:gd name="T48" fmla="*/ 60 w 201"/>
                  <a:gd name="T49" fmla="*/ 60 h 117"/>
                  <a:gd name="T50" fmla="*/ 75 w 201"/>
                  <a:gd name="T51" fmla="*/ 69 h 117"/>
                  <a:gd name="T52" fmla="*/ 84 w 201"/>
                  <a:gd name="T53" fmla="*/ 90 h 117"/>
                  <a:gd name="T54" fmla="*/ 72 w 201"/>
                  <a:gd name="T55" fmla="*/ 93 h 117"/>
                  <a:gd name="T56" fmla="*/ 72 w 201"/>
                  <a:gd name="T57" fmla="*/ 105 h 117"/>
                  <a:gd name="T58" fmla="*/ 81 w 201"/>
                  <a:gd name="T59" fmla="*/ 105 h 117"/>
                  <a:gd name="T60" fmla="*/ 96 w 201"/>
                  <a:gd name="T61" fmla="*/ 87 h 117"/>
                  <a:gd name="T62" fmla="*/ 111 w 201"/>
                  <a:gd name="T63" fmla="*/ 90 h 117"/>
                  <a:gd name="T64" fmla="*/ 114 w 201"/>
                  <a:gd name="T65" fmla="*/ 102 h 117"/>
                  <a:gd name="T66" fmla="*/ 126 w 201"/>
                  <a:gd name="T67" fmla="*/ 117 h 117"/>
                  <a:gd name="T68" fmla="*/ 144 w 201"/>
                  <a:gd name="T69" fmla="*/ 108 h 117"/>
                  <a:gd name="T70" fmla="*/ 150 w 201"/>
                  <a:gd name="T71" fmla="*/ 105 h 117"/>
                  <a:gd name="T72" fmla="*/ 153 w 201"/>
                  <a:gd name="T73" fmla="*/ 87 h 117"/>
                  <a:gd name="T74" fmla="*/ 177 w 201"/>
                  <a:gd name="T75" fmla="*/ 7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01" h="117">
                    <a:moveTo>
                      <a:pt x="177" y="75"/>
                    </a:moveTo>
                    <a:cubicBezTo>
                      <a:pt x="180" y="75"/>
                      <a:pt x="186" y="69"/>
                      <a:pt x="186" y="69"/>
                    </a:cubicBezTo>
                    <a:cubicBezTo>
                      <a:pt x="189" y="69"/>
                      <a:pt x="195" y="69"/>
                      <a:pt x="195" y="69"/>
                    </a:cubicBezTo>
                    <a:cubicBezTo>
                      <a:pt x="195" y="66"/>
                      <a:pt x="198" y="63"/>
                      <a:pt x="198" y="60"/>
                    </a:cubicBezTo>
                    <a:cubicBezTo>
                      <a:pt x="195" y="57"/>
                      <a:pt x="195" y="57"/>
                      <a:pt x="195" y="57"/>
                    </a:cubicBezTo>
                    <a:cubicBezTo>
                      <a:pt x="195" y="57"/>
                      <a:pt x="198" y="57"/>
                      <a:pt x="198" y="54"/>
                    </a:cubicBezTo>
                    <a:cubicBezTo>
                      <a:pt x="195" y="51"/>
                      <a:pt x="195" y="51"/>
                      <a:pt x="195" y="51"/>
                    </a:cubicBezTo>
                    <a:cubicBezTo>
                      <a:pt x="195" y="51"/>
                      <a:pt x="201" y="48"/>
                      <a:pt x="201" y="45"/>
                    </a:cubicBezTo>
                    <a:cubicBezTo>
                      <a:pt x="198" y="45"/>
                      <a:pt x="195" y="45"/>
                      <a:pt x="192" y="42"/>
                    </a:cubicBezTo>
                    <a:cubicBezTo>
                      <a:pt x="189" y="42"/>
                      <a:pt x="186" y="42"/>
                      <a:pt x="183" y="39"/>
                    </a:cubicBezTo>
                    <a:cubicBezTo>
                      <a:pt x="180" y="39"/>
                      <a:pt x="174" y="39"/>
                      <a:pt x="174" y="39"/>
                    </a:cubicBezTo>
                    <a:cubicBezTo>
                      <a:pt x="174" y="36"/>
                      <a:pt x="171" y="33"/>
                      <a:pt x="168" y="33"/>
                    </a:cubicBezTo>
                    <a:cubicBezTo>
                      <a:pt x="168" y="30"/>
                      <a:pt x="165" y="33"/>
                      <a:pt x="162" y="33"/>
                    </a:cubicBezTo>
                    <a:cubicBezTo>
                      <a:pt x="162" y="33"/>
                      <a:pt x="159" y="36"/>
                      <a:pt x="156" y="33"/>
                    </a:cubicBezTo>
                    <a:cubicBezTo>
                      <a:pt x="153" y="30"/>
                      <a:pt x="153" y="30"/>
                      <a:pt x="153" y="30"/>
                    </a:cubicBezTo>
                    <a:cubicBezTo>
                      <a:pt x="150" y="33"/>
                      <a:pt x="147" y="30"/>
                      <a:pt x="147" y="30"/>
                    </a:cubicBezTo>
                    <a:cubicBezTo>
                      <a:pt x="147" y="27"/>
                      <a:pt x="144" y="21"/>
                      <a:pt x="144" y="21"/>
                    </a:cubicBezTo>
                    <a:cubicBezTo>
                      <a:pt x="141" y="18"/>
                      <a:pt x="135" y="21"/>
                      <a:pt x="135" y="18"/>
                    </a:cubicBezTo>
                    <a:cubicBezTo>
                      <a:pt x="132" y="15"/>
                      <a:pt x="132" y="12"/>
                      <a:pt x="132" y="12"/>
                    </a:cubicBezTo>
                    <a:cubicBezTo>
                      <a:pt x="132" y="9"/>
                      <a:pt x="132" y="6"/>
                      <a:pt x="129" y="3"/>
                    </a:cubicBezTo>
                    <a:cubicBezTo>
                      <a:pt x="129" y="0"/>
                      <a:pt x="123" y="0"/>
                      <a:pt x="120" y="3"/>
                    </a:cubicBezTo>
                    <a:cubicBezTo>
                      <a:pt x="120" y="3"/>
                      <a:pt x="114" y="0"/>
                      <a:pt x="114" y="3"/>
                    </a:cubicBezTo>
                    <a:cubicBezTo>
                      <a:pt x="111" y="3"/>
                      <a:pt x="111" y="6"/>
                      <a:pt x="108" y="6"/>
                    </a:cubicBezTo>
                    <a:cubicBezTo>
                      <a:pt x="108" y="6"/>
                      <a:pt x="105" y="6"/>
                      <a:pt x="105" y="3"/>
                    </a:cubicBezTo>
                    <a:cubicBezTo>
                      <a:pt x="102" y="6"/>
                      <a:pt x="99" y="6"/>
                      <a:pt x="99" y="6"/>
                    </a:cubicBezTo>
                    <a:cubicBezTo>
                      <a:pt x="90" y="12"/>
                      <a:pt x="90" y="12"/>
                      <a:pt x="90" y="12"/>
                    </a:cubicBezTo>
                    <a:cubicBezTo>
                      <a:pt x="90" y="15"/>
                      <a:pt x="90" y="18"/>
                      <a:pt x="90" y="15"/>
                    </a:cubicBezTo>
                    <a:cubicBezTo>
                      <a:pt x="87" y="15"/>
                      <a:pt x="81" y="15"/>
                      <a:pt x="78" y="15"/>
                    </a:cubicBezTo>
                    <a:cubicBezTo>
                      <a:pt x="78" y="18"/>
                      <a:pt x="75" y="12"/>
                      <a:pt x="72" y="12"/>
                    </a:cubicBezTo>
                    <a:cubicBezTo>
                      <a:pt x="69" y="15"/>
                      <a:pt x="66" y="12"/>
                      <a:pt x="63" y="12"/>
                    </a:cubicBezTo>
                    <a:cubicBezTo>
                      <a:pt x="63" y="15"/>
                      <a:pt x="60" y="12"/>
                      <a:pt x="57" y="12"/>
                    </a:cubicBezTo>
                    <a:cubicBezTo>
                      <a:pt x="54" y="9"/>
                      <a:pt x="48" y="12"/>
                      <a:pt x="45" y="9"/>
                    </a:cubicBezTo>
                    <a:cubicBezTo>
                      <a:pt x="45" y="9"/>
                      <a:pt x="30" y="9"/>
                      <a:pt x="27" y="9"/>
                    </a:cubicBezTo>
                    <a:cubicBezTo>
                      <a:pt x="24" y="9"/>
                      <a:pt x="21" y="9"/>
                      <a:pt x="21" y="12"/>
                    </a:cubicBezTo>
                    <a:cubicBezTo>
                      <a:pt x="18" y="15"/>
                      <a:pt x="15" y="12"/>
                      <a:pt x="15" y="12"/>
                    </a:cubicBezTo>
                    <a:cubicBezTo>
                      <a:pt x="15" y="15"/>
                      <a:pt x="15" y="15"/>
                      <a:pt x="15" y="18"/>
                    </a:cubicBezTo>
                    <a:cubicBezTo>
                      <a:pt x="15" y="18"/>
                      <a:pt x="21" y="27"/>
                      <a:pt x="18" y="27"/>
                    </a:cubicBezTo>
                    <a:cubicBezTo>
                      <a:pt x="18" y="30"/>
                      <a:pt x="15" y="30"/>
                      <a:pt x="15" y="33"/>
                    </a:cubicBezTo>
                    <a:cubicBezTo>
                      <a:pt x="12" y="33"/>
                      <a:pt x="3" y="42"/>
                      <a:pt x="3" y="42"/>
                    </a:cubicBezTo>
                    <a:cubicBezTo>
                      <a:pt x="3" y="45"/>
                      <a:pt x="6" y="51"/>
                      <a:pt x="3" y="51"/>
                    </a:cubicBezTo>
                    <a:cubicBezTo>
                      <a:pt x="3" y="51"/>
                      <a:pt x="0" y="57"/>
                      <a:pt x="0" y="60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9" y="66"/>
                      <a:pt x="9" y="66"/>
                      <a:pt x="9" y="66"/>
                    </a:cubicBezTo>
                    <a:cubicBezTo>
                      <a:pt x="12" y="66"/>
                      <a:pt x="18" y="66"/>
                      <a:pt x="21" y="66"/>
                    </a:cubicBezTo>
                    <a:cubicBezTo>
                      <a:pt x="24" y="66"/>
                      <a:pt x="27" y="69"/>
                      <a:pt x="27" y="69"/>
                    </a:cubicBezTo>
                    <a:cubicBezTo>
                      <a:pt x="30" y="69"/>
                      <a:pt x="30" y="69"/>
                      <a:pt x="33" y="69"/>
                    </a:cubicBezTo>
                    <a:cubicBezTo>
                      <a:pt x="36" y="66"/>
                      <a:pt x="36" y="66"/>
                      <a:pt x="39" y="66"/>
                    </a:cubicBezTo>
                    <a:cubicBezTo>
                      <a:pt x="42" y="66"/>
                      <a:pt x="45" y="66"/>
                      <a:pt x="45" y="63"/>
                    </a:cubicBezTo>
                    <a:cubicBezTo>
                      <a:pt x="45" y="63"/>
                      <a:pt x="57" y="60"/>
                      <a:pt x="60" y="60"/>
                    </a:cubicBezTo>
                    <a:cubicBezTo>
                      <a:pt x="60" y="60"/>
                      <a:pt x="66" y="63"/>
                      <a:pt x="69" y="63"/>
                    </a:cubicBezTo>
                    <a:cubicBezTo>
                      <a:pt x="69" y="63"/>
                      <a:pt x="75" y="66"/>
                      <a:pt x="75" y="69"/>
                    </a:cubicBezTo>
                    <a:cubicBezTo>
                      <a:pt x="78" y="75"/>
                      <a:pt x="81" y="81"/>
                      <a:pt x="84" y="81"/>
                    </a:cubicBezTo>
                    <a:cubicBezTo>
                      <a:pt x="84" y="84"/>
                      <a:pt x="84" y="87"/>
                      <a:pt x="84" y="90"/>
                    </a:cubicBezTo>
                    <a:cubicBezTo>
                      <a:pt x="84" y="90"/>
                      <a:pt x="81" y="90"/>
                      <a:pt x="78" y="87"/>
                    </a:cubicBezTo>
                    <a:cubicBezTo>
                      <a:pt x="75" y="87"/>
                      <a:pt x="72" y="90"/>
                      <a:pt x="72" y="93"/>
                    </a:cubicBezTo>
                    <a:cubicBezTo>
                      <a:pt x="72" y="96"/>
                      <a:pt x="69" y="102"/>
                      <a:pt x="66" y="102"/>
                    </a:cubicBezTo>
                    <a:cubicBezTo>
                      <a:pt x="66" y="105"/>
                      <a:pt x="69" y="105"/>
                      <a:pt x="72" y="105"/>
                    </a:cubicBezTo>
                    <a:cubicBezTo>
                      <a:pt x="72" y="105"/>
                      <a:pt x="75" y="102"/>
                      <a:pt x="78" y="102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1" y="99"/>
                      <a:pt x="81" y="102"/>
                      <a:pt x="87" y="96"/>
                    </a:cubicBezTo>
                    <a:cubicBezTo>
                      <a:pt x="93" y="93"/>
                      <a:pt x="93" y="87"/>
                      <a:pt x="96" y="87"/>
                    </a:cubicBezTo>
                    <a:cubicBezTo>
                      <a:pt x="102" y="84"/>
                      <a:pt x="102" y="84"/>
                      <a:pt x="108" y="84"/>
                    </a:cubicBezTo>
                    <a:cubicBezTo>
                      <a:pt x="114" y="84"/>
                      <a:pt x="105" y="90"/>
                      <a:pt x="111" y="90"/>
                    </a:cubicBezTo>
                    <a:cubicBezTo>
                      <a:pt x="114" y="93"/>
                      <a:pt x="129" y="90"/>
                      <a:pt x="129" y="93"/>
                    </a:cubicBezTo>
                    <a:cubicBezTo>
                      <a:pt x="129" y="96"/>
                      <a:pt x="114" y="102"/>
                      <a:pt x="114" y="102"/>
                    </a:cubicBezTo>
                    <a:cubicBezTo>
                      <a:pt x="114" y="105"/>
                      <a:pt x="123" y="105"/>
                      <a:pt x="126" y="108"/>
                    </a:cubicBezTo>
                    <a:cubicBezTo>
                      <a:pt x="129" y="108"/>
                      <a:pt x="123" y="114"/>
                      <a:pt x="126" y="117"/>
                    </a:cubicBezTo>
                    <a:cubicBezTo>
                      <a:pt x="126" y="117"/>
                      <a:pt x="132" y="117"/>
                      <a:pt x="135" y="114"/>
                    </a:cubicBezTo>
                    <a:cubicBezTo>
                      <a:pt x="138" y="111"/>
                      <a:pt x="141" y="111"/>
                      <a:pt x="144" y="108"/>
                    </a:cubicBezTo>
                    <a:cubicBezTo>
                      <a:pt x="150" y="105"/>
                      <a:pt x="159" y="108"/>
                      <a:pt x="159" y="108"/>
                    </a:cubicBezTo>
                    <a:cubicBezTo>
                      <a:pt x="162" y="105"/>
                      <a:pt x="159" y="105"/>
                      <a:pt x="150" y="105"/>
                    </a:cubicBezTo>
                    <a:cubicBezTo>
                      <a:pt x="141" y="105"/>
                      <a:pt x="141" y="96"/>
                      <a:pt x="141" y="96"/>
                    </a:cubicBezTo>
                    <a:cubicBezTo>
                      <a:pt x="141" y="93"/>
                      <a:pt x="150" y="87"/>
                      <a:pt x="153" y="87"/>
                    </a:cubicBezTo>
                    <a:cubicBezTo>
                      <a:pt x="159" y="87"/>
                      <a:pt x="162" y="84"/>
                      <a:pt x="168" y="81"/>
                    </a:cubicBezTo>
                    <a:cubicBezTo>
                      <a:pt x="171" y="81"/>
                      <a:pt x="174" y="81"/>
                      <a:pt x="177" y="78"/>
                    </a:cubicBezTo>
                    <a:cubicBezTo>
                      <a:pt x="177" y="75"/>
                      <a:pt x="177" y="75"/>
                      <a:pt x="177" y="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9" name="Freeform 88">
                <a:extLst>
                  <a:ext uri="{FF2B5EF4-FFF2-40B4-BE49-F238E27FC236}">
                    <a16:creationId xmlns:a16="http://schemas.microsoft.com/office/drawing/2014/main" id="{6932E994-7B29-3B98-D9B8-C728DBC0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7486" y="1867632"/>
                <a:ext cx="206822" cy="148696"/>
              </a:xfrm>
              <a:custGeom>
                <a:avLst/>
                <a:gdLst>
                  <a:gd name="T0" fmla="*/ 99 w 108"/>
                  <a:gd name="T1" fmla="*/ 39 h 78"/>
                  <a:gd name="T2" fmla="*/ 93 w 108"/>
                  <a:gd name="T3" fmla="*/ 33 h 78"/>
                  <a:gd name="T4" fmla="*/ 90 w 108"/>
                  <a:gd name="T5" fmla="*/ 27 h 78"/>
                  <a:gd name="T6" fmla="*/ 87 w 108"/>
                  <a:gd name="T7" fmla="*/ 18 h 78"/>
                  <a:gd name="T8" fmla="*/ 87 w 108"/>
                  <a:gd name="T9" fmla="*/ 9 h 78"/>
                  <a:gd name="T10" fmla="*/ 75 w 108"/>
                  <a:gd name="T11" fmla="*/ 6 h 78"/>
                  <a:gd name="T12" fmla="*/ 69 w 108"/>
                  <a:gd name="T13" fmla="*/ 6 h 78"/>
                  <a:gd name="T14" fmla="*/ 63 w 108"/>
                  <a:gd name="T15" fmla="*/ 3 h 78"/>
                  <a:gd name="T16" fmla="*/ 57 w 108"/>
                  <a:gd name="T17" fmla="*/ 3 h 78"/>
                  <a:gd name="T18" fmla="*/ 57 w 108"/>
                  <a:gd name="T19" fmla="*/ 0 h 78"/>
                  <a:gd name="T20" fmla="*/ 54 w 108"/>
                  <a:gd name="T21" fmla="*/ 3 h 78"/>
                  <a:gd name="T22" fmla="*/ 51 w 108"/>
                  <a:gd name="T23" fmla="*/ 6 h 78"/>
                  <a:gd name="T24" fmla="*/ 42 w 108"/>
                  <a:gd name="T25" fmla="*/ 9 h 78"/>
                  <a:gd name="T26" fmla="*/ 39 w 108"/>
                  <a:gd name="T27" fmla="*/ 15 h 78"/>
                  <a:gd name="T28" fmla="*/ 39 w 108"/>
                  <a:gd name="T29" fmla="*/ 18 h 78"/>
                  <a:gd name="T30" fmla="*/ 33 w 108"/>
                  <a:gd name="T31" fmla="*/ 21 h 78"/>
                  <a:gd name="T32" fmla="*/ 27 w 108"/>
                  <a:gd name="T33" fmla="*/ 27 h 78"/>
                  <a:gd name="T34" fmla="*/ 27 w 108"/>
                  <a:gd name="T35" fmla="*/ 33 h 78"/>
                  <a:gd name="T36" fmla="*/ 18 w 108"/>
                  <a:gd name="T37" fmla="*/ 33 h 78"/>
                  <a:gd name="T38" fmla="*/ 15 w 108"/>
                  <a:gd name="T39" fmla="*/ 36 h 78"/>
                  <a:gd name="T40" fmla="*/ 6 w 108"/>
                  <a:gd name="T41" fmla="*/ 36 h 78"/>
                  <a:gd name="T42" fmla="*/ 6 w 108"/>
                  <a:gd name="T43" fmla="*/ 36 h 78"/>
                  <a:gd name="T44" fmla="*/ 6 w 108"/>
                  <a:gd name="T45" fmla="*/ 45 h 78"/>
                  <a:gd name="T46" fmla="*/ 9 w 108"/>
                  <a:gd name="T47" fmla="*/ 57 h 78"/>
                  <a:gd name="T48" fmla="*/ 0 w 108"/>
                  <a:gd name="T49" fmla="*/ 60 h 78"/>
                  <a:gd name="T50" fmla="*/ 6 w 108"/>
                  <a:gd name="T51" fmla="*/ 66 h 78"/>
                  <a:gd name="T52" fmla="*/ 6 w 108"/>
                  <a:gd name="T53" fmla="*/ 72 h 78"/>
                  <a:gd name="T54" fmla="*/ 12 w 108"/>
                  <a:gd name="T55" fmla="*/ 72 h 78"/>
                  <a:gd name="T56" fmla="*/ 18 w 108"/>
                  <a:gd name="T57" fmla="*/ 69 h 78"/>
                  <a:gd name="T58" fmla="*/ 36 w 108"/>
                  <a:gd name="T59" fmla="*/ 69 h 78"/>
                  <a:gd name="T60" fmla="*/ 48 w 108"/>
                  <a:gd name="T61" fmla="*/ 72 h 78"/>
                  <a:gd name="T62" fmla="*/ 54 w 108"/>
                  <a:gd name="T63" fmla="*/ 72 h 78"/>
                  <a:gd name="T64" fmla="*/ 63 w 108"/>
                  <a:gd name="T65" fmla="*/ 72 h 78"/>
                  <a:gd name="T66" fmla="*/ 69 w 108"/>
                  <a:gd name="T67" fmla="*/ 75 h 78"/>
                  <a:gd name="T68" fmla="*/ 81 w 108"/>
                  <a:gd name="T69" fmla="*/ 75 h 78"/>
                  <a:gd name="T70" fmla="*/ 81 w 108"/>
                  <a:gd name="T71" fmla="*/ 72 h 78"/>
                  <a:gd name="T72" fmla="*/ 90 w 108"/>
                  <a:gd name="T73" fmla="*/ 66 h 78"/>
                  <a:gd name="T74" fmla="*/ 96 w 108"/>
                  <a:gd name="T75" fmla="*/ 63 h 78"/>
                  <a:gd name="T76" fmla="*/ 96 w 108"/>
                  <a:gd name="T77" fmla="*/ 60 h 78"/>
                  <a:gd name="T78" fmla="*/ 93 w 108"/>
                  <a:gd name="T79" fmla="*/ 48 h 78"/>
                  <a:gd name="T80" fmla="*/ 102 w 108"/>
                  <a:gd name="T81" fmla="*/ 51 h 78"/>
                  <a:gd name="T82" fmla="*/ 108 w 108"/>
                  <a:gd name="T83" fmla="*/ 45 h 78"/>
                  <a:gd name="T84" fmla="*/ 99 w 108"/>
                  <a:gd name="T85" fmla="*/ 3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8" h="78">
                    <a:moveTo>
                      <a:pt x="99" y="39"/>
                    </a:moveTo>
                    <a:cubicBezTo>
                      <a:pt x="99" y="39"/>
                      <a:pt x="96" y="33"/>
                      <a:pt x="93" y="33"/>
                    </a:cubicBezTo>
                    <a:cubicBezTo>
                      <a:pt x="90" y="30"/>
                      <a:pt x="90" y="27"/>
                      <a:pt x="90" y="27"/>
                    </a:cubicBezTo>
                    <a:cubicBezTo>
                      <a:pt x="87" y="24"/>
                      <a:pt x="87" y="21"/>
                      <a:pt x="87" y="18"/>
                    </a:cubicBezTo>
                    <a:cubicBezTo>
                      <a:pt x="87" y="15"/>
                      <a:pt x="87" y="12"/>
                      <a:pt x="87" y="9"/>
                    </a:cubicBezTo>
                    <a:cubicBezTo>
                      <a:pt x="84" y="9"/>
                      <a:pt x="78" y="6"/>
                      <a:pt x="75" y="6"/>
                    </a:cubicBezTo>
                    <a:cubicBezTo>
                      <a:pt x="72" y="9"/>
                      <a:pt x="72" y="9"/>
                      <a:pt x="69" y="6"/>
                    </a:cubicBezTo>
                    <a:cubicBezTo>
                      <a:pt x="69" y="6"/>
                      <a:pt x="66" y="3"/>
                      <a:pt x="63" y="3"/>
                    </a:cubicBezTo>
                    <a:cubicBezTo>
                      <a:pt x="60" y="6"/>
                      <a:pt x="60" y="3"/>
                      <a:pt x="57" y="3"/>
                    </a:cubicBezTo>
                    <a:cubicBezTo>
                      <a:pt x="57" y="3"/>
                      <a:pt x="57" y="3"/>
                      <a:pt x="57" y="0"/>
                    </a:cubicBezTo>
                    <a:cubicBezTo>
                      <a:pt x="57" y="3"/>
                      <a:pt x="54" y="3"/>
                      <a:pt x="54" y="3"/>
                    </a:cubicBezTo>
                    <a:cubicBezTo>
                      <a:pt x="51" y="3"/>
                      <a:pt x="51" y="6"/>
                      <a:pt x="51" y="6"/>
                    </a:cubicBezTo>
                    <a:cubicBezTo>
                      <a:pt x="48" y="6"/>
                      <a:pt x="45" y="6"/>
                      <a:pt x="42" y="9"/>
                    </a:cubicBezTo>
                    <a:cubicBezTo>
                      <a:pt x="39" y="9"/>
                      <a:pt x="39" y="12"/>
                      <a:pt x="39" y="15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6" y="18"/>
                      <a:pt x="36" y="21"/>
                      <a:pt x="33" y="21"/>
                    </a:cubicBezTo>
                    <a:cubicBezTo>
                      <a:pt x="33" y="21"/>
                      <a:pt x="30" y="24"/>
                      <a:pt x="27" y="27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4" y="33"/>
                      <a:pt x="21" y="33"/>
                      <a:pt x="18" y="33"/>
                    </a:cubicBezTo>
                    <a:cubicBezTo>
                      <a:pt x="18" y="36"/>
                      <a:pt x="15" y="39"/>
                      <a:pt x="15" y="36"/>
                    </a:cubicBezTo>
                    <a:cubicBezTo>
                      <a:pt x="12" y="36"/>
                      <a:pt x="9" y="36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3" y="42"/>
                      <a:pt x="6" y="45"/>
                      <a:pt x="6" y="45"/>
                    </a:cubicBezTo>
                    <a:cubicBezTo>
                      <a:pt x="9" y="48"/>
                      <a:pt x="9" y="54"/>
                      <a:pt x="9" y="57"/>
                    </a:cubicBezTo>
                    <a:cubicBezTo>
                      <a:pt x="6" y="57"/>
                      <a:pt x="0" y="60"/>
                      <a:pt x="0" y="60"/>
                    </a:cubicBezTo>
                    <a:cubicBezTo>
                      <a:pt x="0" y="63"/>
                      <a:pt x="6" y="66"/>
                      <a:pt x="6" y="66"/>
                    </a:cubicBezTo>
                    <a:cubicBezTo>
                      <a:pt x="3" y="69"/>
                      <a:pt x="3" y="72"/>
                      <a:pt x="6" y="72"/>
                    </a:cubicBezTo>
                    <a:cubicBezTo>
                      <a:pt x="6" y="72"/>
                      <a:pt x="9" y="75"/>
                      <a:pt x="12" y="72"/>
                    </a:cubicBezTo>
                    <a:cubicBezTo>
                      <a:pt x="12" y="69"/>
                      <a:pt x="15" y="69"/>
                      <a:pt x="18" y="69"/>
                    </a:cubicBezTo>
                    <a:cubicBezTo>
                      <a:pt x="21" y="69"/>
                      <a:pt x="36" y="69"/>
                      <a:pt x="36" y="69"/>
                    </a:cubicBezTo>
                    <a:cubicBezTo>
                      <a:pt x="39" y="72"/>
                      <a:pt x="45" y="69"/>
                      <a:pt x="48" y="72"/>
                    </a:cubicBezTo>
                    <a:cubicBezTo>
                      <a:pt x="51" y="72"/>
                      <a:pt x="54" y="75"/>
                      <a:pt x="54" y="72"/>
                    </a:cubicBezTo>
                    <a:cubicBezTo>
                      <a:pt x="57" y="72"/>
                      <a:pt x="60" y="75"/>
                      <a:pt x="63" y="72"/>
                    </a:cubicBezTo>
                    <a:cubicBezTo>
                      <a:pt x="66" y="72"/>
                      <a:pt x="69" y="78"/>
                      <a:pt x="69" y="75"/>
                    </a:cubicBezTo>
                    <a:cubicBezTo>
                      <a:pt x="72" y="75"/>
                      <a:pt x="78" y="75"/>
                      <a:pt x="81" y="75"/>
                    </a:cubicBezTo>
                    <a:cubicBezTo>
                      <a:pt x="81" y="78"/>
                      <a:pt x="81" y="75"/>
                      <a:pt x="81" y="72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0" y="66"/>
                      <a:pt x="93" y="66"/>
                      <a:pt x="96" y="63"/>
                    </a:cubicBezTo>
                    <a:cubicBezTo>
                      <a:pt x="96" y="60"/>
                      <a:pt x="96" y="60"/>
                      <a:pt x="96" y="60"/>
                    </a:cubicBezTo>
                    <a:cubicBezTo>
                      <a:pt x="93" y="54"/>
                      <a:pt x="90" y="51"/>
                      <a:pt x="93" y="48"/>
                    </a:cubicBezTo>
                    <a:cubicBezTo>
                      <a:pt x="93" y="48"/>
                      <a:pt x="99" y="51"/>
                      <a:pt x="102" y="51"/>
                    </a:cubicBezTo>
                    <a:cubicBezTo>
                      <a:pt x="102" y="48"/>
                      <a:pt x="108" y="48"/>
                      <a:pt x="108" y="45"/>
                    </a:cubicBezTo>
                    <a:cubicBezTo>
                      <a:pt x="105" y="42"/>
                      <a:pt x="102" y="39"/>
                      <a:pt x="9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0" name="Freeform 89">
                <a:extLst>
                  <a:ext uri="{FF2B5EF4-FFF2-40B4-BE49-F238E27FC236}">
                    <a16:creationId xmlns:a16="http://schemas.microsoft.com/office/drawing/2014/main" id="{F9B0B335-A694-783C-2EB4-BD19C80AB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6119" y="1809505"/>
                <a:ext cx="160862" cy="74348"/>
              </a:xfrm>
              <a:custGeom>
                <a:avLst/>
                <a:gdLst>
                  <a:gd name="T0" fmla="*/ 30 w 84"/>
                  <a:gd name="T1" fmla="*/ 27 h 39"/>
                  <a:gd name="T2" fmla="*/ 45 w 84"/>
                  <a:gd name="T3" fmla="*/ 27 h 39"/>
                  <a:gd name="T4" fmla="*/ 51 w 84"/>
                  <a:gd name="T5" fmla="*/ 30 h 39"/>
                  <a:gd name="T6" fmla="*/ 60 w 84"/>
                  <a:gd name="T7" fmla="*/ 36 h 39"/>
                  <a:gd name="T8" fmla="*/ 66 w 84"/>
                  <a:gd name="T9" fmla="*/ 39 h 39"/>
                  <a:gd name="T10" fmla="*/ 69 w 84"/>
                  <a:gd name="T11" fmla="*/ 39 h 39"/>
                  <a:gd name="T12" fmla="*/ 78 w 84"/>
                  <a:gd name="T13" fmla="*/ 36 h 39"/>
                  <a:gd name="T14" fmla="*/ 81 w 84"/>
                  <a:gd name="T15" fmla="*/ 33 h 39"/>
                  <a:gd name="T16" fmla="*/ 84 w 84"/>
                  <a:gd name="T17" fmla="*/ 30 h 39"/>
                  <a:gd name="T18" fmla="*/ 81 w 84"/>
                  <a:gd name="T19" fmla="*/ 24 h 39"/>
                  <a:gd name="T20" fmla="*/ 78 w 84"/>
                  <a:gd name="T21" fmla="*/ 18 h 39"/>
                  <a:gd name="T22" fmla="*/ 78 w 84"/>
                  <a:gd name="T23" fmla="*/ 12 h 39"/>
                  <a:gd name="T24" fmla="*/ 75 w 84"/>
                  <a:gd name="T25" fmla="*/ 9 h 39"/>
                  <a:gd name="T26" fmla="*/ 66 w 84"/>
                  <a:gd name="T27" fmla="*/ 9 h 39"/>
                  <a:gd name="T28" fmla="*/ 54 w 84"/>
                  <a:gd name="T29" fmla="*/ 3 h 39"/>
                  <a:gd name="T30" fmla="*/ 42 w 84"/>
                  <a:gd name="T31" fmla="*/ 3 h 39"/>
                  <a:gd name="T32" fmla="*/ 39 w 84"/>
                  <a:gd name="T33" fmla="*/ 12 h 39"/>
                  <a:gd name="T34" fmla="*/ 30 w 84"/>
                  <a:gd name="T35" fmla="*/ 18 h 39"/>
                  <a:gd name="T36" fmla="*/ 21 w 84"/>
                  <a:gd name="T37" fmla="*/ 6 h 39"/>
                  <a:gd name="T38" fmla="*/ 9 w 84"/>
                  <a:gd name="T39" fmla="*/ 12 h 39"/>
                  <a:gd name="T40" fmla="*/ 6 w 84"/>
                  <a:gd name="T41" fmla="*/ 21 h 39"/>
                  <a:gd name="T42" fmla="*/ 3 w 84"/>
                  <a:gd name="T43" fmla="*/ 30 h 39"/>
                  <a:gd name="T44" fmla="*/ 3 w 84"/>
                  <a:gd name="T45" fmla="*/ 30 h 39"/>
                  <a:gd name="T46" fmla="*/ 12 w 84"/>
                  <a:gd name="T47" fmla="*/ 27 h 39"/>
                  <a:gd name="T48" fmla="*/ 30 w 84"/>
                  <a:gd name="T49" fmla="*/ 2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4" h="39">
                    <a:moveTo>
                      <a:pt x="30" y="27"/>
                    </a:moveTo>
                    <a:cubicBezTo>
                      <a:pt x="33" y="27"/>
                      <a:pt x="39" y="30"/>
                      <a:pt x="45" y="27"/>
                    </a:cubicBezTo>
                    <a:cubicBezTo>
                      <a:pt x="48" y="27"/>
                      <a:pt x="48" y="33"/>
                      <a:pt x="51" y="30"/>
                    </a:cubicBezTo>
                    <a:cubicBezTo>
                      <a:pt x="54" y="30"/>
                      <a:pt x="57" y="33"/>
                      <a:pt x="60" y="36"/>
                    </a:cubicBezTo>
                    <a:cubicBezTo>
                      <a:pt x="63" y="39"/>
                      <a:pt x="66" y="39"/>
                      <a:pt x="66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72" y="36"/>
                      <a:pt x="75" y="36"/>
                      <a:pt x="78" y="36"/>
                    </a:cubicBezTo>
                    <a:cubicBezTo>
                      <a:pt x="78" y="36"/>
                      <a:pt x="78" y="33"/>
                      <a:pt x="81" y="33"/>
                    </a:cubicBezTo>
                    <a:cubicBezTo>
                      <a:pt x="81" y="33"/>
                      <a:pt x="84" y="33"/>
                      <a:pt x="84" y="30"/>
                    </a:cubicBezTo>
                    <a:cubicBezTo>
                      <a:pt x="84" y="30"/>
                      <a:pt x="84" y="27"/>
                      <a:pt x="81" y="24"/>
                    </a:cubicBezTo>
                    <a:cubicBezTo>
                      <a:pt x="81" y="24"/>
                      <a:pt x="78" y="21"/>
                      <a:pt x="78" y="18"/>
                    </a:cubicBezTo>
                    <a:cubicBezTo>
                      <a:pt x="78" y="15"/>
                      <a:pt x="78" y="15"/>
                      <a:pt x="78" y="12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2" y="9"/>
                      <a:pt x="66" y="9"/>
                      <a:pt x="66" y="9"/>
                    </a:cubicBezTo>
                    <a:cubicBezTo>
                      <a:pt x="63" y="9"/>
                      <a:pt x="54" y="3"/>
                      <a:pt x="54" y="3"/>
                    </a:cubicBezTo>
                    <a:cubicBezTo>
                      <a:pt x="54" y="0"/>
                      <a:pt x="48" y="0"/>
                      <a:pt x="42" y="3"/>
                    </a:cubicBezTo>
                    <a:cubicBezTo>
                      <a:pt x="39" y="6"/>
                      <a:pt x="39" y="9"/>
                      <a:pt x="39" y="12"/>
                    </a:cubicBezTo>
                    <a:cubicBezTo>
                      <a:pt x="39" y="18"/>
                      <a:pt x="33" y="18"/>
                      <a:pt x="30" y="18"/>
                    </a:cubicBezTo>
                    <a:cubicBezTo>
                      <a:pt x="27" y="18"/>
                      <a:pt x="24" y="9"/>
                      <a:pt x="21" y="6"/>
                    </a:cubicBezTo>
                    <a:cubicBezTo>
                      <a:pt x="18" y="3"/>
                      <a:pt x="15" y="9"/>
                      <a:pt x="9" y="12"/>
                    </a:cubicBezTo>
                    <a:cubicBezTo>
                      <a:pt x="6" y="12"/>
                      <a:pt x="9" y="18"/>
                      <a:pt x="6" y="21"/>
                    </a:cubicBezTo>
                    <a:cubicBezTo>
                      <a:pt x="3" y="21"/>
                      <a:pt x="0" y="24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9" y="30"/>
                      <a:pt x="12" y="30"/>
                      <a:pt x="12" y="27"/>
                    </a:cubicBezTo>
                    <a:cubicBezTo>
                      <a:pt x="18" y="27"/>
                      <a:pt x="27" y="27"/>
                      <a:pt x="30" y="2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1" name="Freeform 90">
                <a:extLst>
                  <a:ext uri="{FF2B5EF4-FFF2-40B4-BE49-F238E27FC236}">
                    <a16:creationId xmlns:a16="http://schemas.microsoft.com/office/drawing/2014/main" id="{5EB071AD-3048-6C27-352C-F525BC943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6119" y="1860873"/>
                <a:ext cx="125716" cy="81107"/>
              </a:xfrm>
              <a:custGeom>
                <a:avLst/>
                <a:gdLst>
                  <a:gd name="T0" fmla="*/ 12 w 66"/>
                  <a:gd name="T1" fmla="*/ 21 h 42"/>
                  <a:gd name="T2" fmla="*/ 18 w 66"/>
                  <a:gd name="T3" fmla="*/ 21 h 42"/>
                  <a:gd name="T4" fmla="*/ 24 w 66"/>
                  <a:gd name="T5" fmla="*/ 27 h 42"/>
                  <a:gd name="T6" fmla="*/ 24 w 66"/>
                  <a:gd name="T7" fmla="*/ 33 h 42"/>
                  <a:gd name="T8" fmla="*/ 33 w 66"/>
                  <a:gd name="T9" fmla="*/ 39 h 42"/>
                  <a:gd name="T10" fmla="*/ 42 w 66"/>
                  <a:gd name="T11" fmla="*/ 39 h 42"/>
                  <a:gd name="T12" fmla="*/ 45 w 66"/>
                  <a:gd name="T13" fmla="*/ 36 h 42"/>
                  <a:gd name="T14" fmla="*/ 54 w 66"/>
                  <a:gd name="T15" fmla="*/ 36 h 42"/>
                  <a:gd name="T16" fmla="*/ 54 w 66"/>
                  <a:gd name="T17" fmla="*/ 30 h 42"/>
                  <a:gd name="T18" fmla="*/ 60 w 66"/>
                  <a:gd name="T19" fmla="*/ 24 h 42"/>
                  <a:gd name="T20" fmla="*/ 66 w 66"/>
                  <a:gd name="T21" fmla="*/ 21 h 42"/>
                  <a:gd name="T22" fmla="*/ 66 w 66"/>
                  <a:gd name="T23" fmla="*/ 18 h 42"/>
                  <a:gd name="T24" fmla="*/ 66 w 66"/>
                  <a:gd name="T25" fmla="*/ 12 h 42"/>
                  <a:gd name="T26" fmla="*/ 60 w 66"/>
                  <a:gd name="T27" fmla="*/ 9 h 42"/>
                  <a:gd name="T28" fmla="*/ 51 w 66"/>
                  <a:gd name="T29" fmla="*/ 3 h 42"/>
                  <a:gd name="T30" fmla="*/ 45 w 66"/>
                  <a:gd name="T31" fmla="*/ 0 h 42"/>
                  <a:gd name="T32" fmla="*/ 30 w 66"/>
                  <a:gd name="T33" fmla="*/ 0 h 42"/>
                  <a:gd name="T34" fmla="*/ 12 w 66"/>
                  <a:gd name="T35" fmla="*/ 0 h 42"/>
                  <a:gd name="T36" fmla="*/ 3 w 66"/>
                  <a:gd name="T37" fmla="*/ 3 h 42"/>
                  <a:gd name="T38" fmla="*/ 3 w 66"/>
                  <a:gd name="T39" fmla="*/ 15 h 42"/>
                  <a:gd name="T40" fmla="*/ 3 w 66"/>
                  <a:gd name="T41" fmla="*/ 18 h 42"/>
                  <a:gd name="T42" fmla="*/ 12 w 66"/>
                  <a:gd name="T43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6" h="42">
                    <a:moveTo>
                      <a:pt x="12" y="21"/>
                    </a:moveTo>
                    <a:cubicBezTo>
                      <a:pt x="12" y="21"/>
                      <a:pt x="15" y="24"/>
                      <a:pt x="18" y="21"/>
                    </a:cubicBezTo>
                    <a:cubicBezTo>
                      <a:pt x="18" y="21"/>
                      <a:pt x="24" y="24"/>
                      <a:pt x="24" y="27"/>
                    </a:cubicBezTo>
                    <a:cubicBezTo>
                      <a:pt x="24" y="27"/>
                      <a:pt x="21" y="33"/>
                      <a:pt x="24" y="33"/>
                    </a:cubicBezTo>
                    <a:cubicBezTo>
                      <a:pt x="24" y="33"/>
                      <a:pt x="33" y="36"/>
                      <a:pt x="33" y="39"/>
                    </a:cubicBezTo>
                    <a:cubicBezTo>
                      <a:pt x="36" y="39"/>
                      <a:pt x="39" y="39"/>
                      <a:pt x="42" y="39"/>
                    </a:cubicBezTo>
                    <a:cubicBezTo>
                      <a:pt x="42" y="42"/>
                      <a:pt x="45" y="39"/>
                      <a:pt x="45" y="36"/>
                    </a:cubicBezTo>
                    <a:cubicBezTo>
                      <a:pt x="48" y="36"/>
                      <a:pt x="51" y="36"/>
                      <a:pt x="54" y="36"/>
                    </a:cubicBezTo>
                    <a:cubicBezTo>
                      <a:pt x="54" y="30"/>
                      <a:pt x="54" y="30"/>
                      <a:pt x="54" y="30"/>
                    </a:cubicBezTo>
                    <a:cubicBezTo>
                      <a:pt x="57" y="27"/>
                      <a:pt x="60" y="24"/>
                      <a:pt x="60" y="24"/>
                    </a:cubicBezTo>
                    <a:cubicBezTo>
                      <a:pt x="63" y="24"/>
                      <a:pt x="63" y="21"/>
                      <a:pt x="66" y="21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5"/>
                      <a:pt x="66" y="15"/>
                      <a:pt x="66" y="12"/>
                    </a:cubicBezTo>
                    <a:cubicBezTo>
                      <a:pt x="66" y="12"/>
                      <a:pt x="63" y="12"/>
                      <a:pt x="60" y="9"/>
                    </a:cubicBezTo>
                    <a:cubicBezTo>
                      <a:pt x="57" y="6"/>
                      <a:pt x="54" y="3"/>
                      <a:pt x="51" y="3"/>
                    </a:cubicBezTo>
                    <a:cubicBezTo>
                      <a:pt x="48" y="6"/>
                      <a:pt x="48" y="0"/>
                      <a:pt x="45" y="0"/>
                    </a:cubicBezTo>
                    <a:cubicBezTo>
                      <a:pt x="39" y="3"/>
                      <a:pt x="33" y="0"/>
                      <a:pt x="30" y="0"/>
                    </a:cubicBezTo>
                    <a:cubicBezTo>
                      <a:pt x="27" y="0"/>
                      <a:pt x="18" y="0"/>
                      <a:pt x="12" y="0"/>
                    </a:cubicBezTo>
                    <a:cubicBezTo>
                      <a:pt x="12" y="3"/>
                      <a:pt x="9" y="3"/>
                      <a:pt x="3" y="3"/>
                    </a:cubicBezTo>
                    <a:cubicBezTo>
                      <a:pt x="6" y="9"/>
                      <a:pt x="6" y="12"/>
                      <a:pt x="3" y="15"/>
                    </a:cubicBezTo>
                    <a:cubicBezTo>
                      <a:pt x="0" y="18"/>
                      <a:pt x="3" y="18"/>
                      <a:pt x="3" y="18"/>
                    </a:cubicBezTo>
                    <a:cubicBezTo>
                      <a:pt x="6" y="18"/>
                      <a:pt x="9" y="18"/>
                      <a:pt x="12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2" name="Freeform 91">
                <a:extLst>
                  <a:ext uri="{FF2B5EF4-FFF2-40B4-BE49-F238E27FC236}">
                    <a16:creationId xmlns:a16="http://schemas.microsoft.com/office/drawing/2014/main" id="{1C440257-2C89-94A4-8DC6-9D831F80E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968" y="2120415"/>
                <a:ext cx="97328" cy="51368"/>
              </a:xfrm>
              <a:custGeom>
                <a:avLst/>
                <a:gdLst>
                  <a:gd name="T0" fmla="*/ 45 w 51"/>
                  <a:gd name="T1" fmla="*/ 12 h 27"/>
                  <a:gd name="T2" fmla="*/ 39 w 51"/>
                  <a:gd name="T3" fmla="*/ 9 h 27"/>
                  <a:gd name="T4" fmla="*/ 39 w 51"/>
                  <a:gd name="T5" fmla="*/ 3 h 27"/>
                  <a:gd name="T6" fmla="*/ 33 w 51"/>
                  <a:gd name="T7" fmla="*/ 0 h 27"/>
                  <a:gd name="T8" fmla="*/ 24 w 51"/>
                  <a:gd name="T9" fmla="*/ 0 h 27"/>
                  <a:gd name="T10" fmla="*/ 15 w 51"/>
                  <a:gd name="T11" fmla="*/ 0 h 27"/>
                  <a:gd name="T12" fmla="*/ 15 w 51"/>
                  <a:gd name="T13" fmla="*/ 3 h 27"/>
                  <a:gd name="T14" fmla="*/ 9 w 51"/>
                  <a:gd name="T15" fmla="*/ 6 h 27"/>
                  <a:gd name="T16" fmla="*/ 0 w 51"/>
                  <a:gd name="T17" fmla="*/ 15 h 27"/>
                  <a:gd name="T18" fmla="*/ 3 w 51"/>
                  <a:gd name="T19" fmla="*/ 21 h 27"/>
                  <a:gd name="T20" fmla="*/ 6 w 51"/>
                  <a:gd name="T21" fmla="*/ 21 h 27"/>
                  <a:gd name="T22" fmla="*/ 9 w 51"/>
                  <a:gd name="T23" fmla="*/ 27 h 27"/>
                  <a:gd name="T24" fmla="*/ 9 w 51"/>
                  <a:gd name="T25" fmla="*/ 27 h 27"/>
                  <a:gd name="T26" fmla="*/ 18 w 51"/>
                  <a:gd name="T27" fmla="*/ 27 h 27"/>
                  <a:gd name="T28" fmla="*/ 24 w 51"/>
                  <a:gd name="T29" fmla="*/ 18 h 27"/>
                  <a:gd name="T30" fmla="*/ 30 w 51"/>
                  <a:gd name="T31" fmla="*/ 24 h 27"/>
                  <a:gd name="T32" fmla="*/ 33 w 51"/>
                  <a:gd name="T33" fmla="*/ 21 h 27"/>
                  <a:gd name="T34" fmla="*/ 39 w 51"/>
                  <a:gd name="T35" fmla="*/ 18 h 27"/>
                  <a:gd name="T36" fmla="*/ 42 w 51"/>
                  <a:gd name="T37" fmla="*/ 18 h 27"/>
                  <a:gd name="T38" fmla="*/ 45 w 51"/>
                  <a:gd name="T39" fmla="*/ 15 h 27"/>
                  <a:gd name="T40" fmla="*/ 48 w 51"/>
                  <a:gd name="T41" fmla="*/ 15 h 27"/>
                  <a:gd name="T42" fmla="*/ 51 w 51"/>
                  <a:gd name="T43" fmla="*/ 12 h 27"/>
                  <a:gd name="T44" fmla="*/ 45 w 51"/>
                  <a:gd name="T45" fmla="*/ 1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27">
                    <a:moveTo>
                      <a:pt x="45" y="12"/>
                    </a:moveTo>
                    <a:cubicBezTo>
                      <a:pt x="42" y="12"/>
                      <a:pt x="39" y="9"/>
                      <a:pt x="39" y="9"/>
                    </a:cubicBezTo>
                    <a:cubicBezTo>
                      <a:pt x="39" y="6"/>
                      <a:pt x="39" y="6"/>
                      <a:pt x="39" y="3"/>
                    </a:cubicBezTo>
                    <a:cubicBezTo>
                      <a:pt x="36" y="3"/>
                      <a:pt x="33" y="0"/>
                      <a:pt x="33" y="0"/>
                    </a:cubicBezTo>
                    <a:cubicBezTo>
                      <a:pt x="30" y="0"/>
                      <a:pt x="27" y="0"/>
                      <a:pt x="24" y="0"/>
                    </a:cubicBezTo>
                    <a:cubicBezTo>
                      <a:pt x="24" y="0"/>
                      <a:pt x="18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9" y="6"/>
                      <a:pt x="9" y="6"/>
                    </a:cubicBezTo>
                    <a:cubicBezTo>
                      <a:pt x="6" y="9"/>
                      <a:pt x="3" y="12"/>
                      <a:pt x="0" y="15"/>
                    </a:cubicBezTo>
                    <a:cubicBezTo>
                      <a:pt x="0" y="21"/>
                      <a:pt x="0" y="24"/>
                      <a:pt x="3" y="21"/>
                    </a:cubicBezTo>
                    <a:cubicBezTo>
                      <a:pt x="3" y="18"/>
                      <a:pt x="6" y="18"/>
                      <a:pt x="6" y="21"/>
                    </a:cubicBezTo>
                    <a:cubicBezTo>
                      <a:pt x="6" y="24"/>
                      <a:pt x="9" y="24"/>
                      <a:pt x="9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8" y="27"/>
                      <a:pt x="18" y="27"/>
                    </a:cubicBezTo>
                    <a:cubicBezTo>
                      <a:pt x="21" y="27"/>
                      <a:pt x="24" y="18"/>
                      <a:pt x="24" y="18"/>
                    </a:cubicBezTo>
                    <a:cubicBezTo>
                      <a:pt x="24" y="18"/>
                      <a:pt x="27" y="24"/>
                      <a:pt x="30" y="24"/>
                    </a:cubicBezTo>
                    <a:cubicBezTo>
                      <a:pt x="33" y="27"/>
                      <a:pt x="33" y="24"/>
                      <a:pt x="33" y="21"/>
                    </a:cubicBezTo>
                    <a:cubicBezTo>
                      <a:pt x="33" y="18"/>
                      <a:pt x="36" y="18"/>
                      <a:pt x="39" y="18"/>
                    </a:cubicBezTo>
                    <a:cubicBezTo>
                      <a:pt x="39" y="18"/>
                      <a:pt x="42" y="21"/>
                      <a:pt x="42" y="18"/>
                    </a:cubicBezTo>
                    <a:cubicBezTo>
                      <a:pt x="42" y="15"/>
                      <a:pt x="45" y="15"/>
                      <a:pt x="45" y="15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48" y="12"/>
                      <a:pt x="45" y="9"/>
                      <a:pt x="45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3" name="Freeform 92">
                <a:extLst>
                  <a:ext uri="{FF2B5EF4-FFF2-40B4-BE49-F238E27FC236}">
                    <a16:creationId xmlns:a16="http://schemas.microsoft.com/office/drawing/2014/main" id="{480F25FF-AB7D-47D7-1B8B-9167D52D21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209" y="1913592"/>
                <a:ext cx="196008" cy="217637"/>
              </a:xfrm>
              <a:custGeom>
                <a:avLst/>
                <a:gdLst>
                  <a:gd name="T0" fmla="*/ 15 w 102"/>
                  <a:gd name="T1" fmla="*/ 30 h 114"/>
                  <a:gd name="T2" fmla="*/ 9 w 102"/>
                  <a:gd name="T3" fmla="*/ 36 h 114"/>
                  <a:gd name="T4" fmla="*/ 12 w 102"/>
                  <a:gd name="T5" fmla="*/ 42 h 114"/>
                  <a:gd name="T6" fmla="*/ 9 w 102"/>
                  <a:gd name="T7" fmla="*/ 45 h 114"/>
                  <a:gd name="T8" fmla="*/ 3 w 102"/>
                  <a:gd name="T9" fmla="*/ 48 h 114"/>
                  <a:gd name="T10" fmla="*/ 3 w 102"/>
                  <a:gd name="T11" fmla="*/ 54 h 114"/>
                  <a:gd name="T12" fmla="*/ 0 w 102"/>
                  <a:gd name="T13" fmla="*/ 63 h 114"/>
                  <a:gd name="T14" fmla="*/ 3 w 102"/>
                  <a:gd name="T15" fmla="*/ 69 h 114"/>
                  <a:gd name="T16" fmla="*/ 3 w 102"/>
                  <a:gd name="T17" fmla="*/ 72 h 114"/>
                  <a:gd name="T18" fmla="*/ 6 w 102"/>
                  <a:gd name="T19" fmla="*/ 81 h 114"/>
                  <a:gd name="T20" fmla="*/ 9 w 102"/>
                  <a:gd name="T21" fmla="*/ 84 h 114"/>
                  <a:gd name="T22" fmla="*/ 15 w 102"/>
                  <a:gd name="T23" fmla="*/ 87 h 114"/>
                  <a:gd name="T24" fmla="*/ 21 w 102"/>
                  <a:gd name="T25" fmla="*/ 90 h 114"/>
                  <a:gd name="T26" fmla="*/ 24 w 102"/>
                  <a:gd name="T27" fmla="*/ 93 h 114"/>
                  <a:gd name="T28" fmla="*/ 18 w 102"/>
                  <a:gd name="T29" fmla="*/ 102 h 114"/>
                  <a:gd name="T30" fmla="*/ 18 w 102"/>
                  <a:gd name="T31" fmla="*/ 108 h 114"/>
                  <a:gd name="T32" fmla="*/ 27 w 102"/>
                  <a:gd name="T33" fmla="*/ 108 h 114"/>
                  <a:gd name="T34" fmla="*/ 36 w 102"/>
                  <a:gd name="T35" fmla="*/ 108 h 114"/>
                  <a:gd name="T36" fmla="*/ 42 w 102"/>
                  <a:gd name="T37" fmla="*/ 111 h 114"/>
                  <a:gd name="T38" fmla="*/ 42 w 102"/>
                  <a:gd name="T39" fmla="*/ 111 h 114"/>
                  <a:gd name="T40" fmla="*/ 51 w 102"/>
                  <a:gd name="T41" fmla="*/ 111 h 114"/>
                  <a:gd name="T42" fmla="*/ 57 w 102"/>
                  <a:gd name="T43" fmla="*/ 111 h 114"/>
                  <a:gd name="T44" fmla="*/ 63 w 102"/>
                  <a:gd name="T45" fmla="*/ 111 h 114"/>
                  <a:gd name="T46" fmla="*/ 75 w 102"/>
                  <a:gd name="T47" fmla="*/ 108 h 114"/>
                  <a:gd name="T48" fmla="*/ 78 w 102"/>
                  <a:gd name="T49" fmla="*/ 105 h 114"/>
                  <a:gd name="T50" fmla="*/ 84 w 102"/>
                  <a:gd name="T51" fmla="*/ 99 h 114"/>
                  <a:gd name="T52" fmla="*/ 90 w 102"/>
                  <a:gd name="T53" fmla="*/ 93 h 114"/>
                  <a:gd name="T54" fmla="*/ 78 w 102"/>
                  <a:gd name="T55" fmla="*/ 84 h 114"/>
                  <a:gd name="T56" fmla="*/ 75 w 102"/>
                  <a:gd name="T57" fmla="*/ 75 h 114"/>
                  <a:gd name="T58" fmla="*/ 72 w 102"/>
                  <a:gd name="T59" fmla="*/ 69 h 114"/>
                  <a:gd name="T60" fmla="*/ 84 w 102"/>
                  <a:gd name="T61" fmla="*/ 63 h 114"/>
                  <a:gd name="T62" fmla="*/ 93 w 102"/>
                  <a:gd name="T63" fmla="*/ 60 h 114"/>
                  <a:gd name="T64" fmla="*/ 99 w 102"/>
                  <a:gd name="T65" fmla="*/ 60 h 114"/>
                  <a:gd name="T66" fmla="*/ 102 w 102"/>
                  <a:gd name="T67" fmla="*/ 54 h 114"/>
                  <a:gd name="T68" fmla="*/ 99 w 102"/>
                  <a:gd name="T69" fmla="*/ 45 h 114"/>
                  <a:gd name="T70" fmla="*/ 96 w 102"/>
                  <a:gd name="T71" fmla="*/ 39 h 114"/>
                  <a:gd name="T72" fmla="*/ 93 w 102"/>
                  <a:gd name="T73" fmla="*/ 33 h 114"/>
                  <a:gd name="T74" fmla="*/ 93 w 102"/>
                  <a:gd name="T75" fmla="*/ 27 h 114"/>
                  <a:gd name="T76" fmla="*/ 93 w 102"/>
                  <a:gd name="T77" fmla="*/ 15 h 114"/>
                  <a:gd name="T78" fmla="*/ 93 w 102"/>
                  <a:gd name="T79" fmla="*/ 15 h 114"/>
                  <a:gd name="T80" fmla="*/ 93 w 102"/>
                  <a:gd name="T81" fmla="*/ 15 h 114"/>
                  <a:gd name="T82" fmla="*/ 87 w 102"/>
                  <a:gd name="T83" fmla="*/ 9 h 114"/>
                  <a:gd name="T84" fmla="*/ 87 w 102"/>
                  <a:gd name="T85" fmla="*/ 3 h 114"/>
                  <a:gd name="T86" fmla="*/ 78 w 102"/>
                  <a:gd name="T87" fmla="*/ 6 h 114"/>
                  <a:gd name="T88" fmla="*/ 63 w 102"/>
                  <a:gd name="T89" fmla="*/ 12 h 114"/>
                  <a:gd name="T90" fmla="*/ 57 w 102"/>
                  <a:gd name="T91" fmla="*/ 9 h 114"/>
                  <a:gd name="T92" fmla="*/ 54 w 102"/>
                  <a:gd name="T93" fmla="*/ 6 h 114"/>
                  <a:gd name="T94" fmla="*/ 45 w 102"/>
                  <a:gd name="T95" fmla="*/ 3 h 114"/>
                  <a:gd name="T96" fmla="*/ 45 w 102"/>
                  <a:gd name="T97" fmla="*/ 0 h 114"/>
                  <a:gd name="T98" fmla="*/ 42 w 102"/>
                  <a:gd name="T99" fmla="*/ 0 h 114"/>
                  <a:gd name="T100" fmla="*/ 30 w 102"/>
                  <a:gd name="T101" fmla="*/ 0 h 114"/>
                  <a:gd name="T102" fmla="*/ 33 w 102"/>
                  <a:gd name="T103" fmla="*/ 6 h 114"/>
                  <a:gd name="T104" fmla="*/ 36 w 102"/>
                  <a:gd name="T105" fmla="*/ 15 h 114"/>
                  <a:gd name="T106" fmla="*/ 30 w 102"/>
                  <a:gd name="T107" fmla="*/ 18 h 114"/>
                  <a:gd name="T108" fmla="*/ 24 w 102"/>
                  <a:gd name="T109" fmla="*/ 18 h 114"/>
                  <a:gd name="T110" fmla="*/ 15 w 102"/>
                  <a:gd name="T111" fmla="*/ 18 h 114"/>
                  <a:gd name="T112" fmla="*/ 15 w 102"/>
                  <a:gd name="T113" fmla="*/ 21 h 114"/>
                  <a:gd name="T114" fmla="*/ 15 w 102"/>
                  <a:gd name="T115" fmla="*/ 3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2" h="114">
                    <a:moveTo>
                      <a:pt x="15" y="30"/>
                    </a:moveTo>
                    <a:cubicBezTo>
                      <a:pt x="12" y="33"/>
                      <a:pt x="9" y="33"/>
                      <a:pt x="9" y="36"/>
                    </a:cubicBezTo>
                    <a:cubicBezTo>
                      <a:pt x="9" y="36"/>
                      <a:pt x="12" y="39"/>
                      <a:pt x="12" y="42"/>
                    </a:cubicBezTo>
                    <a:cubicBezTo>
                      <a:pt x="12" y="42"/>
                      <a:pt x="9" y="42"/>
                      <a:pt x="9" y="45"/>
                    </a:cubicBezTo>
                    <a:cubicBezTo>
                      <a:pt x="9" y="48"/>
                      <a:pt x="6" y="48"/>
                      <a:pt x="3" y="48"/>
                    </a:cubicBezTo>
                    <a:cubicBezTo>
                      <a:pt x="3" y="48"/>
                      <a:pt x="3" y="51"/>
                      <a:pt x="3" y="54"/>
                    </a:cubicBezTo>
                    <a:cubicBezTo>
                      <a:pt x="3" y="54"/>
                      <a:pt x="3" y="60"/>
                      <a:pt x="0" y="63"/>
                    </a:cubicBezTo>
                    <a:cubicBezTo>
                      <a:pt x="0" y="63"/>
                      <a:pt x="6" y="66"/>
                      <a:pt x="3" y="69"/>
                    </a:cubicBezTo>
                    <a:cubicBezTo>
                      <a:pt x="3" y="69"/>
                      <a:pt x="0" y="72"/>
                      <a:pt x="3" y="72"/>
                    </a:cubicBezTo>
                    <a:cubicBezTo>
                      <a:pt x="3" y="75"/>
                      <a:pt x="6" y="75"/>
                      <a:pt x="6" y="81"/>
                    </a:cubicBezTo>
                    <a:cubicBezTo>
                      <a:pt x="6" y="84"/>
                      <a:pt x="9" y="84"/>
                      <a:pt x="9" y="84"/>
                    </a:cubicBezTo>
                    <a:cubicBezTo>
                      <a:pt x="9" y="87"/>
                      <a:pt x="12" y="87"/>
                      <a:pt x="15" y="87"/>
                    </a:cubicBezTo>
                    <a:cubicBezTo>
                      <a:pt x="18" y="87"/>
                      <a:pt x="21" y="90"/>
                      <a:pt x="21" y="90"/>
                    </a:cubicBezTo>
                    <a:cubicBezTo>
                      <a:pt x="24" y="90"/>
                      <a:pt x="27" y="90"/>
                      <a:pt x="24" y="93"/>
                    </a:cubicBezTo>
                    <a:cubicBezTo>
                      <a:pt x="21" y="96"/>
                      <a:pt x="21" y="99"/>
                      <a:pt x="18" y="102"/>
                    </a:cubicBezTo>
                    <a:cubicBezTo>
                      <a:pt x="18" y="105"/>
                      <a:pt x="18" y="108"/>
                      <a:pt x="18" y="108"/>
                    </a:cubicBezTo>
                    <a:cubicBezTo>
                      <a:pt x="21" y="108"/>
                      <a:pt x="27" y="108"/>
                      <a:pt x="27" y="108"/>
                    </a:cubicBezTo>
                    <a:cubicBezTo>
                      <a:pt x="30" y="108"/>
                      <a:pt x="33" y="108"/>
                      <a:pt x="36" y="108"/>
                    </a:cubicBezTo>
                    <a:cubicBezTo>
                      <a:pt x="36" y="108"/>
                      <a:pt x="39" y="111"/>
                      <a:pt x="42" y="111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45" y="111"/>
                      <a:pt x="48" y="114"/>
                      <a:pt x="51" y="111"/>
                    </a:cubicBezTo>
                    <a:cubicBezTo>
                      <a:pt x="51" y="108"/>
                      <a:pt x="54" y="111"/>
                      <a:pt x="57" y="111"/>
                    </a:cubicBezTo>
                    <a:cubicBezTo>
                      <a:pt x="57" y="111"/>
                      <a:pt x="60" y="111"/>
                      <a:pt x="63" y="111"/>
                    </a:cubicBezTo>
                    <a:cubicBezTo>
                      <a:pt x="66" y="108"/>
                      <a:pt x="72" y="108"/>
                      <a:pt x="75" y="108"/>
                    </a:cubicBezTo>
                    <a:cubicBezTo>
                      <a:pt x="75" y="108"/>
                      <a:pt x="81" y="111"/>
                      <a:pt x="78" y="105"/>
                    </a:cubicBezTo>
                    <a:cubicBezTo>
                      <a:pt x="78" y="99"/>
                      <a:pt x="84" y="99"/>
                      <a:pt x="84" y="99"/>
                    </a:cubicBezTo>
                    <a:cubicBezTo>
                      <a:pt x="84" y="96"/>
                      <a:pt x="90" y="93"/>
                      <a:pt x="90" y="93"/>
                    </a:cubicBezTo>
                    <a:cubicBezTo>
                      <a:pt x="90" y="90"/>
                      <a:pt x="81" y="87"/>
                      <a:pt x="78" y="84"/>
                    </a:cubicBezTo>
                    <a:cubicBezTo>
                      <a:pt x="75" y="81"/>
                      <a:pt x="75" y="78"/>
                      <a:pt x="75" y="75"/>
                    </a:cubicBezTo>
                    <a:cubicBezTo>
                      <a:pt x="72" y="72"/>
                      <a:pt x="69" y="69"/>
                      <a:pt x="72" y="69"/>
                    </a:cubicBezTo>
                    <a:cubicBezTo>
                      <a:pt x="78" y="69"/>
                      <a:pt x="81" y="66"/>
                      <a:pt x="84" y="63"/>
                    </a:cubicBezTo>
                    <a:cubicBezTo>
                      <a:pt x="87" y="60"/>
                      <a:pt x="93" y="60"/>
                      <a:pt x="93" y="60"/>
                    </a:cubicBezTo>
                    <a:cubicBezTo>
                      <a:pt x="96" y="57"/>
                      <a:pt x="99" y="60"/>
                      <a:pt x="99" y="60"/>
                    </a:cubicBezTo>
                    <a:cubicBezTo>
                      <a:pt x="102" y="57"/>
                      <a:pt x="102" y="54"/>
                      <a:pt x="102" y="54"/>
                    </a:cubicBezTo>
                    <a:cubicBezTo>
                      <a:pt x="99" y="51"/>
                      <a:pt x="99" y="48"/>
                      <a:pt x="99" y="45"/>
                    </a:cubicBezTo>
                    <a:cubicBezTo>
                      <a:pt x="99" y="39"/>
                      <a:pt x="96" y="39"/>
                      <a:pt x="96" y="39"/>
                    </a:cubicBezTo>
                    <a:cubicBezTo>
                      <a:pt x="96" y="36"/>
                      <a:pt x="96" y="33"/>
                      <a:pt x="93" y="33"/>
                    </a:cubicBezTo>
                    <a:cubicBezTo>
                      <a:pt x="93" y="33"/>
                      <a:pt x="90" y="30"/>
                      <a:pt x="93" y="27"/>
                    </a:cubicBezTo>
                    <a:cubicBezTo>
                      <a:pt x="96" y="24"/>
                      <a:pt x="93" y="18"/>
                      <a:pt x="93" y="15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3" y="12"/>
                      <a:pt x="90" y="9"/>
                      <a:pt x="87" y="9"/>
                    </a:cubicBezTo>
                    <a:cubicBezTo>
                      <a:pt x="81" y="9"/>
                      <a:pt x="87" y="6"/>
                      <a:pt x="87" y="3"/>
                    </a:cubicBezTo>
                    <a:cubicBezTo>
                      <a:pt x="84" y="0"/>
                      <a:pt x="81" y="6"/>
                      <a:pt x="78" y="6"/>
                    </a:cubicBezTo>
                    <a:cubicBezTo>
                      <a:pt x="72" y="6"/>
                      <a:pt x="69" y="12"/>
                      <a:pt x="63" y="12"/>
                    </a:cubicBezTo>
                    <a:cubicBezTo>
                      <a:pt x="60" y="15"/>
                      <a:pt x="57" y="12"/>
                      <a:pt x="57" y="9"/>
                    </a:cubicBezTo>
                    <a:cubicBezTo>
                      <a:pt x="60" y="6"/>
                      <a:pt x="57" y="6"/>
                      <a:pt x="54" y="6"/>
                    </a:cubicBezTo>
                    <a:cubicBezTo>
                      <a:pt x="51" y="9"/>
                      <a:pt x="45" y="6"/>
                      <a:pt x="45" y="3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39" y="0"/>
                      <a:pt x="36" y="0"/>
                      <a:pt x="30" y="0"/>
                    </a:cubicBezTo>
                    <a:cubicBezTo>
                      <a:pt x="33" y="0"/>
                      <a:pt x="33" y="3"/>
                      <a:pt x="33" y="6"/>
                    </a:cubicBezTo>
                    <a:cubicBezTo>
                      <a:pt x="30" y="9"/>
                      <a:pt x="33" y="9"/>
                      <a:pt x="36" y="15"/>
                    </a:cubicBezTo>
                    <a:cubicBezTo>
                      <a:pt x="39" y="18"/>
                      <a:pt x="30" y="15"/>
                      <a:pt x="30" y="18"/>
                    </a:cubicBezTo>
                    <a:cubicBezTo>
                      <a:pt x="30" y="21"/>
                      <a:pt x="24" y="18"/>
                      <a:pt x="24" y="18"/>
                    </a:cubicBezTo>
                    <a:cubicBezTo>
                      <a:pt x="21" y="18"/>
                      <a:pt x="15" y="18"/>
                      <a:pt x="15" y="18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4"/>
                      <a:pt x="15" y="27"/>
                      <a:pt x="15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4" name="Freeform 93">
                <a:extLst>
                  <a:ext uri="{FF2B5EF4-FFF2-40B4-BE49-F238E27FC236}">
                    <a16:creationId xmlns:a16="http://schemas.microsoft.com/office/drawing/2014/main" id="{0554DB51-6351-22BB-13C0-18F8D8389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1526" y="1390454"/>
                <a:ext cx="229803" cy="362277"/>
              </a:xfrm>
              <a:custGeom>
                <a:avLst/>
                <a:gdLst>
                  <a:gd name="T0" fmla="*/ 102 w 120"/>
                  <a:gd name="T1" fmla="*/ 156 h 189"/>
                  <a:gd name="T2" fmla="*/ 117 w 120"/>
                  <a:gd name="T3" fmla="*/ 141 h 189"/>
                  <a:gd name="T4" fmla="*/ 114 w 120"/>
                  <a:gd name="T5" fmla="*/ 132 h 189"/>
                  <a:gd name="T6" fmla="*/ 102 w 120"/>
                  <a:gd name="T7" fmla="*/ 120 h 189"/>
                  <a:gd name="T8" fmla="*/ 108 w 120"/>
                  <a:gd name="T9" fmla="*/ 114 h 189"/>
                  <a:gd name="T10" fmla="*/ 102 w 120"/>
                  <a:gd name="T11" fmla="*/ 108 h 189"/>
                  <a:gd name="T12" fmla="*/ 102 w 120"/>
                  <a:gd name="T13" fmla="*/ 102 h 189"/>
                  <a:gd name="T14" fmla="*/ 99 w 120"/>
                  <a:gd name="T15" fmla="*/ 99 h 189"/>
                  <a:gd name="T16" fmla="*/ 99 w 120"/>
                  <a:gd name="T17" fmla="*/ 96 h 189"/>
                  <a:gd name="T18" fmla="*/ 99 w 120"/>
                  <a:gd name="T19" fmla="*/ 87 h 189"/>
                  <a:gd name="T20" fmla="*/ 102 w 120"/>
                  <a:gd name="T21" fmla="*/ 81 h 189"/>
                  <a:gd name="T22" fmla="*/ 93 w 120"/>
                  <a:gd name="T23" fmla="*/ 63 h 189"/>
                  <a:gd name="T24" fmla="*/ 96 w 120"/>
                  <a:gd name="T25" fmla="*/ 57 h 189"/>
                  <a:gd name="T26" fmla="*/ 102 w 120"/>
                  <a:gd name="T27" fmla="*/ 48 h 189"/>
                  <a:gd name="T28" fmla="*/ 93 w 120"/>
                  <a:gd name="T29" fmla="*/ 42 h 189"/>
                  <a:gd name="T30" fmla="*/ 87 w 120"/>
                  <a:gd name="T31" fmla="*/ 36 h 189"/>
                  <a:gd name="T32" fmla="*/ 84 w 120"/>
                  <a:gd name="T33" fmla="*/ 30 h 189"/>
                  <a:gd name="T34" fmla="*/ 87 w 120"/>
                  <a:gd name="T35" fmla="*/ 24 h 189"/>
                  <a:gd name="T36" fmla="*/ 90 w 120"/>
                  <a:gd name="T37" fmla="*/ 21 h 189"/>
                  <a:gd name="T38" fmla="*/ 93 w 120"/>
                  <a:gd name="T39" fmla="*/ 18 h 189"/>
                  <a:gd name="T40" fmla="*/ 93 w 120"/>
                  <a:gd name="T41" fmla="*/ 9 h 189"/>
                  <a:gd name="T42" fmla="*/ 81 w 120"/>
                  <a:gd name="T43" fmla="*/ 3 h 189"/>
                  <a:gd name="T44" fmla="*/ 72 w 120"/>
                  <a:gd name="T45" fmla="*/ 3 h 189"/>
                  <a:gd name="T46" fmla="*/ 63 w 120"/>
                  <a:gd name="T47" fmla="*/ 6 h 189"/>
                  <a:gd name="T48" fmla="*/ 54 w 120"/>
                  <a:gd name="T49" fmla="*/ 12 h 189"/>
                  <a:gd name="T50" fmla="*/ 54 w 120"/>
                  <a:gd name="T51" fmla="*/ 21 h 189"/>
                  <a:gd name="T52" fmla="*/ 48 w 120"/>
                  <a:gd name="T53" fmla="*/ 30 h 189"/>
                  <a:gd name="T54" fmla="*/ 42 w 120"/>
                  <a:gd name="T55" fmla="*/ 27 h 189"/>
                  <a:gd name="T56" fmla="*/ 33 w 120"/>
                  <a:gd name="T57" fmla="*/ 27 h 189"/>
                  <a:gd name="T58" fmla="*/ 21 w 120"/>
                  <a:gd name="T59" fmla="*/ 27 h 189"/>
                  <a:gd name="T60" fmla="*/ 9 w 120"/>
                  <a:gd name="T61" fmla="*/ 18 h 189"/>
                  <a:gd name="T62" fmla="*/ 0 w 120"/>
                  <a:gd name="T63" fmla="*/ 21 h 189"/>
                  <a:gd name="T64" fmla="*/ 12 w 120"/>
                  <a:gd name="T65" fmla="*/ 30 h 189"/>
                  <a:gd name="T66" fmla="*/ 30 w 120"/>
                  <a:gd name="T67" fmla="*/ 42 h 189"/>
                  <a:gd name="T68" fmla="*/ 30 w 120"/>
                  <a:gd name="T69" fmla="*/ 51 h 189"/>
                  <a:gd name="T70" fmla="*/ 33 w 120"/>
                  <a:gd name="T71" fmla="*/ 63 h 189"/>
                  <a:gd name="T72" fmla="*/ 33 w 120"/>
                  <a:gd name="T73" fmla="*/ 72 h 189"/>
                  <a:gd name="T74" fmla="*/ 33 w 120"/>
                  <a:gd name="T75" fmla="*/ 78 h 189"/>
                  <a:gd name="T76" fmla="*/ 36 w 120"/>
                  <a:gd name="T77" fmla="*/ 84 h 189"/>
                  <a:gd name="T78" fmla="*/ 45 w 120"/>
                  <a:gd name="T79" fmla="*/ 87 h 189"/>
                  <a:gd name="T80" fmla="*/ 48 w 120"/>
                  <a:gd name="T81" fmla="*/ 96 h 189"/>
                  <a:gd name="T82" fmla="*/ 48 w 120"/>
                  <a:gd name="T83" fmla="*/ 99 h 189"/>
                  <a:gd name="T84" fmla="*/ 39 w 120"/>
                  <a:gd name="T85" fmla="*/ 105 h 189"/>
                  <a:gd name="T86" fmla="*/ 30 w 120"/>
                  <a:gd name="T87" fmla="*/ 117 h 189"/>
                  <a:gd name="T88" fmla="*/ 21 w 120"/>
                  <a:gd name="T89" fmla="*/ 120 h 189"/>
                  <a:gd name="T90" fmla="*/ 15 w 120"/>
                  <a:gd name="T91" fmla="*/ 126 h 189"/>
                  <a:gd name="T92" fmla="*/ 9 w 120"/>
                  <a:gd name="T93" fmla="*/ 132 h 189"/>
                  <a:gd name="T94" fmla="*/ 3 w 120"/>
                  <a:gd name="T95" fmla="*/ 138 h 189"/>
                  <a:gd name="T96" fmla="*/ 3 w 120"/>
                  <a:gd name="T97" fmla="*/ 144 h 189"/>
                  <a:gd name="T98" fmla="*/ 6 w 120"/>
                  <a:gd name="T99" fmla="*/ 153 h 189"/>
                  <a:gd name="T100" fmla="*/ 6 w 120"/>
                  <a:gd name="T101" fmla="*/ 165 h 189"/>
                  <a:gd name="T102" fmla="*/ 3 w 120"/>
                  <a:gd name="T103" fmla="*/ 177 h 189"/>
                  <a:gd name="T104" fmla="*/ 15 w 120"/>
                  <a:gd name="T105" fmla="*/ 180 h 189"/>
                  <a:gd name="T106" fmla="*/ 21 w 120"/>
                  <a:gd name="T107" fmla="*/ 186 h 189"/>
                  <a:gd name="T108" fmla="*/ 33 w 120"/>
                  <a:gd name="T109" fmla="*/ 186 h 189"/>
                  <a:gd name="T110" fmla="*/ 69 w 120"/>
                  <a:gd name="T111" fmla="*/ 180 h 189"/>
                  <a:gd name="T112" fmla="*/ 78 w 120"/>
                  <a:gd name="T113" fmla="*/ 177 h 189"/>
                  <a:gd name="T114" fmla="*/ 84 w 120"/>
                  <a:gd name="T115" fmla="*/ 171 h 189"/>
                  <a:gd name="T116" fmla="*/ 102 w 120"/>
                  <a:gd name="T117" fmla="*/ 15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0" h="189">
                    <a:moveTo>
                      <a:pt x="102" y="156"/>
                    </a:moveTo>
                    <a:cubicBezTo>
                      <a:pt x="105" y="150"/>
                      <a:pt x="117" y="147"/>
                      <a:pt x="117" y="141"/>
                    </a:cubicBezTo>
                    <a:cubicBezTo>
                      <a:pt x="120" y="138"/>
                      <a:pt x="120" y="138"/>
                      <a:pt x="114" y="132"/>
                    </a:cubicBezTo>
                    <a:cubicBezTo>
                      <a:pt x="111" y="126"/>
                      <a:pt x="102" y="123"/>
                      <a:pt x="102" y="120"/>
                    </a:cubicBezTo>
                    <a:cubicBezTo>
                      <a:pt x="99" y="120"/>
                      <a:pt x="108" y="117"/>
                      <a:pt x="108" y="114"/>
                    </a:cubicBezTo>
                    <a:cubicBezTo>
                      <a:pt x="108" y="111"/>
                      <a:pt x="102" y="111"/>
                      <a:pt x="102" y="108"/>
                    </a:cubicBezTo>
                    <a:cubicBezTo>
                      <a:pt x="99" y="105"/>
                      <a:pt x="105" y="105"/>
                      <a:pt x="102" y="102"/>
                    </a:cubicBezTo>
                    <a:cubicBezTo>
                      <a:pt x="102" y="102"/>
                      <a:pt x="99" y="102"/>
                      <a:pt x="99" y="99"/>
                    </a:cubicBezTo>
                    <a:cubicBezTo>
                      <a:pt x="96" y="99"/>
                      <a:pt x="102" y="99"/>
                      <a:pt x="99" y="96"/>
                    </a:cubicBezTo>
                    <a:cubicBezTo>
                      <a:pt x="99" y="93"/>
                      <a:pt x="96" y="90"/>
                      <a:pt x="99" y="87"/>
                    </a:cubicBezTo>
                    <a:cubicBezTo>
                      <a:pt x="102" y="84"/>
                      <a:pt x="105" y="87"/>
                      <a:pt x="102" y="81"/>
                    </a:cubicBezTo>
                    <a:cubicBezTo>
                      <a:pt x="99" y="75"/>
                      <a:pt x="93" y="66"/>
                      <a:pt x="93" y="63"/>
                    </a:cubicBezTo>
                    <a:cubicBezTo>
                      <a:pt x="90" y="63"/>
                      <a:pt x="93" y="60"/>
                      <a:pt x="96" y="57"/>
                    </a:cubicBezTo>
                    <a:cubicBezTo>
                      <a:pt x="96" y="57"/>
                      <a:pt x="102" y="51"/>
                      <a:pt x="102" y="48"/>
                    </a:cubicBezTo>
                    <a:cubicBezTo>
                      <a:pt x="102" y="48"/>
                      <a:pt x="96" y="42"/>
                      <a:pt x="93" y="42"/>
                    </a:cubicBezTo>
                    <a:cubicBezTo>
                      <a:pt x="93" y="39"/>
                      <a:pt x="90" y="39"/>
                      <a:pt x="87" y="36"/>
                    </a:cubicBezTo>
                    <a:cubicBezTo>
                      <a:pt x="84" y="33"/>
                      <a:pt x="84" y="33"/>
                      <a:pt x="84" y="30"/>
                    </a:cubicBezTo>
                    <a:cubicBezTo>
                      <a:pt x="87" y="27"/>
                      <a:pt x="87" y="27"/>
                      <a:pt x="87" y="24"/>
                    </a:cubicBezTo>
                    <a:cubicBezTo>
                      <a:pt x="87" y="21"/>
                      <a:pt x="90" y="24"/>
                      <a:pt x="90" y="21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93" y="15"/>
                      <a:pt x="93" y="12"/>
                      <a:pt x="93" y="9"/>
                    </a:cubicBezTo>
                    <a:cubicBezTo>
                      <a:pt x="93" y="6"/>
                      <a:pt x="84" y="6"/>
                      <a:pt x="81" y="3"/>
                    </a:cubicBezTo>
                    <a:cubicBezTo>
                      <a:pt x="81" y="0"/>
                      <a:pt x="75" y="0"/>
                      <a:pt x="72" y="3"/>
                    </a:cubicBezTo>
                    <a:cubicBezTo>
                      <a:pt x="72" y="6"/>
                      <a:pt x="63" y="3"/>
                      <a:pt x="63" y="6"/>
                    </a:cubicBezTo>
                    <a:cubicBezTo>
                      <a:pt x="63" y="9"/>
                      <a:pt x="54" y="9"/>
                      <a:pt x="54" y="12"/>
                    </a:cubicBezTo>
                    <a:cubicBezTo>
                      <a:pt x="54" y="15"/>
                      <a:pt x="57" y="24"/>
                      <a:pt x="54" y="21"/>
                    </a:cubicBezTo>
                    <a:cubicBezTo>
                      <a:pt x="48" y="21"/>
                      <a:pt x="51" y="24"/>
                      <a:pt x="48" y="30"/>
                    </a:cubicBezTo>
                    <a:cubicBezTo>
                      <a:pt x="45" y="33"/>
                      <a:pt x="45" y="27"/>
                      <a:pt x="42" y="27"/>
                    </a:cubicBezTo>
                    <a:cubicBezTo>
                      <a:pt x="39" y="27"/>
                      <a:pt x="33" y="24"/>
                      <a:pt x="33" y="27"/>
                    </a:cubicBezTo>
                    <a:cubicBezTo>
                      <a:pt x="30" y="30"/>
                      <a:pt x="27" y="27"/>
                      <a:pt x="21" y="27"/>
                    </a:cubicBezTo>
                    <a:cubicBezTo>
                      <a:pt x="15" y="24"/>
                      <a:pt x="12" y="18"/>
                      <a:pt x="9" y="18"/>
                    </a:cubicBezTo>
                    <a:cubicBezTo>
                      <a:pt x="6" y="18"/>
                      <a:pt x="3" y="18"/>
                      <a:pt x="0" y="21"/>
                    </a:cubicBezTo>
                    <a:cubicBezTo>
                      <a:pt x="6" y="24"/>
                      <a:pt x="9" y="30"/>
                      <a:pt x="12" y="30"/>
                    </a:cubicBezTo>
                    <a:cubicBezTo>
                      <a:pt x="18" y="33"/>
                      <a:pt x="30" y="36"/>
                      <a:pt x="30" y="42"/>
                    </a:cubicBezTo>
                    <a:cubicBezTo>
                      <a:pt x="30" y="45"/>
                      <a:pt x="27" y="51"/>
                      <a:pt x="30" y="51"/>
                    </a:cubicBezTo>
                    <a:cubicBezTo>
                      <a:pt x="33" y="54"/>
                      <a:pt x="30" y="60"/>
                      <a:pt x="33" y="63"/>
                    </a:cubicBezTo>
                    <a:cubicBezTo>
                      <a:pt x="36" y="63"/>
                      <a:pt x="33" y="72"/>
                      <a:pt x="33" y="72"/>
                    </a:cubicBezTo>
                    <a:cubicBezTo>
                      <a:pt x="30" y="72"/>
                      <a:pt x="33" y="75"/>
                      <a:pt x="33" y="78"/>
                    </a:cubicBezTo>
                    <a:cubicBezTo>
                      <a:pt x="36" y="78"/>
                      <a:pt x="36" y="81"/>
                      <a:pt x="36" y="84"/>
                    </a:cubicBezTo>
                    <a:cubicBezTo>
                      <a:pt x="39" y="84"/>
                      <a:pt x="42" y="84"/>
                      <a:pt x="45" y="87"/>
                    </a:cubicBezTo>
                    <a:cubicBezTo>
                      <a:pt x="48" y="90"/>
                      <a:pt x="48" y="93"/>
                      <a:pt x="48" y="96"/>
                    </a:cubicBezTo>
                    <a:cubicBezTo>
                      <a:pt x="48" y="99"/>
                      <a:pt x="48" y="102"/>
                      <a:pt x="48" y="99"/>
                    </a:cubicBezTo>
                    <a:cubicBezTo>
                      <a:pt x="45" y="99"/>
                      <a:pt x="42" y="99"/>
                      <a:pt x="39" y="105"/>
                    </a:cubicBezTo>
                    <a:cubicBezTo>
                      <a:pt x="39" y="108"/>
                      <a:pt x="33" y="114"/>
                      <a:pt x="30" y="117"/>
                    </a:cubicBezTo>
                    <a:cubicBezTo>
                      <a:pt x="24" y="117"/>
                      <a:pt x="24" y="120"/>
                      <a:pt x="21" y="120"/>
                    </a:cubicBezTo>
                    <a:cubicBezTo>
                      <a:pt x="18" y="123"/>
                      <a:pt x="15" y="123"/>
                      <a:pt x="15" y="126"/>
                    </a:cubicBezTo>
                    <a:cubicBezTo>
                      <a:pt x="15" y="132"/>
                      <a:pt x="12" y="132"/>
                      <a:pt x="9" y="132"/>
                    </a:cubicBezTo>
                    <a:cubicBezTo>
                      <a:pt x="6" y="132"/>
                      <a:pt x="6" y="138"/>
                      <a:pt x="3" y="138"/>
                    </a:cubicBezTo>
                    <a:cubicBezTo>
                      <a:pt x="0" y="141"/>
                      <a:pt x="0" y="141"/>
                      <a:pt x="3" y="144"/>
                    </a:cubicBezTo>
                    <a:cubicBezTo>
                      <a:pt x="6" y="147"/>
                      <a:pt x="3" y="150"/>
                      <a:pt x="6" y="153"/>
                    </a:cubicBezTo>
                    <a:cubicBezTo>
                      <a:pt x="6" y="156"/>
                      <a:pt x="9" y="159"/>
                      <a:pt x="6" y="165"/>
                    </a:cubicBezTo>
                    <a:cubicBezTo>
                      <a:pt x="3" y="171"/>
                      <a:pt x="3" y="177"/>
                      <a:pt x="3" y="177"/>
                    </a:cubicBezTo>
                    <a:cubicBezTo>
                      <a:pt x="6" y="177"/>
                      <a:pt x="12" y="180"/>
                      <a:pt x="15" y="180"/>
                    </a:cubicBezTo>
                    <a:cubicBezTo>
                      <a:pt x="18" y="180"/>
                      <a:pt x="18" y="186"/>
                      <a:pt x="21" y="186"/>
                    </a:cubicBezTo>
                    <a:cubicBezTo>
                      <a:pt x="24" y="183"/>
                      <a:pt x="24" y="189"/>
                      <a:pt x="33" y="186"/>
                    </a:cubicBezTo>
                    <a:cubicBezTo>
                      <a:pt x="42" y="186"/>
                      <a:pt x="60" y="180"/>
                      <a:pt x="69" y="180"/>
                    </a:cubicBezTo>
                    <a:cubicBezTo>
                      <a:pt x="72" y="180"/>
                      <a:pt x="75" y="180"/>
                      <a:pt x="78" y="177"/>
                    </a:cubicBezTo>
                    <a:cubicBezTo>
                      <a:pt x="81" y="177"/>
                      <a:pt x="81" y="174"/>
                      <a:pt x="84" y="171"/>
                    </a:cubicBezTo>
                    <a:cubicBezTo>
                      <a:pt x="90" y="168"/>
                      <a:pt x="99" y="162"/>
                      <a:pt x="102" y="1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5" name="Freeform 94">
                <a:extLst>
                  <a:ext uri="{FF2B5EF4-FFF2-40B4-BE49-F238E27FC236}">
                    <a16:creationId xmlns:a16="http://schemas.microsoft.com/office/drawing/2014/main" id="{5E325D17-3D0F-4779-9787-1A86EC15E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862" y="2523245"/>
                <a:ext cx="454198" cy="362277"/>
              </a:xfrm>
              <a:custGeom>
                <a:avLst/>
                <a:gdLst>
                  <a:gd name="T0" fmla="*/ 141 w 237"/>
                  <a:gd name="T1" fmla="*/ 39 h 189"/>
                  <a:gd name="T2" fmla="*/ 120 w 237"/>
                  <a:gd name="T3" fmla="*/ 36 h 189"/>
                  <a:gd name="T4" fmla="*/ 108 w 237"/>
                  <a:gd name="T5" fmla="*/ 33 h 189"/>
                  <a:gd name="T6" fmla="*/ 81 w 237"/>
                  <a:gd name="T7" fmla="*/ 12 h 189"/>
                  <a:gd name="T8" fmla="*/ 57 w 237"/>
                  <a:gd name="T9" fmla="*/ 0 h 189"/>
                  <a:gd name="T10" fmla="*/ 48 w 237"/>
                  <a:gd name="T11" fmla="*/ 0 h 189"/>
                  <a:gd name="T12" fmla="*/ 39 w 237"/>
                  <a:gd name="T13" fmla="*/ 3 h 189"/>
                  <a:gd name="T14" fmla="*/ 27 w 237"/>
                  <a:gd name="T15" fmla="*/ 9 h 189"/>
                  <a:gd name="T16" fmla="*/ 36 w 237"/>
                  <a:gd name="T17" fmla="*/ 21 h 189"/>
                  <a:gd name="T18" fmla="*/ 27 w 237"/>
                  <a:gd name="T19" fmla="*/ 24 h 189"/>
                  <a:gd name="T20" fmla="*/ 21 w 237"/>
                  <a:gd name="T21" fmla="*/ 27 h 189"/>
                  <a:gd name="T22" fmla="*/ 12 w 237"/>
                  <a:gd name="T23" fmla="*/ 36 h 189"/>
                  <a:gd name="T24" fmla="*/ 0 w 237"/>
                  <a:gd name="T25" fmla="*/ 30 h 189"/>
                  <a:gd name="T26" fmla="*/ 0 w 237"/>
                  <a:gd name="T27" fmla="*/ 33 h 189"/>
                  <a:gd name="T28" fmla="*/ 0 w 237"/>
                  <a:gd name="T29" fmla="*/ 36 h 189"/>
                  <a:gd name="T30" fmla="*/ 0 w 237"/>
                  <a:gd name="T31" fmla="*/ 48 h 189"/>
                  <a:gd name="T32" fmla="*/ 9 w 237"/>
                  <a:gd name="T33" fmla="*/ 60 h 189"/>
                  <a:gd name="T34" fmla="*/ 27 w 237"/>
                  <a:gd name="T35" fmla="*/ 87 h 189"/>
                  <a:gd name="T36" fmla="*/ 36 w 237"/>
                  <a:gd name="T37" fmla="*/ 99 h 189"/>
                  <a:gd name="T38" fmla="*/ 45 w 237"/>
                  <a:gd name="T39" fmla="*/ 111 h 189"/>
                  <a:gd name="T40" fmla="*/ 48 w 237"/>
                  <a:gd name="T41" fmla="*/ 123 h 189"/>
                  <a:gd name="T42" fmla="*/ 57 w 237"/>
                  <a:gd name="T43" fmla="*/ 141 h 189"/>
                  <a:gd name="T44" fmla="*/ 72 w 237"/>
                  <a:gd name="T45" fmla="*/ 156 h 189"/>
                  <a:gd name="T46" fmla="*/ 81 w 237"/>
                  <a:gd name="T47" fmla="*/ 174 h 189"/>
                  <a:gd name="T48" fmla="*/ 84 w 237"/>
                  <a:gd name="T49" fmla="*/ 183 h 189"/>
                  <a:gd name="T50" fmla="*/ 87 w 237"/>
                  <a:gd name="T51" fmla="*/ 189 h 189"/>
                  <a:gd name="T52" fmla="*/ 93 w 237"/>
                  <a:gd name="T53" fmla="*/ 186 h 189"/>
                  <a:gd name="T54" fmla="*/ 93 w 237"/>
                  <a:gd name="T55" fmla="*/ 180 h 189"/>
                  <a:gd name="T56" fmla="*/ 99 w 237"/>
                  <a:gd name="T57" fmla="*/ 177 h 189"/>
                  <a:gd name="T58" fmla="*/ 108 w 237"/>
                  <a:gd name="T59" fmla="*/ 177 h 189"/>
                  <a:gd name="T60" fmla="*/ 120 w 237"/>
                  <a:gd name="T61" fmla="*/ 180 h 189"/>
                  <a:gd name="T62" fmla="*/ 135 w 237"/>
                  <a:gd name="T63" fmla="*/ 180 h 189"/>
                  <a:gd name="T64" fmla="*/ 144 w 237"/>
                  <a:gd name="T65" fmla="*/ 180 h 189"/>
                  <a:gd name="T66" fmla="*/ 162 w 237"/>
                  <a:gd name="T67" fmla="*/ 162 h 189"/>
                  <a:gd name="T68" fmla="*/ 183 w 237"/>
                  <a:gd name="T69" fmla="*/ 162 h 189"/>
                  <a:gd name="T70" fmla="*/ 228 w 237"/>
                  <a:gd name="T71" fmla="*/ 147 h 189"/>
                  <a:gd name="T72" fmla="*/ 237 w 237"/>
                  <a:gd name="T73" fmla="*/ 123 h 189"/>
                  <a:gd name="T74" fmla="*/ 231 w 237"/>
                  <a:gd name="T75" fmla="*/ 117 h 189"/>
                  <a:gd name="T76" fmla="*/ 204 w 237"/>
                  <a:gd name="T77" fmla="*/ 111 h 189"/>
                  <a:gd name="T78" fmla="*/ 195 w 237"/>
                  <a:gd name="T79" fmla="*/ 99 h 189"/>
                  <a:gd name="T80" fmla="*/ 189 w 237"/>
                  <a:gd name="T81" fmla="*/ 93 h 189"/>
                  <a:gd name="T82" fmla="*/ 180 w 237"/>
                  <a:gd name="T83" fmla="*/ 87 h 189"/>
                  <a:gd name="T84" fmla="*/ 174 w 237"/>
                  <a:gd name="T85" fmla="*/ 75 h 189"/>
                  <a:gd name="T86" fmla="*/ 168 w 237"/>
                  <a:gd name="T87" fmla="*/ 63 h 189"/>
                  <a:gd name="T88" fmla="*/ 156 w 237"/>
                  <a:gd name="T89" fmla="*/ 48 h 189"/>
                  <a:gd name="T90" fmla="*/ 156 w 237"/>
                  <a:gd name="T91" fmla="*/ 45 h 189"/>
                  <a:gd name="T92" fmla="*/ 147 w 237"/>
                  <a:gd name="T93" fmla="*/ 45 h 189"/>
                  <a:gd name="T94" fmla="*/ 141 w 237"/>
                  <a:gd name="T95" fmla="*/ 3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37" h="189">
                    <a:moveTo>
                      <a:pt x="141" y="39"/>
                    </a:moveTo>
                    <a:cubicBezTo>
                      <a:pt x="141" y="39"/>
                      <a:pt x="123" y="36"/>
                      <a:pt x="120" y="36"/>
                    </a:cubicBezTo>
                    <a:cubicBezTo>
                      <a:pt x="120" y="36"/>
                      <a:pt x="111" y="36"/>
                      <a:pt x="108" y="33"/>
                    </a:cubicBezTo>
                    <a:cubicBezTo>
                      <a:pt x="105" y="30"/>
                      <a:pt x="84" y="15"/>
                      <a:pt x="81" y="12"/>
                    </a:cubicBezTo>
                    <a:cubicBezTo>
                      <a:pt x="78" y="9"/>
                      <a:pt x="63" y="0"/>
                      <a:pt x="57" y="0"/>
                    </a:cubicBezTo>
                    <a:cubicBezTo>
                      <a:pt x="54" y="0"/>
                      <a:pt x="54" y="0"/>
                      <a:pt x="48" y="0"/>
                    </a:cubicBezTo>
                    <a:cubicBezTo>
                      <a:pt x="45" y="0"/>
                      <a:pt x="45" y="3"/>
                      <a:pt x="39" y="3"/>
                    </a:cubicBezTo>
                    <a:cubicBezTo>
                      <a:pt x="30" y="3"/>
                      <a:pt x="24" y="9"/>
                      <a:pt x="27" y="9"/>
                    </a:cubicBezTo>
                    <a:cubicBezTo>
                      <a:pt x="30" y="12"/>
                      <a:pt x="39" y="18"/>
                      <a:pt x="36" y="21"/>
                    </a:cubicBezTo>
                    <a:cubicBezTo>
                      <a:pt x="33" y="21"/>
                      <a:pt x="33" y="24"/>
                      <a:pt x="27" y="24"/>
                    </a:cubicBezTo>
                    <a:cubicBezTo>
                      <a:pt x="24" y="24"/>
                      <a:pt x="21" y="27"/>
                      <a:pt x="21" y="27"/>
                    </a:cubicBezTo>
                    <a:cubicBezTo>
                      <a:pt x="21" y="30"/>
                      <a:pt x="15" y="36"/>
                      <a:pt x="12" y="36"/>
                    </a:cubicBezTo>
                    <a:cubicBezTo>
                      <a:pt x="9" y="36"/>
                      <a:pt x="6" y="33"/>
                      <a:pt x="0" y="3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9"/>
                      <a:pt x="0" y="48"/>
                      <a:pt x="0" y="48"/>
                    </a:cubicBezTo>
                    <a:cubicBezTo>
                      <a:pt x="3" y="51"/>
                      <a:pt x="6" y="54"/>
                      <a:pt x="9" y="60"/>
                    </a:cubicBezTo>
                    <a:cubicBezTo>
                      <a:pt x="15" y="66"/>
                      <a:pt x="27" y="81"/>
                      <a:pt x="27" y="87"/>
                    </a:cubicBezTo>
                    <a:cubicBezTo>
                      <a:pt x="27" y="90"/>
                      <a:pt x="30" y="93"/>
                      <a:pt x="36" y="99"/>
                    </a:cubicBezTo>
                    <a:cubicBezTo>
                      <a:pt x="42" y="102"/>
                      <a:pt x="42" y="108"/>
                      <a:pt x="45" y="111"/>
                    </a:cubicBezTo>
                    <a:cubicBezTo>
                      <a:pt x="48" y="114"/>
                      <a:pt x="48" y="117"/>
                      <a:pt x="48" y="123"/>
                    </a:cubicBezTo>
                    <a:cubicBezTo>
                      <a:pt x="48" y="129"/>
                      <a:pt x="51" y="138"/>
                      <a:pt x="57" y="141"/>
                    </a:cubicBezTo>
                    <a:cubicBezTo>
                      <a:pt x="63" y="147"/>
                      <a:pt x="69" y="150"/>
                      <a:pt x="72" y="156"/>
                    </a:cubicBezTo>
                    <a:cubicBezTo>
                      <a:pt x="72" y="165"/>
                      <a:pt x="78" y="171"/>
                      <a:pt x="81" y="174"/>
                    </a:cubicBezTo>
                    <a:cubicBezTo>
                      <a:pt x="84" y="177"/>
                      <a:pt x="84" y="180"/>
                      <a:pt x="84" y="183"/>
                    </a:cubicBezTo>
                    <a:cubicBezTo>
                      <a:pt x="87" y="183"/>
                      <a:pt x="87" y="186"/>
                      <a:pt x="87" y="189"/>
                    </a:cubicBezTo>
                    <a:cubicBezTo>
                      <a:pt x="90" y="189"/>
                      <a:pt x="93" y="186"/>
                      <a:pt x="93" y="186"/>
                    </a:cubicBezTo>
                    <a:cubicBezTo>
                      <a:pt x="93" y="186"/>
                      <a:pt x="93" y="183"/>
                      <a:pt x="93" y="180"/>
                    </a:cubicBezTo>
                    <a:cubicBezTo>
                      <a:pt x="93" y="180"/>
                      <a:pt x="96" y="177"/>
                      <a:pt x="99" y="177"/>
                    </a:cubicBezTo>
                    <a:cubicBezTo>
                      <a:pt x="99" y="177"/>
                      <a:pt x="102" y="177"/>
                      <a:pt x="108" y="177"/>
                    </a:cubicBezTo>
                    <a:cubicBezTo>
                      <a:pt x="111" y="177"/>
                      <a:pt x="120" y="177"/>
                      <a:pt x="120" y="180"/>
                    </a:cubicBezTo>
                    <a:cubicBezTo>
                      <a:pt x="120" y="180"/>
                      <a:pt x="132" y="180"/>
                      <a:pt x="135" y="180"/>
                    </a:cubicBezTo>
                    <a:cubicBezTo>
                      <a:pt x="138" y="183"/>
                      <a:pt x="141" y="183"/>
                      <a:pt x="144" y="180"/>
                    </a:cubicBezTo>
                    <a:cubicBezTo>
                      <a:pt x="147" y="174"/>
                      <a:pt x="159" y="165"/>
                      <a:pt x="162" y="162"/>
                    </a:cubicBezTo>
                    <a:cubicBezTo>
                      <a:pt x="162" y="162"/>
                      <a:pt x="177" y="162"/>
                      <a:pt x="183" y="162"/>
                    </a:cubicBezTo>
                    <a:cubicBezTo>
                      <a:pt x="189" y="162"/>
                      <a:pt x="228" y="150"/>
                      <a:pt x="228" y="147"/>
                    </a:cubicBezTo>
                    <a:cubicBezTo>
                      <a:pt x="231" y="147"/>
                      <a:pt x="237" y="126"/>
                      <a:pt x="237" y="123"/>
                    </a:cubicBezTo>
                    <a:cubicBezTo>
                      <a:pt x="237" y="120"/>
                      <a:pt x="234" y="114"/>
                      <a:pt x="231" y="117"/>
                    </a:cubicBezTo>
                    <a:cubicBezTo>
                      <a:pt x="228" y="117"/>
                      <a:pt x="204" y="114"/>
                      <a:pt x="204" y="111"/>
                    </a:cubicBezTo>
                    <a:cubicBezTo>
                      <a:pt x="201" y="111"/>
                      <a:pt x="195" y="108"/>
                      <a:pt x="195" y="99"/>
                    </a:cubicBezTo>
                    <a:cubicBezTo>
                      <a:pt x="192" y="99"/>
                      <a:pt x="189" y="96"/>
                      <a:pt x="189" y="93"/>
                    </a:cubicBezTo>
                    <a:cubicBezTo>
                      <a:pt x="186" y="93"/>
                      <a:pt x="183" y="93"/>
                      <a:pt x="180" y="87"/>
                    </a:cubicBezTo>
                    <a:cubicBezTo>
                      <a:pt x="177" y="84"/>
                      <a:pt x="171" y="78"/>
                      <a:pt x="174" y="75"/>
                    </a:cubicBezTo>
                    <a:cubicBezTo>
                      <a:pt x="177" y="72"/>
                      <a:pt x="174" y="66"/>
                      <a:pt x="168" y="63"/>
                    </a:cubicBezTo>
                    <a:cubicBezTo>
                      <a:pt x="165" y="60"/>
                      <a:pt x="159" y="54"/>
                      <a:pt x="156" y="48"/>
                    </a:cubicBezTo>
                    <a:cubicBezTo>
                      <a:pt x="156" y="45"/>
                      <a:pt x="156" y="45"/>
                      <a:pt x="156" y="45"/>
                    </a:cubicBezTo>
                    <a:cubicBezTo>
                      <a:pt x="147" y="45"/>
                      <a:pt x="147" y="45"/>
                      <a:pt x="147" y="45"/>
                    </a:cubicBezTo>
                    <a:lnTo>
                      <a:pt x="141" y="39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6" name="Freeform 95">
                <a:extLst>
                  <a:ext uri="{FF2B5EF4-FFF2-40B4-BE49-F238E27FC236}">
                    <a16:creationId xmlns:a16="http://schemas.microsoft.com/office/drawing/2014/main" id="{BD224BC8-2F69-2528-375F-A6B19D4E5A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7954" y="2689514"/>
                <a:ext cx="173028" cy="189249"/>
              </a:xfrm>
              <a:custGeom>
                <a:avLst/>
                <a:gdLst>
                  <a:gd name="T0" fmla="*/ 45 w 90"/>
                  <a:gd name="T1" fmla="*/ 3 h 99"/>
                  <a:gd name="T2" fmla="*/ 45 w 90"/>
                  <a:gd name="T3" fmla="*/ 9 h 99"/>
                  <a:gd name="T4" fmla="*/ 36 w 90"/>
                  <a:gd name="T5" fmla="*/ 18 h 99"/>
                  <a:gd name="T6" fmla="*/ 33 w 90"/>
                  <a:gd name="T7" fmla="*/ 30 h 99"/>
                  <a:gd name="T8" fmla="*/ 36 w 90"/>
                  <a:gd name="T9" fmla="*/ 30 h 99"/>
                  <a:gd name="T10" fmla="*/ 42 w 90"/>
                  <a:gd name="T11" fmla="*/ 36 h 99"/>
                  <a:gd name="T12" fmla="*/ 33 w 90"/>
                  <a:gd name="T13" fmla="*/ 60 h 99"/>
                  <a:gd name="T14" fmla="*/ 0 w 90"/>
                  <a:gd name="T15" fmla="*/ 72 h 99"/>
                  <a:gd name="T16" fmla="*/ 12 w 90"/>
                  <a:gd name="T17" fmla="*/ 99 h 99"/>
                  <a:gd name="T18" fmla="*/ 15 w 90"/>
                  <a:gd name="T19" fmla="*/ 99 h 99"/>
                  <a:gd name="T20" fmla="*/ 33 w 90"/>
                  <a:gd name="T21" fmla="*/ 96 h 99"/>
                  <a:gd name="T22" fmla="*/ 39 w 90"/>
                  <a:gd name="T23" fmla="*/ 87 h 99"/>
                  <a:gd name="T24" fmla="*/ 51 w 90"/>
                  <a:gd name="T25" fmla="*/ 84 h 99"/>
                  <a:gd name="T26" fmla="*/ 57 w 90"/>
                  <a:gd name="T27" fmla="*/ 75 h 99"/>
                  <a:gd name="T28" fmla="*/ 66 w 90"/>
                  <a:gd name="T29" fmla="*/ 72 h 99"/>
                  <a:gd name="T30" fmla="*/ 69 w 90"/>
                  <a:gd name="T31" fmla="*/ 57 h 99"/>
                  <a:gd name="T32" fmla="*/ 78 w 90"/>
                  <a:gd name="T33" fmla="*/ 51 h 99"/>
                  <a:gd name="T34" fmla="*/ 87 w 90"/>
                  <a:gd name="T35" fmla="*/ 36 h 99"/>
                  <a:gd name="T36" fmla="*/ 87 w 90"/>
                  <a:gd name="T37" fmla="*/ 30 h 99"/>
                  <a:gd name="T38" fmla="*/ 78 w 90"/>
                  <a:gd name="T39" fmla="*/ 18 h 99"/>
                  <a:gd name="T40" fmla="*/ 60 w 90"/>
                  <a:gd name="T41" fmla="*/ 12 h 99"/>
                  <a:gd name="T42" fmla="*/ 54 w 90"/>
                  <a:gd name="T43" fmla="*/ 0 h 99"/>
                  <a:gd name="T44" fmla="*/ 48 w 90"/>
                  <a:gd name="T45" fmla="*/ 3 h 99"/>
                  <a:gd name="T46" fmla="*/ 45 w 90"/>
                  <a:gd name="T47" fmla="*/ 3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0" h="99">
                    <a:moveTo>
                      <a:pt x="45" y="3"/>
                    </a:moveTo>
                    <a:cubicBezTo>
                      <a:pt x="45" y="9"/>
                      <a:pt x="45" y="9"/>
                      <a:pt x="45" y="9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9" y="27"/>
                      <a:pt x="42" y="33"/>
                      <a:pt x="42" y="36"/>
                    </a:cubicBezTo>
                    <a:cubicBezTo>
                      <a:pt x="42" y="39"/>
                      <a:pt x="36" y="60"/>
                      <a:pt x="33" y="60"/>
                    </a:cubicBezTo>
                    <a:cubicBezTo>
                      <a:pt x="33" y="60"/>
                      <a:pt x="12" y="69"/>
                      <a:pt x="0" y="72"/>
                    </a:cubicBezTo>
                    <a:cubicBezTo>
                      <a:pt x="3" y="78"/>
                      <a:pt x="9" y="90"/>
                      <a:pt x="12" y="99"/>
                    </a:cubicBezTo>
                    <a:cubicBezTo>
                      <a:pt x="15" y="99"/>
                      <a:pt x="15" y="99"/>
                      <a:pt x="15" y="99"/>
                    </a:cubicBezTo>
                    <a:cubicBezTo>
                      <a:pt x="21" y="96"/>
                      <a:pt x="30" y="96"/>
                      <a:pt x="33" y="96"/>
                    </a:cubicBezTo>
                    <a:cubicBezTo>
                      <a:pt x="39" y="96"/>
                      <a:pt x="36" y="90"/>
                      <a:pt x="39" y="87"/>
                    </a:cubicBezTo>
                    <a:cubicBezTo>
                      <a:pt x="42" y="84"/>
                      <a:pt x="48" y="87"/>
                      <a:pt x="51" y="84"/>
                    </a:cubicBezTo>
                    <a:cubicBezTo>
                      <a:pt x="54" y="84"/>
                      <a:pt x="54" y="75"/>
                      <a:pt x="57" y="75"/>
                    </a:cubicBezTo>
                    <a:cubicBezTo>
                      <a:pt x="63" y="72"/>
                      <a:pt x="66" y="75"/>
                      <a:pt x="66" y="72"/>
                    </a:cubicBezTo>
                    <a:cubicBezTo>
                      <a:pt x="66" y="69"/>
                      <a:pt x="66" y="57"/>
                      <a:pt x="69" y="57"/>
                    </a:cubicBezTo>
                    <a:cubicBezTo>
                      <a:pt x="72" y="54"/>
                      <a:pt x="78" y="51"/>
                      <a:pt x="78" y="51"/>
                    </a:cubicBezTo>
                    <a:cubicBezTo>
                      <a:pt x="78" y="48"/>
                      <a:pt x="87" y="39"/>
                      <a:pt x="87" y="36"/>
                    </a:cubicBezTo>
                    <a:cubicBezTo>
                      <a:pt x="90" y="33"/>
                      <a:pt x="90" y="30"/>
                      <a:pt x="87" y="30"/>
                    </a:cubicBezTo>
                    <a:cubicBezTo>
                      <a:pt x="84" y="30"/>
                      <a:pt x="78" y="21"/>
                      <a:pt x="78" y="18"/>
                    </a:cubicBezTo>
                    <a:cubicBezTo>
                      <a:pt x="75" y="15"/>
                      <a:pt x="66" y="18"/>
                      <a:pt x="60" y="12"/>
                    </a:cubicBezTo>
                    <a:cubicBezTo>
                      <a:pt x="57" y="9"/>
                      <a:pt x="54" y="3"/>
                      <a:pt x="54" y="0"/>
                    </a:cubicBezTo>
                    <a:cubicBezTo>
                      <a:pt x="48" y="3"/>
                      <a:pt x="48" y="3"/>
                      <a:pt x="48" y="3"/>
                    </a:cubicBezTo>
                    <a:lnTo>
                      <a:pt x="45" y="3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7" name="Freeform 96">
                <a:extLst>
                  <a:ext uri="{FF2B5EF4-FFF2-40B4-BE49-F238E27FC236}">
                    <a16:creationId xmlns:a16="http://schemas.microsoft.com/office/drawing/2014/main" id="{CC99EF09-824B-17F6-EB19-90059C87A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9566" y="2666534"/>
                <a:ext cx="22980" cy="35146"/>
              </a:xfrm>
              <a:custGeom>
                <a:avLst/>
                <a:gdLst>
                  <a:gd name="T0" fmla="*/ 9 w 12"/>
                  <a:gd name="T1" fmla="*/ 18 h 18"/>
                  <a:gd name="T2" fmla="*/ 9 w 12"/>
                  <a:gd name="T3" fmla="*/ 15 h 18"/>
                  <a:gd name="T4" fmla="*/ 9 w 12"/>
                  <a:gd name="T5" fmla="*/ 0 h 18"/>
                  <a:gd name="T6" fmla="*/ 0 w 12"/>
                  <a:gd name="T7" fmla="*/ 12 h 18"/>
                  <a:gd name="T8" fmla="*/ 0 w 12"/>
                  <a:gd name="T9" fmla="*/ 12 h 18"/>
                  <a:gd name="T10" fmla="*/ 9 w 12"/>
                  <a:gd name="T11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8">
                    <a:moveTo>
                      <a:pt x="9" y="18"/>
                    </a:moveTo>
                    <a:cubicBezTo>
                      <a:pt x="9" y="15"/>
                      <a:pt x="9" y="15"/>
                      <a:pt x="9" y="15"/>
                    </a:cubicBezTo>
                    <a:cubicBezTo>
                      <a:pt x="12" y="12"/>
                      <a:pt x="12" y="3"/>
                      <a:pt x="9" y="0"/>
                    </a:cubicBezTo>
                    <a:cubicBezTo>
                      <a:pt x="3" y="0"/>
                      <a:pt x="0" y="9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18"/>
                      <a:pt x="6" y="18"/>
                      <a:pt x="9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8" name="Freeform 97">
                <a:extLst>
                  <a:ext uri="{FF2B5EF4-FFF2-40B4-BE49-F238E27FC236}">
                    <a16:creationId xmlns:a16="http://schemas.microsoft.com/office/drawing/2014/main" id="{B8B959F6-67A2-3630-7EA8-D2DCF7AC6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7954" y="2661127"/>
                <a:ext cx="104087" cy="86514"/>
              </a:xfrm>
              <a:custGeom>
                <a:avLst/>
                <a:gdLst>
                  <a:gd name="T0" fmla="*/ 9 w 54"/>
                  <a:gd name="T1" fmla="*/ 39 h 45"/>
                  <a:gd name="T2" fmla="*/ 33 w 54"/>
                  <a:gd name="T3" fmla="*/ 45 h 45"/>
                  <a:gd name="T4" fmla="*/ 36 w 54"/>
                  <a:gd name="T5" fmla="*/ 33 h 45"/>
                  <a:gd name="T6" fmla="*/ 45 w 54"/>
                  <a:gd name="T7" fmla="*/ 24 h 45"/>
                  <a:gd name="T8" fmla="*/ 45 w 54"/>
                  <a:gd name="T9" fmla="*/ 18 h 45"/>
                  <a:gd name="T10" fmla="*/ 48 w 54"/>
                  <a:gd name="T11" fmla="*/ 18 h 45"/>
                  <a:gd name="T12" fmla="*/ 54 w 54"/>
                  <a:gd name="T13" fmla="*/ 15 h 45"/>
                  <a:gd name="T14" fmla="*/ 51 w 54"/>
                  <a:gd name="T15" fmla="*/ 0 h 45"/>
                  <a:gd name="T16" fmla="*/ 36 w 54"/>
                  <a:gd name="T17" fmla="*/ 15 h 45"/>
                  <a:gd name="T18" fmla="*/ 15 w 54"/>
                  <a:gd name="T19" fmla="*/ 27 h 45"/>
                  <a:gd name="T20" fmla="*/ 0 w 54"/>
                  <a:gd name="T21" fmla="*/ 30 h 45"/>
                  <a:gd name="T22" fmla="*/ 0 w 54"/>
                  <a:gd name="T23" fmla="*/ 27 h 45"/>
                  <a:gd name="T24" fmla="*/ 9 w 54"/>
                  <a:gd name="T25" fmla="*/ 3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45">
                    <a:moveTo>
                      <a:pt x="9" y="39"/>
                    </a:moveTo>
                    <a:cubicBezTo>
                      <a:pt x="9" y="42"/>
                      <a:pt x="27" y="42"/>
                      <a:pt x="33" y="45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1" y="6"/>
                      <a:pt x="51" y="0"/>
                      <a:pt x="51" y="0"/>
                    </a:cubicBezTo>
                    <a:cubicBezTo>
                      <a:pt x="48" y="0"/>
                      <a:pt x="39" y="9"/>
                      <a:pt x="36" y="15"/>
                    </a:cubicBezTo>
                    <a:cubicBezTo>
                      <a:pt x="33" y="21"/>
                      <a:pt x="24" y="27"/>
                      <a:pt x="15" y="27"/>
                    </a:cubicBezTo>
                    <a:cubicBezTo>
                      <a:pt x="6" y="24"/>
                      <a:pt x="3" y="27"/>
                      <a:pt x="0" y="30"/>
                    </a:cubicBezTo>
                    <a:cubicBezTo>
                      <a:pt x="0" y="30"/>
                      <a:pt x="0" y="30"/>
                      <a:pt x="0" y="27"/>
                    </a:cubicBezTo>
                    <a:cubicBezTo>
                      <a:pt x="0" y="36"/>
                      <a:pt x="6" y="39"/>
                      <a:pt x="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9" name="Freeform 98">
                <a:extLst>
                  <a:ext uri="{FF2B5EF4-FFF2-40B4-BE49-F238E27FC236}">
                    <a16:creationId xmlns:a16="http://schemas.microsoft.com/office/drawing/2014/main" id="{5B8CB833-E58B-92D3-AD52-12498F4FCE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65844" y="3103159"/>
                <a:ext cx="419052" cy="132474"/>
              </a:xfrm>
              <a:custGeom>
                <a:avLst/>
                <a:gdLst>
                  <a:gd name="T0" fmla="*/ 39 w 219"/>
                  <a:gd name="T1" fmla="*/ 24 h 69"/>
                  <a:gd name="T2" fmla="*/ 33 w 219"/>
                  <a:gd name="T3" fmla="*/ 12 h 69"/>
                  <a:gd name="T4" fmla="*/ 27 w 219"/>
                  <a:gd name="T5" fmla="*/ 6 h 69"/>
                  <a:gd name="T6" fmla="*/ 24 w 219"/>
                  <a:gd name="T7" fmla="*/ 6 h 69"/>
                  <a:gd name="T8" fmla="*/ 21 w 219"/>
                  <a:gd name="T9" fmla="*/ 9 h 69"/>
                  <a:gd name="T10" fmla="*/ 12 w 219"/>
                  <a:gd name="T11" fmla="*/ 9 h 69"/>
                  <a:gd name="T12" fmla="*/ 6 w 219"/>
                  <a:gd name="T13" fmla="*/ 3 h 69"/>
                  <a:gd name="T14" fmla="*/ 0 w 219"/>
                  <a:gd name="T15" fmla="*/ 0 h 69"/>
                  <a:gd name="T16" fmla="*/ 3 w 219"/>
                  <a:gd name="T17" fmla="*/ 18 h 69"/>
                  <a:gd name="T18" fmla="*/ 15 w 219"/>
                  <a:gd name="T19" fmla="*/ 39 h 69"/>
                  <a:gd name="T20" fmla="*/ 27 w 219"/>
                  <a:gd name="T21" fmla="*/ 51 h 69"/>
                  <a:gd name="T22" fmla="*/ 48 w 219"/>
                  <a:gd name="T23" fmla="*/ 63 h 69"/>
                  <a:gd name="T24" fmla="*/ 39 w 219"/>
                  <a:gd name="T25" fmla="*/ 45 h 69"/>
                  <a:gd name="T26" fmla="*/ 39 w 219"/>
                  <a:gd name="T27" fmla="*/ 24 h 69"/>
                  <a:gd name="T28" fmla="*/ 210 w 219"/>
                  <a:gd name="T29" fmla="*/ 12 h 69"/>
                  <a:gd name="T30" fmla="*/ 201 w 219"/>
                  <a:gd name="T31" fmla="*/ 9 h 69"/>
                  <a:gd name="T32" fmla="*/ 189 w 219"/>
                  <a:gd name="T33" fmla="*/ 0 h 69"/>
                  <a:gd name="T34" fmla="*/ 180 w 219"/>
                  <a:gd name="T35" fmla="*/ 12 h 69"/>
                  <a:gd name="T36" fmla="*/ 174 w 219"/>
                  <a:gd name="T37" fmla="*/ 18 h 69"/>
                  <a:gd name="T38" fmla="*/ 174 w 219"/>
                  <a:gd name="T39" fmla="*/ 21 h 69"/>
                  <a:gd name="T40" fmla="*/ 174 w 219"/>
                  <a:gd name="T41" fmla="*/ 30 h 69"/>
                  <a:gd name="T42" fmla="*/ 165 w 219"/>
                  <a:gd name="T43" fmla="*/ 30 h 69"/>
                  <a:gd name="T44" fmla="*/ 159 w 219"/>
                  <a:gd name="T45" fmla="*/ 24 h 69"/>
                  <a:gd name="T46" fmla="*/ 159 w 219"/>
                  <a:gd name="T47" fmla="*/ 24 h 69"/>
                  <a:gd name="T48" fmla="*/ 150 w 219"/>
                  <a:gd name="T49" fmla="*/ 39 h 69"/>
                  <a:gd name="T50" fmla="*/ 132 w 219"/>
                  <a:gd name="T51" fmla="*/ 45 h 69"/>
                  <a:gd name="T52" fmla="*/ 126 w 219"/>
                  <a:gd name="T53" fmla="*/ 57 h 69"/>
                  <a:gd name="T54" fmla="*/ 108 w 219"/>
                  <a:gd name="T55" fmla="*/ 54 h 69"/>
                  <a:gd name="T56" fmla="*/ 111 w 219"/>
                  <a:gd name="T57" fmla="*/ 60 h 69"/>
                  <a:gd name="T58" fmla="*/ 123 w 219"/>
                  <a:gd name="T59" fmla="*/ 66 h 69"/>
                  <a:gd name="T60" fmla="*/ 135 w 219"/>
                  <a:gd name="T61" fmla="*/ 66 h 69"/>
                  <a:gd name="T62" fmla="*/ 147 w 219"/>
                  <a:gd name="T63" fmla="*/ 60 h 69"/>
                  <a:gd name="T64" fmla="*/ 159 w 219"/>
                  <a:gd name="T65" fmla="*/ 63 h 69"/>
                  <a:gd name="T66" fmla="*/ 168 w 219"/>
                  <a:gd name="T67" fmla="*/ 54 h 69"/>
                  <a:gd name="T68" fmla="*/ 171 w 219"/>
                  <a:gd name="T69" fmla="*/ 45 h 69"/>
                  <a:gd name="T70" fmla="*/ 177 w 219"/>
                  <a:gd name="T71" fmla="*/ 36 h 69"/>
                  <a:gd name="T72" fmla="*/ 195 w 219"/>
                  <a:gd name="T73" fmla="*/ 27 h 69"/>
                  <a:gd name="T74" fmla="*/ 201 w 219"/>
                  <a:gd name="T75" fmla="*/ 30 h 69"/>
                  <a:gd name="T76" fmla="*/ 207 w 219"/>
                  <a:gd name="T77" fmla="*/ 21 h 69"/>
                  <a:gd name="T78" fmla="*/ 219 w 219"/>
                  <a:gd name="T79" fmla="*/ 18 h 69"/>
                  <a:gd name="T80" fmla="*/ 210 w 219"/>
                  <a:gd name="T81" fmla="*/ 1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19" h="69">
                    <a:moveTo>
                      <a:pt x="39" y="24"/>
                    </a:moveTo>
                    <a:cubicBezTo>
                      <a:pt x="39" y="18"/>
                      <a:pt x="33" y="18"/>
                      <a:pt x="33" y="12"/>
                    </a:cubicBezTo>
                    <a:cubicBezTo>
                      <a:pt x="30" y="6"/>
                      <a:pt x="27" y="9"/>
                      <a:pt x="27" y="6"/>
                    </a:cubicBezTo>
                    <a:cubicBezTo>
                      <a:pt x="27" y="6"/>
                      <a:pt x="27" y="6"/>
                      <a:pt x="24" y="6"/>
                    </a:cubicBezTo>
                    <a:cubicBezTo>
                      <a:pt x="21" y="6"/>
                      <a:pt x="24" y="9"/>
                      <a:pt x="21" y="9"/>
                    </a:cubicBezTo>
                    <a:cubicBezTo>
                      <a:pt x="21" y="9"/>
                      <a:pt x="12" y="12"/>
                      <a:pt x="12" y="9"/>
                    </a:cubicBezTo>
                    <a:cubicBezTo>
                      <a:pt x="12" y="6"/>
                      <a:pt x="12" y="3"/>
                      <a:pt x="6" y="3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3" y="6"/>
                      <a:pt x="3" y="15"/>
                      <a:pt x="3" y="18"/>
                    </a:cubicBezTo>
                    <a:cubicBezTo>
                      <a:pt x="3" y="24"/>
                      <a:pt x="15" y="36"/>
                      <a:pt x="15" y="39"/>
                    </a:cubicBezTo>
                    <a:cubicBezTo>
                      <a:pt x="18" y="45"/>
                      <a:pt x="21" y="45"/>
                      <a:pt x="27" y="51"/>
                    </a:cubicBezTo>
                    <a:cubicBezTo>
                      <a:pt x="33" y="54"/>
                      <a:pt x="45" y="63"/>
                      <a:pt x="48" y="63"/>
                    </a:cubicBezTo>
                    <a:cubicBezTo>
                      <a:pt x="51" y="60"/>
                      <a:pt x="45" y="51"/>
                      <a:pt x="39" y="45"/>
                    </a:cubicBezTo>
                    <a:cubicBezTo>
                      <a:pt x="36" y="42"/>
                      <a:pt x="39" y="33"/>
                      <a:pt x="39" y="24"/>
                    </a:cubicBezTo>
                    <a:close/>
                    <a:moveTo>
                      <a:pt x="210" y="12"/>
                    </a:moveTo>
                    <a:cubicBezTo>
                      <a:pt x="207" y="12"/>
                      <a:pt x="201" y="12"/>
                      <a:pt x="201" y="9"/>
                    </a:cubicBezTo>
                    <a:cubicBezTo>
                      <a:pt x="201" y="6"/>
                      <a:pt x="195" y="0"/>
                      <a:pt x="189" y="0"/>
                    </a:cubicBezTo>
                    <a:cubicBezTo>
                      <a:pt x="186" y="0"/>
                      <a:pt x="183" y="9"/>
                      <a:pt x="180" y="12"/>
                    </a:cubicBezTo>
                    <a:cubicBezTo>
                      <a:pt x="180" y="15"/>
                      <a:pt x="174" y="15"/>
                      <a:pt x="174" y="18"/>
                    </a:cubicBezTo>
                    <a:cubicBezTo>
                      <a:pt x="177" y="21"/>
                      <a:pt x="174" y="21"/>
                      <a:pt x="174" y="21"/>
                    </a:cubicBezTo>
                    <a:cubicBezTo>
                      <a:pt x="174" y="27"/>
                      <a:pt x="174" y="30"/>
                      <a:pt x="174" y="30"/>
                    </a:cubicBezTo>
                    <a:cubicBezTo>
                      <a:pt x="171" y="27"/>
                      <a:pt x="171" y="30"/>
                      <a:pt x="165" y="30"/>
                    </a:cubicBezTo>
                    <a:cubicBezTo>
                      <a:pt x="165" y="30"/>
                      <a:pt x="162" y="27"/>
                      <a:pt x="159" y="24"/>
                    </a:cubicBezTo>
                    <a:cubicBezTo>
                      <a:pt x="159" y="24"/>
                      <a:pt x="159" y="24"/>
                      <a:pt x="159" y="24"/>
                    </a:cubicBezTo>
                    <a:cubicBezTo>
                      <a:pt x="156" y="24"/>
                      <a:pt x="150" y="33"/>
                      <a:pt x="150" y="39"/>
                    </a:cubicBezTo>
                    <a:cubicBezTo>
                      <a:pt x="147" y="45"/>
                      <a:pt x="141" y="42"/>
                      <a:pt x="132" y="45"/>
                    </a:cubicBezTo>
                    <a:cubicBezTo>
                      <a:pt x="123" y="45"/>
                      <a:pt x="129" y="54"/>
                      <a:pt x="126" y="57"/>
                    </a:cubicBezTo>
                    <a:cubicBezTo>
                      <a:pt x="123" y="63"/>
                      <a:pt x="114" y="54"/>
                      <a:pt x="108" y="54"/>
                    </a:cubicBezTo>
                    <a:cubicBezTo>
                      <a:pt x="111" y="57"/>
                      <a:pt x="111" y="60"/>
                      <a:pt x="111" y="60"/>
                    </a:cubicBezTo>
                    <a:cubicBezTo>
                      <a:pt x="114" y="60"/>
                      <a:pt x="120" y="69"/>
                      <a:pt x="123" y="66"/>
                    </a:cubicBezTo>
                    <a:cubicBezTo>
                      <a:pt x="123" y="63"/>
                      <a:pt x="132" y="66"/>
                      <a:pt x="135" y="66"/>
                    </a:cubicBezTo>
                    <a:cubicBezTo>
                      <a:pt x="141" y="63"/>
                      <a:pt x="141" y="60"/>
                      <a:pt x="147" y="60"/>
                    </a:cubicBezTo>
                    <a:cubicBezTo>
                      <a:pt x="153" y="60"/>
                      <a:pt x="153" y="66"/>
                      <a:pt x="159" y="63"/>
                    </a:cubicBezTo>
                    <a:cubicBezTo>
                      <a:pt x="165" y="60"/>
                      <a:pt x="168" y="60"/>
                      <a:pt x="168" y="54"/>
                    </a:cubicBezTo>
                    <a:cubicBezTo>
                      <a:pt x="168" y="48"/>
                      <a:pt x="171" y="48"/>
                      <a:pt x="171" y="45"/>
                    </a:cubicBezTo>
                    <a:cubicBezTo>
                      <a:pt x="171" y="39"/>
                      <a:pt x="180" y="42"/>
                      <a:pt x="177" y="36"/>
                    </a:cubicBezTo>
                    <a:cubicBezTo>
                      <a:pt x="177" y="27"/>
                      <a:pt x="189" y="27"/>
                      <a:pt x="195" y="27"/>
                    </a:cubicBezTo>
                    <a:cubicBezTo>
                      <a:pt x="198" y="27"/>
                      <a:pt x="198" y="27"/>
                      <a:pt x="201" y="30"/>
                    </a:cubicBezTo>
                    <a:cubicBezTo>
                      <a:pt x="204" y="27"/>
                      <a:pt x="210" y="24"/>
                      <a:pt x="207" y="21"/>
                    </a:cubicBezTo>
                    <a:cubicBezTo>
                      <a:pt x="204" y="21"/>
                      <a:pt x="216" y="21"/>
                      <a:pt x="219" y="18"/>
                    </a:cubicBezTo>
                    <a:cubicBezTo>
                      <a:pt x="219" y="15"/>
                      <a:pt x="213" y="12"/>
                      <a:pt x="210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0" name="Freeform 99">
                <a:extLst>
                  <a:ext uri="{FF2B5EF4-FFF2-40B4-BE49-F238E27FC236}">
                    <a16:creationId xmlns:a16="http://schemas.microsoft.com/office/drawing/2014/main" id="{F4252C85-5B36-0803-CE78-E9EA43F2F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9995" y="3143712"/>
                <a:ext cx="28387" cy="17573"/>
              </a:xfrm>
              <a:custGeom>
                <a:avLst/>
                <a:gdLst>
                  <a:gd name="T0" fmla="*/ 6 w 15"/>
                  <a:gd name="T1" fmla="*/ 9 h 9"/>
                  <a:gd name="T2" fmla="*/ 15 w 15"/>
                  <a:gd name="T3" fmla="*/ 9 h 9"/>
                  <a:gd name="T4" fmla="*/ 15 w 15"/>
                  <a:gd name="T5" fmla="*/ 0 h 9"/>
                  <a:gd name="T6" fmla="*/ 9 w 15"/>
                  <a:gd name="T7" fmla="*/ 3 h 9"/>
                  <a:gd name="T8" fmla="*/ 0 w 15"/>
                  <a:gd name="T9" fmla="*/ 3 h 9"/>
                  <a:gd name="T10" fmla="*/ 6 w 15"/>
                  <a:gd name="T11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9">
                    <a:moveTo>
                      <a:pt x="6" y="9"/>
                    </a:moveTo>
                    <a:cubicBezTo>
                      <a:pt x="12" y="9"/>
                      <a:pt x="12" y="6"/>
                      <a:pt x="15" y="9"/>
                    </a:cubicBezTo>
                    <a:cubicBezTo>
                      <a:pt x="15" y="9"/>
                      <a:pt x="15" y="6"/>
                      <a:pt x="15" y="0"/>
                    </a:cubicBezTo>
                    <a:cubicBezTo>
                      <a:pt x="12" y="3"/>
                      <a:pt x="9" y="3"/>
                      <a:pt x="9" y="3"/>
                    </a:cubicBezTo>
                    <a:cubicBezTo>
                      <a:pt x="9" y="6"/>
                      <a:pt x="3" y="3"/>
                      <a:pt x="0" y="3"/>
                    </a:cubicBezTo>
                    <a:cubicBezTo>
                      <a:pt x="3" y="6"/>
                      <a:pt x="6" y="9"/>
                      <a:pt x="6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1" name="Freeform 100">
                <a:extLst>
                  <a:ext uri="{FF2B5EF4-FFF2-40B4-BE49-F238E27FC236}">
                    <a16:creationId xmlns:a16="http://schemas.microsoft.com/office/drawing/2014/main" id="{18342E2E-60A8-5629-A863-0C21D8B51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1376" y="2390771"/>
                <a:ext cx="212229" cy="206822"/>
              </a:xfrm>
              <a:custGeom>
                <a:avLst/>
                <a:gdLst>
                  <a:gd name="T0" fmla="*/ 93 w 111"/>
                  <a:gd name="T1" fmla="*/ 96 h 108"/>
                  <a:gd name="T2" fmla="*/ 99 w 111"/>
                  <a:gd name="T3" fmla="*/ 93 h 108"/>
                  <a:gd name="T4" fmla="*/ 108 w 111"/>
                  <a:gd name="T5" fmla="*/ 96 h 108"/>
                  <a:gd name="T6" fmla="*/ 111 w 111"/>
                  <a:gd name="T7" fmla="*/ 93 h 108"/>
                  <a:gd name="T8" fmla="*/ 105 w 111"/>
                  <a:gd name="T9" fmla="*/ 87 h 108"/>
                  <a:gd name="T10" fmla="*/ 102 w 111"/>
                  <a:gd name="T11" fmla="*/ 78 h 108"/>
                  <a:gd name="T12" fmla="*/ 102 w 111"/>
                  <a:gd name="T13" fmla="*/ 69 h 108"/>
                  <a:gd name="T14" fmla="*/ 96 w 111"/>
                  <a:gd name="T15" fmla="*/ 63 h 108"/>
                  <a:gd name="T16" fmla="*/ 84 w 111"/>
                  <a:gd name="T17" fmla="*/ 54 h 108"/>
                  <a:gd name="T18" fmla="*/ 78 w 111"/>
                  <a:gd name="T19" fmla="*/ 48 h 108"/>
                  <a:gd name="T20" fmla="*/ 78 w 111"/>
                  <a:gd name="T21" fmla="*/ 39 h 108"/>
                  <a:gd name="T22" fmla="*/ 81 w 111"/>
                  <a:gd name="T23" fmla="*/ 30 h 108"/>
                  <a:gd name="T24" fmla="*/ 84 w 111"/>
                  <a:gd name="T25" fmla="*/ 24 h 108"/>
                  <a:gd name="T26" fmla="*/ 78 w 111"/>
                  <a:gd name="T27" fmla="*/ 18 h 108"/>
                  <a:gd name="T28" fmla="*/ 72 w 111"/>
                  <a:gd name="T29" fmla="*/ 12 h 108"/>
                  <a:gd name="T30" fmla="*/ 69 w 111"/>
                  <a:gd name="T31" fmla="*/ 3 h 108"/>
                  <a:gd name="T32" fmla="*/ 57 w 111"/>
                  <a:gd name="T33" fmla="*/ 3 h 108"/>
                  <a:gd name="T34" fmla="*/ 48 w 111"/>
                  <a:gd name="T35" fmla="*/ 0 h 108"/>
                  <a:gd name="T36" fmla="*/ 42 w 111"/>
                  <a:gd name="T37" fmla="*/ 3 h 108"/>
                  <a:gd name="T38" fmla="*/ 42 w 111"/>
                  <a:gd name="T39" fmla="*/ 3 h 108"/>
                  <a:gd name="T40" fmla="*/ 36 w 111"/>
                  <a:gd name="T41" fmla="*/ 9 h 108"/>
                  <a:gd name="T42" fmla="*/ 27 w 111"/>
                  <a:gd name="T43" fmla="*/ 15 h 108"/>
                  <a:gd name="T44" fmla="*/ 30 w 111"/>
                  <a:gd name="T45" fmla="*/ 24 h 108"/>
                  <a:gd name="T46" fmla="*/ 27 w 111"/>
                  <a:gd name="T47" fmla="*/ 33 h 108"/>
                  <a:gd name="T48" fmla="*/ 24 w 111"/>
                  <a:gd name="T49" fmla="*/ 39 h 108"/>
                  <a:gd name="T50" fmla="*/ 0 w 111"/>
                  <a:gd name="T51" fmla="*/ 51 h 108"/>
                  <a:gd name="T52" fmla="*/ 3 w 111"/>
                  <a:gd name="T53" fmla="*/ 57 h 108"/>
                  <a:gd name="T54" fmla="*/ 6 w 111"/>
                  <a:gd name="T55" fmla="*/ 69 h 108"/>
                  <a:gd name="T56" fmla="*/ 12 w 111"/>
                  <a:gd name="T57" fmla="*/ 69 h 108"/>
                  <a:gd name="T58" fmla="*/ 36 w 111"/>
                  <a:gd name="T59" fmla="*/ 81 h 108"/>
                  <a:gd name="T60" fmla="*/ 63 w 111"/>
                  <a:gd name="T61" fmla="*/ 102 h 108"/>
                  <a:gd name="T62" fmla="*/ 75 w 111"/>
                  <a:gd name="T63" fmla="*/ 105 h 108"/>
                  <a:gd name="T64" fmla="*/ 90 w 111"/>
                  <a:gd name="T65" fmla="*/ 108 h 108"/>
                  <a:gd name="T66" fmla="*/ 93 w 111"/>
                  <a:gd name="T6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1" h="108">
                    <a:moveTo>
                      <a:pt x="93" y="96"/>
                    </a:moveTo>
                    <a:cubicBezTo>
                      <a:pt x="96" y="96"/>
                      <a:pt x="96" y="93"/>
                      <a:pt x="99" y="93"/>
                    </a:cubicBezTo>
                    <a:cubicBezTo>
                      <a:pt x="102" y="93"/>
                      <a:pt x="105" y="93"/>
                      <a:pt x="108" y="96"/>
                    </a:cubicBezTo>
                    <a:cubicBezTo>
                      <a:pt x="108" y="96"/>
                      <a:pt x="111" y="96"/>
                      <a:pt x="111" y="93"/>
                    </a:cubicBezTo>
                    <a:cubicBezTo>
                      <a:pt x="108" y="90"/>
                      <a:pt x="105" y="87"/>
                      <a:pt x="105" y="87"/>
                    </a:cubicBezTo>
                    <a:cubicBezTo>
                      <a:pt x="105" y="81"/>
                      <a:pt x="102" y="81"/>
                      <a:pt x="102" y="78"/>
                    </a:cubicBezTo>
                    <a:cubicBezTo>
                      <a:pt x="102" y="75"/>
                      <a:pt x="105" y="72"/>
                      <a:pt x="102" y="69"/>
                    </a:cubicBezTo>
                    <a:cubicBezTo>
                      <a:pt x="99" y="69"/>
                      <a:pt x="99" y="63"/>
                      <a:pt x="96" y="63"/>
                    </a:cubicBezTo>
                    <a:cubicBezTo>
                      <a:pt x="93" y="63"/>
                      <a:pt x="84" y="57"/>
                      <a:pt x="84" y="54"/>
                    </a:cubicBezTo>
                    <a:cubicBezTo>
                      <a:pt x="84" y="51"/>
                      <a:pt x="81" y="51"/>
                      <a:pt x="78" y="48"/>
                    </a:cubicBezTo>
                    <a:cubicBezTo>
                      <a:pt x="78" y="48"/>
                      <a:pt x="75" y="39"/>
                      <a:pt x="78" y="39"/>
                    </a:cubicBezTo>
                    <a:cubicBezTo>
                      <a:pt x="81" y="39"/>
                      <a:pt x="78" y="30"/>
                      <a:pt x="81" y="30"/>
                    </a:cubicBezTo>
                    <a:cubicBezTo>
                      <a:pt x="84" y="30"/>
                      <a:pt x="81" y="27"/>
                      <a:pt x="84" y="24"/>
                    </a:cubicBezTo>
                    <a:cubicBezTo>
                      <a:pt x="84" y="21"/>
                      <a:pt x="81" y="18"/>
                      <a:pt x="78" y="18"/>
                    </a:cubicBezTo>
                    <a:cubicBezTo>
                      <a:pt x="78" y="18"/>
                      <a:pt x="72" y="15"/>
                      <a:pt x="72" y="12"/>
                    </a:cubicBezTo>
                    <a:cubicBezTo>
                      <a:pt x="72" y="9"/>
                      <a:pt x="69" y="6"/>
                      <a:pt x="69" y="3"/>
                    </a:cubicBezTo>
                    <a:cubicBezTo>
                      <a:pt x="69" y="9"/>
                      <a:pt x="60" y="0"/>
                      <a:pt x="57" y="3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42" y="0"/>
                      <a:pt x="42" y="3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0" y="9"/>
                      <a:pt x="27" y="15"/>
                    </a:cubicBezTo>
                    <a:cubicBezTo>
                      <a:pt x="27" y="18"/>
                      <a:pt x="30" y="21"/>
                      <a:pt x="30" y="24"/>
                    </a:cubicBezTo>
                    <a:cubicBezTo>
                      <a:pt x="27" y="27"/>
                      <a:pt x="27" y="30"/>
                      <a:pt x="27" y="33"/>
                    </a:cubicBezTo>
                    <a:cubicBezTo>
                      <a:pt x="30" y="33"/>
                      <a:pt x="24" y="39"/>
                      <a:pt x="24" y="39"/>
                    </a:cubicBezTo>
                    <a:cubicBezTo>
                      <a:pt x="24" y="39"/>
                      <a:pt x="12" y="45"/>
                      <a:pt x="0" y="51"/>
                    </a:cubicBezTo>
                    <a:cubicBezTo>
                      <a:pt x="0" y="54"/>
                      <a:pt x="3" y="57"/>
                      <a:pt x="3" y="57"/>
                    </a:cubicBezTo>
                    <a:cubicBezTo>
                      <a:pt x="3" y="60"/>
                      <a:pt x="3" y="63"/>
                      <a:pt x="6" y="69"/>
                    </a:cubicBezTo>
                    <a:cubicBezTo>
                      <a:pt x="9" y="69"/>
                      <a:pt x="9" y="69"/>
                      <a:pt x="12" y="69"/>
                    </a:cubicBezTo>
                    <a:cubicBezTo>
                      <a:pt x="18" y="69"/>
                      <a:pt x="33" y="78"/>
                      <a:pt x="36" y="81"/>
                    </a:cubicBezTo>
                    <a:cubicBezTo>
                      <a:pt x="39" y="84"/>
                      <a:pt x="60" y="99"/>
                      <a:pt x="63" y="102"/>
                    </a:cubicBezTo>
                    <a:cubicBezTo>
                      <a:pt x="66" y="105"/>
                      <a:pt x="75" y="105"/>
                      <a:pt x="75" y="105"/>
                    </a:cubicBezTo>
                    <a:cubicBezTo>
                      <a:pt x="78" y="105"/>
                      <a:pt x="84" y="105"/>
                      <a:pt x="90" y="108"/>
                    </a:cubicBezTo>
                    <a:cubicBezTo>
                      <a:pt x="90" y="102"/>
                      <a:pt x="93" y="99"/>
                      <a:pt x="93" y="9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2" name="Freeform 101">
                <a:extLst>
                  <a:ext uri="{FF2B5EF4-FFF2-40B4-BE49-F238E27FC236}">
                    <a16:creationId xmlns:a16="http://schemas.microsoft.com/office/drawing/2014/main" id="{7EB9A758-C47B-A65F-C64C-72AE887EE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052" y="2569206"/>
                <a:ext cx="40553" cy="39202"/>
              </a:xfrm>
              <a:custGeom>
                <a:avLst/>
                <a:gdLst>
                  <a:gd name="T0" fmla="*/ 6 w 21"/>
                  <a:gd name="T1" fmla="*/ 15 h 21"/>
                  <a:gd name="T2" fmla="*/ 12 w 21"/>
                  <a:gd name="T3" fmla="*/ 21 h 21"/>
                  <a:gd name="T4" fmla="*/ 21 w 21"/>
                  <a:gd name="T5" fmla="*/ 21 h 21"/>
                  <a:gd name="T6" fmla="*/ 15 w 21"/>
                  <a:gd name="T7" fmla="*/ 6 h 21"/>
                  <a:gd name="T8" fmla="*/ 18 w 21"/>
                  <a:gd name="T9" fmla="*/ 3 h 21"/>
                  <a:gd name="T10" fmla="*/ 9 w 21"/>
                  <a:gd name="T11" fmla="*/ 0 h 21"/>
                  <a:gd name="T12" fmla="*/ 3 w 21"/>
                  <a:gd name="T13" fmla="*/ 3 h 21"/>
                  <a:gd name="T14" fmla="*/ 0 w 21"/>
                  <a:gd name="T15" fmla="*/ 15 h 21"/>
                  <a:gd name="T16" fmla="*/ 6 w 21"/>
                  <a:gd name="T17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21">
                    <a:moveTo>
                      <a:pt x="6" y="15"/>
                    </a:moveTo>
                    <a:cubicBezTo>
                      <a:pt x="12" y="21"/>
                      <a:pt x="12" y="21"/>
                      <a:pt x="12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18" y="15"/>
                      <a:pt x="15" y="9"/>
                      <a:pt x="15" y="6"/>
                    </a:cubicBezTo>
                    <a:cubicBezTo>
                      <a:pt x="15" y="6"/>
                      <a:pt x="15" y="6"/>
                      <a:pt x="18" y="3"/>
                    </a:cubicBezTo>
                    <a:cubicBezTo>
                      <a:pt x="15" y="0"/>
                      <a:pt x="12" y="0"/>
                      <a:pt x="9" y="0"/>
                    </a:cubicBezTo>
                    <a:cubicBezTo>
                      <a:pt x="6" y="0"/>
                      <a:pt x="6" y="3"/>
                      <a:pt x="3" y="3"/>
                    </a:cubicBezTo>
                    <a:cubicBezTo>
                      <a:pt x="3" y="6"/>
                      <a:pt x="0" y="9"/>
                      <a:pt x="0" y="15"/>
                    </a:cubicBezTo>
                    <a:cubicBezTo>
                      <a:pt x="3" y="15"/>
                      <a:pt x="6" y="15"/>
                      <a:pt x="6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3" name="Freeform 102">
                <a:extLst>
                  <a:ext uri="{FF2B5EF4-FFF2-40B4-BE49-F238E27FC236}">
                    <a16:creationId xmlns:a16="http://schemas.microsoft.com/office/drawing/2014/main" id="{E6551AD9-18DB-1CEF-1C6B-DCC4F72DCB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0000" y="2021735"/>
                <a:ext cx="316317" cy="264949"/>
              </a:xfrm>
              <a:custGeom>
                <a:avLst/>
                <a:gdLst>
                  <a:gd name="T0" fmla="*/ 144 w 165"/>
                  <a:gd name="T1" fmla="*/ 33 h 138"/>
                  <a:gd name="T2" fmla="*/ 138 w 165"/>
                  <a:gd name="T3" fmla="*/ 30 h 138"/>
                  <a:gd name="T4" fmla="*/ 132 w 165"/>
                  <a:gd name="T5" fmla="*/ 27 h 138"/>
                  <a:gd name="T6" fmla="*/ 120 w 165"/>
                  <a:gd name="T7" fmla="*/ 24 h 138"/>
                  <a:gd name="T8" fmla="*/ 114 w 165"/>
                  <a:gd name="T9" fmla="*/ 21 h 138"/>
                  <a:gd name="T10" fmla="*/ 111 w 165"/>
                  <a:gd name="T11" fmla="*/ 15 h 138"/>
                  <a:gd name="T12" fmla="*/ 105 w 165"/>
                  <a:gd name="T13" fmla="*/ 18 h 138"/>
                  <a:gd name="T14" fmla="*/ 102 w 165"/>
                  <a:gd name="T15" fmla="*/ 15 h 138"/>
                  <a:gd name="T16" fmla="*/ 96 w 165"/>
                  <a:gd name="T17" fmla="*/ 9 h 138"/>
                  <a:gd name="T18" fmla="*/ 90 w 165"/>
                  <a:gd name="T19" fmla="*/ 6 h 138"/>
                  <a:gd name="T20" fmla="*/ 84 w 165"/>
                  <a:gd name="T21" fmla="*/ 3 h 138"/>
                  <a:gd name="T22" fmla="*/ 84 w 165"/>
                  <a:gd name="T23" fmla="*/ 0 h 138"/>
                  <a:gd name="T24" fmla="*/ 81 w 165"/>
                  <a:gd name="T25" fmla="*/ 0 h 138"/>
                  <a:gd name="T26" fmla="*/ 75 w 165"/>
                  <a:gd name="T27" fmla="*/ 12 h 138"/>
                  <a:gd name="T28" fmla="*/ 63 w 165"/>
                  <a:gd name="T29" fmla="*/ 18 h 138"/>
                  <a:gd name="T30" fmla="*/ 57 w 165"/>
                  <a:gd name="T31" fmla="*/ 27 h 138"/>
                  <a:gd name="T32" fmla="*/ 42 w 165"/>
                  <a:gd name="T33" fmla="*/ 21 h 138"/>
                  <a:gd name="T34" fmla="*/ 36 w 165"/>
                  <a:gd name="T35" fmla="*/ 27 h 138"/>
                  <a:gd name="T36" fmla="*/ 36 w 165"/>
                  <a:gd name="T37" fmla="*/ 39 h 138"/>
                  <a:gd name="T38" fmla="*/ 27 w 165"/>
                  <a:gd name="T39" fmla="*/ 39 h 138"/>
                  <a:gd name="T40" fmla="*/ 21 w 165"/>
                  <a:gd name="T41" fmla="*/ 33 h 138"/>
                  <a:gd name="T42" fmla="*/ 9 w 165"/>
                  <a:gd name="T43" fmla="*/ 36 h 138"/>
                  <a:gd name="T44" fmla="*/ 3 w 165"/>
                  <a:gd name="T45" fmla="*/ 42 h 138"/>
                  <a:gd name="T46" fmla="*/ 3 w 165"/>
                  <a:gd name="T47" fmla="*/ 48 h 138"/>
                  <a:gd name="T48" fmla="*/ 18 w 165"/>
                  <a:gd name="T49" fmla="*/ 54 h 138"/>
                  <a:gd name="T50" fmla="*/ 27 w 165"/>
                  <a:gd name="T51" fmla="*/ 54 h 138"/>
                  <a:gd name="T52" fmla="*/ 33 w 165"/>
                  <a:gd name="T53" fmla="*/ 60 h 138"/>
                  <a:gd name="T54" fmla="*/ 39 w 165"/>
                  <a:gd name="T55" fmla="*/ 69 h 138"/>
                  <a:gd name="T56" fmla="*/ 42 w 165"/>
                  <a:gd name="T57" fmla="*/ 78 h 138"/>
                  <a:gd name="T58" fmla="*/ 42 w 165"/>
                  <a:gd name="T59" fmla="*/ 93 h 138"/>
                  <a:gd name="T60" fmla="*/ 36 w 165"/>
                  <a:gd name="T61" fmla="*/ 114 h 138"/>
                  <a:gd name="T62" fmla="*/ 36 w 165"/>
                  <a:gd name="T63" fmla="*/ 114 h 138"/>
                  <a:gd name="T64" fmla="*/ 42 w 165"/>
                  <a:gd name="T65" fmla="*/ 117 h 138"/>
                  <a:gd name="T66" fmla="*/ 54 w 165"/>
                  <a:gd name="T67" fmla="*/ 120 h 138"/>
                  <a:gd name="T68" fmla="*/ 63 w 165"/>
                  <a:gd name="T69" fmla="*/ 120 h 138"/>
                  <a:gd name="T70" fmla="*/ 66 w 165"/>
                  <a:gd name="T71" fmla="*/ 123 h 138"/>
                  <a:gd name="T72" fmla="*/ 81 w 165"/>
                  <a:gd name="T73" fmla="*/ 126 h 138"/>
                  <a:gd name="T74" fmla="*/ 93 w 165"/>
                  <a:gd name="T75" fmla="*/ 126 h 138"/>
                  <a:gd name="T76" fmla="*/ 93 w 165"/>
                  <a:gd name="T77" fmla="*/ 123 h 138"/>
                  <a:gd name="T78" fmla="*/ 102 w 165"/>
                  <a:gd name="T79" fmla="*/ 111 h 138"/>
                  <a:gd name="T80" fmla="*/ 123 w 165"/>
                  <a:gd name="T81" fmla="*/ 117 h 138"/>
                  <a:gd name="T82" fmla="*/ 135 w 165"/>
                  <a:gd name="T83" fmla="*/ 111 h 138"/>
                  <a:gd name="T84" fmla="*/ 141 w 165"/>
                  <a:gd name="T85" fmla="*/ 108 h 138"/>
                  <a:gd name="T86" fmla="*/ 144 w 165"/>
                  <a:gd name="T87" fmla="*/ 102 h 138"/>
                  <a:gd name="T88" fmla="*/ 138 w 165"/>
                  <a:gd name="T89" fmla="*/ 102 h 138"/>
                  <a:gd name="T90" fmla="*/ 135 w 165"/>
                  <a:gd name="T91" fmla="*/ 96 h 138"/>
                  <a:gd name="T92" fmla="*/ 132 w 165"/>
                  <a:gd name="T93" fmla="*/ 90 h 138"/>
                  <a:gd name="T94" fmla="*/ 135 w 165"/>
                  <a:gd name="T95" fmla="*/ 87 h 138"/>
                  <a:gd name="T96" fmla="*/ 135 w 165"/>
                  <a:gd name="T97" fmla="*/ 84 h 138"/>
                  <a:gd name="T98" fmla="*/ 135 w 165"/>
                  <a:gd name="T99" fmla="*/ 78 h 138"/>
                  <a:gd name="T100" fmla="*/ 132 w 165"/>
                  <a:gd name="T101" fmla="*/ 72 h 138"/>
                  <a:gd name="T102" fmla="*/ 129 w 165"/>
                  <a:gd name="T103" fmla="*/ 72 h 138"/>
                  <a:gd name="T104" fmla="*/ 126 w 165"/>
                  <a:gd name="T105" fmla="*/ 66 h 138"/>
                  <a:gd name="T106" fmla="*/ 135 w 165"/>
                  <a:gd name="T107" fmla="*/ 57 h 138"/>
                  <a:gd name="T108" fmla="*/ 141 w 165"/>
                  <a:gd name="T109" fmla="*/ 54 h 138"/>
                  <a:gd name="T110" fmla="*/ 141 w 165"/>
                  <a:gd name="T111" fmla="*/ 45 h 138"/>
                  <a:gd name="T112" fmla="*/ 147 w 165"/>
                  <a:gd name="T113" fmla="*/ 36 h 138"/>
                  <a:gd name="T114" fmla="*/ 144 w 165"/>
                  <a:gd name="T115" fmla="*/ 33 h 138"/>
                  <a:gd name="T116" fmla="*/ 162 w 165"/>
                  <a:gd name="T117" fmla="*/ 117 h 138"/>
                  <a:gd name="T118" fmla="*/ 156 w 165"/>
                  <a:gd name="T119" fmla="*/ 123 h 138"/>
                  <a:gd name="T120" fmla="*/ 159 w 165"/>
                  <a:gd name="T121" fmla="*/ 138 h 138"/>
                  <a:gd name="T122" fmla="*/ 162 w 165"/>
                  <a:gd name="T123" fmla="*/ 117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65" h="138">
                    <a:moveTo>
                      <a:pt x="144" y="33"/>
                    </a:moveTo>
                    <a:cubicBezTo>
                      <a:pt x="144" y="33"/>
                      <a:pt x="141" y="30"/>
                      <a:pt x="138" y="30"/>
                    </a:cubicBezTo>
                    <a:cubicBezTo>
                      <a:pt x="135" y="30"/>
                      <a:pt x="132" y="30"/>
                      <a:pt x="132" y="27"/>
                    </a:cubicBezTo>
                    <a:cubicBezTo>
                      <a:pt x="129" y="24"/>
                      <a:pt x="123" y="24"/>
                      <a:pt x="120" y="24"/>
                    </a:cubicBezTo>
                    <a:cubicBezTo>
                      <a:pt x="117" y="24"/>
                      <a:pt x="117" y="21"/>
                      <a:pt x="114" y="21"/>
                    </a:cubicBezTo>
                    <a:cubicBezTo>
                      <a:pt x="111" y="21"/>
                      <a:pt x="111" y="18"/>
                      <a:pt x="111" y="15"/>
                    </a:cubicBezTo>
                    <a:cubicBezTo>
                      <a:pt x="111" y="15"/>
                      <a:pt x="108" y="18"/>
                      <a:pt x="105" y="18"/>
                    </a:cubicBezTo>
                    <a:cubicBezTo>
                      <a:pt x="102" y="18"/>
                      <a:pt x="102" y="15"/>
                      <a:pt x="102" y="15"/>
                    </a:cubicBezTo>
                    <a:cubicBezTo>
                      <a:pt x="102" y="12"/>
                      <a:pt x="96" y="12"/>
                      <a:pt x="96" y="9"/>
                    </a:cubicBezTo>
                    <a:cubicBezTo>
                      <a:pt x="93" y="9"/>
                      <a:pt x="90" y="6"/>
                      <a:pt x="90" y="6"/>
                    </a:cubicBezTo>
                    <a:cubicBezTo>
                      <a:pt x="87" y="9"/>
                      <a:pt x="87" y="3"/>
                      <a:pt x="84" y="3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8" y="0"/>
                      <a:pt x="75" y="3"/>
                      <a:pt x="75" y="12"/>
                    </a:cubicBezTo>
                    <a:cubicBezTo>
                      <a:pt x="75" y="18"/>
                      <a:pt x="69" y="18"/>
                      <a:pt x="63" y="18"/>
                    </a:cubicBezTo>
                    <a:cubicBezTo>
                      <a:pt x="57" y="18"/>
                      <a:pt x="57" y="24"/>
                      <a:pt x="57" y="27"/>
                    </a:cubicBezTo>
                    <a:cubicBezTo>
                      <a:pt x="54" y="30"/>
                      <a:pt x="42" y="24"/>
                      <a:pt x="42" y="21"/>
                    </a:cubicBezTo>
                    <a:cubicBezTo>
                      <a:pt x="39" y="18"/>
                      <a:pt x="30" y="21"/>
                      <a:pt x="36" y="27"/>
                    </a:cubicBezTo>
                    <a:cubicBezTo>
                      <a:pt x="39" y="30"/>
                      <a:pt x="39" y="36"/>
                      <a:pt x="36" y="39"/>
                    </a:cubicBezTo>
                    <a:cubicBezTo>
                      <a:pt x="33" y="39"/>
                      <a:pt x="30" y="36"/>
                      <a:pt x="27" y="39"/>
                    </a:cubicBezTo>
                    <a:cubicBezTo>
                      <a:pt x="24" y="39"/>
                      <a:pt x="24" y="36"/>
                      <a:pt x="21" y="33"/>
                    </a:cubicBezTo>
                    <a:cubicBezTo>
                      <a:pt x="15" y="33"/>
                      <a:pt x="15" y="36"/>
                      <a:pt x="9" y="36"/>
                    </a:cubicBezTo>
                    <a:cubicBezTo>
                      <a:pt x="3" y="36"/>
                      <a:pt x="0" y="39"/>
                      <a:pt x="3" y="42"/>
                    </a:cubicBezTo>
                    <a:cubicBezTo>
                      <a:pt x="3" y="42"/>
                      <a:pt x="0" y="45"/>
                      <a:pt x="3" y="48"/>
                    </a:cubicBezTo>
                    <a:cubicBezTo>
                      <a:pt x="6" y="51"/>
                      <a:pt x="12" y="51"/>
                      <a:pt x="18" y="54"/>
                    </a:cubicBezTo>
                    <a:cubicBezTo>
                      <a:pt x="24" y="57"/>
                      <a:pt x="24" y="54"/>
                      <a:pt x="27" y="54"/>
                    </a:cubicBezTo>
                    <a:cubicBezTo>
                      <a:pt x="30" y="57"/>
                      <a:pt x="30" y="57"/>
                      <a:pt x="33" y="60"/>
                    </a:cubicBezTo>
                    <a:cubicBezTo>
                      <a:pt x="33" y="63"/>
                      <a:pt x="36" y="69"/>
                      <a:pt x="39" y="69"/>
                    </a:cubicBezTo>
                    <a:cubicBezTo>
                      <a:pt x="45" y="72"/>
                      <a:pt x="42" y="75"/>
                      <a:pt x="42" y="78"/>
                    </a:cubicBezTo>
                    <a:cubicBezTo>
                      <a:pt x="45" y="81"/>
                      <a:pt x="42" y="87"/>
                      <a:pt x="42" y="93"/>
                    </a:cubicBezTo>
                    <a:cubicBezTo>
                      <a:pt x="42" y="96"/>
                      <a:pt x="39" y="111"/>
                      <a:pt x="36" y="114"/>
                    </a:cubicBezTo>
                    <a:cubicBezTo>
                      <a:pt x="36" y="114"/>
                      <a:pt x="36" y="114"/>
                      <a:pt x="36" y="114"/>
                    </a:cubicBezTo>
                    <a:cubicBezTo>
                      <a:pt x="39" y="114"/>
                      <a:pt x="42" y="114"/>
                      <a:pt x="42" y="117"/>
                    </a:cubicBezTo>
                    <a:cubicBezTo>
                      <a:pt x="45" y="117"/>
                      <a:pt x="51" y="120"/>
                      <a:pt x="54" y="120"/>
                    </a:cubicBezTo>
                    <a:cubicBezTo>
                      <a:pt x="57" y="123"/>
                      <a:pt x="63" y="123"/>
                      <a:pt x="63" y="120"/>
                    </a:cubicBezTo>
                    <a:cubicBezTo>
                      <a:pt x="63" y="117"/>
                      <a:pt x="66" y="120"/>
                      <a:pt x="66" y="123"/>
                    </a:cubicBezTo>
                    <a:cubicBezTo>
                      <a:pt x="69" y="123"/>
                      <a:pt x="78" y="123"/>
                      <a:pt x="81" y="126"/>
                    </a:cubicBezTo>
                    <a:cubicBezTo>
                      <a:pt x="84" y="126"/>
                      <a:pt x="87" y="126"/>
                      <a:pt x="93" y="126"/>
                    </a:cubicBezTo>
                    <a:cubicBezTo>
                      <a:pt x="93" y="123"/>
                      <a:pt x="93" y="123"/>
                      <a:pt x="93" y="123"/>
                    </a:cubicBezTo>
                    <a:cubicBezTo>
                      <a:pt x="90" y="117"/>
                      <a:pt x="96" y="111"/>
                      <a:pt x="102" y="111"/>
                    </a:cubicBezTo>
                    <a:cubicBezTo>
                      <a:pt x="105" y="111"/>
                      <a:pt x="117" y="114"/>
                      <a:pt x="123" y="117"/>
                    </a:cubicBezTo>
                    <a:cubicBezTo>
                      <a:pt x="126" y="117"/>
                      <a:pt x="129" y="117"/>
                      <a:pt x="135" y="111"/>
                    </a:cubicBezTo>
                    <a:cubicBezTo>
                      <a:pt x="138" y="108"/>
                      <a:pt x="141" y="108"/>
                      <a:pt x="141" y="108"/>
                    </a:cubicBezTo>
                    <a:cubicBezTo>
                      <a:pt x="141" y="105"/>
                      <a:pt x="141" y="105"/>
                      <a:pt x="144" y="102"/>
                    </a:cubicBezTo>
                    <a:cubicBezTo>
                      <a:pt x="144" y="102"/>
                      <a:pt x="141" y="102"/>
                      <a:pt x="138" y="102"/>
                    </a:cubicBezTo>
                    <a:cubicBezTo>
                      <a:pt x="135" y="102"/>
                      <a:pt x="132" y="99"/>
                      <a:pt x="135" y="96"/>
                    </a:cubicBezTo>
                    <a:cubicBezTo>
                      <a:pt x="138" y="93"/>
                      <a:pt x="135" y="93"/>
                      <a:pt x="132" y="90"/>
                    </a:cubicBezTo>
                    <a:cubicBezTo>
                      <a:pt x="129" y="87"/>
                      <a:pt x="132" y="87"/>
                      <a:pt x="135" y="87"/>
                    </a:cubicBezTo>
                    <a:cubicBezTo>
                      <a:pt x="135" y="87"/>
                      <a:pt x="138" y="84"/>
                      <a:pt x="135" y="84"/>
                    </a:cubicBezTo>
                    <a:cubicBezTo>
                      <a:pt x="135" y="81"/>
                      <a:pt x="135" y="81"/>
                      <a:pt x="135" y="78"/>
                    </a:cubicBezTo>
                    <a:cubicBezTo>
                      <a:pt x="135" y="75"/>
                      <a:pt x="132" y="75"/>
                      <a:pt x="132" y="72"/>
                    </a:cubicBezTo>
                    <a:cubicBezTo>
                      <a:pt x="132" y="69"/>
                      <a:pt x="129" y="69"/>
                      <a:pt x="129" y="72"/>
                    </a:cubicBezTo>
                    <a:cubicBezTo>
                      <a:pt x="126" y="75"/>
                      <a:pt x="126" y="72"/>
                      <a:pt x="126" y="66"/>
                    </a:cubicBezTo>
                    <a:cubicBezTo>
                      <a:pt x="129" y="63"/>
                      <a:pt x="132" y="60"/>
                      <a:pt x="135" y="57"/>
                    </a:cubicBezTo>
                    <a:cubicBezTo>
                      <a:pt x="135" y="57"/>
                      <a:pt x="138" y="54"/>
                      <a:pt x="141" y="54"/>
                    </a:cubicBezTo>
                    <a:cubicBezTo>
                      <a:pt x="141" y="54"/>
                      <a:pt x="141" y="48"/>
                      <a:pt x="141" y="45"/>
                    </a:cubicBezTo>
                    <a:cubicBezTo>
                      <a:pt x="144" y="42"/>
                      <a:pt x="144" y="39"/>
                      <a:pt x="147" y="36"/>
                    </a:cubicBezTo>
                    <a:cubicBezTo>
                      <a:pt x="150" y="33"/>
                      <a:pt x="147" y="33"/>
                      <a:pt x="144" y="33"/>
                    </a:cubicBezTo>
                    <a:close/>
                    <a:moveTo>
                      <a:pt x="162" y="117"/>
                    </a:moveTo>
                    <a:cubicBezTo>
                      <a:pt x="159" y="117"/>
                      <a:pt x="159" y="120"/>
                      <a:pt x="156" y="123"/>
                    </a:cubicBezTo>
                    <a:cubicBezTo>
                      <a:pt x="150" y="126"/>
                      <a:pt x="156" y="138"/>
                      <a:pt x="159" y="138"/>
                    </a:cubicBezTo>
                    <a:cubicBezTo>
                      <a:pt x="165" y="138"/>
                      <a:pt x="165" y="117"/>
                      <a:pt x="162" y="11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4" name="Freeform 103">
                <a:extLst>
                  <a:ext uri="{FF2B5EF4-FFF2-40B4-BE49-F238E27FC236}">
                    <a16:creationId xmlns:a16="http://schemas.microsoft.com/office/drawing/2014/main" id="{115F03FD-CC3F-2A96-C532-E1AC480AE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005" y="2931483"/>
                <a:ext cx="51368" cy="28387"/>
              </a:xfrm>
              <a:custGeom>
                <a:avLst/>
                <a:gdLst>
                  <a:gd name="T0" fmla="*/ 27 w 27"/>
                  <a:gd name="T1" fmla="*/ 6 h 15"/>
                  <a:gd name="T2" fmla="*/ 15 w 27"/>
                  <a:gd name="T3" fmla="*/ 3 h 15"/>
                  <a:gd name="T4" fmla="*/ 9 w 27"/>
                  <a:gd name="T5" fmla="*/ 0 h 15"/>
                  <a:gd name="T6" fmla="*/ 9 w 27"/>
                  <a:gd name="T7" fmla="*/ 0 h 15"/>
                  <a:gd name="T8" fmla="*/ 0 w 27"/>
                  <a:gd name="T9" fmla="*/ 6 h 15"/>
                  <a:gd name="T10" fmla="*/ 21 w 27"/>
                  <a:gd name="T11" fmla="*/ 15 h 15"/>
                  <a:gd name="T12" fmla="*/ 27 w 27"/>
                  <a:gd name="T13" fmla="*/ 12 h 15"/>
                  <a:gd name="T14" fmla="*/ 27 w 27"/>
                  <a:gd name="T1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15">
                    <a:moveTo>
                      <a:pt x="27" y="6"/>
                    </a:moveTo>
                    <a:cubicBezTo>
                      <a:pt x="24" y="3"/>
                      <a:pt x="18" y="6"/>
                      <a:pt x="15" y="3"/>
                    </a:cubicBezTo>
                    <a:cubicBezTo>
                      <a:pt x="12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3"/>
                      <a:pt x="0" y="6"/>
                    </a:cubicBezTo>
                    <a:cubicBezTo>
                      <a:pt x="3" y="9"/>
                      <a:pt x="18" y="15"/>
                      <a:pt x="21" y="15"/>
                    </a:cubicBezTo>
                    <a:cubicBezTo>
                      <a:pt x="24" y="15"/>
                      <a:pt x="24" y="12"/>
                      <a:pt x="27" y="12"/>
                    </a:cubicBezTo>
                    <a:cubicBezTo>
                      <a:pt x="27" y="9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5" name="Freeform 104">
                <a:extLst>
                  <a:ext uri="{FF2B5EF4-FFF2-40B4-BE49-F238E27FC236}">
                    <a16:creationId xmlns:a16="http://schemas.microsoft.com/office/drawing/2014/main" id="{89184632-A661-A2D5-CBF7-8C802EAA0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579" y="2890929"/>
                <a:ext cx="132474" cy="74348"/>
              </a:xfrm>
              <a:custGeom>
                <a:avLst/>
                <a:gdLst>
                  <a:gd name="T0" fmla="*/ 30 w 69"/>
                  <a:gd name="T1" fmla="*/ 33 h 39"/>
                  <a:gd name="T2" fmla="*/ 33 w 69"/>
                  <a:gd name="T3" fmla="*/ 27 h 39"/>
                  <a:gd name="T4" fmla="*/ 45 w 69"/>
                  <a:gd name="T5" fmla="*/ 21 h 39"/>
                  <a:gd name="T6" fmla="*/ 57 w 69"/>
                  <a:gd name="T7" fmla="*/ 18 h 39"/>
                  <a:gd name="T8" fmla="*/ 69 w 69"/>
                  <a:gd name="T9" fmla="*/ 15 h 39"/>
                  <a:gd name="T10" fmla="*/ 57 w 69"/>
                  <a:gd name="T11" fmla="*/ 6 h 39"/>
                  <a:gd name="T12" fmla="*/ 33 w 69"/>
                  <a:gd name="T13" fmla="*/ 6 h 39"/>
                  <a:gd name="T14" fmla="*/ 12 w 69"/>
                  <a:gd name="T15" fmla="*/ 6 h 39"/>
                  <a:gd name="T16" fmla="*/ 12 w 69"/>
                  <a:gd name="T17" fmla="*/ 6 h 39"/>
                  <a:gd name="T18" fmla="*/ 6 w 69"/>
                  <a:gd name="T19" fmla="*/ 12 h 39"/>
                  <a:gd name="T20" fmla="*/ 0 w 69"/>
                  <a:gd name="T21" fmla="*/ 21 h 39"/>
                  <a:gd name="T22" fmla="*/ 6 w 69"/>
                  <a:gd name="T23" fmla="*/ 24 h 39"/>
                  <a:gd name="T24" fmla="*/ 18 w 69"/>
                  <a:gd name="T25" fmla="*/ 27 h 39"/>
                  <a:gd name="T26" fmla="*/ 18 w 69"/>
                  <a:gd name="T27" fmla="*/ 33 h 39"/>
                  <a:gd name="T28" fmla="*/ 21 w 69"/>
                  <a:gd name="T29" fmla="*/ 33 h 39"/>
                  <a:gd name="T30" fmla="*/ 21 w 69"/>
                  <a:gd name="T31" fmla="*/ 39 h 39"/>
                  <a:gd name="T32" fmla="*/ 24 w 69"/>
                  <a:gd name="T33" fmla="*/ 36 h 39"/>
                  <a:gd name="T34" fmla="*/ 30 w 69"/>
                  <a:gd name="T35" fmla="*/ 3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39">
                    <a:moveTo>
                      <a:pt x="30" y="33"/>
                    </a:moveTo>
                    <a:cubicBezTo>
                      <a:pt x="30" y="33"/>
                      <a:pt x="27" y="27"/>
                      <a:pt x="33" y="27"/>
                    </a:cubicBezTo>
                    <a:cubicBezTo>
                      <a:pt x="39" y="27"/>
                      <a:pt x="45" y="27"/>
                      <a:pt x="45" y="21"/>
                    </a:cubicBezTo>
                    <a:cubicBezTo>
                      <a:pt x="45" y="18"/>
                      <a:pt x="54" y="18"/>
                      <a:pt x="57" y="18"/>
                    </a:cubicBezTo>
                    <a:cubicBezTo>
                      <a:pt x="57" y="18"/>
                      <a:pt x="63" y="15"/>
                      <a:pt x="69" y="15"/>
                    </a:cubicBezTo>
                    <a:cubicBezTo>
                      <a:pt x="69" y="9"/>
                      <a:pt x="60" y="9"/>
                      <a:pt x="57" y="6"/>
                    </a:cubicBezTo>
                    <a:cubicBezTo>
                      <a:pt x="51" y="0"/>
                      <a:pt x="39" y="3"/>
                      <a:pt x="33" y="6"/>
                    </a:cubicBezTo>
                    <a:cubicBezTo>
                      <a:pt x="27" y="6"/>
                      <a:pt x="18" y="3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9" y="9"/>
                      <a:pt x="6" y="9"/>
                      <a:pt x="6" y="12"/>
                    </a:cubicBezTo>
                    <a:cubicBezTo>
                      <a:pt x="0" y="15"/>
                      <a:pt x="0" y="21"/>
                      <a:pt x="0" y="21"/>
                    </a:cubicBezTo>
                    <a:cubicBezTo>
                      <a:pt x="0" y="21"/>
                      <a:pt x="3" y="21"/>
                      <a:pt x="6" y="24"/>
                    </a:cubicBezTo>
                    <a:cubicBezTo>
                      <a:pt x="9" y="27"/>
                      <a:pt x="15" y="24"/>
                      <a:pt x="18" y="27"/>
                    </a:cubicBezTo>
                    <a:cubicBezTo>
                      <a:pt x="18" y="27"/>
                      <a:pt x="18" y="30"/>
                      <a:pt x="18" y="33"/>
                    </a:cubicBezTo>
                    <a:cubicBezTo>
                      <a:pt x="18" y="33"/>
                      <a:pt x="18" y="33"/>
                      <a:pt x="21" y="33"/>
                    </a:cubicBezTo>
                    <a:cubicBezTo>
                      <a:pt x="21" y="36"/>
                      <a:pt x="21" y="36"/>
                      <a:pt x="21" y="39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6"/>
                      <a:pt x="27" y="36"/>
                      <a:pt x="30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6" name="Freeform 105">
                <a:extLst>
                  <a:ext uri="{FF2B5EF4-FFF2-40B4-BE49-F238E27FC236}">
                    <a16:creationId xmlns:a16="http://schemas.microsoft.com/office/drawing/2014/main" id="{46C75FF7-D666-3A66-5847-F7D5E073F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333" y="2511079"/>
                <a:ext cx="661021" cy="408237"/>
              </a:xfrm>
              <a:custGeom>
                <a:avLst/>
                <a:gdLst>
                  <a:gd name="T0" fmla="*/ 303 w 345"/>
                  <a:gd name="T1" fmla="*/ 198 h 213"/>
                  <a:gd name="T2" fmla="*/ 297 w 345"/>
                  <a:gd name="T3" fmla="*/ 180 h 213"/>
                  <a:gd name="T4" fmla="*/ 324 w 345"/>
                  <a:gd name="T5" fmla="*/ 171 h 213"/>
                  <a:gd name="T6" fmla="*/ 336 w 345"/>
                  <a:gd name="T7" fmla="*/ 159 h 213"/>
                  <a:gd name="T8" fmla="*/ 345 w 345"/>
                  <a:gd name="T9" fmla="*/ 138 h 213"/>
                  <a:gd name="T10" fmla="*/ 315 w 345"/>
                  <a:gd name="T11" fmla="*/ 135 h 213"/>
                  <a:gd name="T12" fmla="*/ 297 w 345"/>
                  <a:gd name="T13" fmla="*/ 159 h 213"/>
                  <a:gd name="T14" fmla="*/ 282 w 345"/>
                  <a:gd name="T15" fmla="*/ 168 h 213"/>
                  <a:gd name="T16" fmla="*/ 243 w 345"/>
                  <a:gd name="T17" fmla="*/ 168 h 213"/>
                  <a:gd name="T18" fmla="*/ 225 w 345"/>
                  <a:gd name="T19" fmla="*/ 141 h 213"/>
                  <a:gd name="T20" fmla="*/ 225 w 345"/>
                  <a:gd name="T21" fmla="*/ 90 h 213"/>
                  <a:gd name="T22" fmla="*/ 219 w 345"/>
                  <a:gd name="T23" fmla="*/ 81 h 213"/>
                  <a:gd name="T24" fmla="*/ 201 w 345"/>
                  <a:gd name="T25" fmla="*/ 69 h 213"/>
                  <a:gd name="T26" fmla="*/ 189 w 345"/>
                  <a:gd name="T27" fmla="*/ 45 h 213"/>
                  <a:gd name="T28" fmla="*/ 159 w 345"/>
                  <a:gd name="T29" fmla="*/ 45 h 213"/>
                  <a:gd name="T30" fmla="*/ 141 w 345"/>
                  <a:gd name="T31" fmla="*/ 30 h 213"/>
                  <a:gd name="T32" fmla="*/ 123 w 345"/>
                  <a:gd name="T33" fmla="*/ 9 h 213"/>
                  <a:gd name="T34" fmla="*/ 102 w 345"/>
                  <a:gd name="T35" fmla="*/ 15 h 213"/>
                  <a:gd name="T36" fmla="*/ 39 w 345"/>
                  <a:gd name="T37" fmla="*/ 6 h 213"/>
                  <a:gd name="T38" fmla="*/ 0 w 345"/>
                  <a:gd name="T39" fmla="*/ 3 h 213"/>
                  <a:gd name="T40" fmla="*/ 18 w 345"/>
                  <a:gd name="T41" fmla="*/ 33 h 213"/>
                  <a:gd name="T42" fmla="*/ 36 w 345"/>
                  <a:gd name="T43" fmla="*/ 60 h 213"/>
                  <a:gd name="T44" fmla="*/ 42 w 345"/>
                  <a:gd name="T45" fmla="*/ 72 h 213"/>
                  <a:gd name="T46" fmla="*/ 57 w 345"/>
                  <a:gd name="T47" fmla="*/ 93 h 213"/>
                  <a:gd name="T48" fmla="*/ 81 w 345"/>
                  <a:gd name="T49" fmla="*/ 120 h 213"/>
                  <a:gd name="T50" fmla="*/ 84 w 345"/>
                  <a:gd name="T51" fmla="*/ 105 h 213"/>
                  <a:gd name="T52" fmla="*/ 72 w 345"/>
                  <a:gd name="T53" fmla="*/ 93 h 213"/>
                  <a:gd name="T54" fmla="*/ 54 w 345"/>
                  <a:gd name="T55" fmla="*/ 60 h 213"/>
                  <a:gd name="T56" fmla="*/ 45 w 345"/>
                  <a:gd name="T57" fmla="*/ 42 h 213"/>
                  <a:gd name="T58" fmla="*/ 30 w 345"/>
                  <a:gd name="T59" fmla="*/ 27 h 213"/>
                  <a:gd name="T60" fmla="*/ 30 w 345"/>
                  <a:gd name="T61" fmla="*/ 9 h 213"/>
                  <a:gd name="T62" fmla="*/ 39 w 345"/>
                  <a:gd name="T63" fmla="*/ 15 h 213"/>
                  <a:gd name="T64" fmla="*/ 51 w 345"/>
                  <a:gd name="T65" fmla="*/ 30 h 213"/>
                  <a:gd name="T66" fmla="*/ 57 w 345"/>
                  <a:gd name="T67" fmla="*/ 45 h 213"/>
                  <a:gd name="T68" fmla="*/ 75 w 345"/>
                  <a:gd name="T69" fmla="*/ 60 h 213"/>
                  <a:gd name="T70" fmla="*/ 87 w 345"/>
                  <a:gd name="T71" fmla="*/ 72 h 213"/>
                  <a:gd name="T72" fmla="*/ 96 w 345"/>
                  <a:gd name="T73" fmla="*/ 87 h 213"/>
                  <a:gd name="T74" fmla="*/ 129 w 345"/>
                  <a:gd name="T75" fmla="*/ 123 h 213"/>
                  <a:gd name="T76" fmla="*/ 135 w 345"/>
                  <a:gd name="T77" fmla="*/ 144 h 213"/>
                  <a:gd name="T78" fmla="*/ 141 w 345"/>
                  <a:gd name="T79" fmla="*/ 162 h 213"/>
                  <a:gd name="T80" fmla="*/ 174 w 345"/>
                  <a:gd name="T81" fmla="*/ 180 h 213"/>
                  <a:gd name="T82" fmla="*/ 222 w 345"/>
                  <a:gd name="T83" fmla="*/ 201 h 213"/>
                  <a:gd name="T84" fmla="*/ 267 w 345"/>
                  <a:gd name="T85" fmla="*/ 204 h 213"/>
                  <a:gd name="T86" fmla="*/ 288 w 345"/>
                  <a:gd name="T87" fmla="*/ 20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45" h="213">
                    <a:moveTo>
                      <a:pt x="288" y="201"/>
                    </a:moveTo>
                    <a:cubicBezTo>
                      <a:pt x="288" y="201"/>
                      <a:pt x="300" y="201"/>
                      <a:pt x="303" y="198"/>
                    </a:cubicBezTo>
                    <a:cubicBezTo>
                      <a:pt x="303" y="195"/>
                      <a:pt x="294" y="189"/>
                      <a:pt x="294" y="186"/>
                    </a:cubicBezTo>
                    <a:cubicBezTo>
                      <a:pt x="294" y="186"/>
                      <a:pt x="294" y="180"/>
                      <a:pt x="297" y="180"/>
                    </a:cubicBezTo>
                    <a:cubicBezTo>
                      <a:pt x="300" y="180"/>
                      <a:pt x="318" y="180"/>
                      <a:pt x="318" y="180"/>
                    </a:cubicBezTo>
                    <a:cubicBezTo>
                      <a:pt x="318" y="180"/>
                      <a:pt x="321" y="171"/>
                      <a:pt x="324" y="171"/>
                    </a:cubicBezTo>
                    <a:cubicBezTo>
                      <a:pt x="327" y="171"/>
                      <a:pt x="330" y="174"/>
                      <a:pt x="330" y="174"/>
                    </a:cubicBezTo>
                    <a:cubicBezTo>
                      <a:pt x="333" y="171"/>
                      <a:pt x="336" y="165"/>
                      <a:pt x="336" y="159"/>
                    </a:cubicBezTo>
                    <a:cubicBezTo>
                      <a:pt x="336" y="153"/>
                      <a:pt x="333" y="150"/>
                      <a:pt x="336" y="147"/>
                    </a:cubicBezTo>
                    <a:cubicBezTo>
                      <a:pt x="342" y="144"/>
                      <a:pt x="345" y="144"/>
                      <a:pt x="345" y="138"/>
                    </a:cubicBezTo>
                    <a:cubicBezTo>
                      <a:pt x="342" y="132"/>
                      <a:pt x="339" y="138"/>
                      <a:pt x="333" y="135"/>
                    </a:cubicBezTo>
                    <a:cubicBezTo>
                      <a:pt x="330" y="132"/>
                      <a:pt x="327" y="135"/>
                      <a:pt x="315" y="135"/>
                    </a:cubicBezTo>
                    <a:cubicBezTo>
                      <a:pt x="306" y="138"/>
                      <a:pt x="300" y="141"/>
                      <a:pt x="303" y="150"/>
                    </a:cubicBezTo>
                    <a:cubicBezTo>
                      <a:pt x="303" y="156"/>
                      <a:pt x="297" y="153"/>
                      <a:pt x="297" y="159"/>
                    </a:cubicBezTo>
                    <a:cubicBezTo>
                      <a:pt x="300" y="165"/>
                      <a:pt x="291" y="165"/>
                      <a:pt x="291" y="171"/>
                    </a:cubicBezTo>
                    <a:cubicBezTo>
                      <a:pt x="291" y="174"/>
                      <a:pt x="285" y="171"/>
                      <a:pt x="282" y="168"/>
                    </a:cubicBezTo>
                    <a:cubicBezTo>
                      <a:pt x="279" y="168"/>
                      <a:pt x="258" y="174"/>
                      <a:pt x="255" y="174"/>
                    </a:cubicBezTo>
                    <a:cubicBezTo>
                      <a:pt x="252" y="174"/>
                      <a:pt x="246" y="168"/>
                      <a:pt x="243" y="168"/>
                    </a:cubicBezTo>
                    <a:cubicBezTo>
                      <a:pt x="240" y="168"/>
                      <a:pt x="237" y="162"/>
                      <a:pt x="237" y="156"/>
                    </a:cubicBezTo>
                    <a:cubicBezTo>
                      <a:pt x="237" y="153"/>
                      <a:pt x="228" y="147"/>
                      <a:pt x="225" y="141"/>
                    </a:cubicBezTo>
                    <a:cubicBezTo>
                      <a:pt x="222" y="138"/>
                      <a:pt x="222" y="126"/>
                      <a:pt x="219" y="120"/>
                    </a:cubicBezTo>
                    <a:cubicBezTo>
                      <a:pt x="219" y="114"/>
                      <a:pt x="219" y="102"/>
                      <a:pt x="225" y="90"/>
                    </a:cubicBezTo>
                    <a:cubicBezTo>
                      <a:pt x="225" y="87"/>
                      <a:pt x="225" y="84"/>
                      <a:pt x="225" y="84"/>
                    </a:cubicBezTo>
                    <a:cubicBezTo>
                      <a:pt x="222" y="84"/>
                      <a:pt x="222" y="81"/>
                      <a:pt x="219" y="81"/>
                    </a:cubicBezTo>
                    <a:cubicBezTo>
                      <a:pt x="216" y="81"/>
                      <a:pt x="207" y="75"/>
                      <a:pt x="204" y="75"/>
                    </a:cubicBezTo>
                    <a:cubicBezTo>
                      <a:pt x="204" y="75"/>
                      <a:pt x="204" y="72"/>
                      <a:pt x="201" y="69"/>
                    </a:cubicBezTo>
                    <a:cubicBezTo>
                      <a:pt x="201" y="66"/>
                      <a:pt x="201" y="63"/>
                      <a:pt x="198" y="60"/>
                    </a:cubicBezTo>
                    <a:cubicBezTo>
                      <a:pt x="198" y="60"/>
                      <a:pt x="189" y="54"/>
                      <a:pt x="189" y="45"/>
                    </a:cubicBezTo>
                    <a:cubicBezTo>
                      <a:pt x="186" y="39"/>
                      <a:pt x="174" y="36"/>
                      <a:pt x="168" y="33"/>
                    </a:cubicBezTo>
                    <a:cubicBezTo>
                      <a:pt x="162" y="33"/>
                      <a:pt x="162" y="45"/>
                      <a:pt x="159" y="45"/>
                    </a:cubicBezTo>
                    <a:cubicBezTo>
                      <a:pt x="159" y="45"/>
                      <a:pt x="150" y="39"/>
                      <a:pt x="147" y="39"/>
                    </a:cubicBezTo>
                    <a:cubicBezTo>
                      <a:pt x="144" y="36"/>
                      <a:pt x="141" y="33"/>
                      <a:pt x="141" y="30"/>
                    </a:cubicBezTo>
                    <a:cubicBezTo>
                      <a:pt x="141" y="27"/>
                      <a:pt x="138" y="24"/>
                      <a:pt x="135" y="21"/>
                    </a:cubicBezTo>
                    <a:cubicBezTo>
                      <a:pt x="132" y="21"/>
                      <a:pt x="123" y="9"/>
                      <a:pt x="123" y="9"/>
                    </a:cubicBezTo>
                    <a:cubicBezTo>
                      <a:pt x="105" y="9"/>
                      <a:pt x="105" y="9"/>
                      <a:pt x="105" y="9"/>
                    </a:cubicBezTo>
                    <a:cubicBezTo>
                      <a:pt x="102" y="15"/>
                      <a:pt x="102" y="15"/>
                      <a:pt x="102" y="15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9" y="15"/>
                      <a:pt x="45" y="6"/>
                      <a:pt x="39" y="6"/>
                    </a:cubicBezTo>
                    <a:cubicBezTo>
                      <a:pt x="36" y="3"/>
                      <a:pt x="27" y="0"/>
                      <a:pt x="27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6"/>
                      <a:pt x="3" y="9"/>
                      <a:pt x="6" y="12"/>
                    </a:cubicBezTo>
                    <a:cubicBezTo>
                      <a:pt x="12" y="18"/>
                      <a:pt x="15" y="30"/>
                      <a:pt x="18" y="33"/>
                    </a:cubicBezTo>
                    <a:cubicBezTo>
                      <a:pt x="18" y="39"/>
                      <a:pt x="24" y="42"/>
                      <a:pt x="30" y="45"/>
                    </a:cubicBezTo>
                    <a:cubicBezTo>
                      <a:pt x="36" y="48"/>
                      <a:pt x="36" y="57"/>
                      <a:pt x="36" y="60"/>
                    </a:cubicBezTo>
                    <a:cubicBezTo>
                      <a:pt x="36" y="63"/>
                      <a:pt x="27" y="57"/>
                      <a:pt x="27" y="60"/>
                    </a:cubicBezTo>
                    <a:cubicBezTo>
                      <a:pt x="27" y="63"/>
                      <a:pt x="36" y="72"/>
                      <a:pt x="42" y="72"/>
                    </a:cubicBezTo>
                    <a:cubicBezTo>
                      <a:pt x="45" y="72"/>
                      <a:pt x="48" y="72"/>
                      <a:pt x="54" y="78"/>
                    </a:cubicBezTo>
                    <a:cubicBezTo>
                      <a:pt x="60" y="84"/>
                      <a:pt x="60" y="90"/>
                      <a:pt x="57" y="93"/>
                    </a:cubicBezTo>
                    <a:cubicBezTo>
                      <a:pt x="54" y="96"/>
                      <a:pt x="63" y="99"/>
                      <a:pt x="69" y="105"/>
                    </a:cubicBezTo>
                    <a:cubicBezTo>
                      <a:pt x="78" y="108"/>
                      <a:pt x="81" y="117"/>
                      <a:pt x="81" y="120"/>
                    </a:cubicBezTo>
                    <a:cubicBezTo>
                      <a:pt x="81" y="120"/>
                      <a:pt x="87" y="120"/>
                      <a:pt x="87" y="114"/>
                    </a:cubicBezTo>
                    <a:cubicBezTo>
                      <a:pt x="87" y="111"/>
                      <a:pt x="84" y="111"/>
                      <a:pt x="84" y="105"/>
                    </a:cubicBezTo>
                    <a:cubicBezTo>
                      <a:pt x="84" y="102"/>
                      <a:pt x="78" y="102"/>
                      <a:pt x="75" y="102"/>
                    </a:cubicBezTo>
                    <a:cubicBezTo>
                      <a:pt x="72" y="102"/>
                      <a:pt x="75" y="96"/>
                      <a:pt x="72" y="93"/>
                    </a:cubicBezTo>
                    <a:cubicBezTo>
                      <a:pt x="69" y="90"/>
                      <a:pt x="66" y="81"/>
                      <a:pt x="66" y="75"/>
                    </a:cubicBezTo>
                    <a:cubicBezTo>
                      <a:pt x="63" y="72"/>
                      <a:pt x="57" y="66"/>
                      <a:pt x="54" y="60"/>
                    </a:cubicBezTo>
                    <a:cubicBezTo>
                      <a:pt x="48" y="54"/>
                      <a:pt x="45" y="48"/>
                      <a:pt x="45" y="48"/>
                    </a:cubicBezTo>
                    <a:cubicBezTo>
                      <a:pt x="42" y="45"/>
                      <a:pt x="48" y="42"/>
                      <a:pt x="45" y="42"/>
                    </a:cubicBezTo>
                    <a:cubicBezTo>
                      <a:pt x="42" y="39"/>
                      <a:pt x="39" y="39"/>
                      <a:pt x="36" y="36"/>
                    </a:cubicBezTo>
                    <a:cubicBezTo>
                      <a:pt x="33" y="36"/>
                      <a:pt x="30" y="33"/>
                      <a:pt x="30" y="27"/>
                    </a:cubicBezTo>
                    <a:cubicBezTo>
                      <a:pt x="30" y="24"/>
                      <a:pt x="27" y="15"/>
                      <a:pt x="27" y="12"/>
                    </a:cubicBezTo>
                    <a:cubicBezTo>
                      <a:pt x="24" y="9"/>
                      <a:pt x="30" y="9"/>
                      <a:pt x="30" y="9"/>
                    </a:cubicBezTo>
                    <a:cubicBezTo>
                      <a:pt x="30" y="12"/>
                      <a:pt x="33" y="12"/>
                      <a:pt x="33" y="12"/>
                    </a:cubicBezTo>
                    <a:cubicBezTo>
                      <a:pt x="36" y="12"/>
                      <a:pt x="39" y="12"/>
                      <a:pt x="39" y="15"/>
                    </a:cubicBezTo>
                    <a:cubicBezTo>
                      <a:pt x="42" y="18"/>
                      <a:pt x="45" y="15"/>
                      <a:pt x="48" y="15"/>
                    </a:cubicBezTo>
                    <a:cubicBezTo>
                      <a:pt x="51" y="18"/>
                      <a:pt x="42" y="18"/>
                      <a:pt x="51" y="30"/>
                    </a:cubicBezTo>
                    <a:cubicBezTo>
                      <a:pt x="57" y="42"/>
                      <a:pt x="51" y="36"/>
                      <a:pt x="51" y="42"/>
                    </a:cubicBezTo>
                    <a:cubicBezTo>
                      <a:pt x="51" y="51"/>
                      <a:pt x="57" y="48"/>
                      <a:pt x="57" y="45"/>
                    </a:cubicBezTo>
                    <a:cubicBezTo>
                      <a:pt x="57" y="45"/>
                      <a:pt x="63" y="48"/>
                      <a:pt x="66" y="54"/>
                    </a:cubicBezTo>
                    <a:cubicBezTo>
                      <a:pt x="69" y="57"/>
                      <a:pt x="75" y="57"/>
                      <a:pt x="75" y="60"/>
                    </a:cubicBezTo>
                    <a:cubicBezTo>
                      <a:pt x="75" y="63"/>
                      <a:pt x="75" y="66"/>
                      <a:pt x="81" y="66"/>
                    </a:cubicBezTo>
                    <a:cubicBezTo>
                      <a:pt x="84" y="69"/>
                      <a:pt x="84" y="72"/>
                      <a:pt x="87" y="72"/>
                    </a:cubicBezTo>
                    <a:cubicBezTo>
                      <a:pt x="90" y="72"/>
                      <a:pt x="90" y="75"/>
                      <a:pt x="90" y="81"/>
                    </a:cubicBezTo>
                    <a:cubicBezTo>
                      <a:pt x="87" y="84"/>
                      <a:pt x="90" y="87"/>
                      <a:pt x="96" y="87"/>
                    </a:cubicBezTo>
                    <a:cubicBezTo>
                      <a:pt x="102" y="90"/>
                      <a:pt x="99" y="93"/>
                      <a:pt x="105" y="96"/>
                    </a:cubicBezTo>
                    <a:cubicBezTo>
                      <a:pt x="111" y="102"/>
                      <a:pt x="126" y="120"/>
                      <a:pt x="129" y="123"/>
                    </a:cubicBezTo>
                    <a:cubicBezTo>
                      <a:pt x="132" y="129"/>
                      <a:pt x="135" y="132"/>
                      <a:pt x="135" y="135"/>
                    </a:cubicBezTo>
                    <a:cubicBezTo>
                      <a:pt x="138" y="141"/>
                      <a:pt x="132" y="141"/>
                      <a:pt x="135" y="144"/>
                    </a:cubicBezTo>
                    <a:cubicBezTo>
                      <a:pt x="138" y="147"/>
                      <a:pt x="132" y="147"/>
                      <a:pt x="132" y="147"/>
                    </a:cubicBezTo>
                    <a:cubicBezTo>
                      <a:pt x="132" y="150"/>
                      <a:pt x="135" y="162"/>
                      <a:pt x="141" y="162"/>
                    </a:cubicBezTo>
                    <a:cubicBezTo>
                      <a:pt x="147" y="162"/>
                      <a:pt x="153" y="171"/>
                      <a:pt x="156" y="174"/>
                    </a:cubicBezTo>
                    <a:cubicBezTo>
                      <a:pt x="162" y="177"/>
                      <a:pt x="168" y="177"/>
                      <a:pt x="174" y="180"/>
                    </a:cubicBezTo>
                    <a:cubicBezTo>
                      <a:pt x="180" y="180"/>
                      <a:pt x="186" y="186"/>
                      <a:pt x="198" y="189"/>
                    </a:cubicBezTo>
                    <a:cubicBezTo>
                      <a:pt x="207" y="192"/>
                      <a:pt x="216" y="198"/>
                      <a:pt x="222" y="201"/>
                    </a:cubicBezTo>
                    <a:cubicBezTo>
                      <a:pt x="228" y="204"/>
                      <a:pt x="237" y="204"/>
                      <a:pt x="246" y="201"/>
                    </a:cubicBezTo>
                    <a:cubicBezTo>
                      <a:pt x="255" y="195"/>
                      <a:pt x="261" y="201"/>
                      <a:pt x="267" y="204"/>
                    </a:cubicBezTo>
                    <a:cubicBezTo>
                      <a:pt x="267" y="204"/>
                      <a:pt x="273" y="207"/>
                      <a:pt x="279" y="213"/>
                    </a:cubicBezTo>
                    <a:cubicBezTo>
                      <a:pt x="282" y="207"/>
                      <a:pt x="285" y="201"/>
                      <a:pt x="288" y="20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7" name="Freeform 106">
                <a:extLst>
                  <a:ext uri="{FF2B5EF4-FFF2-40B4-BE49-F238E27FC236}">
                    <a16:creationId xmlns:a16="http://schemas.microsoft.com/office/drawing/2014/main" id="{C73D3578-BD38-7D21-FE15-05A962D76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638" y="2855783"/>
                <a:ext cx="91921" cy="86514"/>
              </a:xfrm>
              <a:custGeom>
                <a:avLst/>
                <a:gdLst>
                  <a:gd name="T0" fmla="*/ 42 w 48"/>
                  <a:gd name="T1" fmla="*/ 30 h 45"/>
                  <a:gd name="T2" fmla="*/ 48 w 48"/>
                  <a:gd name="T3" fmla="*/ 24 h 45"/>
                  <a:gd name="T4" fmla="*/ 42 w 48"/>
                  <a:gd name="T5" fmla="*/ 21 h 45"/>
                  <a:gd name="T6" fmla="*/ 36 w 48"/>
                  <a:gd name="T7" fmla="*/ 21 h 45"/>
                  <a:gd name="T8" fmla="*/ 36 w 48"/>
                  <a:gd name="T9" fmla="*/ 0 h 45"/>
                  <a:gd name="T10" fmla="*/ 18 w 48"/>
                  <a:gd name="T11" fmla="*/ 0 h 45"/>
                  <a:gd name="T12" fmla="*/ 15 w 48"/>
                  <a:gd name="T13" fmla="*/ 6 h 45"/>
                  <a:gd name="T14" fmla="*/ 24 w 48"/>
                  <a:gd name="T15" fmla="*/ 18 h 45"/>
                  <a:gd name="T16" fmla="*/ 9 w 48"/>
                  <a:gd name="T17" fmla="*/ 21 h 45"/>
                  <a:gd name="T18" fmla="*/ 0 w 48"/>
                  <a:gd name="T19" fmla="*/ 33 h 45"/>
                  <a:gd name="T20" fmla="*/ 12 w 48"/>
                  <a:gd name="T21" fmla="*/ 42 h 45"/>
                  <a:gd name="T22" fmla="*/ 27 w 48"/>
                  <a:gd name="T23" fmla="*/ 45 h 45"/>
                  <a:gd name="T24" fmla="*/ 27 w 48"/>
                  <a:gd name="T25" fmla="*/ 45 h 45"/>
                  <a:gd name="T26" fmla="*/ 36 w 48"/>
                  <a:gd name="T27" fmla="*/ 39 h 45"/>
                  <a:gd name="T28" fmla="*/ 42 w 48"/>
                  <a:gd name="T29" fmla="*/ 3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45">
                    <a:moveTo>
                      <a:pt x="42" y="30"/>
                    </a:moveTo>
                    <a:cubicBezTo>
                      <a:pt x="42" y="27"/>
                      <a:pt x="45" y="27"/>
                      <a:pt x="48" y="24"/>
                    </a:cubicBezTo>
                    <a:cubicBezTo>
                      <a:pt x="42" y="27"/>
                      <a:pt x="42" y="24"/>
                      <a:pt x="42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3" y="0"/>
                      <a:pt x="21" y="0"/>
                      <a:pt x="18" y="0"/>
                    </a:cubicBezTo>
                    <a:cubicBezTo>
                      <a:pt x="15" y="0"/>
                      <a:pt x="15" y="6"/>
                      <a:pt x="15" y="6"/>
                    </a:cubicBezTo>
                    <a:cubicBezTo>
                      <a:pt x="15" y="9"/>
                      <a:pt x="24" y="15"/>
                      <a:pt x="24" y="18"/>
                    </a:cubicBezTo>
                    <a:cubicBezTo>
                      <a:pt x="21" y="21"/>
                      <a:pt x="9" y="21"/>
                      <a:pt x="9" y="21"/>
                    </a:cubicBezTo>
                    <a:cubicBezTo>
                      <a:pt x="6" y="21"/>
                      <a:pt x="3" y="27"/>
                      <a:pt x="0" y="33"/>
                    </a:cubicBezTo>
                    <a:cubicBezTo>
                      <a:pt x="3" y="36"/>
                      <a:pt x="9" y="42"/>
                      <a:pt x="12" y="42"/>
                    </a:cubicBezTo>
                    <a:cubicBezTo>
                      <a:pt x="15" y="45"/>
                      <a:pt x="24" y="42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30" y="42"/>
                      <a:pt x="33" y="39"/>
                      <a:pt x="36" y="39"/>
                    </a:cubicBezTo>
                    <a:cubicBezTo>
                      <a:pt x="39" y="39"/>
                      <a:pt x="36" y="33"/>
                      <a:pt x="42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8" name="Freeform 107">
                <a:extLst>
                  <a:ext uri="{FF2B5EF4-FFF2-40B4-BE49-F238E27FC236}">
                    <a16:creationId xmlns:a16="http://schemas.microsoft.com/office/drawing/2014/main" id="{B8F182F3-EEC6-594F-0257-043C1A8D5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579" y="2839562"/>
                <a:ext cx="28387" cy="56775"/>
              </a:xfrm>
              <a:custGeom>
                <a:avLst/>
                <a:gdLst>
                  <a:gd name="T0" fmla="*/ 3 w 15"/>
                  <a:gd name="T1" fmla="*/ 9 h 30"/>
                  <a:gd name="T2" fmla="*/ 0 w 15"/>
                  <a:gd name="T3" fmla="*/ 9 h 30"/>
                  <a:gd name="T4" fmla="*/ 0 w 15"/>
                  <a:gd name="T5" fmla="*/ 30 h 30"/>
                  <a:gd name="T6" fmla="*/ 6 w 15"/>
                  <a:gd name="T7" fmla="*/ 30 h 30"/>
                  <a:gd name="T8" fmla="*/ 9 w 15"/>
                  <a:gd name="T9" fmla="*/ 24 h 30"/>
                  <a:gd name="T10" fmla="*/ 12 w 15"/>
                  <a:gd name="T11" fmla="*/ 6 h 30"/>
                  <a:gd name="T12" fmla="*/ 15 w 15"/>
                  <a:gd name="T13" fmla="*/ 3 h 30"/>
                  <a:gd name="T14" fmla="*/ 9 w 15"/>
                  <a:gd name="T15" fmla="*/ 0 h 30"/>
                  <a:gd name="T16" fmla="*/ 3 w 15"/>
                  <a:gd name="T17" fmla="*/ 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0">
                    <a:moveTo>
                      <a:pt x="3" y="9"/>
                    </a:moveTo>
                    <a:cubicBezTo>
                      <a:pt x="3" y="9"/>
                      <a:pt x="3" y="9"/>
                      <a:pt x="0" y="9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7"/>
                      <a:pt x="9" y="27"/>
                      <a:pt x="9" y="24"/>
                    </a:cubicBezTo>
                    <a:cubicBezTo>
                      <a:pt x="15" y="21"/>
                      <a:pt x="9" y="6"/>
                      <a:pt x="12" y="6"/>
                    </a:cubicBezTo>
                    <a:cubicBezTo>
                      <a:pt x="15" y="6"/>
                      <a:pt x="15" y="6"/>
                      <a:pt x="15" y="3"/>
                    </a:cubicBezTo>
                    <a:cubicBezTo>
                      <a:pt x="15" y="3"/>
                      <a:pt x="12" y="0"/>
                      <a:pt x="9" y="0"/>
                    </a:cubicBezTo>
                    <a:cubicBezTo>
                      <a:pt x="6" y="0"/>
                      <a:pt x="3" y="9"/>
                      <a:pt x="3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9" name="Freeform 108">
                <a:extLst>
                  <a:ext uri="{FF2B5EF4-FFF2-40B4-BE49-F238E27FC236}">
                    <a16:creationId xmlns:a16="http://schemas.microsoft.com/office/drawing/2014/main" id="{60F35774-BCB3-D93B-9D4C-4E0FC5002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7895" y="2799008"/>
                <a:ext cx="68941" cy="56775"/>
              </a:xfrm>
              <a:custGeom>
                <a:avLst/>
                <a:gdLst>
                  <a:gd name="T0" fmla="*/ 18 w 36"/>
                  <a:gd name="T1" fmla="*/ 3 h 30"/>
                  <a:gd name="T2" fmla="*/ 24 w 36"/>
                  <a:gd name="T3" fmla="*/ 18 h 30"/>
                  <a:gd name="T4" fmla="*/ 3 w 36"/>
                  <a:gd name="T5" fmla="*/ 24 h 30"/>
                  <a:gd name="T6" fmla="*/ 18 w 36"/>
                  <a:gd name="T7" fmla="*/ 27 h 30"/>
                  <a:gd name="T8" fmla="*/ 33 w 36"/>
                  <a:gd name="T9" fmla="*/ 27 h 30"/>
                  <a:gd name="T10" fmla="*/ 36 w 36"/>
                  <a:gd name="T11" fmla="*/ 6 h 30"/>
                  <a:gd name="T12" fmla="*/ 18 w 36"/>
                  <a:gd name="T13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30">
                    <a:moveTo>
                      <a:pt x="18" y="3"/>
                    </a:moveTo>
                    <a:cubicBezTo>
                      <a:pt x="12" y="6"/>
                      <a:pt x="24" y="15"/>
                      <a:pt x="24" y="18"/>
                    </a:cubicBezTo>
                    <a:cubicBezTo>
                      <a:pt x="24" y="24"/>
                      <a:pt x="3" y="18"/>
                      <a:pt x="3" y="24"/>
                    </a:cubicBezTo>
                    <a:cubicBezTo>
                      <a:pt x="0" y="24"/>
                      <a:pt x="9" y="30"/>
                      <a:pt x="18" y="27"/>
                    </a:cubicBezTo>
                    <a:cubicBezTo>
                      <a:pt x="24" y="24"/>
                      <a:pt x="30" y="27"/>
                      <a:pt x="33" y="27"/>
                    </a:cubicBezTo>
                    <a:cubicBezTo>
                      <a:pt x="33" y="21"/>
                      <a:pt x="33" y="12"/>
                      <a:pt x="36" y="6"/>
                    </a:cubicBezTo>
                    <a:cubicBezTo>
                      <a:pt x="27" y="6"/>
                      <a:pt x="21" y="0"/>
                      <a:pt x="18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0" name="Freeform 109">
                <a:extLst>
                  <a:ext uri="{FF2B5EF4-FFF2-40B4-BE49-F238E27FC236}">
                    <a16:creationId xmlns:a16="http://schemas.microsoft.com/office/drawing/2014/main" id="{0AB52F7D-A9B1-16B4-D87D-F30411FA8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077" y="2809822"/>
                <a:ext cx="75700" cy="45961"/>
              </a:xfrm>
              <a:custGeom>
                <a:avLst/>
                <a:gdLst>
                  <a:gd name="T0" fmla="*/ 15 w 39"/>
                  <a:gd name="T1" fmla="*/ 18 h 24"/>
                  <a:gd name="T2" fmla="*/ 39 w 39"/>
                  <a:gd name="T3" fmla="*/ 12 h 24"/>
                  <a:gd name="T4" fmla="*/ 9 w 39"/>
                  <a:gd name="T5" fmla="*/ 0 h 24"/>
                  <a:gd name="T6" fmla="*/ 3 w 39"/>
                  <a:gd name="T7" fmla="*/ 0 h 24"/>
                  <a:gd name="T8" fmla="*/ 0 w 39"/>
                  <a:gd name="T9" fmla="*/ 21 h 24"/>
                  <a:gd name="T10" fmla="*/ 0 w 39"/>
                  <a:gd name="T11" fmla="*/ 24 h 24"/>
                  <a:gd name="T12" fmla="*/ 15 w 39"/>
                  <a:gd name="T13" fmla="*/ 1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24">
                    <a:moveTo>
                      <a:pt x="15" y="18"/>
                    </a:moveTo>
                    <a:cubicBezTo>
                      <a:pt x="24" y="15"/>
                      <a:pt x="39" y="21"/>
                      <a:pt x="39" y="12"/>
                    </a:cubicBezTo>
                    <a:cubicBezTo>
                      <a:pt x="39" y="6"/>
                      <a:pt x="15" y="0"/>
                      <a:pt x="9" y="0"/>
                    </a:cubicBezTo>
                    <a:cubicBezTo>
                      <a:pt x="6" y="0"/>
                      <a:pt x="3" y="0"/>
                      <a:pt x="3" y="0"/>
                    </a:cubicBezTo>
                    <a:cubicBezTo>
                      <a:pt x="0" y="6"/>
                      <a:pt x="0" y="15"/>
                      <a:pt x="0" y="21"/>
                    </a:cubicBezTo>
                    <a:cubicBezTo>
                      <a:pt x="0" y="21"/>
                      <a:pt x="0" y="21"/>
                      <a:pt x="0" y="24"/>
                    </a:cubicBezTo>
                    <a:cubicBezTo>
                      <a:pt x="3" y="24"/>
                      <a:pt x="6" y="21"/>
                      <a:pt x="15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1" name="Freeform 110">
                <a:extLst>
                  <a:ext uri="{FF2B5EF4-FFF2-40B4-BE49-F238E27FC236}">
                    <a16:creationId xmlns:a16="http://schemas.microsoft.com/office/drawing/2014/main" id="{DD4AE676-618D-D830-18B8-7DCEB7650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2132" y="2919317"/>
                <a:ext cx="91921" cy="91921"/>
              </a:xfrm>
              <a:custGeom>
                <a:avLst/>
                <a:gdLst>
                  <a:gd name="T0" fmla="*/ 27 w 48"/>
                  <a:gd name="T1" fmla="*/ 45 h 48"/>
                  <a:gd name="T2" fmla="*/ 36 w 48"/>
                  <a:gd name="T3" fmla="*/ 48 h 48"/>
                  <a:gd name="T4" fmla="*/ 42 w 48"/>
                  <a:gd name="T5" fmla="*/ 48 h 48"/>
                  <a:gd name="T6" fmla="*/ 42 w 48"/>
                  <a:gd name="T7" fmla="*/ 45 h 48"/>
                  <a:gd name="T8" fmla="*/ 45 w 48"/>
                  <a:gd name="T9" fmla="*/ 30 h 48"/>
                  <a:gd name="T10" fmla="*/ 45 w 48"/>
                  <a:gd name="T11" fmla="*/ 12 h 48"/>
                  <a:gd name="T12" fmla="*/ 48 w 48"/>
                  <a:gd name="T13" fmla="*/ 0 h 48"/>
                  <a:gd name="T14" fmla="*/ 48 w 48"/>
                  <a:gd name="T15" fmla="*/ 0 h 48"/>
                  <a:gd name="T16" fmla="*/ 36 w 48"/>
                  <a:gd name="T17" fmla="*/ 3 h 48"/>
                  <a:gd name="T18" fmla="*/ 24 w 48"/>
                  <a:gd name="T19" fmla="*/ 6 h 48"/>
                  <a:gd name="T20" fmla="*/ 12 w 48"/>
                  <a:gd name="T21" fmla="*/ 12 h 48"/>
                  <a:gd name="T22" fmla="*/ 9 w 48"/>
                  <a:gd name="T23" fmla="*/ 18 h 48"/>
                  <a:gd name="T24" fmla="*/ 3 w 48"/>
                  <a:gd name="T25" fmla="*/ 21 h 48"/>
                  <a:gd name="T26" fmla="*/ 0 w 48"/>
                  <a:gd name="T27" fmla="*/ 24 h 48"/>
                  <a:gd name="T28" fmla="*/ 3 w 48"/>
                  <a:gd name="T29" fmla="*/ 27 h 48"/>
                  <a:gd name="T30" fmla="*/ 15 w 48"/>
                  <a:gd name="T31" fmla="*/ 42 h 48"/>
                  <a:gd name="T32" fmla="*/ 21 w 48"/>
                  <a:gd name="T33" fmla="*/ 45 h 48"/>
                  <a:gd name="T34" fmla="*/ 27 w 48"/>
                  <a:gd name="T35" fmla="*/ 4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48">
                    <a:moveTo>
                      <a:pt x="27" y="45"/>
                    </a:moveTo>
                    <a:cubicBezTo>
                      <a:pt x="27" y="48"/>
                      <a:pt x="33" y="45"/>
                      <a:pt x="36" y="48"/>
                    </a:cubicBezTo>
                    <a:cubicBezTo>
                      <a:pt x="39" y="48"/>
                      <a:pt x="39" y="48"/>
                      <a:pt x="42" y="48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39" y="42"/>
                      <a:pt x="42" y="36"/>
                      <a:pt x="45" y="30"/>
                    </a:cubicBezTo>
                    <a:cubicBezTo>
                      <a:pt x="45" y="27"/>
                      <a:pt x="42" y="15"/>
                      <a:pt x="45" y="12"/>
                    </a:cubicBezTo>
                    <a:cubicBezTo>
                      <a:pt x="48" y="9"/>
                      <a:pt x="45" y="6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2" y="0"/>
                      <a:pt x="36" y="3"/>
                      <a:pt x="36" y="3"/>
                    </a:cubicBezTo>
                    <a:cubicBezTo>
                      <a:pt x="33" y="3"/>
                      <a:pt x="24" y="3"/>
                      <a:pt x="24" y="6"/>
                    </a:cubicBezTo>
                    <a:cubicBezTo>
                      <a:pt x="24" y="12"/>
                      <a:pt x="18" y="12"/>
                      <a:pt x="12" y="12"/>
                    </a:cubicBezTo>
                    <a:cubicBezTo>
                      <a:pt x="6" y="12"/>
                      <a:pt x="9" y="18"/>
                      <a:pt x="9" y="18"/>
                    </a:cubicBezTo>
                    <a:cubicBezTo>
                      <a:pt x="6" y="21"/>
                      <a:pt x="3" y="21"/>
                      <a:pt x="3" y="21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7"/>
                      <a:pt x="3" y="27"/>
                    </a:cubicBezTo>
                    <a:cubicBezTo>
                      <a:pt x="6" y="30"/>
                      <a:pt x="12" y="39"/>
                      <a:pt x="15" y="42"/>
                    </a:cubicBezTo>
                    <a:cubicBezTo>
                      <a:pt x="18" y="42"/>
                      <a:pt x="18" y="42"/>
                      <a:pt x="21" y="45"/>
                    </a:cubicBezTo>
                    <a:cubicBezTo>
                      <a:pt x="21" y="45"/>
                      <a:pt x="24" y="45"/>
                      <a:pt x="27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2" name="Freeform 111">
                <a:extLst>
                  <a:ext uri="{FF2B5EF4-FFF2-40B4-BE49-F238E27FC236}">
                    <a16:creationId xmlns:a16="http://schemas.microsoft.com/office/drawing/2014/main" id="{9E198D54-B32B-B4EF-5234-0BC4EC4C2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116" y="3132898"/>
                <a:ext cx="862436" cy="880009"/>
              </a:xfrm>
              <a:custGeom>
                <a:avLst/>
                <a:gdLst>
                  <a:gd name="T0" fmla="*/ 252 w 450"/>
                  <a:gd name="T1" fmla="*/ 426 h 459"/>
                  <a:gd name="T2" fmla="*/ 258 w 450"/>
                  <a:gd name="T3" fmla="*/ 429 h 459"/>
                  <a:gd name="T4" fmla="*/ 288 w 450"/>
                  <a:gd name="T5" fmla="*/ 378 h 459"/>
                  <a:gd name="T6" fmla="*/ 306 w 450"/>
                  <a:gd name="T7" fmla="*/ 342 h 459"/>
                  <a:gd name="T8" fmla="*/ 336 w 450"/>
                  <a:gd name="T9" fmla="*/ 327 h 459"/>
                  <a:gd name="T10" fmla="*/ 372 w 450"/>
                  <a:gd name="T11" fmla="*/ 315 h 459"/>
                  <a:gd name="T12" fmla="*/ 384 w 450"/>
                  <a:gd name="T13" fmla="*/ 291 h 459"/>
                  <a:gd name="T14" fmla="*/ 396 w 450"/>
                  <a:gd name="T15" fmla="*/ 264 h 459"/>
                  <a:gd name="T16" fmla="*/ 399 w 450"/>
                  <a:gd name="T17" fmla="*/ 210 h 459"/>
                  <a:gd name="T18" fmla="*/ 408 w 450"/>
                  <a:gd name="T19" fmla="*/ 207 h 459"/>
                  <a:gd name="T20" fmla="*/ 444 w 450"/>
                  <a:gd name="T21" fmla="*/ 159 h 459"/>
                  <a:gd name="T22" fmla="*/ 405 w 450"/>
                  <a:gd name="T23" fmla="*/ 105 h 459"/>
                  <a:gd name="T24" fmla="*/ 336 w 450"/>
                  <a:gd name="T25" fmla="*/ 96 h 459"/>
                  <a:gd name="T26" fmla="*/ 294 w 450"/>
                  <a:gd name="T27" fmla="*/ 75 h 459"/>
                  <a:gd name="T28" fmla="*/ 291 w 450"/>
                  <a:gd name="T29" fmla="*/ 66 h 459"/>
                  <a:gd name="T30" fmla="*/ 264 w 450"/>
                  <a:gd name="T31" fmla="*/ 60 h 459"/>
                  <a:gd name="T32" fmla="*/ 258 w 450"/>
                  <a:gd name="T33" fmla="*/ 12 h 459"/>
                  <a:gd name="T34" fmla="*/ 222 w 450"/>
                  <a:gd name="T35" fmla="*/ 33 h 459"/>
                  <a:gd name="T36" fmla="*/ 189 w 450"/>
                  <a:gd name="T37" fmla="*/ 39 h 459"/>
                  <a:gd name="T38" fmla="*/ 165 w 450"/>
                  <a:gd name="T39" fmla="*/ 39 h 459"/>
                  <a:gd name="T40" fmla="*/ 156 w 450"/>
                  <a:gd name="T41" fmla="*/ 0 h 459"/>
                  <a:gd name="T42" fmla="*/ 129 w 450"/>
                  <a:gd name="T43" fmla="*/ 18 h 459"/>
                  <a:gd name="T44" fmla="*/ 105 w 450"/>
                  <a:gd name="T45" fmla="*/ 15 h 459"/>
                  <a:gd name="T46" fmla="*/ 120 w 450"/>
                  <a:gd name="T47" fmla="*/ 33 h 459"/>
                  <a:gd name="T48" fmla="*/ 105 w 450"/>
                  <a:gd name="T49" fmla="*/ 45 h 459"/>
                  <a:gd name="T50" fmla="*/ 84 w 450"/>
                  <a:gd name="T51" fmla="*/ 48 h 459"/>
                  <a:gd name="T52" fmla="*/ 48 w 450"/>
                  <a:gd name="T53" fmla="*/ 42 h 459"/>
                  <a:gd name="T54" fmla="*/ 45 w 450"/>
                  <a:gd name="T55" fmla="*/ 60 h 459"/>
                  <a:gd name="T56" fmla="*/ 45 w 450"/>
                  <a:gd name="T57" fmla="*/ 108 h 459"/>
                  <a:gd name="T58" fmla="*/ 12 w 450"/>
                  <a:gd name="T59" fmla="*/ 120 h 459"/>
                  <a:gd name="T60" fmla="*/ 0 w 450"/>
                  <a:gd name="T61" fmla="*/ 144 h 459"/>
                  <a:gd name="T62" fmla="*/ 15 w 450"/>
                  <a:gd name="T63" fmla="*/ 168 h 459"/>
                  <a:gd name="T64" fmla="*/ 36 w 450"/>
                  <a:gd name="T65" fmla="*/ 171 h 459"/>
                  <a:gd name="T66" fmla="*/ 63 w 450"/>
                  <a:gd name="T67" fmla="*/ 183 h 459"/>
                  <a:gd name="T68" fmla="*/ 99 w 450"/>
                  <a:gd name="T69" fmla="*/ 174 h 459"/>
                  <a:gd name="T70" fmla="*/ 123 w 450"/>
                  <a:gd name="T71" fmla="*/ 207 h 459"/>
                  <a:gd name="T72" fmla="*/ 150 w 450"/>
                  <a:gd name="T73" fmla="*/ 216 h 459"/>
                  <a:gd name="T74" fmla="*/ 156 w 450"/>
                  <a:gd name="T75" fmla="*/ 243 h 459"/>
                  <a:gd name="T76" fmla="*/ 186 w 450"/>
                  <a:gd name="T77" fmla="*/ 264 h 459"/>
                  <a:gd name="T78" fmla="*/ 180 w 450"/>
                  <a:gd name="T79" fmla="*/ 294 h 459"/>
                  <a:gd name="T80" fmla="*/ 198 w 450"/>
                  <a:gd name="T81" fmla="*/ 318 h 459"/>
                  <a:gd name="T82" fmla="*/ 222 w 450"/>
                  <a:gd name="T83" fmla="*/ 336 h 459"/>
                  <a:gd name="T84" fmla="*/ 228 w 450"/>
                  <a:gd name="T85" fmla="*/ 375 h 459"/>
                  <a:gd name="T86" fmla="*/ 186 w 450"/>
                  <a:gd name="T87" fmla="*/ 414 h 459"/>
                  <a:gd name="T88" fmla="*/ 204 w 450"/>
                  <a:gd name="T89" fmla="*/ 426 h 459"/>
                  <a:gd name="T90" fmla="*/ 231 w 450"/>
                  <a:gd name="T91" fmla="*/ 444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50" h="459">
                    <a:moveTo>
                      <a:pt x="237" y="456"/>
                    </a:moveTo>
                    <a:cubicBezTo>
                      <a:pt x="243" y="450"/>
                      <a:pt x="243" y="447"/>
                      <a:pt x="246" y="441"/>
                    </a:cubicBezTo>
                    <a:cubicBezTo>
                      <a:pt x="249" y="435"/>
                      <a:pt x="246" y="432"/>
                      <a:pt x="252" y="426"/>
                    </a:cubicBezTo>
                    <a:cubicBezTo>
                      <a:pt x="258" y="423"/>
                      <a:pt x="252" y="417"/>
                      <a:pt x="258" y="414"/>
                    </a:cubicBezTo>
                    <a:cubicBezTo>
                      <a:pt x="264" y="411"/>
                      <a:pt x="264" y="417"/>
                      <a:pt x="258" y="426"/>
                    </a:cubicBezTo>
                    <a:cubicBezTo>
                      <a:pt x="252" y="432"/>
                      <a:pt x="252" y="435"/>
                      <a:pt x="258" y="429"/>
                    </a:cubicBezTo>
                    <a:cubicBezTo>
                      <a:pt x="267" y="423"/>
                      <a:pt x="270" y="417"/>
                      <a:pt x="273" y="408"/>
                    </a:cubicBezTo>
                    <a:cubicBezTo>
                      <a:pt x="279" y="399"/>
                      <a:pt x="282" y="396"/>
                      <a:pt x="285" y="396"/>
                    </a:cubicBezTo>
                    <a:cubicBezTo>
                      <a:pt x="288" y="393"/>
                      <a:pt x="288" y="384"/>
                      <a:pt x="288" y="378"/>
                    </a:cubicBezTo>
                    <a:cubicBezTo>
                      <a:pt x="288" y="372"/>
                      <a:pt x="285" y="366"/>
                      <a:pt x="288" y="363"/>
                    </a:cubicBezTo>
                    <a:cubicBezTo>
                      <a:pt x="291" y="357"/>
                      <a:pt x="288" y="354"/>
                      <a:pt x="291" y="354"/>
                    </a:cubicBezTo>
                    <a:cubicBezTo>
                      <a:pt x="294" y="354"/>
                      <a:pt x="300" y="348"/>
                      <a:pt x="306" y="342"/>
                    </a:cubicBezTo>
                    <a:cubicBezTo>
                      <a:pt x="312" y="336"/>
                      <a:pt x="315" y="336"/>
                      <a:pt x="321" y="336"/>
                    </a:cubicBezTo>
                    <a:cubicBezTo>
                      <a:pt x="327" y="336"/>
                      <a:pt x="324" y="333"/>
                      <a:pt x="327" y="333"/>
                    </a:cubicBezTo>
                    <a:cubicBezTo>
                      <a:pt x="330" y="333"/>
                      <a:pt x="333" y="327"/>
                      <a:pt x="336" y="327"/>
                    </a:cubicBezTo>
                    <a:cubicBezTo>
                      <a:pt x="339" y="324"/>
                      <a:pt x="348" y="327"/>
                      <a:pt x="354" y="327"/>
                    </a:cubicBezTo>
                    <a:cubicBezTo>
                      <a:pt x="360" y="327"/>
                      <a:pt x="363" y="327"/>
                      <a:pt x="363" y="324"/>
                    </a:cubicBezTo>
                    <a:cubicBezTo>
                      <a:pt x="363" y="318"/>
                      <a:pt x="366" y="315"/>
                      <a:pt x="372" y="315"/>
                    </a:cubicBezTo>
                    <a:cubicBezTo>
                      <a:pt x="375" y="315"/>
                      <a:pt x="375" y="315"/>
                      <a:pt x="375" y="309"/>
                    </a:cubicBezTo>
                    <a:cubicBezTo>
                      <a:pt x="375" y="306"/>
                      <a:pt x="378" y="303"/>
                      <a:pt x="381" y="300"/>
                    </a:cubicBezTo>
                    <a:cubicBezTo>
                      <a:pt x="384" y="297"/>
                      <a:pt x="384" y="294"/>
                      <a:pt x="384" y="291"/>
                    </a:cubicBezTo>
                    <a:cubicBezTo>
                      <a:pt x="387" y="285"/>
                      <a:pt x="390" y="288"/>
                      <a:pt x="390" y="285"/>
                    </a:cubicBezTo>
                    <a:cubicBezTo>
                      <a:pt x="390" y="279"/>
                      <a:pt x="390" y="273"/>
                      <a:pt x="390" y="270"/>
                    </a:cubicBezTo>
                    <a:cubicBezTo>
                      <a:pt x="390" y="267"/>
                      <a:pt x="396" y="267"/>
                      <a:pt x="396" y="264"/>
                    </a:cubicBezTo>
                    <a:cubicBezTo>
                      <a:pt x="399" y="261"/>
                      <a:pt x="396" y="258"/>
                      <a:pt x="399" y="249"/>
                    </a:cubicBezTo>
                    <a:cubicBezTo>
                      <a:pt x="399" y="243"/>
                      <a:pt x="399" y="234"/>
                      <a:pt x="399" y="228"/>
                    </a:cubicBezTo>
                    <a:cubicBezTo>
                      <a:pt x="399" y="222"/>
                      <a:pt x="399" y="213"/>
                      <a:pt x="399" y="210"/>
                    </a:cubicBezTo>
                    <a:cubicBezTo>
                      <a:pt x="402" y="210"/>
                      <a:pt x="402" y="207"/>
                      <a:pt x="399" y="207"/>
                    </a:cubicBezTo>
                    <a:cubicBezTo>
                      <a:pt x="396" y="207"/>
                      <a:pt x="399" y="204"/>
                      <a:pt x="402" y="204"/>
                    </a:cubicBezTo>
                    <a:cubicBezTo>
                      <a:pt x="402" y="204"/>
                      <a:pt x="405" y="207"/>
                      <a:pt x="408" y="207"/>
                    </a:cubicBezTo>
                    <a:cubicBezTo>
                      <a:pt x="411" y="204"/>
                      <a:pt x="414" y="195"/>
                      <a:pt x="417" y="189"/>
                    </a:cubicBezTo>
                    <a:cubicBezTo>
                      <a:pt x="420" y="180"/>
                      <a:pt x="426" y="183"/>
                      <a:pt x="429" y="180"/>
                    </a:cubicBezTo>
                    <a:cubicBezTo>
                      <a:pt x="432" y="180"/>
                      <a:pt x="438" y="171"/>
                      <a:pt x="444" y="159"/>
                    </a:cubicBezTo>
                    <a:cubicBezTo>
                      <a:pt x="450" y="147"/>
                      <a:pt x="444" y="135"/>
                      <a:pt x="441" y="126"/>
                    </a:cubicBezTo>
                    <a:cubicBezTo>
                      <a:pt x="441" y="117"/>
                      <a:pt x="438" y="117"/>
                      <a:pt x="432" y="120"/>
                    </a:cubicBezTo>
                    <a:cubicBezTo>
                      <a:pt x="426" y="120"/>
                      <a:pt x="417" y="117"/>
                      <a:pt x="405" y="105"/>
                    </a:cubicBezTo>
                    <a:cubicBezTo>
                      <a:pt x="393" y="90"/>
                      <a:pt x="381" y="93"/>
                      <a:pt x="372" y="93"/>
                    </a:cubicBezTo>
                    <a:cubicBezTo>
                      <a:pt x="363" y="96"/>
                      <a:pt x="354" y="90"/>
                      <a:pt x="351" y="90"/>
                    </a:cubicBezTo>
                    <a:cubicBezTo>
                      <a:pt x="345" y="87"/>
                      <a:pt x="339" y="93"/>
                      <a:pt x="336" y="96"/>
                    </a:cubicBezTo>
                    <a:cubicBezTo>
                      <a:pt x="330" y="96"/>
                      <a:pt x="336" y="90"/>
                      <a:pt x="336" y="84"/>
                    </a:cubicBezTo>
                    <a:cubicBezTo>
                      <a:pt x="336" y="81"/>
                      <a:pt x="321" y="75"/>
                      <a:pt x="312" y="69"/>
                    </a:cubicBezTo>
                    <a:cubicBezTo>
                      <a:pt x="300" y="66"/>
                      <a:pt x="294" y="66"/>
                      <a:pt x="294" y="75"/>
                    </a:cubicBezTo>
                    <a:cubicBezTo>
                      <a:pt x="294" y="81"/>
                      <a:pt x="291" y="72"/>
                      <a:pt x="285" y="81"/>
                    </a:cubicBezTo>
                    <a:cubicBezTo>
                      <a:pt x="282" y="87"/>
                      <a:pt x="276" y="81"/>
                      <a:pt x="279" y="81"/>
                    </a:cubicBezTo>
                    <a:cubicBezTo>
                      <a:pt x="285" y="78"/>
                      <a:pt x="288" y="72"/>
                      <a:pt x="291" y="66"/>
                    </a:cubicBezTo>
                    <a:cubicBezTo>
                      <a:pt x="291" y="63"/>
                      <a:pt x="273" y="57"/>
                      <a:pt x="267" y="60"/>
                    </a:cubicBezTo>
                    <a:cubicBezTo>
                      <a:pt x="261" y="63"/>
                      <a:pt x="264" y="72"/>
                      <a:pt x="261" y="69"/>
                    </a:cubicBezTo>
                    <a:cubicBezTo>
                      <a:pt x="255" y="66"/>
                      <a:pt x="258" y="60"/>
                      <a:pt x="264" y="60"/>
                    </a:cubicBezTo>
                    <a:cubicBezTo>
                      <a:pt x="267" y="60"/>
                      <a:pt x="273" y="51"/>
                      <a:pt x="273" y="45"/>
                    </a:cubicBezTo>
                    <a:cubicBezTo>
                      <a:pt x="276" y="39"/>
                      <a:pt x="270" y="39"/>
                      <a:pt x="264" y="33"/>
                    </a:cubicBezTo>
                    <a:cubicBezTo>
                      <a:pt x="261" y="30"/>
                      <a:pt x="261" y="15"/>
                      <a:pt x="258" y="12"/>
                    </a:cubicBezTo>
                    <a:cubicBezTo>
                      <a:pt x="252" y="18"/>
                      <a:pt x="246" y="24"/>
                      <a:pt x="243" y="30"/>
                    </a:cubicBezTo>
                    <a:cubicBezTo>
                      <a:pt x="240" y="39"/>
                      <a:pt x="237" y="33"/>
                      <a:pt x="231" y="36"/>
                    </a:cubicBezTo>
                    <a:cubicBezTo>
                      <a:pt x="225" y="39"/>
                      <a:pt x="222" y="36"/>
                      <a:pt x="222" y="33"/>
                    </a:cubicBezTo>
                    <a:cubicBezTo>
                      <a:pt x="219" y="30"/>
                      <a:pt x="213" y="33"/>
                      <a:pt x="207" y="33"/>
                    </a:cubicBezTo>
                    <a:cubicBezTo>
                      <a:pt x="204" y="33"/>
                      <a:pt x="207" y="36"/>
                      <a:pt x="204" y="39"/>
                    </a:cubicBezTo>
                    <a:cubicBezTo>
                      <a:pt x="201" y="42"/>
                      <a:pt x="192" y="36"/>
                      <a:pt x="189" y="39"/>
                    </a:cubicBezTo>
                    <a:cubicBezTo>
                      <a:pt x="186" y="42"/>
                      <a:pt x="186" y="39"/>
                      <a:pt x="183" y="42"/>
                    </a:cubicBezTo>
                    <a:cubicBezTo>
                      <a:pt x="183" y="45"/>
                      <a:pt x="177" y="42"/>
                      <a:pt x="177" y="45"/>
                    </a:cubicBezTo>
                    <a:cubicBezTo>
                      <a:pt x="174" y="45"/>
                      <a:pt x="171" y="48"/>
                      <a:pt x="165" y="39"/>
                    </a:cubicBezTo>
                    <a:cubicBezTo>
                      <a:pt x="159" y="33"/>
                      <a:pt x="159" y="21"/>
                      <a:pt x="162" y="21"/>
                    </a:cubicBezTo>
                    <a:cubicBezTo>
                      <a:pt x="165" y="18"/>
                      <a:pt x="165" y="12"/>
                      <a:pt x="162" y="12"/>
                    </a:cubicBezTo>
                    <a:cubicBezTo>
                      <a:pt x="156" y="9"/>
                      <a:pt x="162" y="3"/>
                      <a:pt x="156" y="0"/>
                    </a:cubicBezTo>
                    <a:cubicBezTo>
                      <a:pt x="153" y="0"/>
                      <a:pt x="153" y="6"/>
                      <a:pt x="150" y="9"/>
                    </a:cubicBezTo>
                    <a:cubicBezTo>
                      <a:pt x="147" y="9"/>
                      <a:pt x="138" y="15"/>
                      <a:pt x="135" y="12"/>
                    </a:cubicBezTo>
                    <a:cubicBezTo>
                      <a:pt x="132" y="12"/>
                      <a:pt x="129" y="15"/>
                      <a:pt x="129" y="18"/>
                    </a:cubicBezTo>
                    <a:cubicBezTo>
                      <a:pt x="129" y="21"/>
                      <a:pt x="123" y="21"/>
                      <a:pt x="123" y="18"/>
                    </a:cubicBezTo>
                    <a:cubicBezTo>
                      <a:pt x="123" y="15"/>
                      <a:pt x="114" y="15"/>
                      <a:pt x="114" y="15"/>
                    </a:cubicBezTo>
                    <a:cubicBezTo>
                      <a:pt x="111" y="12"/>
                      <a:pt x="102" y="12"/>
                      <a:pt x="105" y="15"/>
                    </a:cubicBezTo>
                    <a:cubicBezTo>
                      <a:pt x="111" y="18"/>
                      <a:pt x="111" y="21"/>
                      <a:pt x="111" y="24"/>
                    </a:cubicBezTo>
                    <a:cubicBezTo>
                      <a:pt x="111" y="27"/>
                      <a:pt x="114" y="27"/>
                      <a:pt x="114" y="30"/>
                    </a:cubicBezTo>
                    <a:cubicBezTo>
                      <a:pt x="114" y="36"/>
                      <a:pt x="117" y="33"/>
                      <a:pt x="120" y="33"/>
                    </a:cubicBezTo>
                    <a:cubicBezTo>
                      <a:pt x="123" y="33"/>
                      <a:pt x="123" y="36"/>
                      <a:pt x="117" y="36"/>
                    </a:cubicBezTo>
                    <a:cubicBezTo>
                      <a:pt x="114" y="36"/>
                      <a:pt x="111" y="39"/>
                      <a:pt x="111" y="42"/>
                    </a:cubicBezTo>
                    <a:cubicBezTo>
                      <a:pt x="111" y="45"/>
                      <a:pt x="108" y="45"/>
                      <a:pt x="105" y="45"/>
                    </a:cubicBezTo>
                    <a:cubicBezTo>
                      <a:pt x="102" y="48"/>
                      <a:pt x="99" y="51"/>
                      <a:pt x="96" y="51"/>
                    </a:cubicBezTo>
                    <a:cubicBezTo>
                      <a:pt x="93" y="48"/>
                      <a:pt x="93" y="51"/>
                      <a:pt x="90" y="51"/>
                    </a:cubicBezTo>
                    <a:cubicBezTo>
                      <a:pt x="87" y="54"/>
                      <a:pt x="87" y="51"/>
                      <a:pt x="84" y="48"/>
                    </a:cubicBezTo>
                    <a:cubicBezTo>
                      <a:pt x="81" y="48"/>
                      <a:pt x="78" y="42"/>
                      <a:pt x="75" y="36"/>
                    </a:cubicBezTo>
                    <a:cubicBezTo>
                      <a:pt x="72" y="39"/>
                      <a:pt x="66" y="42"/>
                      <a:pt x="63" y="42"/>
                    </a:cubicBezTo>
                    <a:cubicBezTo>
                      <a:pt x="60" y="42"/>
                      <a:pt x="48" y="39"/>
                      <a:pt x="48" y="42"/>
                    </a:cubicBezTo>
                    <a:cubicBezTo>
                      <a:pt x="45" y="45"/>
                      <a:pt x="48" y="48"/>
                      <a:pt x="51" y="48"/>
                    </a:cubicBezTo>
                    <a:cubicBezTo>
                      <a:pt x="51" y="48"/>
                      <a:pt x="57" y="51"/>
                      <a:pt x="51" y="54"/>
                    </a:cubicBezTo>
                    <a:cubicBezTo>
                      <a:pt x="48" y="57"/>
                      <a:pt x="45" y="51"/>
                      <a:pt x="45" y="60"/>
                    </a:cubicBezTo>
                    <a:cubicBezTo>
                      <a:pt x="45" y="66"/>
                      <a:pt x="54" y="72"/>
                      <a:pt x="51" y="78"/>
                    </a:cubicBezTo>
                    <a:cubicBezTo>
                      <a:pt x="51" y="81"/>
                      <a:pt x="48" y="90"/>
                      <a:pt x="48" y="93"/>
                    </a:cubicBezTo>
                    <a:cubicBezTo>
                      <a:pt x="48" y="96"/>
                      <a:pt x="48" y="108"/>
                      <a:pt x="45" y="108"/>
                    </a:cubicBezTo>
                    <a:cubicBezTo>
                      <a:pt x="42" y="108"/>
                      <a:pt x="39" y="105"/>
                      <a:pt x="36" y="108"/>
                    </a:cubicBezTo>
                    <a:cubicBezTo>
                      <a:pt x="30" y="111"/>
                      <a:pt x="27" y="111"/>
                      <a:pt x="21" y="114"/>
                    </a:cubicBezTo>
                    <a:cubicBezTo>
                      <a:pt x="18" y="117"/>
                      <a:pt x="12" y="117"/>
                      <a:pt x="12" y="120"/>
                    </a:cubicBezTo>
                    <a:cubicBezTo>
                      <a:pt x="12" y="126"/>
                      <a:pt x="6" y="126"/>
                      <a:pt x="9" y="132"/>
                    </a:cubicBezTo>
                    <a:cubicBezTo>
                      <a:pt x="9" y="135"/>
                      <a:pt x="6" y="135"/>
                      <a:pt x="3" y="138"/>
                    </a:cubicBezTo>
                    <a:cubicBezTo>
                      <a:pt x="0" y="141"/>
                      <a:pt x="3" y="141"/>
                      <a:pt x="0" y="144"/>
                    </a:cubicBezTo>
                    <a:cubicBezTo>
                      <a:pt x="0" y="147"/>
                      <a:pt x="3" y="150"/>
                      <a:pt x="3" y="153"/>
                    </a:cubicBezTo>
                    <a:cubicBezTo>
                      <a:pt x="6" y="159"/>
                      <a:pt x="9" y="159"/>
                      <a:pt x="9" y="165"/>
                    </a:cubicBezTo>
                    <a:cubicBezTo>
                      <a:pt x="9" y="168"/>
                      <a:pt x="12" y="168"/>
                      <a:pt x="15" y="168"/>
                    </a:cubicBezTo>
                    <a:cubicBezTo>
                      <a:pt x="18" y="168"/>
                      <a:pt x="15" y="174"/>
                      <a:pt x="21" y="174"/>
                    </a:cubicBezTo>
                    <a:cubicBezTo>
                      <a:pt x="27" y="174"/>
                      <a:pt x="30" y="177"/>
                      <a:pt x="33" y="174"/>
                    </a:cubicBezTo>
                    <a:cubicBezTo>
                      <a:pt x="33" y="171"/>
                      <a:pt x="36" y="168"/>
                      <a:pt x="36" y="171"/>
                    </a:cubicBezTo>
                    <a:cubicBezTo>
                      <a:pt x="36" y="177"/>
                      <a:pt x="36" y="189"/>
                      <a:pt x="39" y="186"/>
                    </a:cubicBezTo>
                    <a:cubicBezTo>
                      <a:pt x="45" y="186"/>
                      <a:pt x="51" y="186"/>
                      <a:pt x="54" y="186"/>
                    </a:cubicBezTo>
                    <a:cubicBezTo>
                      <a:pt x="57" y="189"/>
                      <a:pt x="63" y="186"/>
                      <a:pt x="63" y="183"/>
                    </a:cubicBezTo>
                    <a:cubicBezTo>
                      <a:pt x="66" y="183"/>
                      <a:pt x="69" y="183"/>
                      <a:pt x="75" y="180"/>
                    </a:cubicBezTo>
                    <a:cubicBezTo>
                      <a:pt x="78" y="177"/>
                      <a:pt x="84" y="174"/>
                      <a:pt x="87" y="174"/>
                    </a:cubicBezTo>
                    <a:cubicBezTo>
                      <a:pt x="93" y="174"/>
                      <a:pt x="99" y="171"/>
                      <a:pt x="99" y="174"/>
                    </a:cubicBezTo>
                    <a:cubicBezTo>
                      <a:pt x="96" y="177"/>
                      <a:pt x="96" y="189"/>
                      <a:pt x="102" y="195"/>
                    </a:cubicBezTo>
                    <a:cubicBezTo>
                      <a:pt x="108" y="201"/>
                      <a:pt x="111" y="204"/>
                      <a:pt x="114" y="204"/>
                    </a:cubicBezTo>
                    <a:cubicBezTo>
                      <a:pt x="120" y="204"/>
                      <a:pt x="120" y="207"/>
                      <a:pt x="123" y="207"/>
                    </a:cubicBezTo>
                    <a:cubicBezTo>
                      <a:pt x="126" y="204"/>
                      <a:pt x="123" y="210"/>
                      <a:pt x="129" y="210"/>
                    </a:cubicBezTo>
                    <a:cubicBezTo>
                      <a:pt x="132" y="210"/>
                      <a:pt x="138" y="210"/>
                      <a:pt x="138" y="213"/>
                    </a:cubicBezTo>
                    <a:cubicBezTo>
                      <a:pt x="138" y="219"/>
                      <a:pt x="147" y="216"/>
                      <a:pt x="150" y="216"/>
                    </a:cubicBezTo>
                    <a:cubicBezTo>
                      <a:pt x="153" y="219"/>
                      <a:pt x="153" y="219"/>
                      <a:pt x="153" y="225"/>
                    </a:cubicBezTo>
                    <a:cubicBezTo>
                      <a:pt x="153" y="228"/>
                      <a:pt x="159" y="231"/>
                      <a:pt x="156" y="234"/>
                    </a:cubicBezTo>
                    <a:cubicBezTo>
                      <a:pt x="153" y="234"/>
                      <a:pt x="156" y="237"/>
                      <a:pt x="156" y="243"/>
                    </a:cubicBezTo>
                    <a:cubicBezTo>
                      <a:pt x="156" y="246"/>
                      <a:pt x="162" y="249"/>
                      <a:pt x="168" y="249"/>
                    </a:cubicBezTo>
                    <a:cubicBezTo>
                      <a:pt x="177" y="249"/>
                      <a:pt x="177" y="249"/>
                      <a:pt x="177" y="255"/>
                    </a:cubicBezTo>
                    <a:cubicBezTo>
                      <a:pt x="177" y="258"/>
                      <a:pt x="183" y="261"/>
                      <a:pt x="186" y="264"/>
                    </a:cubicBezTo>
                    <a:cubicBezTo>
                      <a:pt x="186" y="270"/>
                      <a:pt x="183" y="276"/>
                      <a:pt x="183" y="279"/>
                    </a:cubicBezTo>
                    <a:cubicBezTo>
                      <a:pt x="183" y="282"/>
                      <a:pt x="183" y="285"/>
                      <a:pt x="180" y="288"/>
                    </a:cubicBezTo>
                    <a:cubicBezTo>
                      <a:pt x="183" y="291"/>
                      <a:pt x="183" y="291"/>
                      <a:pt x="180" y="294"/>
                    </a:cubicBezTo>
                    <a:cubicBezTo>
                      <a:pt x="177" y="294"/>
                      <a:pt x="186" y="300"/>
                      <a:pt x="183" y="306"/>
                    </a:cubicBezTo>
                    <a:cubicBezTo>
                      <a:pt x="180" y="315"/>
                      <a:pt x="180" y="315"/>
                      <a:pt x="189" y="315"/>
                    </a:cubicBezTo>
                    <a:cubicBezTo>
                      <a:pt x="195" y="315"/>
                      <a:pt x="195" y="318"/>
                      <a:pt x="198" y="318"/>
                    </a:cubicBezTo>
                    <a:cubicBezTo>
                      <a:pt x="201" y="315"/>
                      <a:pt x="204" y="324"/>
                      <a:pt x="207" y="327"/>
                    </a:cubicBezTo>
                    <a:cubicBezTo>
                      <a:pt x="207" y="330"/>
                      <a:pt x="210" y="339"/>
                      <a:pt x="213" y="339"/>
                    </a:cubicBezTo>
                    <a:cubicBezTo>
                      <a:pt x="213" y="339"/>
                      <a:pt x="216" y="336"/>
                      <a:pt x="222" y="336"/>
                    </a:cubicBezTo>
                    <a:cubicBezTo>
                      <a:pt x="225" y="339"/>
                      <a:pt x="219" y="351"/>
                      <a:pt x="219" y="357"/>
                    </a:cubicBezTo>
                    <a:cubicBezTo>
                      <a:pt x="222" y="357"/>
                      <a:pt x="225" y="357"/>
                      <a:pt x="228" y="357"/>
                    </a:cubicBezTo>
                    <a:cubicBezTo>
                      <a:pt x="228" y="360"/>
                      <a:pt x="231" y="372"/>
                      <a:pt x="228" y="375"/>
                    </a:cubicBezTo>
                    <a:cubicBezTo>
                      <a:pt x="228" y="378"/>
                      <a:pt x="219" y="381"/>
                      <a:pt x="216" y="381"/>
                    </a:cubicBezTo>
                    <a:cubicBezTo>
                      <a:pt x="210" y="384"/>
                      <a:pt x="201" y="396"/>
                      <a:pt x="195" y="402"/>
                    </a:cubicBezTo>
                    <a:cubicBezTo>
                      <a:pt x="192" y="408"/>
                      <a:pt x="189" y="411"/>
                      <a:pt x="186" y="414"/>
                    </a:cubicBezTo>
                    <a:cubicBezTo>
                      <a:pt x="189" y="414"/>
                      <a:pt x="189" y="414"/>
                      <a:pt x="189" y="414"/>
                    </a:cubicBezTo>
                    <a:cubicBezTo>
                      <a:pt x="192" y="414"/>
                      <a:pt x="195" y="414"/>
                      <a:pt x="198" y="417"/>
                    </a:cubicBezTo>
                    <a:cubicBezTo>
                      <a:pt x="204" y="423"/>
                      <a:pt x="204" y="426"/>
                      <a:pt x="204" y="426"/>
                    </a:cubicBezTo>
                    <a:cubicBezTo>
                      <a:pt x="207" y="426"/>
                      <a:pt x="207" y="420"/>
                      <a:pt x="210" y="423"/>
                    </a:cubicBezTo>
                    <a:cubicBezTo>
                      <a:pt x="213" y="429"/>
                      <a:pt x="222" y="432"/>
                      <a:pt x="222" y="435"/>
                    </a:cubicBezTo>
                    <a:cubicBezTo>
                      <a:pt x="225" y="435"/>
                      <a:pt x="231" y="438"/>
                      <a:pt x="231" y="444"/>
                    </a:cubicBezTo>
                    <a:cubicBezTo>
                      <a:pt x="231" y="447"/>
                      <a:pt x="228" y="453"/>
                      <a:pt x="231" y="459"/>
                    </a:cubicBezTo>
                    <a:cubicBezTo>
                      <a:pt x="234" y="459"/>
                      <a:pt x="234" y="456"/>
                      <a:pt x="237" y="4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3" name="Freeform 112">
                <a:extLst>
                  <a:ext uri="{FF2B5EF4-FFF2-40B4-BE49-F238E27FC236}">
                    <a16:creationId xmlns:a16="http://schemas.microsoft.com/office/drawing/2014/main" id="{C4BBA64E-D867-8A6B-C3CE-1546067F3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413" y="3926392"/>
                <a:ext cx="104087" cy="114901"/>
              </a:xfrm>
              <a:custGeom>
                <a:avLst/>
                <a:gdLst>
                  <a:gd name="T0" fmla="*/ 54 w 54"/>
                  <a:gd name="T1" fmla="*/ 30 h 60"/>
                  <a:gd name="T2" fmla="*/ 45 w 54"/>
                  <a:gd name="T3" fmla="*/ 21 h 60"/>
                  <a:gd name="T4" fmla="*/ 33 w 54"/>
                  <a:gd name="T5" fmla="*/ 9 h 60"/>
                  <a:gd name="T6" fmla="*/ 27 w 54"/>
                  <a:gd name="T7" fmla="*/ 12 h 60"/>
                  <a:gd name="T8" fmla="*/ 21 w 54"/>
                  <a:gd name="T9" fmla="*/ 3 h 60"/>
                  <a:gd name="T10" fmla="*/ 12 w 54"/>
                  <a:gd name="T11" fmla="*/ 0 h 60"/>
                  <a:gd name="T12" fmla="*/ 9 w 54"/>
                  <a:gd name="T13" fmla="*/ 0 h 60"/>
                  <a:gd name="T14" fmla="*/ 6 w 54"/>
                  <a:gd name="T15" fmla="*/ 6 h 60"/>
                  <a:gd name="T16" fmla="*/ 3 w 54"/>
                  <a:gd name="T17" fmla="*/ 27 h 60"/>
                  <a:gd name="T18" fmla="*/ 0 w 54"/>
                  <a:gd name="T19" fmla="*/ 42 h 60"/>
                  <a:gd name="T20" fmla="*/ 3 w 54"/>
                  <a:gd name="T21" fmla="*/ 48 h 60"/>
                  <a:gd name="T22" fmla="*/ 0 w 54"/>
                  <a:gd name="T23" fmla="*/ 54 h 60"/>
                  <a:gd name="T24" fmla="*/ 6 w 54"/>
                  <a:gd name="T25" fmla="*/ 54 h 60"/>
                  <a:gd name="T26" fmla="*/ 21 w 54"/>
                  <a:gd name="T27" fmla="*/ 60 h 60"/>
                  <a:gd name="T28" fmla="*/ 30 w 54"/>
                  <a:gd name="T29" fmla="*/ 60 h 60"/>
                  <a:gd name="T30" fmla="*/ 45 w 54"/>
                  <a:gd name="T31" fmla="*/ 57 h 60"/>
                  <a:gd name="T32" fmla="*/ 54 w 54"/>
                  <a:gd name="T33" fmla="*/ 45 h 60"/>
                  <a:gd name="T34" fmla="*/ 54 w 54"/>
                  <a:gd name="T35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4" h="60">
                    <a:moveTo>
                      <a:pt x="54" y="30"/>
                    </a:moveTo>
                    <a:cubicBezTo>
                      <a:pt x="54" y="24"/>
                      <a:pt x="48" y="21"/>
                      <a:pt x="45" y="21"/>
                    </a:cubicBezTo>
                    <a:cubicBezTo>
                      <a:pt x="45" y="18"/>
                      <a:pt x="36" y="15"/>
                      <a:pt x="33" y="9"/>
                    </a:cubicBezTo>
                    <a:cubicBezTo>
                      <a:pt x="30" y="6"/>
                      <a:pt x="30" y="12"/>
                      <a:pt x="27" y="12"/>
                    </a:cubicBezTo>
                    <a:cubicBezTo>
                      <a:pt x="27" y="12"/>
                      <a:pt x="27" y="9"/>
                      <a:pt x="21" y="3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12" y="0"/>
                      <a:pt x="12" y="0"/>
                      <a:pt x="9" y="0"/>
                    </a:cubicBezTo>
                    <a:cubicBezTo>
                      <a:pt x="6" y="3"/>
                      <a:pt x="6" y="6"/>
                      <a:pt x="6" y="6"/>
                    </a:cubicBezTo>
                    <a:cubicBezTo>
                      <a:pt x="6" y="12"/>
                      <a:pt x="3" y="18"/>
                      <a:pt x="3" y="27"/>
                    </a:cubicBezTo>
                    <a:cubicBezTo>
                      <a:pt x="3" y="36"/>
                      <a:pt x="0" y="33"/>
                      <a:pt x="0" y="42"/>
                    </a:cubicBezTo>
                    <a:cubicBezTo>
                      <a:pt x="0" y="48"/>
                      <a:pt x="0" y="48"/>
                      <a:pt x="3" y="48"/>
                    </a:cubicBezTo>
                    <a:cubicBezTo>
                      <a:pt x="3" y="48"/>
                      <a:pt x="3" y="51"/>
                      <a:pt x="0" y="54"/>
                    </a:cubicBezTo>
                    <a:cubicBezTo>
                      <a:pt x="3" y="54"/>
                      <a:pt x="3" y="54"/>
                      <a:pt x="6" y="54"/>
                    </a:cubicBezTo>
                    <a:cubicBezTo>
                      <a:pt x="9" y="54"/>
                      <a:pt x="15" y="57"/>
                      <a:pt x="21" y="60"/>
                    </a:cubicBezTo>
                    <a:cubicBezTo>
                      <a:pt x="27" y="60"/>
                      <a:pt x="24" y="57"/>
                      <a:pt x="30" y="60"/>
                    </a:cubicBezTo>
                    <a:cubicBezTo>
                      <a:pt x="33" y="60"/>
                      <a:pt x="39" y="60"/>
                      <a:pt x="45" y="57"/>
                    </a:cubicBezTo>
                    <a:cubicBezTo>
                      <a:pt x="51" y="54"/>
                      <a:pt x="51" y="51"/>
                      <a:pt x="54" y="45"/>
                    </a:cubicBezTo>
                    <a:cubicBezTo>
                      <a:pt x="51" y="39"/>
                      <a:pt x="54" y="33"/>
                      <a:pt x="54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4" name="Freeform 113">
                <a:extLst>
                  <a:ext uri="{FF2B5EF4-FFF2-40B4-BE49-F238E27FC236}">
                    <a16:creationId xmlns:a16="http://schemas.microsoft.com/office/drawing/2014/main" id="{10C3329E-6377-53A7-5166-A80812B305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0875" y="3730384"/>
                <a:ext cx="436625" cy="862435"/>
              </a:xfrm>
              <a:custGeom>
                <a:avLst/>
                <a:gdLst>
                  <a:gd name="T0" fmla="*/ 63 w 228"/>
                  <a:gd name="T1" fmla="*/ 426 h 450"/>
                  <a:gd name="T2" fmla="*/ 60 w 228"/>
                  <a:gd name="T3" fmla="*/ 417 h 450"/>
                  <a:gd name="T4" fmla="*/ 54 w 228"/>
                  <a:gd name="T5" fmla="*/ 447 h 450"/>
                  <a:gd name="T6" fmla="*/ 78 w 228"/>
                  <a:gd name="T7" fmla="*/ 447 h 450"/>
                  <a:gd name="T8" fmla="*/ 87 w 228"/>
                  <a:gd name="T9" fmla="*/ 441 h 450"/>
                  <a:gd name="T10" fmla="*/ 216 w 228"/>
                  <a:gd name="T11" fmla="*/ 45 h 450"/>
                  <a:gd name="T12" fmla="*/ 210 w 228"/>
                  <a:gd name="T13" fmla="*/ 63 h 450"/>
                  <a:gd name="T14" fmla="*/ 192 w 228"/>
                  <a:gd name="T15" fmla="*/ 69 h 450"/>
                  <a:gd name="T16" fmla="*/ 171 w 228"/>
                  <a:gd name="T17" fmla="*/ 66 h 450"/>
                  <a:gd name="T18" fmla="*/ 183 w 228"/>
                  <a:gd name="T19" fmla="*/ 42 h 450"/>
                  <a:gd name="T20" fmla="*/ 150 w 228"/>
                  <a:gd name="T21" fmla="*/ 27 h 450"/>
                  <a:gd name="T22" fmla="*/ 123 w 228"/>
                  <a:gd name="T23" fmla="*/ 3 h 450"/>
                  <a:gd name="T24" fmla="*/ 105 w 228"/>
                  <a:gd name="T25" fmla="*/ 9 h 450"/>
                  <a:gd name="T26" fmla="*/ 81 w 228"/>
                  <a:gd name="T27" fmla="*/ 3 h 450"/>
                  <a:gd name="T28" fmla="*/ 72 w 228"/>
                  <a:gd name="T29" fmla="*/ 24 h 450"/>
                  <a:gd name="T30" fmla="*/ 57 w 228"/>
                  <a:gd name="T31" fmla="*/ 42 h 450"/>
                  <a:gd name="T32" fmla="*/ 60 w 228"/>
                  <a:gd name="T33" fmla="*/ 63 h 450"/>
                  <a:gd name="T34" fmla="*/ 48 w 228"/>
                  <a:gd name="T35" fmla="*/ 78 h 450"/>
                  <a:gd name="T36" fmla="*/ 39 w 228"/>
                  <a:gd name="T37" fmla="*/ 93 h 450"/>
                  <a:gd name="T38" fmla="*/ 36 w 228"/>
                  <a:gd name="T39" fmla="*/ 114 h 450"/>
                  <a:gd name="T40" fmla="*/ 39 w 228"/>
                  <a:gd name="T41" fmla="*/ 138 h 450"/>
                  <a:gd name="T42" fmla="*/ 39 w 228"/>
                  <a:gd name="T43" fmla="*/ 156 h 450"/>
                  <a:gd name="T44" fmla="*/ 36 w 228"/>
                  <a:gd name="T45" fmla="*/ 180 h 450"/>
                  <a:gd name="T46" fmla="*/ 27 w 228"/>
                  <a:gd name="T47" fmla="*/ 204 h 450"/>
                  <a:gd name="T48" fmla="*/ 24 w 228"/>
                  <a:gd name="T49" fmla="*/ 216 h 450"/>
                  <a:gd name="T50" fmla="*/ 21 w 228"/>
                  <a:gd name="T51" fmla="*/ 231 h 450"/>
                  <a:gd name="T52" fmla="*/ 18 w 228"/>
                  <a:gd name="T53" fmla="*/ 246 h 450"/>
                  <a:gd name="T54" fmla="*/ 18 w 228"/>
                  <a:gd name="T55" fmla="*/ 270 h 450"/>
                  <a:gd name="T56" fmla="*/ 21 w 228"/>
                  <a:gd name="T57" fmla="*/ 285 h 450"/>
                  <a:gd name="T58" fmla="*/ 24 w 228"/>
                  <a:gd name="T59" fmla="*/ 294 h 450"/>
                  <a:gd name="T60" fmla="*/ 21 w 228"/>
                  <a:gd name="T61" fmla="*/ 303 h 450"/>
                  <a:gd name="T62" fmla="*/ 21 w 228"/>
                  <a:gd name="T63" fmla="*/ 321 h 450"/>
                  <a:gd name="T64" fmla="*/ 12 w 228"/>
                  <a:gd name="T65" fmla="*/ 336 h 450"/>
                  <a:gd name="T66" fmla="*/ 9 w 228"/>
                  <a:gd name="T67" fmla="*/ 354 h 450"/>
                  <a:gd name="T68" fmla="*/ 3 w 228"/>
                  <a:gd name="T69" fmla="*/ 372 h 450"/>
                  <a:gd name="T70" fmla="*/ 15 w 228"/>
                  <a:gd name="T71" fmla="*/ 384 h 450"/>
                  <a:gd name="T72" fmla="*/ 21 w 228"/>
                  <a:gd name="T73" fmla="*/ 399 h 450"/>
                  <a:gd name="T74" fmla="*/ 45 w 228"/>
                  <a:gd name="T75" fmla="*/ 402 h 450"/>
                  <a:gd name="T76" fmla="*/ 51 w 228"/>
                  <a:gd name="T77" fmla="*/ 393 h 450"/>
                  <a:gd name="T78" fmla="*/ 51 w 228"/>
                  <a:gd name="T79" fmla="*/ 375 h 450"/>
                  <a:gd name="T80" fmla="*/ 66 w 228"/>
                  <a:gd name="T81" fmla="*/ 363 h 450"/>
                  <a:gd name="T82" fmla="*/ 87 w 228"/>
                  <a:gd name="T83" fmla="*/ 339 h 450"/>
                  <a:gd name="T84" fmla="*/ 78 w 228"/>
                  <a:gd name="T85" fmla="*/ 324 h 450"/>
                  <a:gd name="T86" fmla="*/ 87 w 228"/>
                  <a:gd name="T87" fmla="*/ 297 h 450"/>
                  <a:gd name="T88" fmla="*/ 93 w 228"/>
                  <a:gd name="T89" fmla="*/ 285 h 450"/>
                  <a:gd name="T90" fmla="*/ 102 w 228"/>
                  <a:gd name="T91" fmla="*/ 270 h 450"/>
                  <a:gd name="T92" fmla="*/ 108 w 228"/>
                  <a:gd name="T93" fmla="*/ 267 h 450"/>
                  <a:gd name="T94" fmla="*/ 105 w 228"/>
                  <a:gd name="T95" fmla="*/ 261 h 450"/>
                  <a:gd name="T96" fmla="*/ 96 w 228"/>
                  <a:gd name="T97" fmla="*/ 249 h 450"/>
                  <a:gd name="T98" fmla="*/ 114 w 228"/>
                  <a:gd name="T99" fmla="*/ 243 h 450"/>
                  <a:gd name="T100" fmla="*/ 129 w 228"/>
                  <a:gd name="T101" fmla="*/ 228 h 450"/>
                  <a:gd name="T102" fmla="*/ 132 w 228"/>
                  <a:gd name="T103" fmla="*/ 213 h 450"/>
                  <a:gd name="T104" fmla="*/ 183 w 228"/>
                  <a:gd name="T105" fmla="*/ 201 h 450"/>
                  <a:gd name="T106" fmla="*/ 189 w 228"/>
                  <a:gd name="T107" fmla="*/ 180 h 450"/>
                  <a:gd name="T108" fmla="*/ 180 w 228"/>
                  <a:gd name="T109" fmla="*/ 162 h 450"/>
                  <a:gd name="T110" fmla="*/ 174 w 228"/>
                  <a:gd name="T111" fmla="*/ 156 h 450"/>
                  <a:gd name="T112" fmla="*/ 174 w 228"/>
                  <a:gd name="T113" fmla="*/ 144 h 450"/>
                  <a:gd name="T114" fmla="*/ 180 w 228"/>
                  <a:gd name="T115" fmla="*/ 108 h 450"/>
                  <a:gd name="T116" fmla="*/ 213 w 228"/>
                  <a:gd name="T117" fmla="*/ 69 h 450"/>
                  <a:gd name="T118" fmla="*/ 225 w 228"/>
                  <a:gd name="T119" fmla="*/ 45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28" h="450">
                    <a:moveTo>
                      <a:pt x="87" y="441"/>
                    </a:moveTo>
                    <a:cubicBezTo>
                      <a:pt x="81" y="441"/>
                      <a:pt x="66" y="429"/>
                      <a:pt x="63" y="426"/>
                    </a:cubicBezTo>
                    <a:cubicBezTo>
                      <a:pt x="60" y="423"/>
                      <a:pt x="63" y="420"/>
                      <a:pt x="57" y="420"/>
                    </a:cubicBezTo>
                    <a:cubicBezTo>
                      <a:pt x="54" y="420"/>
                      <a:pt x="57" y="417"/>
                      <a:pt x="60" y="417"/>
                    </a:cubicBezTo>
                    <a:cubicBezTo>
                      <a:pt x="60" y="414"/>
                      <a:pt x="57" y="411"/>
                      <a:pt x="54" y="408"/>
                    </a:cubicBezTo>
                    <a:cubicBezTo>
                      <a:pt x="54" y="417"/>
                      <a:pt x="54" y="447"/>
                      <a:pt x="54" y="447"/>
                    </a:cubicBezTo>
                    <a:cubicBezTo>
                      <a:pt x="57" y="447"/>
                      <a:pt x="69" y="444"/>
                      <a:pt x="75" y="447"/>
                    </a:cubicBezTo>
                    <a:cubicBezTo>
                      <a:pt x="75" y="447"/>
                      <a:pt x="78" y="450"/>
                      <a:pt x="78" y="447"/>
                    </a:cubicBezTo>
                    <a:cubicBezTo>
                      <a:pt x="81" y="444"/>
                      <a:pt x="90" y="447"/>
                      <a:pt x="93" y="444"/>
                    </a:cubicBezTo>
                    <a:cubicBezTo>
                      <a:pt x="96" y="441"/>
                      <a:pt x="93" y="441"/>
                      <a:pt x="87" y="441"/>
                    </a:cubicBezTo>
                    <a:close/>
                    <a:moveTo>
                      <a:pt x="225" y="45"/>
                    </a:moveTo>
                    <a:cubicBezTo>
                      <a:pt x="222" y="45"/>
                      <a:pt x="219" y="45"/>
                      <a:pt x="216" y="45"/>
                    </a:cubicBezTo>
                    <a:cubicBezTo>
                      <a:pt x="216" y="45"/>
                      <a:pt x="216" y="45"/>
                      <a:pt x="216" y="45"/>
                    </a:cubicBezTo>
                    <a:cubicBezTo>
                      <a:pt x="219" y="51"/>
                      <a:pt x="216" y="63"/>
                      <a:pt x="210" y="63"/>
                    </a:cubicBezTo>
                    <a:cubicBezTo>
                      <a:pt x="207" y="63"/>
                      <a:pt x="204" y="69"/>
                      <a:pt x="201" y="66"/>
                    </a:cubicBezTo>
                    <a:cubicBezTo>
                      <a:pt x="201" y="66"/>
                      <a:pt x="195" y="72"/>
                      <a:pt x="192" y="69"/>
                    </a:cubicBezTo>
                    <a:cubicBezTo>
                      <a:pt x="189" y="66"/>
                      <a:pt x="186" y="69"/>
                      <a:pt x="183" y="69"/>
                    </a:cubicBezTo>
                    <a:cubicBezTo>
                      <a:pt x="180" y="66"/>
                      <a:pt x="171" y="69"/>
                      <a:pt x="171" y="66"/>
                    </a:cubicBezTo>
                    <a:cubicBezTo>
                      <a:pt x="171" y="63"/>
                      <a:pt x="174" y="63"/>
                      <a:pt x="174" y="57"/>
                    </a:cubicBezTo>
                    <a:cubicBezTo>
                      <a:pt x="174" y="51"/>
                      <a:pt x="186" y="45"/>
                      <a:pt x="183" y="42"/>
                    </a:cubicBezTo>
                    <a:cubicBezTo>
                      <a:pt x="183" y="42"/>
                      <a:pt x="165" y="36"/>
                      <a:pt x="162" y="33"/>
                    </a:cubicBezTo>
                    <a:cubicBezTo>
                      <a:pt x="162" y="30"/>
                      <a:pt x="156" y="27"/>
                      <a:pt x="150" y="27"/>
                    </a:cubicBezTo>
                    <a:cubicBezTo>
                      <a:pt x="144" y="27"/>
                      <a:pt x="144" y="21"/>
                      <a:pt x="138" y="18"/>
                    </a:cubicBezTo>
                    <a:cubicBezTo>
                      <a:pt x="132" y="15"/>
                      <a:pt x="126" y="6"/>
                      <a:pt x="123" y="3"/>
                    </a:cubicBezTo>
                    <a:cubicBezTo>
                      <a:pt x="117" y="3"/>
                      <a:pt x="111" y="0"/>
                      <a:pt x="111" y="3"/>
                    </a:cubicBezTo>
                    <a:cubicBezTo>
                      <a:pt x="108" y="6"/>
                      <a:pt x="108" y="15"/>
                      <a:pt x="105" y="9"/>
                    </a:cubicBezTo>
                    <a:cubicBezTo>
                      <a:pt x="102" y="6"/>
                      <a:pt x="96" y="6"/>
                      <a:pt x="90" y="3"/>
                    </a:cubicBezTo>
                    <a:cubicBezTo>
                      <a:pt x="87" y="3"/>
                      <a:pt x="87" y="0"/>
                      <a:pt x="81" y="3"/>
                    </a:cubicBezTo>
                    <a:cubicBezTo>
                      <a:pt x="78" y="6"/>
                      <a:pt x="75" y="9"/>
                      <a:pt x="72" y="12"/>
                    </a:cubicBezTo>
                    <a:cubicBezTo>
                      <a:pt x="72" y="15"/>
                      <a:pt x="72" y="21"/>
                      <a:pt x="72" y="24"/>
                    </a:cubicBezTo>
                    <a:cubicBezTo>
                      <a:pt x="69" y="27"/>
                      <a:pt x="57" y="33"/>
                      <a:pt x="57" y="33"/>
                    </a:cubicBezTo>
                    <a:cubicBezTo>
                      <a:pt x="57" y="36"/>
                      <a:pt x="60" y="42"/>
                      <a:pt x="57" y="42"/>
                    </a:cubicBezTo>
                    <a:cubicBezTo>
                      <a:pt x="54" y="45"/>
                      <a:pt x="63" y="54"/>
                      <a:pt x="57" y="54"/>
                    </a:cubicBezTo>
                    <a:cubicBezTo>
                      <a:pt x="54" y="57"/>
                      <a:pt x="60" y="60"/>
                      <a:pt x="60" y="63"/>
                    </a:cubicBezTo>
                    <a:cubicBezTo>
                      <a:pt x="57" y="63"/>
                      <a:pt x="51" y="66"/>
                      <a:pt x="51" y="69"/>
                    </a:cubicBezTo>
                    <a:cubicBezTo>
                      <a:pt x="51" y="69"/>
                      <a:pt x="51" y="75"/>
                      <a:pt x="48" y="78"/>
                    </a:cubicBezTo>
                    <a:cubicBezTo>
                      <a:pt x="45" y="78"/>
                      <a:pt x="42" y="84"/>
                      <a:pt x="42" y="87"/>
                    </a:cubicBezTo>
                    <a:cubicBezTo>
                      <a:pt x="42" y="90"/>
                      <a:pt x="39" y="87"/>
                      <a:pt x="39" y="93"/>
                    </a:cubicBezTo>
                    <a:cubicBezTo>
                      <a:pt x="42" y="99"/>
                      <a:pt x="45" y="105"/>
                      <a:pt x="39" y="105"/>
                    </a:cubicBezTo>
                    <a:cubicBezTo>
                      <a:pt x="36" y="105"/>
                      <a:pt x="39" y="114"/>
                      <a:pt x="36" y="114"/>
                    </a:cubicBezTo>
                    <a:cubicBezTo>
                      <a:pt x="33" y="114"/>
                      <a:pt x="33" y="123"/>
                      <a:pt x="36" y="126"/>
                    </a:cubicBezTo>
                    <a:cubicBezTo>
                      <a:pt x="39" y="129"/>
                      <a:pt x="39" y="132"/>
                      <a:pt x="39" y="138"/>
                    </a:cubicBezTo>
                    <a:cubicBezTo>
                      <a:pt x="39" y="141"/>
                      <a:pt x="42" y="144"/>
                      <a:pt x="42" y="147"/>
                    </a:cubicBezTo>
                    <a:cubicBezTo>
                      <a:pt x="42" y="150"/>
                      <a:pt x="42" y="153"/>
                      <a:pt x="39" y="156"/>
                    </a:cubicBezTo>
                    <a:cubicBezTo>
                      <a:pt x="36" y="159"/>
                      <a:pt x="39" y="162"/>
                      <a:pt x="36" y="165"/>
                    </a:cubicBezTo>
                    <a:cubicBezTo>
                      <a:pt x="33" y="165"/>
                      <a:pt x="39" y="177"/>
                      <a:pt x="36" y="180"/>
                    </a:cubicBezTo>
                    <a:cubicBezTo>
                      <a:pt x="33" y="180"/>
                      <a:pt x="27" y="183"/>
                      <a:pt x="27" y="189"/>
                    </a:cubicBezTo>
                    <a:cubicBezTo>
                      <a:pt x="27" y="198"/>
                      <a:pt x="27" y="201"/>
                      <a:pt x="27" y="204"/>
                    </a:cubicBezTo>
                    <a:cubicBezTo>
                      <a:pt x="27" y="207"/>
                      <a:pt x="30" y="207"/>
                      <a:pt x="30" y="210"/>
                    </a:cubicBezTo>
                    <a:cubicBezTo>
                      <a:pt x="30" y="216"/>
                      <a:pt x="24" y="213"/>
                      <a:pt x="24" y="216"/>
                    </a:cubicBezTo>
                    <a:cubicBezTo>
                      <a:pt x="24" y="219"/>
                      <a:pt x="24" y="225"/>
                      <a:pt x="24" y="225"/>
                    </a:cubicBezTo>
                    <a:cubicBezTo>
                      <a:pt x="21" y="225"/>
                      <a:pt x="21" y="225"/>
                      <a:pt x="21" y="231"/>
                    </a:cubicBezTo>
                    <a:cubicBezTo>
                      <a:pt x="21" y="237"/>
                      <a:pt x="18" y="237"/>
                      <a:pt x="18" y="240"/>
                    </a:cubicBezTo>
                    <a:cubicBezTo>
                      <a:pt x="18" y="240"/>
                      <a:pt x="18" y="243"/>
                      <a:pt x="18" y="246"/>
                    </a:cubicBezTo>
                    <a:cubicBezTo>
                      <a:pt x="18" y="249"/>
                      <a:pt x="21" y="258"/>
                      <a:pt x="18" y="258"/>
                    </a:cubicBezTo>
                    <a:cubicBezTo>
                      <a:pt x="15" y="258"/>
                      <a:pt x="15" y="270"/>
                      <a:pt x="18" y="270"/>
                    </a:cubicBezTo>
                    <a:cubicBezTo>
                      <a:pt x="18" y="273"/>
                      <a:pt x="18" y="276"/>
                      <a:pt x="18" y="276"/>
                    </a:cubicBezTo>
                    <a:cubicBezTo>
                      <a:pt x="18" y="279"/>
                      <a:pt x="24" y="282"/>
                      <a:pt x="21" y="285"/>
                    </a:cubicBezTo>
                    <a:cubicBezTo>
                      <a:pt x="18" y="288"/>
                      <a:pt x="18" y="291"/>
                      <a:pt x="24" y="291"/>
                    </a:cubicBezTo>
                    <a:cubicBezTo>
                      <a:pt x="27" y="288"/>
                      <a:pt x="30" y="294"/>
                      <a:pt x="24" y="294"/>
                    </a:cubicBezTo>
                    <a:cubicBezTo>
                      <a:pt x="21" y="294"/>
                      <a:pt x="18" y="294"/>
                      <a:pt x="21" y="297"/>
                    </a:cubicBezTo>
                    <a:cubicBezTo>
                      <a:pt x="24" y="300"/>
                      <a:pt x="27" y="303"/>
                      <a:pt x="21" y="303"/>
                    </a:cubicBezTo>
                    <a:cubicBezTo>
                      <a:pt x="18" y="306"/>
                      <a:pt x="21" y="309"/>
                      <a:pt x="21" y="312"/>
                    </a:cubicBezTo>
                    <a:cubicBezTo>
                      <a:pt x="18" y="318"/>
                      <a:pt x="24" y="321"/>
                      <a:pt x="21" y="321"/>
                    </a:cubicBezTo>
                    <a:cubicBezTo>
                      <a:pt x="18" y="324"/>
                      <a:pt x="21" y="330"/>
                      <a:pt x="18" y="330"/>
                    </a:cubicBezTo>
                    <a:cubicBezTo>
                      <a:pt x="12" y="330"/>
                      <a:pt x="15" y="336"/>
                      <a:pt x="12" y="336"/>
                    </a:cubicBezTo>
                    <a:cubicBezTo>
                      <a:pt x="9" y="339"/>
                      <a:pt x="15" y="345"/>
                      <a:pt x="12" y="345"/>
                    </a:cubicBezTo>
                    <a:cubicBezTo>
                      <a:pt x="9" y="348"/>
                      <a:pt x="12" y="354"/>
                      <a:pt x="9" y="354"/>
                    </a:cubicBezTo>
                    <a:cubicBezTo>
                      <a:pt x="3" y="354"/>
                      <a:pt x="3" y="360"/>
                      <a:pt x="0" y="360"/>
                    </a:cubicBezTo>
                    <a:cubicBezTo>
                      <a:pt x="0" y="363"/>
                      <a:pt x="0" y="369"/>
                      <a:pt x="3" y="372"/>
                    </a:cubicBezTo>
                    <a:cubicBezTo>
                      <a:pt x="6" y="375"/>
                      <a:pt x="0" y="378"/>
                      <a:pt x="3" y="378"/>
                    </a:cubicBezTo>
                    <a:cubicBezTo>
                      <a:pt x="6" y="381"/>
                      <a:pt x="15" y="378"/>
                      <a:pt x="15" y="384"/>
                    </a:cubicBezTo>
                    <a:cubicBezTo>
                      <a:pt x="12" y="387"/>
                      <a:pt x="12" y="396"/>
                      <a:pt x="15" y="396"/>
                    </a:cubicBezTo>
                    <a:cubicBezTo>
                      <a:pt x="18" y="396"/>
                      <a:pt x="18" y="402"/>
                      <a:pt x="21" y="399"/>
                    </a:cubicBezTo>
                    <a:cubicBezTo>
                      <a:pt x="24" y="399"/>
                      <a:pt x="36" y="399"/>
                      <a:pt x="39" y="399"/>
                    </a:cubicBezTo>
                    <a:cubicBezTo>
                      <a:pt x="42" y="402"/>
                      <a:pt x="45" y="402"/>
                      <a:pt x="45" y="402"/>
                    </a:cubicBezTo>
                    <a:cubicBezTo>
                      <a:pt x="48" y="402"/>
                      <a:pt x="57" y="405"/>
                      <a:pt x="57" y="405"/>
                    </a:cubicBezTo>
                    <a:cubicBezTo>
                      <a:pt x="60" y="402"/>
                      <a:pt x="51" y="396"/>
                      <a:pt x="51" y="393"/>
                    </a:cubicBezTo>
                    <a:cubicBezTo>
                      <a:pt x="51" y="387"/>
                      <a:pt x="51" y="387"/>
                      <a:pt x="51" y="387"/>
                    </a:cubicBezTo>
                    <a:cubicBezTo>
                      <a:pt x="51" y="384"/>
                      <a:pt x="48" y="378"/>
                      <a:pt x="51" y="375"/>
                    </a:cubicBezTo>
                    <a:cubicBezTo>
                      <a:pt x="57" y="372"/>
                      <a:pt x="57" y="369"/>
                      <a:pt x="57" y="372"/>
                    </a:cubicBezTo>
                    <a:cubicBezTo>
                      <a:pt x="60" y="372"/>
                      <a:pt x="66" y="369"/>
                      <a:pt x="66" y="363"/>
                    </a:cubicBezTo>
                    <a:cubicBezTo>
                      <a:pt x="66" y="357"/>
                      <a:pt x="69" y="354"/>
                      <a:pt x="72" y="351"/>
                    </a:cubicBezTo>
                    <a:cubicBezTo>
                      <a:pt x="78" y="345"/>
                      <a:pt x="87" y="342"/>
                      <a:pt x="87" y="339"/>
                    </a:cubicBezTo>
                    <a:cubicBezTo>
                      <a:pt x="84" y="336"/>
                      <a:pt x="87" y="330"/>
                      <a:pt x="87" y="327"/>
                    </a:cubicBezTo>
                    <a:cubicBezTo>
                      <a:pt x="87" y="327"/>
                      <a:pt x="81" y="327"/>
                      <a:pt x="78" y="324"/>
                    </a:cubicBezTo>
                    <a:cubicBezTo>
                      <a:pt x="75" y="324"/>
                      <a:pt x="63" y="318"/>
                      <a:pt x="69" y="309"/>
                    </a:cubicBezTo>
                    <a:cubicBezTo>
                      <a:pt x="75" y="300"/>
                      <a:pt x="84" y="297"/>
                      <a:pt x="87" y="297"/>
                    </a:cubicBezTo>
                    <a:cubicBezTo>
                      <a:pt x="90" y="297"/>
                      <a:pt x="87" y="294"/>
                      <a:pt x="90" y="291"/>
                    </a:cubicBezTo>
                    <a:cubicBezTo>
                      <a:pt x="93" y="291"/>
                      <a:pt x="93" y="288"/>
                      <a:pt x="93" y="285"/>
                    </a:cubicBezTo>
                    <a:cubicBezTo>
                      <a:pt x="93" y="279"/>
                      <a:pt x="93" y="273"/>
                      <a:pt x="99" y="273"/>
                    </a:cubicBezTo>
                    <a:cubicBezTo>
                      <a:pt x="102" y="273"/>
                      <a:pt x="105" y="270"/>
                      <a:pt x="102" y="270"/>
                    </a:cubicBezTo>
                    <a:cubicBezTo>
                      <a:pt x="99" y="267"/>
                      <a:pt x="96" y="264"/>
                      <a:pt x="102" y="264"/>
                    </a:cubicBezTo>
                    <a:cubicBezTo>
                      <a:pt x="105" y="264"/>
                      <a:pt x="105" y="267"/>
                      <a:pt x="108" y="267"/>
                    </a:cubicBezTo>
                    <a:cubicBezTo>
                      <a:pt x="111" y="267"/>
                      <a:pt x="117" y="261"/>
                      <a:pt x="111" y="258"/>
                    </a:cubicBezTo>
                    <a:cubicBezTo>
                      <a:pt x="108" y="255"/>
                      <a:pt x="108" y="261"/>
                      <a:pt x="105" y="261"/>
                    </a:cubicBezTo>
                    <a:cubicBezTo>
                      <a:pt x="102" y="261"/>
                      <a:pt x="102" y="258"/>
                      <a:pt x="99" y="258"/>
                    </a:cubicBezTo>
                    <a:cubicBezTo>
                      <a:pt x="96" y="258"/>
                      <a:pt x="99" y="252"/>
                      <a:pt x="96" y="249"/>
                    </a:cubicBezTo>
                    <a:cubicBezTo>
                      <a:pt x="96" y="246"/>
                      <a:pt x="93" y="243"/>
                      <a:pt x="96" y="240"/>
                    </a:cubicBezTo>
                    <a:cubicBezTo>
                      <a:pt x="99" y="237"/>
                      <a:pt x="108" y="243"/>
                      <a:pt x="114" y="243"/>
                    </a:cubicBezTo>
                    <a:cubicBezTo>
                      <a:pt x="123" y="243"/>
                      <a:pt x="126" y="240"/>
                      <a:pt x="126" y="237"/>
                    </a:cubicBezTo>
                    <a:cubicBezTo>
                      <a:pt x="126" y="234"/>
                      <a:pt x="123" y="231"/>
                      <a:pt x="129" y="228"/>
                    </a:cubicBezTo>
                    <a:cubicBezTo>
                      <a:pt x="132" y="225"/>
                      <a:pt x="129" y="222"/>
                      <a:pt x="129" y="219"/>
                    </a:cubicBezTo>
                    <a:cubicBezTo>
                      <a:pt x="126" y="216"/>
                      <a:pt x="129" y="213"/>
                      <a:pt x="132" y="213"/>
                    </a:cubicBezTo>
                    <a:cubicBezTo>
                      <a:pt x="135" y="216"/>
                      <a:pt x="147" y="216"/>
                      <a:pt x="162" y="213"/>
                    </a:cubicBezTo>
                    <a:cubicBezTo>
                      <a:pt x="174" y="210"/>
                      <a:pt x="180" y="204"/>
                      <a:pt x="183" y="201"/>
                    </a:cubicBezTo>
                    <a:cubicBezTo>
                      <a:pt x="183" y="198"/>
                      <a:pt x="192" y="189"/>
                      <a:pt x="192" y="186"/>
                    </a:cubicBezTo>
                    <a:cubicBezTo>
                      <a:pt x="195" y="183"/>
                      <a:pt x="192" y="180"/>
                      <a:pt x="189" y="180"/>
                    </a:cubicBezTo>
                    <a:cubicBezTo>
                      <a:pt x="183" y="180"/>
                      <a:pt x="183" y="174"/>
                      <a:pt x="186" y="171"/>
                    </a:cubicBezTo>
                    <a:cubicBezTo>
                      <a:pt x="189" y="168"/>
                      <a:pt x="183" y="165"/>
                      <a:pt x="180" y="162"/>
                    </a:cubicBezTo>
                    <a:cubicBezTo>
                      <a:pt x="174" y="162"/>
                      <a:pt x="168" y="159"/>
                      <a:pt x="171" y="156"/>
                    </a:cubicBezTo>
                    <a:cubicBezTo>
                      <a:pt x="174" y="153"/>
                      <a:pt x="174" y="153"/>
                      <a:pt x="174" y="156"/>
                    </a:cubicBezTo>
                    <a:cubicBezTo>
                      <a:pt x="177" y="153"/>
                      <a:pt x="177" y="150"/>
                      <a:pt x="177" y="150"/>
                    </a:cubicBezTo>
                    <a:cubicBezTo>
                      <a:pt x="174" y="150"/>
                      <a:pt x="174" y="150"/>
                      <a:pt x="174" y="144"/>
                    </a:cubicBezTo>
                    <a:cubicBezTo>
                      <a:pt x="174" y="135"/>
                      <a:pt x="177" y="138"/>
                      <a:pt x="177" y="129"/>
                    </a:cubicBezTo>
                    <a:cubicBezTo>
                      <a:pt x="177" y="120"/>
                      <a:pt x="180" y="114"/>
                      <a:pt x="180" y="108"/>
                    </a:cubicBezTo>
                    <a:cubicBezTo>
                      <a:pt x="180" y="105"/>
                      <a:pt x="189" y="99"/>
                      <a:pt x="192" y="90"/>
                    </a:cubicBezTo>
                    <a:cubicBezTo>
                      <a:pt x="198" y="84"/>
                      <a:pt x="207" y="72"/>
                      <a:pt x="213" y="69"/>
                    </a:cubicBezTo>
                    <a:cubicBezTo>
                      <a:pt x="216" y="69"/>
                      <a:pt x="225" y="66"/>
                      <a:pt x="225" y="63"/>
                    </a:cubicBezTo>
                    <a:cubicBezTo>
                      <a:pt x="228" y="60"/>
                      <a:pt x="225" y="48"/>
                      <a:pt x="225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5" name="Freeform 114">
                <a:extLst>
                  <a:ext uri="{FF2B5EF4-FFF2-40B4-BE49-F238E27FC236}">
                    <a16:creationId xmlns:a16="http://schemas.microsoft.com/office/drawing/2014/main" id="{F6590F93-3DFC-0F23-5D6E-C68DC874D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8156" y="3633056"/>
                <a:ext cx="196008" cy="977337"/>
              </a:xfrm>
              <a:custGeom>
                <a:avLst/>
                <a:gdLst>
                  <a:gd name="T0" fmla="*/ 42 w 102"/>
                  <a:gd name="T1" fmla="*/ 435 h 510"/>
                  <a:gd name="T2" fmla="*/ 27 w 102"/>
                  <a:gd name="T3" fmla="*/ 411 h 510"/>
                  <a:gd name="T4" fmla="*/ 39 w 102"/>
                  <a:gd name="T5" fmla="*/ 387 h 510"/>
                  <a:gd name="T6" fmla="*/ 48 w 102"/>
                  <a:gd name="T7" fmla="*/ 363 h 510"/>
                  <a:gd name="T8" fmla="*/ 51 w 102"/>
                  <a:gd name="T9" fmla="*/ 345 h 510"/>
                  <a:gd name="T10" fmla="*/ 45 w 102"/>
                  <a:gd name="T11" fmla="*/ 327 h 510"/>
                  <a:gd name="T12" fmla="*/ 45 w 102"/>
                  <a:gd name="T13" fmla="*/ 297 h 510"/>
                  <a:gd name="T14" fmla="*/ 51 w 102"/>
                  <a:gd name="T15" fmla="*/ 276 h 510"/>
                  <a:gd name="T16" fmla="*/ 54 w 102"/>
                  <a:gd name="T17" fmla="*/ 255 h 510"/>
                  <a:gd name="T18" fmla="*/ 63 w 102"/>
                  <a:gd name="T19" fmla="*/ 216 h 510"/>
                  <a:gd name="T20" fmla="*/ 66 w 102"/>
                  <a:gd name="T21" fmla="*/ 189 h 510"/>
                  <a:gd name="T22" fmla="*/ 66 w 102"/>
                  <a:gd name="T23" fmla="*/ 156 h 510"/>
                  <a:gd name="T24" fmla="*/ 75 w 102"/>
                  <a:gd name="T25" fmla="*/ 129 h 510"/>
                  <a:gd name="T26" fmla="*/ 84 w 102"/>
                  <a:gd name="T27" fmla="*/ 105 h 510"/>
                  <a:gd name="T28" fmla="*/ 99 w 102"/>
                  <a:gd name="T29" fmla="*/ 75 h 510"/>
                  <a:gd name="T30" fmla="*/ 90 w 102"/>
                  <a:gd name="T31" fmla="*/ 51 h 510"/>
                  <a:gd name="T32" fmla="*/ 84 w 102"/>
                  <a:gd name="T33" fmla="*/ 24 h 510"/>
                  <a:gd name="T34" fmla="*/ 72 w 102"/>
                  <a:gd name="T35" fmla="*/ 0 h 510"/>
                  <a:gd name="T36" fmla="*/ 66 w 102"/>
                  <a:gd name="T37" fmla="*/ 21 h 510"/>
                  <a:gd name="T38" fmla="*/ 63 w 102"/>
                  <a:gd name="T39" fmla="*/ 75 h 510"/>
                  <a:gd name="T40" fmla="*/ 54 w 102"/>
                  <a:gd name="T41" fmla="*/ 126 h 510"/>
                  <a:gd name="T42" fmla="*/ 48 w 102"/>
                  <a:gd name="T43" fmla="*/ 162 h 510"/>
                  <a:gd name="T44" fmla="*/ 42 w 102"/>
                  <a:gd name="T45" fmla="*/ 210 h 510"/>
                  <a:gd name="T46" fmla="*/ 27 w 102"/>
                  <a:gd name="T47" fmla="*/ 249 h 510"/>
                  <a:gd name="T48" fmla="*/ 24 w 102"/>
                  <a:gd name="T49" fmla="*/ 285 h 510"/>
                  <a:gd name="T50" fmla="*/ 18 w 102"/>
                  <a:gd name="T51" fmla="*/ 318 h 510"/>
                  <a:gd name="T52" fmla="*/ 33 w 102"/>
                  <a:gd name="T53" fmla="*/ 300 h 510"/>
                  <a:gd name="T54" fmla="*/ 36 w 102"/>
                  <a:gd name="T55" fmla="*/ 318 h 510"/>
                  <a:gd name="T56" fmla="*/ 30 w 102"/>
                  <a:gd name="T57" fmla="*/ 342 h 510"/>
                  <a:gd name="T58" fmla="*/ 27 w 102"/>
                  <a:gd name="T59" fmla="*/ 357 h 510"/>
                  <a:gd name="T60" fmla="*/ 24 w 102"/>
                  <a:gd name="T61" fmla="*/ 354 h 510"/>
                  <a:gd name="T62" fmla="*/ 15 w 102"/>
                  <a:gd name="T63" fmla="*/ 357 h 510"/>
                  <a:gd name="T64" fmla="*/ 3 w 102"/>
                  <a:gd name="T65" fmla="*/ 372 h 510"/>
                  <a:gd name="T66" fmla="*/ 18 w 102"/>
                  <a:gd name="T67" fmla="*/ 375 h 510"/>
                  <a:gd name="T68" fmla="*/ 27 w 102"/>
                  <a:gd name="T69" fmla="*/ 387 h 510"/>
                  <a:gd name="T70" fmla="*/ 12 w 102"/>
                  <a:gd name="T71" fmla="*/ 393 h 510"/>
                  <a:gd name="T72" fmla="*/ 15 w 102"/>
                  <a:gd name="T73" fmla="*/ 399 h 510"/>
                  <a:gd name="T74" fmla="*/ 6 w 102"/>
                  <a:gd name="T75" fmla="*/ 411 h 510"/>
                  <a:gd name="T76" fmla="*/ 15 w 102"/>
                  <a:gd name="T77" fmla="*/ 414 h 510"/>
                  <a:gd name="T78" fmla="*/ 18 w 102"/>
                  <a:gd name="T79" fmla="*/ 426 h 510"/>
                  <a:gd name="T80" fmla="*/ 9 w 102"/>
                  <a:gd name="T81" fmla="*/ 441 h 510"/>
                  <a:gd name="T82" fmla="*/ 24 w 102"/>
                  <a:gd name="T83" fmla="*/ 444 h 510"/>
                  <a:gd name="T84" fmla="*/ 30 w 102"/>
                  <a:gd name="T85" fmla="*/ 447 h 510"/>
                  <a:gd name="T86" fmla="*/ 24 w 102"/>
                  <a:gd name="T87" fmla="*/ 462 h 510"/>
                  <a:gd name="T88" fmla="*/ 42 w 102"/>
                  <a:gd name="T89" fmla="*/ 462 h 510"/>
                  <a:gd name="T90" fmla="*/ 30 w 102"/>
                  <a:gd name="T91" fmla="*/ 471 h 510"/>
                  <a:gd name="T92" fmla="*/ 42 w 102"/>
                  <a:gd name="T93" fmla="*/ 468 h 510"/>
                  <a:gd name="T94" fmla="*/ 27 w 102"/>
                  <a:gd name="T95" fmla="*/ 480 h 510"/>
                  <a:gd name="T96" fmla="*/ 42 w 102"/>
                  <a:gd name="T97" fmla="*/ 483 h 510"/>
                  <a:gd name="T98" fmla="*/ 66 w 102"/>
                  <a:gd name="T99" fmla="*/ 459 h 510"/>
                  <a:gd name="T100" fmla="*/ 72 w 102"/>
                  <a:gd name="T101" fmla="*/ 471 h 510"/>
                  <a:gd name="T102" fmla="*/ 63 w 102"/>
                  <a:gd name="T103" fmla="*/ 477 h 510"/>
                  <a:gd name="T104" fmla="*/ 51 w 102"/>
                  <a:gd name="T105" fmla="*/ 486 h 510"/>
                  <a:gd name="T106" fmla="*/ 60 w 102"/>
                  <a:gd name="T107" fmla="*/ 501 h 510"/>
                  <a:gd name="T108" fmla="*/ 75 w 102"/>
                  <a:gd name="T109" fmla="*/ 498 h 510"/>
                  <a:gd name="T110" fmla="*/ 93 w 102"/>
                  <a:gd name="T111" fmla="*/ 501 h 510"/>
                  <a:gd name="T112" fmla="*/ 81 w 102"/>
                  <a:gd name="T113" fmla="*/ 498 h 510"/>
                  <a:gd name="T114" fmla="*/ 72 w 102"/>
                  <a:gd name="T115" fmla="*/ 456 h 510"/>
                  <a:gd name="T116" fmla="*/ 48 w 102"/>
                  <a:gd name="T117" fmla="*/ 450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2" h="510">
                    <a:moveTo>
                      <a:pt x="48" y="450"/>
                    </a:moveTo>
                    <a:cubicBezTo>
                      <a:pt x="45" y="453"/>
                      <a:pt x="45" y="447"/>
                      <a:pt x="42" y="447"/>
                    </a:cubicBezTo>
                    <a:cubicBezTo>
                      <a:pt x="39" y="447"/>
                      <a:pt x="39" y="438"/>
                      <a:pt x="42" y="435"/>
                    </a:cubicBezTo>
                    <a:cubicBezTo>
                      <a:pt x="42" y="429"/>
                      <a:pt x="33" y="432"/>
                      <a:pt x="30" y="429"/>
                    </a:cubicBezTo>
                    <a:cubicBezTo>
                      <a:pt x="27" y="429"/>
                      <a:pt x="33" y="426"/>
                      <a:pt x="30" y="423"/>
                    </a:cubicBezTo>
                    <a:cubicBezTo>
                      <a:pt x="27" y="420"/>
                      <a:pt x="27" y="414"/>
                      <a:pt x="27" y="411"/>
                    </a:cubicBezTo>
                    <a:cubicBezTo>
                      <a:pt x="30" y="411"/>
                      <a:pt x="30" y="405"/>
                      <a:pt x="36" y="405"/>
                    </a:cubicBezTo>
                    <a:cubicBezTo>
                      <a:pt x="39" y="405"/>
                      <a:pt x="36" y="399"/>
                      <a:pt x="39" y="396"/>
                    </a:cubicBezTo>
                    <a:cubicBezTo>
                      <a:pt x="42" y="396"/>
                      <a:pt x="36" y="390"/>
                      <a:pt x="39" y="387"/>
                    </a:cubicBezTo>
                    <a:cubicBezTo>
                      <a:pt x="42" y="387"/>
                      <a:pt x="39" y="381"/>
                      <a:pt x="45" y="381"/>
                    </a:cubicBezTo>
                    <a:cubicBezTo>
                      <a:pt x="48" y="381"/>
                      <a:pt x="45" y="375"/>
                      <a:pt x="48" y="372"/>
                    </a:cubicBezTo>
                    <a:cubicBezTo>
                      <a:pt x="51" y="372"/>
                      <a:pt x="45" y="369"/>
                      <a:pt x="48" y="363"/>
                    </a:cubicBezTo>
                    <a:cubicBezTo>
                      <a:pt x="48" y="360"/>
                      <a:pt x="45" y="357"/>
                      <a:pt x="48" y="354"/>
                    </a:cubicBezTo>
                    <a:cubicBezTo>
                      <a:pt x="54" y="354"/>
                      <a:pt x="51" y="351"/>
                      <a:pt x="48" y="348"/>
                    </a:cubicBezTo>
                    <a:cubicBezTo>
                      <a:pt x="45" y="345"/>
                      <a:pt x="48" y="345"/>
                      <a:pt x="51" y="345"/>
                    </a:cubicBezTo>
                    <a:cubicBezTo>
                      <a:pt x="57" y="345"/>
                      <a:pt x="54" y="339"/>
                      <a:pt x="51" y="342"/>
                    </a:cubicBezTo>
                    <a:cubicBezTo>
                      <a:pt x="45" y="342"/>
                      <a:pt x="45" y="339"/>
                      <a:pt x="48" y="336"/>
                    </a:cubicBezTo>
                    <a:cubicBezTo>
                      <a:pt x="51" y="333"/>
                      <a:pt x="45" y="330"/>
                      <a:pt x="45" y="327"/>
                    </a:cubicBezTo>
                    <a:cubicBezTo>
                      <a:pt x="45" y="327"/>
                      <a:pt x="45" y="324"/>
                      <a:pt x="45" y="321"/>
                    </a:cubicBezTo>
                    <a:cubicBezTo>
                      <a:pt x="42" y="321"/>
                      <a:pt x="42" y="309"/>
                      <a:pt x="45" y="309"/>
                    </a:cubicBezTo>
                    <a:cubicBezTo>
                      <a:pt x="48" y="309"/>
                      <a:pt x="45" y="300"/>
                      <a:pt x="45" y="297"/>
                    </a:cubicBezTo>
                    <a:cubicBezTo>
                      <a:pt x="45" y="294"/>
                      <a:pt x="45" y="291"/>
                      <a:pt x="45" y="291"/>
                    </a:cubicBezTo>
                    <a:cubicBezTo>
                      <a:pt x="45" y="288"/>
                      <a:pt x="48" y="288"/>
                      <a:pt x="48" y="282"/>
                    </a:cubicBezTo>
                    <a:cubicBezTo>
                      <a:pt x="48" y="276"/>
                      <a:pt x="48" y="276"/>
                      <a:pt x="51" y="276"/>
                    </a:cubicBezTo>
                    <a:cubicBezTo>
                      <a:pt x="51" y="276"/>
                      <a:pt x="51" y="270"/>
                      <a:pt x="51" y="267"/>
                    </a:cubicBezTo>
                    <a:cubicBezTo>
                      <a:pt x="51" y="264"/>
                      <a:pt x="57" y="267"/>
                      <a:pt x="57" y="261"/>
                    </a:cubicBezTo>
                    <a:cubicBezTo>
                      <a:pt x="57" y="258"/>
                      <a:pt x="54" y="258"/>
                      <a:pt x="54" y="255"/>
                    </a:cubicBezTo>
                    <a:cubicBezTo>
                      <a:pt x="54" y="252"/>
                      <a:pt x="54" y="249"/>
                      <a:pt x="54" y="240"/>
                    </a:cubicBezTo>
                    <a:cubicBezTo>
                      <a:pt x="54" y="234"/>
                      <a:pt x="60" y="231"/>
                      <a:pt x="63" y="231"/>
                    </a:cubicBezTo>
                    <a:cubicBezTo>
                      <a:pt x="66" y="228"/>
                      <a:pt x="60" y="216"/>
                      <a:pt x="63" y="216"/>
                    </a:cubicBezTo>
                    <a:cubicBezTo>
                      <a:pt x="66" y="213"/>
                      <a:pt x="63" y="210"/>
                      <a:pt x="66" y="207"/>
                    </a:cubicBezTo>
                    <a:cubicBezTo>
                      <a:pt x="69" y="204"/>
                      <a:pt x="69" y="201"/>
                      <a:pt x="69" y="198"/>
                    </a:cubicBezTo>
                    <a:cubicBezTo>
                      <a:pt x="69" y="195"/>
                      <a:pt x="66" y="192"/>
                      <a:pt x="66" y="189"/>
                    </a:cubicBezTo>
                    <a:cubicBezTo>
                      <a:pt x="66" y="183"/>
                      <a:pt x="66" y="180"/>
                      <a:pt x="63" y="177"/>
                    </a:cubicBezTo>
                    <a:cubicBezTo>
                      <a:pt x="60" y="174"/>
                      <a:pt x="60" y="165"/>
                      <a:pt x="63" y="165"/>
                    </a:cubicBezTo>
                    <a:cubicBezTo>
                      <a:pt x="66" y="165"/>
                      <a:pt x="63" y="156"/>
                      <a:pt x="66" y="156"/>
                    </a:cubicBezTo>
                    <a:cubicBezTo>
                      <a:pt x="72" y="156"/>
                      <a:pt x="69" y="150"/>
                      <a:pt x="66" y="144"/>
                    </a:cubicBezTo>
                    <a:cubicBezTo>
                      <a:pt x="66" y="138"/>
                      <a:pt x="69" y="141"/>
                      <a:pt x="69" y="138"/>
                    </a:cubicBezTo>
                    <a:cubicBezTo>
                      <a:pt x="69" y="135"/>
                      <a:pt x="72" y="129"/>
                      <a:pt x="75" y="129"/>
                    </a:cubicBezTo>
                    <a:cubicBezTo>
                      <a:pt x="78" y="126"/>
                      <a:pt x="78" y="120"/>
                      <a:pt x="78" y="120"/>
                    </a:cubicBezTo>
                    <a:cubicBezTo>
                      <a:pt x="78" y="117"/>
                      <a:pt x="84" y="114"/>
                      <a:pt x="87" y="114"/>
                    </a:cubicBezTo>
                    <a:cubicBezTo>
                      <a:pt x="87" y="111"/>
                      <a:pt x="81" y="108"/>
                      <a:pt x="84" y="105"/>
                    </a:cubicBezTo>
                    <a:cubicBezTo>
                      <a:pt x="90" y="105"/>
                      <a:pt x="81" y="96"/>
                      <a:pt x="84" y="93"/>
                    </a:cubicBezTo>
                    <a:cubicBezTo>
                      <a:pt x="87" y="93"/>
                      <a:pt x="84" y="87"/>
                      <a:pt x="84" y="84"/>
                    </a:cubicBezTo>
                    <a:cubicBezTo>
                      <a:pt x="84" y="84"/>
                      <a:pt x="96" y="78"/>
                      <a:pt x="99" y="75"/>
                    </a:cubicBezTo>
                    <a:cubicBezTo>
                      <a:pt x="99" y="72"/>
                      <a:pt x="99" y="66"/>
                      <a:pt x="99" y="63"/>
                    </a:cubicBezTo>
                    <a:cubicBezTo>
                      <a:pt x="96" y="63"/>
                      <a:pt x="93" y="66"/>
                      <a:pt x="93" y="63"/>
                    </a:cubicBezTo>
                    <a:cubicBezTo>
                      <a:pt x="93" y="63"/>
                      <a:pt x="93" y="54"/>
                      <a:pt x="90" y="51"/>
                    </a:cubicBezTo>
                    <a:cubicBezTo>
                      <a:pt x="87" y="48"/>
                      <a:pt x="90" y="42"/>
                      <a:pt x="87" y="42"/>
                    </a:cubicBezTo>
                    <a:cubicBezTo>
                      <a:pt x="84" y="39"/>
                      <a:pt x="81" y="33"/>
                      <a:pt x="81" y="33"/>
                    </a:cubicBezTo>
                    <a:cubicBezTo>
                      <a:pt x="84" y="30"/>
                      <a:pt x="81" y="27"/>
                      <a:pt x="84" y="24"/>
                    </a:cubicBezTo>
                    <a:cubicBezTo>
                      <a:pt x="87" y="21"/>
                      <a:pt x="84" y="21"/>
                      <a:pt x="81" y="18"/>
                    </a:cubicBezTo>
                    <a:cubicBezTo>
                      <a:pt x="78" y="15"/>
                      <a:pt x="81" y="9"/>
                      <a:pt x="78" y="6"/>
                    </a:cubicBezTo>
                    <a:cubicBezTo>
                      <a:pt x="72" y="3"/>
                      <a:pt x="72" y="0"/>
                      <a:pt x="72" y="0"/>
                    </a:cubicBezTo>
                    <a:cubicBezTo>
                      <a:pt x="72" y="3"/>
                      <a:pt x="72" y="9"/>
                      <a:pt x="69" y="9"/>
                    </a:cubicBezTo>
                    <a:cubicBezTo>
                      <a:pt x="66" y="9"/>
                      <a:pt x="66" y="12"/>
                      <a:pt x="66" y="12"/>
                    </a:cubicBezTo>
                    <a:cubicBezTo>
                      <a:pt x="66" y="15"/>
                      <a:pt x="63" y="18"/>
                      <a:pt x="66" y="21"/>
                    </a:cubicBezTo>
                    <a:cubicBezTo>
                      <a:pt x="66" y="27"/>
                      <a:pt x="69" y="45"/>
                      <a:pt x="66" y="51"/>
                    </a:cubicBezTo>
                    <a:cubicBezTo>
                      <a:pt x="66" y="57"/>
                      <a:pt x="63" y="63"/>
                      <a:pt x="63" y="69"/>
                    </a:cubicBezTo>
                    <a:cubicBezTo>
                      <a:pt x="60" y="72"/>
                      <a:pt x="66" y="72"/>
                      <a:pt x="63" y="75"/>
                    </a:cubicBezTo>
                    <a:cubicBezTo>
                      <a:pt x="60" y="75"/>
                      <a:pt x="63" y="81"/>
                      <a:pt x="63" y="90"/>
                    </a:cubicBezTo>
                    <a:cubicBezTo>
                      <a:pt x="63" y="96"/>
                      <a:pt x="57" y="111"/>
                      <a:pt x="57" y="114"/>
                    </a:cubicBezTo>
                    <a:cubicBezTo>
                      <a:pt x="57" y="120"/>
                      <a:pt x="54" y="123"/>
                      <a:pt x="54" y="126"/>
                    </a:cubicBezTo>
                    <a:cubicBezTo>
                      <a:pt x="54" y="132"/>
                      <a:pt x="51" y="135"/>
                      <a:pt x="48" y="138"/>
                    </a:cubicBezTo>
                    <a:cubicBezTo>
                      <a:pt x="45" y="138"/>
                      <a:pt x="54" y="147"/>
                      <a:pt x="54" y="150"/>
                    </a:cubicBezTo>
                    <a:cubicBezTo>
                      <a:pt x="54" y="153"/>
                      <a:pt x="48" y="156"/>
                      <a:pt x="48" y="162"/>
                    </a:cubicBezTo>
                    <a:cubicBezTo>
                      <a:pt x="51" y="171"/>
                      <a:pt x="48" y="183"/>
                      <a:pt x="48" y="186"/>
                    </a:cubicBezTo>
                    <a:cubicBezTo>
                      <a:pt x="48" y="189"/>
                      <a:pt x="45" y="189"/>
                      <a:pt x="45" y="195"/>
                    </a:cubicBezTo>
                    <a:cubicBezTo>
                      <a:pt x="48" y="201"/>
                      <a:pt x="42" y="201"/>
                      <a:pt x="42" y="210"/>
                    </a:cubicBezTo>
                    <a:cubicBezTo>
                      <a:pt x="42" y="216"/>
                      <a:pt x="36" y="228"/>
                      <a:pt x="33" y="234"/>
                    </a:cubicBezTo>
                    <a:cubicBezTo>
                      <a:pt x="30" y="240"/>
                      <a:pt x="30" y="243"/>
                      <a:pt x="27" y="243"/>
                    </a:cubicBezTo>
                    <a:cubicBezTo>
                      <a:pt x="24" y="243"/>
                      <a:pt x="24" y="246"/>
                      <a:pt x="27" y="249"/>
                    </a:cubicBezTo>
                    <a:cubicBezTo>
                      <a:pt x="30" y="255"/>
                      <a:pt x="24" y="258"/>
                      <a:pt x="27" y="264"/>
                    </a:cubicBezTo>
                    <a:cubicBezTo>
                      <a:pt x="30" y="270"/>
                      <a:pt x="30" y="270"/>
                      <a:pt x="30" y="276"/>
                    </a:cubicBezTo>
                    <a:cubicBezTo>
                      <a:pt x="27" y="282"/>
                      <a:pt x="24" y="282"/>
                      <a:pt x="24" y="285"/>
                    </a:cubicBezTo>
                    <a:cubicBezTo>
                      <a:pt x="24" y="291"/>
                      <a:pt x="21" y="294"/>
                      <a:pt x="24" y="300"/>
                    </a:cubicBezTo>
                    <a:cubicBezTo>
                      <a:pt x="27" y="303"/>
                      <a:pt x="24" y="306"/>
                      <a:pt x="24" y="306"/>
                    </a:cubicBezTo>
                    <a:cubicBezTo>
                      <a:pt x="21" y="306"/>
                      <a:pt x="18" y="309"/>
                      <a:pt x="18" y="318"/>
                    </a:cubicBezTo>
                    <a:cubicBezTo>
                      <a:pt x="18" y="327"/>
                      <a:pt x="18" y="327"/>
                      <a:pt x="24" y="324"/>
                    </a:cubicBezTo>
                    <a:cubicBezTo>
                      <a:pt x="30" y="324"/>
                      <a:pt x="24" y="306"/>
                      <a:pt x="27" y="306"/>
                    </a:cubicBezTo>
                    <a:cubicBezTo>
                      <a:pt x="33" y="306"/>
                      <a:pt x="30" y="303"/>
                      <a:pt x="33" y="300"/>
                    </a:cubicBezTo>
                    <a:cubicBezTo>
                      <a:pt x="36" y="300"/>
                      <a:pt x="33" y="303"/>
                      <a:pt x="36" y="306"/>
                    </a:cubicBezTo>
                    <a:cubicBezTo>
                      <a:pt x="39" y="306"/>
                      <a:pt x="39" y="309"/>
                      <a:pt x="36" y="309"/>
                    </a:cubicBezTo>
                    <a:cubicBezTo>
                      <a:pt x="33" y="312"/>
                      <a:pt x="36" y="318"/>
                      <a:pt x="36" y="318"/>
                    </a:cubicBezTo>
                    <a:cubicBezTo>
                      <a:pt x="33" y="321"/>
                      <a:pt x="30" y="324"/>
                      <a:pt x="33" y="327"/>
                    </a:cubicBezTo>
                    <a:cubicBezTo>
                      <a:pt x="33" y="333"/>
                      <a:pt x="30" y="330"/>
                      <a:pt x="30" y="336"/>
                    </a:cubicBezTo>
                    <a:cubicBezTo>
                      <a:pt x="30" y="339"/>
                      <a:pt x="33" y="339"/>
                      <a:pt x="30" y="342"/>
                    </a:cubicBezTo>
                    <a:cubicBezTo>
                      <a:pt x="30" y="342"/>
                      <a:pt x="33" y="345"/>
                      <a:pt x="30" y="345"/>
                    </a:cubicBezTo>
                    <a:cubicBezTo>
                      <a:pt x="27" y="345"/>
                      <a:pt x="30" y="351"/>
                      <a:pt x="30" y="354"/>
                    </a:cubicBezTo>
                    <a:cubicBezTo>
                      <a:pt x="33" y="357"/>
                      <a:pt x="27" y="354"/>
                      <a:pt x="27" y="357"/>
                    </a:cubicBezTo>
                    <a:cubicBezTo>
                      <a:pt x="24" y="357"/>
                      <a:pt x="27" y="360"/>
                      <a:pt x="27" y="363"/>
                    </a:cubicBezTo>
                    <a:cubicBezTo>
                      <a:pt x="24" y="366"/>
                      <a:pt x="21" y="363"/>
                      <a:pt x="18" y="360"/>
                    </a:cubicBezTo>
                    <a:cubicBezTo>
                      <a:pt x="18" y="360"/>
                      <a:pt x="21" y="357"/>
                      <a:pt x="24" y="354"/>
                    </a:cubicBezTo>
                    <a:cubicBezTo>
                      <a:pt x="27" y="351"/>
                      <a:pt x="21" y="342"/>
                      <a:pt x="18" y="345"/>
                    </a:cubicBezTo>
                    <a:cubicBezTo>
                      <a:pt x="15" y="345"/>
                      <a:pt x="21" y="351"/>
                      <a:pt x="21" y="354"/>
                    </a:cubicBezTo>
                    <a:cubicBezTo>
                      <a:pt x="21" y="357"/>
                      <a:pt x="15" y="354"/>
                      <a:pt x="15" y="357"/>
                    </a:cubicBezTo>
                    <a:cubicBezTo>
                      <a:pt x="15" y="360"/>
                      <a:pt x="12" y="360"/>
                      <a:pt x="9" y="360"/>
                    </a:cubicBezTo>
                    <a:cubicBezTo>
                      <a:pt x="6" y="363"/>
                      <a:pt x="12" y="366"/>
                      <a:pt x="9" y="366"/>
                    </a:cubicBezTo>
                    <a:cubicBezTo>
                      <a:pt x="3" y="372"/>
                      <a:pt x="3" y="372"/>
                      <a:pt x="3" y="372"/>
                    </a:cubicBezTo>
                    <a:cubicBezTo>
                      <a:pt x="3" y="375"/>
                      <a:pt x="6" y="375"/>
                      <a:pt x="6" y="375"/>
                    </a:cubicBezTo>
                    <a:cubicBezTo>
                      <a:pt x="6" y="372"/>
                      <a:pt x="9" y="372"/>
                      <a:pt x="12" y="375"/>
                    </a:cubicBezTo>
                    <a:cubicBezTo>
                      <a:pt x="12" y="378"/>
                      <a:pt x="15" y="375"/>
                      <a:pt x="18" y="375"/>
                    </a:cubicBezTo>
                    <a:cubicBezTo>
                      <a:pt x="21" y="375"/>
                      <a:pt x="21" y="381"/>
                      <a:pt x="18" y="381"/>
                    </a:cubicBezTo>
                    <a:cubicBezTo>
                      <a:pt x="18" y="381"/>
                      <a:pt x="15" y="384"/>
                      <a:pt x="15" y="387"/>
                    </a:cubicBezTo>
                    <a:cubicBezTo>
                      <a:pt x="15" y="390"/>
                      <a:pt x="24" y="387"/>
                      <a:pt x="27" y="387"/>
                    </a:cubicBezTo>
                    <a:cubicBezTo>
                      <a:pt x="30" y="390"/>
                      <a:pt x="27" y="396"/>
                      <a:pt x="27" y="393"/>
                    </a:cubicBezTo>
                    <a:cubicBezTo>
                      <a:pt x="24" y="390"/>
                      <a:pt x="21" y="387"/>
                      <a:pt x="18" y="390"/>
                    </a:cubicBezTo>
                    <a:cubicBezTo>
                      <a:pt x="18" y="393"/>
                      <a:pt x="15" y="393"/>
                      <a:pt x="12" y="393"/>
                    </a:cubicBezTo>
                    <a:cubicBezTo>
                      <a:pt x="9" y="390"/>
                      <a:pt x="0" y="396"/>
                      <a:pt x="3" y="399"/>
                    </a:cubicBezTo>
                    <a:cubicBezTo>
                      <a:pt x="6" y="399"/>
                      <a:pt x="6" y="402"/>
                      <a:pt x="9" y="402"/>
                    </a:cubicBezTo>
                    <a:cubicBezTo>
                      <a:pt x="9" y="402"/>
                      <a:pt x="12" y="402"/>
                      <a:pt x="15" y="399"/>
                    </a:cubicBezTo>
                    <a:cubicBezTo>
                      <a:pt x="15" y="396"/>
                      <a:pt x="18" y="396"/>
                      <a:pt x="18" y="399"/>
                    </a:cubicBezTo>
                    <a:cubicBezTo>
                      <a:pt x="18" y="405"/>
                      <a:pt x="15" y="402"/>
                      <a:pt x="12" y="405"/>
                    </a:cubicBezTo>
                    <a:cubicBezTo>
                      <a:pt x="12" y="408"/>
                      <a:pt x="9" y="408"/>
                      <a:pt x="6" y="411"/>
                    </a:cubicBezTo>
                    <a:cubicBezTo>
                      <a:pt x="3" y="414"/>
                      <a:pt x="6" y="417"/>
                      <a:pt x="9" y="417"/>
                    </a:cubicBezTo>
                    <a:cubicBezTo>
                      <a:pt x="12" y="414"/>
                      <a:pt x="9" y="420"/>
                      <a:pt x="12" y="420"/>
                    </a:cubicBezTo>
                    <a:cubicBezTo>
                      <a:pt x="15" y="420"/>
                      <a:pt x="15" y="417"/>
                      <a:pt x="15" y="414"/>
                    </a:cubicBezTo>
                    <a:cubicBezTo>
                      <a:pt x="15" y="414"/>
                      <a:pt x="18" y="408"/>
                      <a:pt x="21" y="411"/>
                    </a:cubicBezTo>
                    <a:cubicBezTo>
                      <a:pt x="24" y="414"/>
                      <a:pt x="18" y="414"/>
                      <a:pt x="18" y="417"/>
                    </a:cubicBezTo>
                    <a:cubicBezTo>
                      <a:pt x="18" y="420"/>
                      <a:pt x="18" y="423"/>
                      <a:pt x="18" y="426"/>
                    </a:cubicBezTo>
                    <a:cubicBezTo>
                      <a:pt x="18" y="429"/>
                      <a:pt x="15" y="429"/>
                      <a:pt x="15" y="432"/>
                    </a:cubicBezTo>
                    <a:cubicBezTo>
                      <a:pt x="15" y="435"/>
                      <a:pt x="6" y="432"/>
                      <a:pt x="9" y="435"/>
                    </a:cubicBezTo>
                    <a:cubicBezTo>
                      <a:pt x="15" y="435"/>
                      <a:pt x="9" y="438"/>
                      <a:pt x="9" y="441"/>
                    </a:cubicBezTo>
                    <a:cubicBezTo>
                      <a:pt x="12" y="441"/>
                      <a:pt x="12" y="438"/>
                      <a:pt x="15" y="438"/>
                    </a:cubicBezTo>
                    <a:cubicBezTo>
                      <a:pt x="18" y="441"/>
                      <a:pt x="18" y="441"/>
                      <a:pt x="21" y="438"/>
                    </a:cubicBezTo>
                    <a:cubicBezTo>
                      <a:pt x="24" y="438"/>
                      <a:pt x="27" y="441"/>
                      <a:pt x="24" y="444"/>
                    </a:cubicBezTo>
                    <a:cubicBezTo>
                      <a:pt x="21" y="444"/>
                      <a:pt x="18" y="447"/>
                      <a:pt x="18" y="447"/>
                    </a:cubicBezTo>
                    <a:cubicBezTo>
                      <a:pt x="21" y="447"/>
                      <a:pt x="24" y="444"/>
                      <a:pt x="27" y="450"/>
                    </a:cubicBezTo>
                    <a:cubicBezTo>
                      <a:pt x="27" y="453"/>
                      <a:pt x="30" y="450"/>
                      <a:pt x="30" y="447"/>
                    </a:cubicBezTo>
                    <a:cubicBezTo>
                      <a:pt x="30" y="444"/>
                      <a:pt x="36" y="447"/>
                      <a:pt x="36" y="450"/>
                    </a:cubicBezTo>
                    <a:cubicBezTo>
                      <a:pt x="39" y="453"/>
                      <a:pt x="30" y="456"/>
                      <a:pt x="27" y="453"/>
                    </a:cubicBezTo>
                    <a:cubicBezTo>
                      <a:pt x="24" y="453"/>
                      <a:pt x="21" y="456"/>
                      <a:pt x="24" y="462"/>
                    </a:cubicBezTo>
                    <a:cubicBezTo>
                      <a:pt x="27" y="465"/>
                      <a:pt x="30" y="462"/>
                      <a:pt x="33" y="459"/>
                    </a:cubicBezTo>
                    <a:cubicBezTo>
                      <a:pt x="33" y="456"/>
                      <a:pt x="48" y="456"/>
                      <a:pt x="48" y="459"/>
                    </a:cubicBezTo>
                    <a:cubicBezTo>
                      <a:pt x="51" y="462"/>
                      <a:pt x="42" y="459"/>
                      <a:pt x="42" y="462"/>
                    </a:cubicBezTo>
                    <a:cubicBezTo>
                      <a:pt x="42" y="462"/>
                      <a:pt x="36" y="465"/>
                      <a:pt x="36" y="462"/>
                    </a:cubicBezTo>
                    <a:cubicBezTo>
                      <a:pt x="33" y="459"/>
                      <a:pt x="30" y="462"/>
                      <a:pt x="30" y="465"/>
                    </a:cubicBezTo>
                    <a:cubicBezTo>
                      <a:pt x="27" y="471"/>
                      <a:pt x="24" y="471"/>
                      <a:pt x="30" y="471"/>
                    </a:cubicBezTo>
                    <a:cubicBezTo>
                      <a:pt x="33" y="471"/>
                      <a:pt x="33" y="465"/>
                      <a:pt x="39" y="468"/>
                    </a:cubicBezTo>
                    <a:cubicBezTo>
                      <a:pt x="45" y="468"/>
                      <a:pt x="51" y="459"/>
                      <a:pt x="51" y="465"/>
                    </a:cubicBezTo>
                    <a:cubicBezTo>
                      <a:pt x="54" y="468"/>
                      <a:pt x="45" y="471"/>
                      <a:pt x="42" y="468"/>
                    </a:cubicBezTo>
                    <a:cubicBezTo>
                      <a:pt x="42" y="465"/>
                      <a:pt x="36" y="471"/>
                      <a:pt x="39" y="474"/>
                    </a:cubicBezTo>
                    <a:cubicBezTo>
                      <a:pt x="39" y="477"/>
                      <a:pt x="30" y="474"/>
                      <a:pt x="27" y="474"/>
                    </a:cubicBezTo>
                    <a:cubicBezTo>
                      <a:pt x="21" y="471"/>
                      <a:pt x="24" y="477"/>
                      <a:pt x="27" y="480"/>
                    </a:cubicBezTo>
                    <a:cubicBezTo>
                      <a:pt x="30" y="483"/>
                      <a:pt x="33" y="480"/>
                      <a:pt x="36" y="483"/>
                    </a:cubicBezTo>
                    <a:cubicBezTo>
                      <a:pt x="42" y="486"/>
                      <a:pt x="42" y="489"/>
                      <a:pt x="45" y="486"/>
                    </a:cubicBezTo>
                    <a:cubicBezTo>
                      <a:pt x="48" y="483"/>
                      <a:pt x="45" y="483"/>
                      <a:pt x="42" y="483"/>
                    </a:cubicBezTo>
                    <a:cubicBezTo>
                      <a:pt x="39" y="480"/>
                      <a:pt x="42" y="477"/>
                      <a:pt x="45" y="480"/>
                    </a:cubicBezTo>
                    <a:cubicBezTo>
                      <a:pt x="51" y="480"/>
                      <a:pt x="57" y="477"/>
                      <a:pt x="54" y="471"/>
                    </a:cubicBezTo>
                    <a:cubicBezTo>
                      <a:pt x="54" y="465"/>
                      <a:pt x="60" y="462"/>
                      <a:pt x="66" y="459"/>
                    </a:cubicBezTo>
                    <a:cubicBezTo>
                      <a:pt x="72" y="459"/>
                      <a:pt x="69" y="465"/>
                      <a:pt x="63" y="465"/>
                    </a:cubicBezTo>
                    <a:cubicBezTo>
                      <a:pt x="60" y="468"/>
                      <a:pt x="60" y="468"/>
                      <a:pt x="63" y="471"/>
                    </a:cubicBezTo>
                    <a:cubicBezTo>
                      <a:pt x="66" y="474"/>
                      <a:pt x="69" y="471"/>
                      <a:pt x="72" y="471"/>
                    </a:cubicBezTo>
                    <a:cubicBezTo>
                      <a:pt x="75" y="474"/>
                      <a:pt x="66" y="474"/>
                      <a:pt x="66" y="477"/>
                    </a:cubicBezTo>
                    <a:cubicBezTo>
                      <a:pt x="66" y="480"/>
                      <a:pt x="72" y="483"/>
                      <a:pt x="66" y="486"/>
                    </a:cubicBezTo>
                    <a:cubicBezTo>
                      <a:pt x="63" y="486"/>
                      <a:pt x="63" y="477"/>
                      <a:pt x="63" y="477"/>
                    </a:cubicBezTo>
                    <a:cubicBezTo>
                      <a:pt x="60" y="474"/>
                      <a:pt x="57" y="477"/>
                      <a:pt x="60" y="483"/>
                    </a:cubicBezTo>
                    <a:cubicBezTo>
                      <a:pt x="63" y="489"/>
                      <a:pt x="57" y="483"/>
                      <a:pt x="54" y="480"/>
                    </a:cubicBezTo>
                    <a:cubicBezTo>
                      <a:pt x="51" y="477"/>
                      <a:pt x="48" y="483"/>
                      <a:pt x="51" y="486"/>
                    </a:cubicBezTo>
                    <a:cubicBezTo>
                      <a:pt x="54" y="489"/>
                      <a:pt x="45" y="486"/>
                      <a:pt x="45" y="489"/>
                    </a:cubicBezTo>
                    <a:cubicBezTo>
                      <a:pt x="45" y="495"/>
                      <a:pt x="48" y="492"/>
                      <a:pt x="54" y="492"/>
                    </a:cubicBezTo>
                    <a:cubicBezTo>
                      <a:pt x="57" y="492"/>
                      <a:pt x="57" y="498"/>
                      <a:pt x="60" y="501"/>
                    </a:cubicBezTo>
                    <a:cubicBezTo>
                      <a:pt x="63" y="504"/>
                      <a:pt x="60" y="495"/>
                      <a:pt x="63" y="492"/>
                    </a:cubicBezTo>
                    <a:cubicBezTo>
                      <a:pt x="66" y="492"/>
                      <a:pt x="63" y="501"/>
                      <a:pt x="72" y="504"/>
                    </a:cubicBezTo>
                    <a:cubicBezTo>
                      <a:pt x="78" y="507"/>
                      <a:pt x="72" y="501"/>
                      <a:pt x="75" y="498"/>
                    </a:cubicBezTo>
                    <a:cubicBezTo>
                      <a:pt x="78" y="498"/>
                      <a:pt x="84" y="507"/>
                      <a:pt x="87" y="507"/>
                    </a:cubicBezTo>
                    <a:cubicBezTo>
                      <a:pt x="90" y="510"/>
                      <a:pt x="87" y="504"/>
                      <a:pt x="84" y="501"/>
                    </a:cubicBezTo>
                    <a:cubicBezTo>
                      <a:pt x="84" y="498"/>
                      <a:pt x="87" y="498"/>
                      <a:pt x="93" y="501"/>
                    </a:cubicBezTo>
                    <a:cubicBezTo>
                      <a:pt x="96" y="501"/>
                      <a:pt x="99" y="501"/>
                      <a:pt x="99" y="498"/>
                    </a:cubicBezTo>
                    <a:cubicBezTo>
                      <a:pt x="99" y="498"/>
                      <a:pt x="99" y="498"/>
                      <a:pt x="102" y="498"/>
                    </a:cubicBezTo>
                    <a:cubicBezTo>
                      <a:pt x="96" y="495"/>
                      <a:pt x="84" y="498"/>
                      <a:pt x="81" y="498"/>
                    </a:cubicBezTo>
                    <a:cubicBezTo>
                      <a:pt x="81" y="498"/>
                      <a:pt x="81" y="468"/>
                      <a:pt x="81" y="459"/>
                    </a:cubicBezTo>
                    <a:cubicBezTo>
                      <a:pt x="81" y="459"/>
                      <a:pt x="81" y="459"/>
                      <a:pt x="81" y="459"/>
                    </a:cubicBezTo>
                    <a:cubicBezTo>
                      <a:pt x="78" y="459"/>
                      <a:pt x="72" y="462"/>
                      <a:pt x="72" y="456"/>
                    </a:cubicBezTo>
                    <a:cubicBezTo>
                      <a:pt x="72" y="456"/>
                      <a:pt x="72" y="456"/>
                      <a:pt x="72" y="453"/>
                    </a:cubicBezTo>
                    <a:cubicBezTo>
                      <a:pt x="72" y="453"/>
                      <a:pt x="69" y="453"/>
                      <a:pt x="66" y="450"/>
                    </a:cubicBezTo>
                    <a:cubicBezTo>
                      <a:pt x="63" y="450"/>
                      <a:pt x="51" y="450"/>
                      <a:pt x="48" y="45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6" name="Freeform 115">
                <a:extLst>
                  <a:ext uri="{FF2B5EF4-FFF2-40B4-BE49-F238E27FC236}">
                    <a16:creationId xmlns:a16="http://schemas.microsoft.com/office/drawing/2014/main" id="{47F208F5-4432-AD11-C765-EF6DD4E4A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085" y="3673610"/>
                <a:ext cx="189249" cy="194656"/>
              </a:xfrm>
              <a:custGeom>
                <a:avLst/>
                <a:gdLst>
                  <a:gd name="T0" fmla="*/ 96 w 99"/>
                  <a:gd name="T1" fmla="*/ 54 h 102"/>
                  <a:gd name="T2" fmla="*/ 87 w 99"/>
                  <a:gd name="T3" fmla="*/ 57 h 102"/>
                  <a:gd name="T4" fmla="*/ 81 w 99"/>
                  <a:gd name="T5" fmla="*/ 45 h 102"/>
                  <a:gd name="T6" fmla="*/ 72 w 99"/>
                  <a:gd name="T7" fmla="*/ 36 h 102"/>
                  <a:gd name="T8" fmla="*/ 63 w 99"/>
                  <a:gd name="T9" fmla="*/ 33 h 102"/>
                  <a:gd name="T10" fmla="*/ 57 w 99"/>
                  <a:gd name="T11" fmla="*/ 24 h 102"/>
                  <a:gd name="T12" fmla="*/ 54 w 99"/>
                  <a:gd name="T13" fmla="*/ 12 h 102"/>
                  <a:gd name="T14" fmla="*/ 54 w 99"/>
                  <a:gd name="T15" fmla="*/ 6 h 102"/>
                  <a:gd name="T16" fmla="*/ 51 w 99"/>
                  <a:gd name="T17" fmla="*/ 6 h 102"/>
                  <a:gd name="T18" fmla="*/ 42 w 99"/>
                  <a:gd name="T19" fmla="*/ 0 h 102"/>
                  <a:gd name="T20" fmla="*/ 30 w 99"/>
                  <a:gd name="T21" fmla="*/ 3 h 102"/>
                  <a:gd name="T22" fmla="*/ 15 w 99"/>
                  <a:gd name="T23" fmla="*/ 6 h 102"/>
                  <a:gd name="T24" fmla="*/ 6 w 99"/>
                  <a:gd name="T25" fmla="*/ 15 h 102"/>
                  <a:gd name="T26" fmla="*/ 3 w 99"/>
                  <a:gd name="T27" fmla="*/ 33 h 102"/>
                  <a:gd name="T28" fmla="*/ 0 w 99"/>
                  <a:gd name="T29" fmla="*/ 33 h 102"/>
                  <a:gd name="T30" fmla="*/ 15 w 99"/>
                  <a:gd name="T31" fmla="*/ 48 h 102"/>
                  <a:gd name="T32" fmla="*/ 27 w 99"/>
                  <a:gd name="T33" fmla="*/ 57 h 102"/>
                  <a:gd name="T34" fmla="*/ 39 w 99"/>
                  <a:gd name="T35" fmla="*/ 63 h 102"/>
                  <a:gd name="T36" fmla="*/ 60 w 99"/>
                  <a:gd name="T37" fmla="*/ 72 h 102"/>
                  <a:gd name="T38" fmla="*/ 51 w 99"/>
                  <a:gd name="T39" fmla="*/ 87 h 102"/>
                  <a:gd name="T40" fmla="*/ 48 w 99"/>
                  <a:gd name="T41" fmla="*/ 96 h 102"/>
                  <a:gd name="T42" fmla="*/ 60 w 99"/>
                  <a:gd name="T43" fmla="*/ 99 h 102"/>
                  <a:gd name="T44" fmla="*/ 69 w 99"/>
                  <a:gd name="T45" fmla="*/ 99 h 102"/>
                  <a:gd name="T46" fmla="*/ 78 w 99"/>
                  <a:gd name="T47" fmla="*/ 96 h 102"/>
                  <a:gd name="T48" fmla="*/ 87 w 99"/>
                  <a:gd name="T49" fmla="*/ 93 h 102"/>
                  <a:gd name="T50" fmla="*/ 93 w 99"/>
                  <a:gd name="T51" fmla="*/ 75 h 102"/>
                  <a:gd name="T52" fmla="*/ 96 w 99"/>
                  <a:gd name="T53" fmla="*/ 5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9" h="102">
                    <a:moveTo>
                      <a:pt x="96" y="54"/>
                    </a:moveTo>
                    <a:cubicBezTo>
                      <a:pt x="90" y="54"/>
                      <a:pt x="87" y="57"/>
                      <a:pt x="87" y="57"/>
                    </a:cubicBezTo>
                    <a:cubicBezTo>
                      <a:pt x="84" y="57"/>
                      <a:pt x="81" y="48"/>
                      <a:pt x="81" y="45"/>
                    </a:cubicBezTo>
                    <a:cubicBezTo>
                      <a:pt x="78" y="42"/>
                      <a:pt x="75" y="33"/>
                      <a:pt x="72" y="36"/>
                    </a:cubicBezTo>
                    <a:cubicBezTo>
                      <a:pt x="69" y="36"/>
                      <a:pt x="69" y="33"/>
                      <a:pt x="63" y="33"/>
                    </a:cubicBezTo>
                    <a:cubicBezTo>
                      <a:pt x="54" y="33"/>
                      <a:pt x="54" y="33"/>
                      <a:pt x="57" y="24"/>
                    </a:cubicBezTo>
                    <a:cubicBezTo>
                      <a:pt x="60" y="18"/>
                      <a:pt x="51" y="12"/>
                      <a:pt x="54" y="12"/>
                    </a:cubicBezTo>
                    <a:cubicBezTo>
                      <a:pt x="57" y="9"/>
                      <a:pt x="57" y="9"/>
                      <a:pt x="54" y="6"/>
                    </a:cubicBezTo>
                    <a:cubicBezTo>
                      <a:pt x="54" y="6"/>
                      <a:pt x="54" y="6"/>
                      <a:pt x="51" y="6"/>
                    </a:cubicBezTo>
                    <a:cubicBezTo>
                      <a:pt x="51" y="6"/>
                      <a:pt x="45" y="0"/>
                      <a:pt x="42" y="0"/>
                    </a:cubicBezTo>
                    <a:cubicBezTo>
                      <a:pt x="36" y="0"/>
                      <a:pt x="33" y="0"/>
                      <a:pt x="30" y="3"/>
                    </a:cubicBezTo>
                    <a:cubicBezTo>
                      <a:pt x="24" y="3"/>
                      <a:pt x="18" y="3"/>
                      <a:pt x="15" y="6"/>
                    </a:cubicBezTo>
                    <a:cubicBezTo>
                      <a:pt x="12" y="6"/>
                      <a:pt x="6" y="12"/>
                      <a:pt x="6" y="15"/>
                    </a:cubicBezTo>
                    <a:cubicBezTo>
                      <a:pt x="6" y="18"/>
                      <a:pt x="6" y="33"/>
                      <a:pt x="3" y="33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6"/>
                      <a:pt x="9" y="45"/>
                      <a:pt x="15" y="48"/>
                    </a:cubicBezTo>
                    <a:cubicBezTo>
                      <a:pt x="21" y="51"/>
                      <a:pt x="21" y="57"/>
                      <a:pt x="27" y="57"/>
                    </a:cubicBezTo>
                    <a:cubicBezTo>
                      <a:pt x="33" y="57"/>
                      <a:pt x="39" y="60"/>
                      <a:pt x="39" y="63"/>
                    </a:cubicBezTo>
                    <a:cubicBezTo>
                      <a:pt x="42" y="66"/>
                      <a:pt x="60" y="72"/>
                      <a:pt x="60" y="72"/>
                    </a:cubicBezTo>
                    <a:cubicBezTo>
                      <a:pt x="63" y="75"/>
                      <a:pt x="51" y="81"/>
                      <a:pt x="51" y="87"/>
                    </a:cubicBezTo>
                    <a:cubicBezTo>
                      <a:pt x="51" y="93"/>
                      <a:pt x="48" y="93"/>
                      <a:pt x="48" y="96"/>
                    </a:cubicBezTo>
                    <a:cubicBezTo>
                      <a:pt x="48" y="99"/>
                      <a:pt x="57" y="96"/>
                      <a:pt x="60" y="99"/>
                    </a:cubicBezTo>
                    <a:cubicBezTo>
                      <a:pt x="63" y="99"/>
                      <a:pt x="66" y="96"/>
                      <a:pt x="69" y="99"/>
                    </a:cubicBezTo>
                    <a:cubicBezTo>
                      <a:pt x="72" y="102"/>
                      <a:pt x="78" y="96"/>
                      <a:pt x="78" y="96"/>
                    </a:cubicBezTo>
                    <a:cubicBezTo>
                      <a:pt x="81" y="99"/>
                      <a:pt x="84" y="93"/>
                      <a:pt x="87" y="93"/>
                    </a:cubicBezTo>
                    <a:cubicBezTo>
                      <a:pt x="93" y="93"/>
                      <a:pt x="96" y="81"/>
                      <a:pt x="93" y="75"/>
                    </a:cubicBezTo>
                    <a:cubicBezTo>
                      <a:pt x="93" y="72"/>
                      <a:pt x="99" y="57"/>
                      <a:pt x="96" y="5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7" name="Freeform 116">
                <a:extLst>
                  <a:ext uri="{FF2B5EF4-FFF2-40B4-BE49-F238E27FC236}">
                    <a16:creationId xmlns:a16="http://schemas.microsoft.com/office/drawing/2014/main" id="{AD5E6A2B-F00E-EBA5-5E70-87CCEDE9C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0519" y="3005830"/>
                <a:ext cx="74348" cy="58127"/>
              </a:xfrm>
              <a:custGeom>
                <a:avLst/>
                <a:gdLst>
                  <a:gd name="T0" fmla="*/ 36 w 39"/>
                  <a:gd name="T1" fmla="*/ 24 h 30"/>
                  <a:gd name="T2" fmla="*/ 39 w 39"/>
                  <a:gd name="T3" fmla="*/ 18 h 30"/>
                  <a:gd name="T4" fmla="*/ 27 w 39"/>
                  <a:gd name="T5" fmla="*/ 3 h 30"/>
                  <a:gd name="T6" fmla="*/ 21 w 39"/>
                  <a:gd name="T7" fmla="*/ 3 h 30"/>
                  <a:gd name="T8" fmla="*/ 12 w 39"/>
                  <a:gd name="T9" fmla="*/ 0 h 30"/>
                  <a:gd name="T10" fmla="*/ 6 w 39"/>
                  <a:gd name="T11" fmla="*/ 0 h 30"/>
                  <a:gd name="T12" fmla="*/ 3 w 39"/>
                  <a:gd name="T13" fmla="*/ 6 h 30"/>
                  <a:gd name="T14" fmla="*/ 6 w 39"/>
                  <a:gd name="T15" fmla="*/ 15 h 30"/>
                  <a:gd name="T16" fmla="*/ 12 w 39"/>
                  <a:gd name="T17" fmla="*/ 12 h 30"/>
                  <a:gd name="T18" fmla="*/ 18 w 39"/>
                  <a:gd name="T19" fmla="*/ 18 h 30"/>
                  <a:gd name="T20" fmla="*/ 27 w 39"/>
                  <a:gd name="T21" fmla="*/ 24 h 30"/>
                  <a:gd name="T22" fmla="*/ 33 w 39"/>
                  <a:gd name="T23" fmla="*/ 30 h 30"/>
                  <a:gd name="T24" fmla="*/ 36 w 39"/>
                  <a:gd name="T25" fmla="*/ 30 h 30"/>
                  <a:gd name="T26" fmla="*/ 36 w 39"/>
                  <a:gd name="T2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30">
                    <a:moveTo>
                      <a:pt x="36" y="24"/>
                    </a:moveTo>
                    <a:cubicBezTo>
                      <a:pt x="36" y="24"/>
                      <a:pt x="36" y="18"/>
                      <a:pt x="39" y="18"/>
                    </a:cubicBezTo>
                    <a:cubicBezTo>
                      <a:pt x="36" y="12"/>
                      <a:pt x="30" y="6"/>
                      <a:pt x="27" y="3"/>
                    </a:cubicBezTo>
                    <a:cubicBezTo>
                      <a:pt x="24" y="3"/>
                      <a:pt x="24" y="3"/>
                      <a:pt x="21" y="3"/>
                    </a:cubicBezTo>
                    <a:cubicBezTo>
                      <a:pt x="18" y="0"/>
                      <a:pt x="12" y="3"/>
                      <a:pt x="12" y="0"/>
                    </a:cubicBezTo>
                    <a:cubicBezTo>
                      <a:pt x="9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3" y="6"/>
                    </a:cubicBezTo>
                    <a:cubicBezTo>
                      <a:pt x="0" y="6"/>
                      <a:pt x="0" y="12"/>
                      <a:pt x="6" y="15"/>
                    </a:cubicBezTo>
                    <a:cubicBezTo>
                      <a:pt x="12" y="18"/>
                      <a:pt x="9" y="12"/>
                      <a:pt x="12" y="12"/>
                    </a:cubicBezTo>
                    <a:cubicBezTo>
                      <a:pt x="15" y="12"/>
                      <a:pt x="15" y="18"/>
                      <a:pt x="18" y="18"/>
                    </a:cubicBezTo>
                    <a:cubicBezTo>
                      <a:pt x="21" y="18"/>
                      <a:pt x="27" y="21"/>
                      <a:pt x="27" y="24"/>
                    </a:cubicBezTo>
                    <a:cubicBezTo>
                      <a:pt x="27" y="27"/>
                      <a:pt x="27" y="30"/>
                      <a:pt x="33" y="30"/>
                    </a:cubicBezTo>
                    <a:cubicBezTo>
                      <a:pt x="33" y="30"/>
                      <a:pt x="33" y="30"/>
                      <a:pt x="36" y="30"/>
                    </a:cubicBezTo>
                    <a:cubicBezTo>
                      <a:pt x="36" y="27"/>
                      <a:pt x="36" y="24"/>
                      <a:pt x="36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8" name="Freeform 117">
                <a:extLst>
                  <a:ext uri="{FF2B5EF4-FFF2-40B4-BE49-F238E27FC236}">
                    <a16:creationId xmlns:a16="http://schemas.microsoft.com/office/drawing/2014/main" id="{7D0B3789-3BC2-1136-6CF6-742505E40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460" y="3034218"/>
                <a:ext cx="125716" cy="58127"/>
              </a:xfrm>
              <a:custGeom>
                <a:avLst/>
                <a:gdLst>
                  <a:gd name="T0" fmla="*/ 57 w 66"/>
                  <a:gd name="T1" fmla="*/ 9 h 30"/>
                  <a:gd name="T2" fmla="*/ 42 w 66"/>
                  <a:gd name="T3" fmla="*/ 3 h 30"/>
                  <a:gd name="T4" fmla="*/ 27 w 66"/>
                  <a:gd name="T5" fmla="*/ 9 h 30"/>
                  <a:gd name="T6" fmla="*/ 9 w 66"/>
                  <a:gd name="T7" fmla="*/ 6 h 30"/>
                  <a:gd name="T8" fmla="*/ 3 w 66"/>
                  <a:gd name="T9" fmla="*/ 3 h 30"/>
                  <a:gd name="T10" fmla="*/ 0 w 66"/>
                  <a:gd name="T11" fmla="*/ 9 h 30"/>
                  <a:gd name="T12" fmla="*/ 0 w 66"/>
                  <a:gd name="T13" fmla="*/ 15 h 30"/>
                  <a:gd name="T14" fmla="*/ 15 w 66"/>
                  <a:gd name="T15" fmla="*/ 21 h 30"/>
                  <a:gd name="T16" fmla="*/ 21 w 66"/>
                  <a:gd name="T17" fmla="*/ 27 h 30"/>
                  <a:gd name="T18" fmla="*/ 30 w 66"/>
                  <a:gd name="T19" fmla="*/ 24 h 30"/>
                  <a:gd name="T20" fmla="*/ 27 w 66"/>
                  <a:gd name="T21" fmla="*/ 18 h 30"/>
                  <a:gd name="T22" fmla="*/ 33 w 66"/>
                  <a:gd name="T23" fmla="*/ 12 h 30"/>
                  <a:gd name="T24" fmla="*/ 45 w 66"/>
                  <a:gd name="T25" fmla="*/ 9 h 30"/>
                  <a:gd name="T26" fmla="*/ 48 w 66"/>
                  <a:gd name="T27" fmla="*/ 18 h 30"/>
                  <a:gd name="T28" fmla="*/ 57 w 66"/>
                  <a:gd name="T29" fmla="*/ 30 h 30"/>
                  <a:gd name="T30" fmla="*/ 63 w 66"/>
                  <a:gd name="T31" fmla="*/ 21 h 30"/>
                  <a:gd name="T32" fmla="*/ 66 w 66"/>
                  <a:gd name="T33" fmla="*/ 18 h 30"/>
                  <a:gd name="T34" fmla="*/ 57 w 66"/>
                  <a:gd name="T35" fmla="*/ 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30">
                    <a:moveTo>
                      <a:pt x="57" y="9"/>
                    </a:moveTo>
                    <a:cubicBezTo>
                      <a:pt x="54" y="3"/>
                      <a:pt x="48" y="3"/>
                      <a:pt x="42" y="3"/>
                    </a:cubicBezTo>
                    <a:cubicBezTo>
                      <a:pt x="39" y="0"/>
                      <a:pt x="33" y="3"/>
                      <a:pt x="27" y="9"/>
                    </a:cubicBezTo>
                    <a:cubicBezTo>
                      <a:pt x="21" y="12"/>
                      <a:pt x="12" y="9"/>
                      <a:pt x="9" y="6"/>
                    </a:cubicBezTo>
                    <a:cubicBezTo>
                      <a:pt x="6" y="6"/>
                      <a:pt x="6" y="3"/>
                      <a:pt x="3" y="3"/>
                    </a:cubicBezTo>
                    <a:cubicBezTo>
                      <a:pt x="0" y="3"/>
                      <a:pt x="0" y="9"/>
                      <a:pt x="0" y="9"/>
                    </a:cubicBezTo>
                    <a:cubicBezTo>
                      <a:pt x="0" y="9"/>
                      <a:pt x="0" y="12"/>
                      <a:pt x="0" y="15"/>
                    </a:cubicBezTo>
                    <a:cubicBezTo>
                      <a:pt x="3" y="15"/>
                      <a:pt x="12" y="18"/>
                      <a:pt x="15" y="21"/>
                    </a:cubicBezTo>
                    <a:cubicBezTo>
                      <a:pt x="18" y="27"/>
                      <a:pt x="21" y="24"/>
                      <a:pt x="21" y="27"/>
                    </a:cubicBezTo>
                    <a:cubicBezTo>
                      <a:pt x="24" y="30"/>
                      <a:pt x="30" y="27"/>
                      <a:pt x="30" y="24"/>
                    </a:cubicBezTo>
                    <a:cubicBezTo>
                      <a:pt x="33" y="24"/>
                      <a:pt x="27" y="21"/>
                      <a:pt x="27" y="18"/>
                    </a:cubicBezTo>
                    <a:cubicBezTo>
                      <a:pt x="27" y="15"/>
                      <a:pt x="33" y="18"/>
                      <a:pt x="33" y="12"/>
                    </a:cubicBezTo>
                    <a:cubicBezTo>
                      <a:pt x="36" y="9"/>
                      <a:pt x="42" y="9"/>
                      <a:pt x="45" y="9"/>
                    </a:cubicBezTo>
                    <a:cubicBezTo>
                      <a:pt x="51" y="12"/>
                      <a:pt x="54" y="12"/>
                      <a:pt x="48" y="18"/>
                    </a:cubicBezTo>
                    <a:cubicBezTo>
                      <a:pt x="48" y="21"/>
                      <a:pt x="51" y="24"/>
                      <a:pt x="57" y="30"/>
                    </a:cubicBezTo>
                    <a:cubicBezTo>
                      <a:pt x="60" y="27"/>
                      <a:pt x="63" y="21"/>
                      <a:pt x="63" y="21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3" y="18"/>
                      <a:pt x="60" y="12"/>
                      <a:pt x="57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9" name="Freeform 118">
                <a:extLst>
                  <a:ext uri="{FF2B5EF4-FFF2-40B4-BE49-F238E27FC236}">
                    <a16:creationId xmlns:a16="http://schemas.microsoft.com/office/drawing/2014/main" id="{888470D6-9F13-A800-9A45-8174C9947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974" y="2970684"/>
                <a:ext cx="258190" cy="369036"/>
              </a:xfrm>
              <a:custGeom>
                <a:avLst/>
                <a:gdLst>
                  <a:gd name="T0" fmla="*/ 21 w 135"/>
                  <a:gd name="T1" fmla="*/ 141 h 192"/>
                  <a:gd name="T2" fmla="*/ 30 w 135"/>
                  <a:gd name="T3" fmla="*/ 141 h 192"/>
                  <a:gd name="T4" fmla="*/ 36 w 135"/>
                  <a:gd name="T5" fmla="*/ 147 h 192"/>
                  <a:gd name="T6" fmla="*/ 36 w 135"/>
                  <a:gd name="T7" fmla="*/ 147 h 192"/>
                  <a:gd name="T8" fmla="*/ 48 w 135"/>
                  <a:gd name="T9" fmla="*/ 147 h 192"/>
                  <a:gd name="T10" fmla="*/ 54 w 135"/>
                  <a:gd name="T11" fmla="*/ 156 h 192"/>
                  <a:gd name="T12" fmla="*/ 60 w 135"/>
                  <a:gd name="T13" fmla="*/ 162 h 192"/>
                  <a:gd name="T14" fmla="*/ 66 w 135"/>
                  <a:gd name="T15" fmla="*/ 171 h 192"/>
                  <a:gd name="T16" fmla="*/ 78 w 135"/>
                  <a:gd name="T17" fmla="*/ 171 h 192"/>
                  <a:gd name="T18" fmla="*/ 84 w 135"/>
                  <a:gd name="T19" fmla="*/ 171 h 192"/>
                  <a:gd name="T20" fmla="*/ 93 w 135"/>
                  <a:gd name="T21" fmla="*/ 171 h 192"/>
                  <a:gd name="T22" fmla="*/ 99 w 135"/>
                  <a:gd name="T23" fmla="*/ 177 h 192"/>
                  <a:gd name="T24" fmla="*/ 93 w 135"/>
                  <a:gd name="T25" fmla="*/ 186 h 192"/>
                  <a:gd name="T26" fmla="*/ 102 w 135"/>
                  <a:gd name="T27" fmla="*/ 192 h 192"/>
                  <a:gd name="T28" fmla="*/ 102 w 135"/>
                  <a:gd name="T29" fmla="*/ 192 h 192"/>
                  <a:gd name="T30" fmla="*/ 105 w 135"/>
                  <a:gd name="T31" fmla="*/ 177 h 192"/>
                  <a:gd name="T32" fmla="*/ 108 w 135"/>
                  <a:gd name="T33" fmla="*/ 162 h 192"/>
                  <a:gd name="T34" fmla="*/ 102 w 135"/>
                  <a:gd name="T35" fmla="*/ 144 h 192"/>
                  <a:gd name="T36" fmla="*/ 108 w 135"/>
                  <a:gd name="T37" fmla="*/ 138 h 192"/>
                  <a:gd name="T38" fmla="*/ 108 w 135"/>
                  <a:gd name="T39" fmla="*/ 132 h 192"/>
                  <a:gd name="T40" fmla="*/ 105 w 135"/>
                  <a:gd name="T41" fmla="*/ 126 h 192"/>
                  <a:gd name="T42" fmla="*/ 120 w 135"/>
                  <a:gd name="T43" fmla="*/ 126 h 192"/>
                  <a:gd name="T44" fmla="*/ 132 w 135"/>
                  <a:gd name="T45" fmla="*/ 120 h 192"/>
                  <a:gd name="T46" fmla="*/ 132 w 135"/>
                  <a:gd name="T47" fmla="*/ 114 h 192"/>
                  <a:gd name="T48" fmla="*/ 132 w 135"/>
                  <a:gd name="T49" fmla="*/ 105 h 192"/>
                  <a:gd name="T50" fmla="*/ 126 w 135"/>
                  <a:gd name="T51" fmla="*/ 99 h 192"/>
                  <a:gd name="T52" fmla="*/ 129 w 135"/>
                  <a:gd name="T53" fmla="*/ 78 h 192"/>
                  <a:gd name="T54" fmla="*/ 117 w 135"/>
                  <a:gd name="T55" fmla="*/ 75 h 192"/>
                  <a:gd name="T56" fmla="*/ 102 w 135"/>
                  <a:gd name="T57" fmla="*/ 66 h 192"/>
                  <a:gd name="T58" fmla="*/ 81 w 135"/>
                  <a:gd name="T59" fmla="*/ 66 h 192"/>
                  <a:gd name="T60" fmla="*/ 75 w 135"/>
                  <a:gd name="T61" fmla="*/ 51 h 192"/>
                  <a:gd name="T62" fmla="*/ 69 w 135"/>
                  <a:gd name="T63" fmla="*/ 42 h 192"/>
                  <a:gd name="T64" fmla="*/ 63 w 135"/>
                  <a:gd name="T65" fmla="*/ 39 h 192"/>
                  <a:gd name="T66" fmla="*/ 66 w 135"/>
                  <a:gd name="T67" fmla="*/ 36 h 192"/>
                  <a:gd name="T68" fmla="*/ 69 w 135"/>
                  <a:gd name="T69" fmla="*/ 27 h 192"/>
                  <a:gd name="T70" fmla="*/ 78 w 135"/>
                  <a:gd name="T71" fmla="*/ 15 h 192"/>
                  <a:gd name="T72" fmla="*/ 81 w 135"/>
                  <a:gd name="T73" fmla="*/ 12 h 192"/>
                  <a:gd name="T74" fmla="*/ 84 w 135"/>
                  <a:gd name="T75" fmla="*/ 9 h 192"/>
                  <a:gd name="T76" fmla="*/ 87 w 135"/>
                  <a:gd name="T77" fmla="*/ 3 h 192"/>
                  <a:gd name="T78" fmla="*/ 75 w 135"/>
                  <a:gd name="T79" fmla="*/ 9 h 192"/>
                  <a:gd name="T80" fmla="*/ 63 w 135"/>
                  <a:gd name="T81" fmla="*/ 15 h 192"/>
                  <a:gd name="T82" fmla="*/ 54 w 135"/>
                  <a:gd name="T83" fmla="*/ 18 h 192"/>
                  <a:gd name="T84" fmla="*/ 48 w 135"/>
                  <a:gd name="T85" fmla="*/ 18 h 192"/>
                  <a:gd name="T86" fmla="*/ 39 w 135"/>
                  <a:gd name="T87" fmla="*/ 27 h 192"/>
                  <a:gd name="T88" fmla="*/ 33 w 135"/>
                  <a:gd name="T89" fmla="*/ 36 h 192"/>
                  <a:gd name="T90" fmla="*/ 24 w 135"/>
                  <a:gd name="T91" fmla="*/ 51 h 192"/>
                  <a:gd name="T92" fmla="*/ 21 w 135"/>
                  <a:gd name="T93" fmla="*/ 51 h 192"/>
                  <a:gd name="T94" fmla="*/ 18 w 135"/>
                  <a:gd name="T95" fmla="*/ 54 h 192"/>
                  <a:gd name="T96" fmla="*/ 12 w 135"/>
                  <a:gd name="T97" fmla="*/ 63 h 192"/>
                  <a:gd name="T98" fmla="*/ 15 w 135"/>
                  <a:gd name="T99" fmla="*/ 66 h 192"/>
                  <a:gd name="T100" fmla="*/ 18 w 135"/>
                  <a:gd name="T101" fmla="*/ 75 h 192"/>
                  <a:gd name="T102" fmla="*/ 18 w 135"/>
                  <a:gd name="T103" fmla="*/ 81 h 192"/>
                  <a:gd name="T104" fmla="*/ 18 w 135"/>
                  <a:gd name="T105" fmla="*/ 99 h 192"/>
                  <a:gd name="T106" fmla="*/ 15 w 135"/>
                  <a:gd name="T107" fmla="*/ 108 h 192"/>
                  <a:gd name="T108" fmla="*/ 6 w 135"/>
                  <a:gd name="T109" fmla="*/ 114 h 192"/>
                  <a:gd name="T110" fmla="*/ 0 w 135"/>
                  <a:gd name="T111" fmla="*/ 123 h 192"/>
                  <a:gd name="T112" fmla="*/ 0 w 135"/>
                  <a:gd name="T113" fmla="*/ 126 h 192"/>
                  <a:gd name="T114" fmla="*/ 12 w 135"/>
                  <a:gd name="T115" fmla="*/ 135 h 192"/>
                  <a:gd name="T116" fmla="*/ 21 w 135"/>
                  <a:gd name="T117" fmla="*/ 14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35" h="192">
                    <a:moveTo>
                      <a:pt x="21" y="141"/>
                    </a:moveTo>
                    <a:cubicBezTo>
                      <a:pt x="24" y="141"/>
                      <a:pt x="27" y="141"/>
                      <a:pt x="30" y="141"/>
                    </a:cubicBezTo>
                    <a:cubicBezTo>
                      <a:pt x="30" y="138"/>
                      <a:pt x="33" y="141"/>
                      <a:pt x="36" y="147"/>
                    </a:cubicBezTo>
                    <a:cubicBezTo>
                      <a:pt x="36" y="147"/>
                      <a:pt x="36" y="147"/>
                      <a:pt x="36" y="147"/>
                    </a:cubicBezTo>
                    <a:cubicBezTo>
                      <a:pt x="42" y="147"/>
                      <a:pt x="45" y="144"/>
                      <a:pt x="48" y="147"/>
                    </a:cubicBezTo>
                    <a:cubicBezTo>
                      <a:pt x="51" y="147"/>
                      <a:pt x="48" y="156"/>
                      <a:pt x="54" y="156"/>
                    </a:cubicBezTo>
                    <a:cubicBezTo>
                      <a:pt x="57" y="156"/>
                      <a:pt x="60" y="162"/>
                      <a:pt x="60" y="162"/>
                    </a:cubicBezTo>
                    <a:cubicBezTo>
                      <a:pt x="60" y="165"/>
                      <a:pt x="66" y="168"/>
                      <a:pt x="66" y="171"/>
                    </a:cubicBezTo>
                    <a:cubicBezTo>
                      <a:pt x="66" y="174"/>
                      <a:pt x="75" y="174"/>
                      <a:pt x="78" y="171"/>
                    </a:cubicBezTo>
                    <a:cubicBezTo>
                      <a:pt x="81" y="171"/>
                      <a:pt x="84" y="171"/>
                      <a:pt x="84" y="171"/>
                    </a:cubicBezTo>
                    <a:cubicBezTo>
                      <a:pt x="87" y="171"/>
                      <a:pt x="90" y="171"/>
                      <a:pt x="93" y="171"/>
                    </a:cubicBezTo>
                    <a:cubicBezTo>
                      <a:pt x="93" y="171"/>
                      <a:pt x="102" y="174"/>
                      <a:pt x="99" y="177"/>
                    </a:cubicBezTo>
                    <a:cubicBezTo>
                      <a:pt x="99" y="180"/>
                      <a:pt x="93" y="183"/>
                      <a:pt x="93" y="186"/>
                    </a:cubicBezTo>
                    <a:cubicBezTo>
                      <a:pt x="96" y="189"/>
                      <a:pt x="99" y="189"/>
                      <a:pt x="102" y="192"/>
                    </a:cubicBezTo>
                    <a:cubicBezTo>
                      <a:pt x="102" y="192"/>
                      <a:pt x="102" y="192"/>
                      <a:pt x="102" y="192"/>
                    </a:cubicBezTo>
                    <a:cubicBezTo>
                      <a:pt x="105" y="192"/>
                      <a:pt x="105" y="180"/>
                      <a:pt x="105" y="177"/>
                    </a:cubicBezTo>
                    <a:cubicBezTo>
                      <a:pt x="105" y="174"/>
                      <a:pt x="108" y="165"/>
                      <a:pt x="108" y="162"/>
                    </a:cubicBezTo>
                    <a:cubicBezTo>
                      <a:pt x="111" y="156"/>
                      <a:pt x="102" y="150"/>
                      <a:pt x="102" y="144"/>
                    </a:cubicBezTo>
                    <a:cubicBezTo>
                      <a:pt x="102" y="135"/>
                      <a:pt x="105" y="141"/>
                      <a:pt x="108" y="138"/>
                    </a:cubicBezTo>
                    <a:cubicBezTo>
                      <a:pt x="114" y="135"/>
                      <a:pt x="108" y="132"/>
                      <a:pt x="108" y="132"/>
                    </a:cubicBezTo>
                    <a:cubicBezTo>
                      <a:pt x="105" y="132"/>
                      <a:pt x="102" y="129"/>
                      <a:pt x="105" y="126"/>
                    </a:cubicBezTo>
                    <a:cubicBezTo>
                      <a:pt x="105" y="123"/>
                      <a:pt x="117" y="126"/>
                      <a:pt x="120" y="126"/>
                    </a:cubicBezTo>
                    <a:cubicBezTo>
                      <a:pt x="126" y="126"/>
                      <a:pt x="132" y="120"/>
                      <a:pt x="132" y="120"/>
                    </a:cubicBezTo>
                    <a:cubicBezTo>
                      <a:pt x="132" y="120"/>
                      <a:pt x="135" y="117"/>
                      <a:pt x="132" y="114"/>
                    </a:cubicBezTo>
                    <a:cubicBezTo>
                      <a:pt x="129" y="111"/>
                      <a:pt x="129" y="108"/>
                      <a:pt x="132" y="105"/>
                    </a:cubicBezTo>
                    <a:cubicBezTo>
                      <a:pt x="135" y="105"/>
                      <a:pt x="129" y="102"/>
                      <a:pt x="126" y="99"/>
                    </a:cubicBezTo>
                    <a:cubicBezTo>
                      <a:pt x="123" y="93"/>
                      <a:pt x="126" y="84"/>
                      <a:pt x="129" y="78"/>
                    </a:cubicBezTo>
                    <a:cubicBezTo>
                      <a:pt x="132" y="72"/>
                      <a:pt x="123" y="72"/>
                      <a:pt x="117" y="75"/>
                    </a:cubicBezTo>
                    <a:cubicBezTo>
                      <a:pt x="111" y="75"/>
                      <a:pt x="105" y="72"/>
                      <a:pt x="102" y="66"/>
                    </a:cubicBezTo>
                    <a:cubicBezTo>
                      <a:pt x="96" y="60"/>
                      <a:pt x="90" y="66"/>
                      <a:pt x="81" y="66"/>
                    </a:cubicBezTo>
                    <a:cubicBezTo>
                      <a:pt x="72" y="66"/>
                      <a:pt x="75" y="54"/>
                      <a:pt x="75" y="51"/>
                    </a:cubicBezTo>
                    <a:cubicBezTo>
                      <a:pt x="75" y="45"/>
                      <a:pt x="69" y="45"/>
                      <a:pt x="69" y="42"/>
                    </a:cubicBezTo>
                    <a:cubicBezTo>
                      <a:pt x="69" y="39"/>
                      <a:pt x="66" y="39"/>
                      <a:pt x="63" y="39"/>
                    </a:cubicBezTo>
                    <a:cubicBezTo>
                      <a:pt x="63" y="39"/>
                      <a:pt x="63" y="36"/>
                      <a:pt x="66" y="36"/>
                    </a:cubicBezTo>
                    <a:cubicBezTo>
                      <a:pt x="69" y="33"/>
                      <a:pt x="66" y="30"/>
                      <a:pt x="69" y="27"/>
                    </a:cubicBezTo>
                    <a:cubicBezTo>
                      <a:pt x="69" y="21"/>
                      <a:pt x="75" y="18"/>
                      <a:pt x="78" y="15"/>
                    </a:cubicBezTo>
                    <a:cubicBezTo>
                      <a:pt x="78" y="12"/>
                      <a:pt x="81" y="12"/>
                      <a:pt x="81" y="12"/>
                    </a:cubicBezTo>
                    <a:cubicBezTo>
                      <a:pt x="81" y="12"/>
                      <a:pt x="81" y="9"/>
                      <a:pt x="84" y="9"/>
                    </a:cubicBezTo>
                    <a:cubicBezTo>
                      <a:pt x="90" y="9"/>
                      <a:pt x="90" y="6"/>
                      <a:pt x="87" y="3"/>
                    </a:cubicBezTo>
                    <a:cubicBezTo>
                      <a:pt x="81" y="0"/>
                      <a:pt x="78" y="9"/>
                      <a:pt x="75" y="9"/>
                    </a:cubicBezTo>
                    <a:cubicBezTo>
                      <a:pt x="69" y="9"/>
                      <a:pt x="66" y="12"/>
                      <a:pt x="63" y="15"/>
                    </a:cubicBezTo>
                    <a:cubicBezTo>
                      <a:pt x="60" y="15"/>
                      <a:pt x="54" y="15"/>
                      <a:pt x="54" y="18"/>
                    </a:cubicBezTo>
                    <a:cubicBezTo>
                      <a:pt x="54" y="21"/>
                      <a:pt x="51" y="18"/>
                      <a:pt x="48" y="18"/>
                    </a:cubicBezTo>
                    <a:cubicBezTo>
                      <a:pt x="45" y="15"/>
                      <a:pt x="39" y="24"/>
                      <a:pt x="39" y="27"/>
                    </a:cubicBezTo>
                    <a:cubicBezTo>
                      <a:pt x="39" y="30"/>
                      <a:pt x="39" y="33"/>
                      <a:pt x="33" y="36"/>
                    </a:cubicBezTo>
                    <a:cubicBezTo>
                      <a:pt x="27" y="42"/>
                      <a:pt x="24" y="48"/>
                      <a:pt x="24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8" y="54"/>
                      <a:pt x="15" y="60"/>
                      <a:pt x="12" y="63"/>
                    </a:cubicBezTo>
                    <a:cubicBezTo>
                      <a:pt x="12" y="63"/>
                      <a:pt x="15" y="63"/>
                      <a:pt x="15" y="66"/>
                    </a:cubicBezTo>
                    <a:cubicBezTo>
                      <a:pt x="18" y="69"/>
                      <a:pt x="15" y="72"/>
                      <a:pt x="18" y="75"/>
                    </a:cubicBezTo>
                    <a:cubicBezTo>
                      <a:pt x="18" y="75"/>
                      <a:pt x="18" y="78"/>
                      <a:pt x="18" y="81"/>
                    </a:cubicBezTo>
                    <a:cubicBezTo>
                      <a:pt x="15" y="81"/>
                      <a:pt x="18" y="96"/>
                      <a:pt x="18" y="99"/>
                    </a:cubicBezTo>
                    <a:cubicBezTo>
                      <a:pt x="21" y="99"/>
                      <a:pt x="18" y="102"/>
                      <a:pt x="15" y="108"/>
                    </a:cubicBezTo>
                    <a:cubicBezTo>
                      <a:pt x="15" y="114"/>
                      <a:pt x="12" y="114"/>
                      <a:pt x="6" y="114"/>
                    </a:cubicBezTo>
                    <a:cubicBezTo>
                      <a:pt x="3" y="114"/>
                      <a:pt x="3" y="123"/>
                      <a:pt x="0" y="123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3" y="132"/>
                      <a:pt x="12" y="135"/>
                      <a:pt x="12" y="135"/>
                    </a:cubicBezTo>
                    <a:cubicBezTo>
                      <a:pt x="15" y="135"/>
                      <a:pt x="18" y="138"/>
                      <a:pt x="21" y="14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6" name="Freeform 119">
                <a:extLst>
                  <a:ext uri="{FF2B5EF4-FFF2-40B4-BE49-F238E27FC236}">
                    <a16:creationId xmlns:a16="http://schemas.microsoft.com/office/drawing/2014/main" id="{82F4DA83-85AB-C8A0-4D3D-40744B8A6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038" y="3460028"/>
                <a:ext cx="264949" cy="298743"/>
              </a:xfrm>
              <a:custGeom>
                <a:avLst/>
                <a:gdLst>
                  <a:gd name="T0" fmla="*/ 138 w 138"/>
                  <a:gd name="T1" fmla="*/ 93 h 156"/>
                  <a:gd name="T2" fmla="*/ 129 w 138"/>
                  <a:gd name="T3" fmla="*/ 84 h 156"/>
                  <a:gd name="T4" fmla="*/ 120 w 138"/>
                  <a:gd name="T5" fmla="*/ 78 h 156"/>
                  <a:gd name="T6" fmla="*/ 108 w 138"/>
                  <a:gd name="T7" fmla="*/ 72 h 156"/>
                  <a:gd name="T8" fmla="*/ 108 w 138"/>
                  <a:gd name="T9" fmla="*/ 63 h 156"/>
                  <a:gd name="T10" fmla="*/ 105 w 138"/>
                  <a:gd name="T11" fmla="*/ 54 h 156"/>
                  <a:gd name="T12" fmla="*/ 102 w 138"/>
                  <a:gd name="T13" fmla="*/ 45 h 156"/>
                  <a:gd name="T14" fmla="*/ 90 w 138"/>
                  <a:gd name="T15" fmla="*/ 42 h 156"/>
                  <a:gd name="T16" fmla="*/ 81 w 138"/>
                  <a:gd name="T17" fmla="*/ 39 h 156"/>
                  <a:gd name="T18" fmla="*/ 75 w 138"/>
                  <a:gd name="T19" fmla="*/ 36 h 156"/>
                  <a:gd name="T20" fmla="*/ 66 w 138"/>
                  <a:gd name="T21" fmla="*/ 33 h 156"/>
                  <a:gd name="T22" fmla="*/ 54 w 138"/>
                  <a:gd name="T23" fmla="*/ 24 h 156"/>
                  <a:gd name="T24" fmla="*/ 51 w 138"/>
                  <a:gd name="T25" fmla="*/ 3 h 156"/>
                  <a:gd name="T26" fmla="*/ 39 w 138"/>
                  <a:gd name="T27" fmla="*/ 3 h 156"/>
                  <a:gd name="T28" fmla="*/ 27 w 138"/>
                  <a:gd name="T29" fmla="*/ 9 h 156"/>
                  <a:gd name="T30" fmla="*/ 15 w 138"/>
                  <a:gd name="T31" fmla="*/ 12 h 156"/>
                  <a:gd name="T32" fmla="*/ 6 w 138"/>
                  <a:gd name="T33" fmla="*/ 15 h 156"/>
                  <a:gd name="T34" fmla="*/ 3 w 138"/>
                  <a:gd name="T35" fmla="*/ 15 h 156"/>
                  <a:gd name="T36" fmla="*/ 12 w 138"/>
                  <a:gd name="T37" fmla="*/ 30 h 156"/>
                  <a:gd name="T38" fmla="*/ 9 w 138"/>
                  <a:gd name="T39" fmla="*/ 36 h 156"/>
                  <a:gd name="T40" fmla="*/ 9 w 138"/>
                  <a:gd name="T41" fmla="*/ 54 h 156"/>
                  <a:gd name="T42" fmla="*/ 6 w 138"/>
                  <a:gd name="T43" fmla="*/ 63 h 156"/>
                  <a:gd name="T44" fmla="*/ 3 w 138"/>
                  <a:gd name="T45" fmla="*/ 72 h 156"/>
                  <a:gd name="T46" fmla="*/ 9 w 138"/>
                  <a:gd name="T47" fmla="*/ 78 h 156"/>
                  <a:gd name="T48" fmla="*/ 3 w 138"/>
                  <a:gd name="T49" fmla="*/ 87 h 156"/>
                  <a:gd name="T50" fmla="*/ 0 w 138"/>
                  <a:gd name="T51" fmla="*/ 90 h 156"/>
                  <a:gd name="T52" fmla="*/ 6 w 138"/>
                  <a:gd name="T53" fmla="*/ 96 h 156"/>
                  <a:gd name="T54" fmla="*/ 9 w 138"/>
                  <a:gd name="T55" fmla="*/ 108 h 156"/>
                  <a:gd name="T56" fmla="*/ 12 w 138"/>
                  <a:gd name="T57" fmla="*/ 114 h 156"/>
                  <a:gd name="T58" fmla="*/ 9 w 138"/>
                  <a:gd name="T59" fmla="*/ 123 h 156"/>
                  <a:gd name="T60" fmla="*/ 15 w 138"/>
                  <a:gd name="T61" fmla="*/ 132 h 156"/>
                  <a:gd name="T62" fmla="*/ 18 w 138"/>
                  <a:gd name="T63" fmla="*/ 141 h 156"/>
                  <a:gd name="T64" fmla="*/ 21 w 138"/>
                  <a:gd name="T65" fmla="*/ 153 h 156"/>
                  <a:gd name="T66" fmla="*/ 36 w 138"/>
                  <a:gd name="T67" fmla="*/ 144 h 156"/>
                  <a:gd name="T68" fmla="*/ 45 w 138"/>
                  <a:gd name="T69" fmla="*/ 144 h 156"/>
                  <a:gd name="T70" fmla="*/ 60 w 138"/>
                  <a:gd name="T71" fmla="*/ 150 h 156"/>
                  <a:gd name="T72" fmla="*/ 66 w 138"/>
                  <a:gd name="T73" fmla="*/ 144 h 156"/>
                  <a:gd name="T74" fmla="*/ 81 w 138"/>
                  <a:gd name="T75" fmla="*/ 144 h 156"/>
                  <a:gd name="T76" fmla="*/ 84 w 138"/>
                  <a:gd name="T77" fmla="*/ 126 h 156"/>
                  <a:gd name="T78" fmla="*/ 93 w 138"/>
                  <a:gd name="T79" fmla="*/ 117 h 156"/>
                  <a:gd name="T80" fmla="*/ 108 w 138"/>
                  <a:gd name="T81" fmla="*/ 114 h 156"/>
                  <a:gd name="T82" fmla="*/ 120 w 138"/>
                  <a:gd name="T83" fmla="*/ 111 h 156"/>
                  <a:gd name="T84" fmla="*/ 129 w 138"/>
                  <a:gd name="T85" fmla="*/ 117 h 156"/>
                  <a:gd name="T86" fmla="*/ 135 w 138"/>
                  <a:gd name="T87" fmla="*/ 108 h 156"/>
                  <a:gd name="T88" fmla="*/ 138 w 138"/>
                  <a:gd name="T89" fmla="*/ 9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38" h="156">
                    <a:moveTo>
                      <a:pt x="138" y="93"/>
                    </a:moveTo>
                    <a:cubicBezTo>
                      <a:pt x="135" y="90"/>
                      <a:pt x="129" y="87"/>
                      <a:pt x="129" y="84"/>
                    </a:cubicBezTo>
                    <a:cubicBezTo>
                      <a:pt x="129" y="78"/>
                      <a:pt x="129" y="78"/>
                      <a:pt x="120" y="78"/>
                    </a:cubicBezTo>
                    <a:cubicBezTo>
                      <a:pt x="114" y="78"/>
                      <a:pt x="108" y="75"/>
                      <a:pt x="108" y="72"/>
                    </a:cubicBezTo>
                    <a:cubicBezTo>
                      <a:pt x="108" y="66"/>
                      <a:pt x="105" y="63"/>
                      <a:pt x="108" y="63"/>
                    </a:cubicBezTo>
                    <a:cubicBezTo>
                      <a:pt x="111" y="60"/>
                      <a:pt x="105" y="57"/>
                      <a:pt x="105" y="54"/>
                    </a:cubicBezTo>
                    <a:cubicBezTo>
                      <a:pt x="105" y="48"/>
                      <a:pt x="105" y="48"/>
                      <a:pt x="102" y="45"/>
                    </a:cubicBezTo>
                    <a:cubicBezTo>
                      <a:pt x="99" y="45"/>
                      <a:pt x="90" y="48"/>
                      <a:pt x="90" y="42"/>
                    </a:cubicBezTo>
                    <a:cubicBezTo>
                      <a:pt x="90" y="39"/>
                      <a:pt x="84" y="39"/>
                      <a:pt x="81" y="39"/>
                    </a:cubicBezTo>
                    <a:cubicBezTo>
                      <a:pt x="75" y="39"/>
                      <a:pt x="78" y="33"/>
                      <a:pt x="75" y="36"/>
                    </a:cubicBezTo>
                    <a:cubicBezTo>
                      <a:pt x="72" y="36"/>
                      <a:pt x="72" y="33"/>
                      <a:pt x="66" y="33"/>
                    </a:cubicBezTo>
                    <a:cubicBezTo>
                      <a:pt x="63" y="33"/>
                      <a:pt x="60" y="30"/>
                      <a:pt x="54" y="24"/>
                    </a:cubicBezTo>
                    <a:cubicBezTo>
                      <a:pt x="48" y="18"/>
                      <a:pt x="48" y="6"/>
                      <a:pt x="51" y="3"/>
                    </a:cubicBezTo>
                    <a:cubicBezTo>
                      <a:pt x="51" y="0"/>
                      <a:pt x="45" y="3"/>
                      <a:pt x="39" y="3"/>
                    </a:cubicBezTo>
                    <a:cubicBezTo>
                      <a:pt x="36" y="3"/>
                      <a:pt x="30" y="6"/>
                      <a:pt x="27" y="9"/>
                    </a:cubicBezTo>
                    <a:cubicBezTo>
                      <a:pt x="21" y="12"/>
                      <a:pt x="18" y="12"/>
                      <a:pt x="15" y="12"/>
                    </a:cubicBezTo>
                    <a:cubicBezTo>
                      <a:pt x="15" y="15"/>
                      <a:pt x="9" y="18"/>
                      <a:pt x="6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6" y="21"/>
                      <a:pt x="9" y="27"/>
                      <a:pt x="12" y="30"/>
                    </a:cubicBezTo>
                    <a:cubicBezTo>
                      <a:pt x="12" y="33"/>
                      <a:pt x="9" y="36"/>
                      <a:pt x="9" y="36"/>
                    </a:cubicBezTo>
                    <a:cubicBezTo>
                      <a:pt x="6" y="39"/>
                      <a:pt x="9" y="51"/>
                      <a:pt x="9" y="54"/>
                    </a:cubicBezTo>
                    <a:cubicBezTo>
                      <a:pt x="9" y="54"/>
                      <a:pt x="3" y="60"/>
                      <a:pt x="6" y="63"/>
                    </a:cubicBezTo>
                    <a:cubicBezTo>
                      <a:pt x="9" y="63"/>
                      <a:pt x="3" y="69"/>
                      <a:pt x="3" y="72"/>
                    </a:cubicBezTo>
                    <a:cubicBezTo>
                      <a:pt x="3" y="75"/>
                      <a:pt x="9" y="75"/>
                      <a:pt x="9" y="78"/>
                    </a:cubicBezTo>
                    <a:cubicBezTo>
                      <a:pt x="9" y="78"/>
                      <a:pt x="3" y="84"/>
                      <a:pt x="3" y="87"/>
                    </a:cubicBezTo>
                    <a:cubicBezTo>
                      <a:pt x="0" y="87"/>
                      <a:pt x="0" y="87"/>
                      <a:pt x="0" y="90"/>
                    </a:cubicBezTo>
                    <a:cubicBezTo>
                      <a:pt x="0" y="90"/>
                      <a:pt x="3" y="93"/>
                      <a:pt x="6" y="96"/>
                    </a:cubicBezTo>
                    <a:cubicBezTo>
                      <a:pt x="9" y="99"/>
                      <a:pt x="6" y="105"/>
                      <a:pt x="9" y="108"/>
                    </a:cubicBezTo>
                    <a:cubicBezTo>
                      <a:pt x="12" y="111"/>
                      <a:pt x="15" y="111"/>
                      <a:pt x="12" y="114"/>
                    </a:cubicBezTo>
                    <a:cubicBezTo>
                      <a:pt x="9" y="117"/>
                      <a:pt x="12" y="120"/>
                      <a:pt x="9" y="123"/>
                    </a:cubicBezTo>
                    <a:cubicBezTo>
                      <a:pt x="9" y="123"/>
                      <a:pt x="12" y="129"/>
                      <a:pt x="15" y="132"/>
                    </a:cubicBezTo>
                    <a:cubicBezTo>
                      <a:pt x="18" y="132"/>
                      <a:pt x="15" y="138"/>
                      <a:pt x="18" y="141"/>
                    </a:cubicBezTo>
                    <a:cubicBezTo>
                      <a:pt x="21" y="144"/>
                      <a:pt x="21" y="153"/>
                      <a:pt x="21" y="153"/>
                    </a:cubicBezTo>
                    <a:cubicBezTo>
                      <a:pt x="21" y="156"/>
                      <a:pt x="30" y="150"/>
                      <a:pt x="36" y="144"/>
                    </a:cubicBezTo>
                    <a:cubicBezTo>
                      <a:pt x="42" y="141"/>
                      <a:pt x="42" y="144"/>
                      <a:pt x="45" y="144"/>
                    </a:cubicBezTo>
                    <a:cubicBezTo>
                      <a:pt x="51" y="147"/>
                      <a:pt x="57" y="147"/>
                      <a:pt x="60" y="150"/>
                    </a:cubicBezTo>
                    <a:cubicBezTo>
                      <a:pt x="63" y="156"/>
                      <a:pt x="63" y="147"/>
                      <a:pt x="66" y="144"/>
                    </a:cubicBezTo>
                    <a:cubicBezTo>
                      <a:pt x="69" y="141"/>
                      <a:pt x="78" y="144"/>
                      <a:pt x="81" y="144"/>
                    </a:cubicBezTo>
                    <a:cubicBezTo>
                      <a:pt x="84" y="144"/>
                      <a:pt x="84" y="129"/>
                      <a:pt x="84" y="126"/>
                    </a:cubicBezTo>
                    <a:cubicBezTo>
                      <a:pt x="84" y="123"/>
                      <a:pt x="90" y="117"/>
                      <a:pt x="93" y="117"/>
                    </a:cubicBezTo>
                    <a:cubicBezTo>
                      <a:pt x="96" y="114"/>
                      <a:pt x="102" y="114"/>
                      <a:pt x="108" y="114"/>
                    </a:cubicBezTo>
                    <a:cubicBezTo>
                      <a:pt x="111" y="111"/>
                      <a:pt x="114" y="111"/>
                      <a:pt x="120" y="111"/>
                    </a:cubicBezTo>
                    <a:cubicBezTo>
                      <a:pt x="123" y="111"/>
                      <a:pt x="129" y="117"/>
                      <a:pt x="129" y="117"/>
                    </a:cubicBezTo>
                    <a:cubicBezTo>
                      <a:pt x="132" y="117"/>
                      <a:pt x="135" y="111"/>
                      <a:pt x="135" y="108"/>
                    </a:cubicBezTo>
                    <a:cubicBezTo>
                      <a:pt x="135" y="105"/>
                      <a:pt x="138" y="99"/>
                      <a:pt x="138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7" name="Freeform 120">
                <a:extLst>
                  <a:ext uri="{FF2B5EF4-FFF2-40B4-BE49-F238E27FC236}">
                    <a16:creationId xmlns:a16="http://schemas.microsoft.com/office/drawing/2014/main" id="{28A089C6-3C73-B4B4-2CBA-8D14D0016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7847" y="3247799"/>
                <a:ext cx="281170" cy="408237"/>
              </a:xfrm>
              <a:custGeom>
                <a:avLst/>
                <a:gdLst>
                  <a:gd name="T0" fmla="*/ 135 w 147"/>
                  <a:gd name="T1" fmla="*/ 201 h 213"/>
                  <a:gd name="T2" fmla="*/ 135 w 147"/>
                  <a:gd name="T3" fmla="*/ 201 h 213"/>
                  <a:gd name="T4" fmla="*/ 138 w 147"/>
                  <a:gd name="T5" fmla="*/ 198 h 213"/>
                  <a:gd name="T6" fmla="*/ 144 w 147"/>
                  <a:gd name="T7" fmla="*/ 189 h 213"/>
                  <a:gd name="T8" fmla="*/ 138 w 147"/>
                  <a:gd name="T9" fmla="*/ 183 h 213"/>
                  <a:gd name="T10" fmla="*/ 141 w 147"/>
                  <a:gd name="T11" fmla="*/ 174 h 213"/>
                  <a:gd name="T12" fmla="*/ 144 w 147"/>
                  <a:gd name="T13" fmla="*/ 165 h 213"/>
                  <a:gd name="T14" fmla="*/ 144 w 147"/>
                  <a:gd name="T15" fmla="*/ 147 h 213"/>
                  <a:gd name="T16" fmla="*/ 147 w 147"/>
                  <a:gd name="T17" fmla="*/ 141 h 213"/>
                  <a:gd name="T18" fmla="*/ 138 w 147"/>
                  <a:gd name="T19" fmla="*/ 126 h 213"/>
                  <a:gd name="T20" fmla="*/ 126 w 147"/>
                  <a:gd name="T21" fmla="*/ 126 h 213"/>
                  <a:gd name="T22" fmla="*/ 123 w 147"/>
                  <a:gd name="T23" fmla="*/ 111 h 213"/>
                  <a:gd name="T24" fmla="*/ 120 w 147"/>
                  <a:gd name="T25" fmla="*/ 114 h 213"/>
                  <a:gd name="T26" fmla="*/ 108 w 147"/>
                  <a:gd name="T27" fmla="*/ 114 h 213"/>
                  <a:gd name="T28" fmla="*/ 102 w 147"/>
                  <a:gd name="T29" fmla="*/ 108 h 213"/>
                  <a:gd name="T30" fmla="*/ 96 w 147"/>
                  <a:gd name="T31" fmla="*/ 105 h 213"/>
                  <a:gd name="T32" fmla="*/ 90 w 147"/>
                  <a:gd name="T33" fmla="*/ 93 h 213"/>
                  <a:gd name="T34" fmla="*/ 87 w 147"/>
                  <a:gd name="T35" fmla="*/ 84 h 213"/>
                  <a:gd name="T36" fmla="*/ 90 w 147"/>
                  <a:gd name="T37" fmla="*/ 78 h 213"/>
                  <a:gd name="T38" fmla="*/ 96 w 147"/>
                  <a:gd name="T39" fmla="*/ 72 h 213"/>
                  <a:gd name="T40" fmla="*/ 99 w 147"/>
                  <a:gd name="T41" fmla="*/ 60 h 213"/>
                  <a:gd name="T42" fmla="*/ 108 w 147"/>
                  <a:gd name="T43" fmla="*/ 54 h 213"/>
                  <a:gd name="T44" fmla="*/ 123 w 147"/>
                  <a:gd name="T45" fmla="*/ 48 h 213"/>
                  <a:gd name="T46" fmla="*/ 132 w 147"/>
                  <a:gd name="T47" fmla="*/ 48 h 213"/>
                  <a:gd name="T48" fmla="*/ 123 w 147"/>
                  <a:gd name="T49" fmla="*/ 42 h 213"/>
                  <a:gd name="T50" fmla="*/ 129 w 147"/>
                  <a:gd name="T51" fmla="*/ 33 h 213"/>
                  <a:gd name="T52" fmla="*/ 123 w 147"/>
                  <a:gd name="T53" fmla="*/ 27 h 213"/>
                  <a:gd name="T54" fmla="*/ 114 w 147"/>
                  <a:gd name="T55" fmla="*/ 27 h 213"/>
                  <a:gd name="T56" fmla="*/ 108 w 147"/>
                  <a:gd name="T57" fmla="*/ 27 h 213"/>
                  <a:gd name="T58" fmla="*/ 96 w 147"/>
                  <a:gd name="T59" fmla="*/ 27 h 213"/>
                  <a:gd name="T60" fmla="*/ 90 w 147"/>
                  <a:gd name="T61" fmla="*/ 18 h 213"/>
                  <a:gd name="T62" fmla="*/ 84 w 147"/>
                  <a:gd name="T63" fmla="*/ 12 h 213"/>
                  <a:gd name="T64" fmla="*/ 78 w 147"/>
                  <a:gd name="T65" fmla="*/ 3 h 213"/>
                  <a:gd name="T66" fmla="*/ 66 w 147"/>
                  <a:gd name="T67" fmla="*/ 3 h 213"/>
                  <a:gd name="T68" fmla="*/ 69 w 147"/>
                  <a:gd name="T69" fmla="*/ 12 h 213"/>
                  <a:gd name="T70" fmla="*/ 63 w 147"/>
                  <a:gd name="T71" fmla="*/ 21 h 213"/>
                  <a:gd name="T72" fmla="*/ 42 w 147"/>
                  <a:gd name="T73" fmla="*/ 33 h 213"/>
                  <a:gd name="T74" fmla="*/ 30 w 147"/>
                  <a:gd name="T75" fmla="*/ 51 h 213"/>
                  <a:gd name="T76" fmla="*/ 24 w 147"/>
                  <a:gd name="T77" fmla="*/ 54 h 213"/>
                  <a:gd name="T78" fmla="*/ 15 w 147"/>
                  <a:gd name="T79" fmla="*/ 51 h 213"/>
                  <a:gd name="T80" fmla="*/ 15 w 147"/>
                  <a:gd name="T81" fmla="*/ 45 h 213"/>
                  <a:gd name="T82" fmla="*/ 12 w 147"/>
                  <a:gd name="T83" fmla="*/ 39 h 213"/>
                  <a:gd name="T84" fmla="*/ 3 w 147"/>
                  <a:gd name="T85" fmla="*/ 48 h 213"/>
                  <a:gd name="T86" fmla="*/ 6 w 147"/>
                  <a:gd name="T87" fmla="*/ 63 h 213"/>
                  <a:gd name="T88" fmla="*/ 3 w 147"/>
                  <a:gd name="T89" fmla="*/ 66 h 213"/>
                  <a:gd name="T90" fmla="*/ 15 w 147"/>
                  <a:gd name="T91" fmla="*/ 78 h 213"/>
                  <a:gd name="T92" fmla="*/ 27 w 147"/>
                  <a:gd name="T93" fmla="*/ 93 h 213"/>
                  <a:gd name="T94" fmla="*/ 36 w 147"/>
                  <a:gd name="T95" fmla="*/ 111 h 213"/>
                  <a:gd name="T96" fmla="*/ 54 w 147"/>
                  <a:gd name="T97" fmla="*/ 144 h 213"/>
                  <a:gd name="T98" fmla="*/ 60 w 147"/>
                  <a:gd name="T99" fmla="*/ 159 h 213"/>
                  <a:gd name="T100" fmla="*/ 63 w 147"/>
                  <a:gd name="T101" fmla="*/ 168 h 213"/>
                  <a:gd name="T102" fmla="*/ 81 w 147"/>
                  <a:gd name="T103" fmla="*/ 180 h 213"/>
                  <a:gd name="T104" fmla="*/ 114 w 147"/>
                  <a:gd name="T105" fmla="*/ 201 h 213"/>
                  <a:gd name="T106" fmla="*/ 129 w 147"/>
                  <a:gd name="T107" fmla="*/ 210 h 213"/>
                  <a:gd name="T108" fmla="*/ 129 w 147"/>
                  <a:gd name="T109" fmla="*/ 213 h 213"/>
                  <a:gd name="T110" fmla="*/ 132 w 147"/>
                  <a:gd name="T111" fmla="*/ 210 h 213"/>
                  <a:gd name="T112" fmla="*/ 135 w 147"/>
                  <a:gd name="T113" fmla="*/ 20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7" h="213">
                    <a:moveTo>
                      <a:pt x="135" y="201"/>
                    </a:moveTo>
                    <a:cubicBezTo>
                      <a:pt x="135" y="201"/>
                      <a:pt x="135" y="201"/>
                      <a:pt x="135" y="201"/>
                    </a:cubicBezTo>
                    <a:cubicBezTo>
                      <a:pt x="135" y="198"/>
                      <a:pt x="135" y="198"/>
                      <a:pt x="138" y="198"/>
                    </a:cubicBezTo>
                    <a:cubicBezTo>
                      <a:pt x="138" y="195"/>
                      <a:pt x="144" y="189"/>
                      <a:pt x="144" y="189"/>
                    </a:cubicBezTo>
                    <a:cubicBezTo>
                      <a:pt x="144" y="186"/>
                      <a:pt x="138" y="186"/>
                      <a:pt x="138" y="183"/>
                    </a:cubicBezTo>
                    <a:cubicBezTo>
                      <a:pt x="138" y="180"/>
                      <a:pt x="144" y="174"/>
                      <a:pt x="141" y="174"/>
                    </a:cubicBezTo>
                    <a:cubicBezTo>
                      <a:pt x="138" y="171"/>
                      <a:pt x="144" y="165"/>
                      <a:pt x="144" y="165"/>
                    </a:cubicBezTo>
                    <a:cubicBezTo>
                      <a:pt x="144" y="162"/>
                      <a:pt x="141" y="150"/>
                      <a:pt x="144" y="147"/>
                    </a:cubicBezTo>
                    <a:cubicBezTo>
                      <a:pt x="144" y="147"/>
                      <a:pt x="147" y="144"/>
                      <a:pt x="147" y="141"/>
                    </a:cubicBezTo>
                    <a:cubicBezTo>
                      <a:pt x="144" y="138"/>
                      <a:pt x="141" y="132"/>
                      <a:pt x="138" y="126"/>
                    </a:cubicBezTo>
                    <a:cubicBezTo>
                      <a:pt x="135" y="126"/>
                      <a:pt x="129" y="126"/>
                      <a:pt x="126" y="126"/>
                    </a:cubicBezTo>
                    <a:cubicBezTo>
                      <a:pt x="123" y="129"/>
                      <a:pt x="123" y="117"/>
                      <a:pt x="123" y="111"/>
                    </a:cubicBezTo>
                    <a:cubicBezTo>
                      <a:pt x="123" y="108"/>
                      <a:pt x="120" y="111"/>
                      <a:pt x="120" y="114"/>
                    </a:cubicBezTo>
                    <a:cubicBezTo>
                      <a:pt x="117" y="117"/>
                      <a:pt x="114" y="114"/>
                      <a:pt x="108" y="114"/>
                    </a:cubicBezTo>
                    <a:cubicBezTo>
                      <a:pt x="102" y="114"/>
                      <a:pt x="105" y="108"/>
                      <a:pt x="102" y="108"/>
                    </a:cubicBezTo>
                    <a:cubicBezTo>
                      <a:pt x="99" y="108"/>
                      <a:pt x="96" y="108"/>
                      <a:pt x="96" y="105"/>
                    </a:cubicBezTo>
                    <a:cubicBezTo>
                      <a:pt x="96" y="99"/>
                      <a:pt x="93" y="99"/>
                      <a:pt x="90" y="93"/>
                    </a:cubicBezTo>
                    <a:cubicBezTo>
                      <a:pt x="90" y="90"/>
                      <a:pt x="87" y="87"/>
                      <a:pt x="87" y="84"/>
                    </a:cubicBezTo>
                    <a:cubicBezTo>
                      <a:pt x="90" y="81"/>
                      <a:pt x="87" y="81"/>
                      <a:pt x="90" y="78"/>
                    </a:cubicBezTo>
                    <a:cubicBezTo>
                      <a:pt x="93" y="75"/>
                      <a:pt x="96" y="75"/>
                      <a:pt x="96" y="72"/>
                    </a:cubicBezTo>
                    <a:cubicBezTo>
                      <a:pt x="93" y="66"/>
                      <a:pt x="99" y="66"/>
                      <a:pt x="99" y="60"/>
                    </a:cubicBezTo>
                    <a:cubicBezTo>
                      <a:pt x="99" y="57"/>
                      <a:pt x="105" y="57"/>
                      <a:pt x="108" y="54"/>
                    </a:cubicBezTo>
                    <a:cubicBezTo>
                      <a:pt x="114" y="51"/>
                      <a:pt x="117" y="51"/>
                      <a:pt x="123" y="48"/>
                    </a:cubicBezTo>
                    <a:cubicBezTo>
                      <a:pt x="126" y="45"/>
                      <a:pt x="129" y="48"/>
                      <a:pt x="132" y="48"/>
                    </a:cubicBezTo>
                    <a:cubicBezTo>
                      <a:pt x="129" y="45"/>
                      <a:pt x="126" y="45"/>
                      <a:pt x="123" y="42"/>
                    </a:cubicBezTo>
                    <a:cubicBezTo>
                      <a:pt x="123" y="39"/>
                      <a:pt x="129" y="36"/>
                      <a:pt x="129" y="33"/>
                    </a:cubicBezTo>
                    <a:cubicBezTo>
                      <a:pt x="132" y="30"/>
                      <a:pt x="123" y="27"/>
                      <a:pt x="123" y="27"/>
                    </a:cubicBezTo>
                    <a:cubicBezTo>
                      <a:pt x="120" y="27"/>
                      <a:pt x="117" y="27"/>
                      <a:pt x="114" y="27"/>
                    </a:cubicBezTo>
                    <a:cubicBezTo>
                      <a:pt x="114" y="27"/>
                      <a:pt x="111" y="27"/>
                      <a:pt x="108" y="27"/>
                    </a:cubicBezTo>
                    <a:cubicBezTo>
                      <a:pt x="105" y="30"/>
                      <a:pt x="96" y="30"/>
                      <a:pt x="96" y="27"/>
                    </a:cubicBezTo>
                    <a:cubicBezTo>
                      <a:pt x="96" y="24"/>
                      <a:pt x="90" y="21"/>
                      <a:pt x="90" y="18"/>
                    </a:cubicBezTo>
                    <a:cubicBezTo>
                      <a:pt x="90" y="18"/>
                      <a:pt x="87" y="12"/>
                      <a:pt x="84" y="12"/>
                    </a:cubicBezTo>
                    <a:cubicBezTo>
                      <a:pt x="78" y="12"/>
                      <a:pt x="81" y="3"/>
                      <a:pt x="78" y="3"/>
                    </a:cubicBezTo>
                    <a:cubicBezTo>
                      <a:pt x="75" y="0"/>
                      <a:pt x="72" y="3"/>
                      <a:pt x="66" y="3"/>
                    </a:cubicBezTo>
                    <a:cubicBezTo>
                      <a:pt x="72" y="6"/>
                      <a:pt x="72" y="9"/>
                      <a:pt x="69" y="12"/>
                    </a:cubicBezTo>
                    <a:cubicBezTo>
                      <a:pt x="66" y="12"/>
                      <a:pt x="69" y="15"/>
                      <a:pt x="63" y="21"/>
                    </a:cubicBezTo>
                    <a:cubicBezTo>
                      <a:pt x="57" y="30"/>
                      <a:pt x="48" y="33"/>
                      <a:pt x="42" y="33"/>
                    </a:cubicBezTo>
                    <a:cubicBezTo>
                      <a:pt x="36" y="36"/>
                      <a:pt x="33" y="45"/>
                      <a:pt x="30" y="51"/>
                    </a:cubicBezTo>
                    <a:cubicBezTo>
                      <a:pt x="27" y="60"/>
                      <a:pt x="27" y="57"/>
                      <a:pt x="24" y="54"/>
                    </a:cubicBezTo>
                    <a:cubicBezTo>
                      <a:pt x="21" y="48"/>
                      <a:pt x="18" y="54"/>
                      <a:pt x="15" y="51"/>
                    </a:cubicBezTo>
                    <a:cubicBezTo>
                      <a:pt x="12" y="48"/>
                      <a:pt x="12" y="48"/>
                      <a:pt x="15" y="45"/>
                    </a:cubicBezTo>
                    <a:cubicBezTo>
                      <a:pt x="15" y="42"/>
                      <a:pt x="15" y="42"/>
                      <a:pt x="12" y="39"/>
                    </a:cubicBezTo>
                    <a:cubicBezTo>
                      <a:pt x="9" y="39"/>
                      <a:pt x="6" y="45"/>
                      <a:pt x="3" y="48"/>
                    </a:cubicBezTo>
                    <a:cubicBezTo>
                      <a:pt x="0" y="54"/>
                      <a:pt x="6" y="60"/>
                      <a:pt x="6" y="63"/>
                    </a:cubicBezTo>
                    <a:cubicBezTo>
                      <a:pt x="9" y="66"/>
                      <a:pt x="3" y="66"/>
                      <a:pt x="3" y="66"/>
                    </a:cubicBezTo>
                    <a:cubicBezTo>
                      <a:pt x="3" y="69"/>
                      <a:pt x="12" y="75"/>
                      <a:pt x="15" y="78"/>
                    </a:cubicBezTo>
                    <a:cubicBezTo>
                      <a:pt x="21" y="81"/>
                      <a:pt x="24" y="90"/>
                      <a:pt x="27" y="93"/>
                    </a:cubicBezTo>
                    <a:cubicBezTo>
                      <a:pt x="30" y="96"/>
                      <a:pt x="30" y="99"/>
                      <a:pt x="36" y="111"/>
                    </a:cubicBezTo>
                    <a:cubicBezTo>
                      <a:pt x="39" y="120"/>
                      <a:pt x="48" y="135"/>
                      <a:pt x="54" y="144"/>
                    </a:cubicBezTo>
                    <a:cubicBezTo>
                      <a:pt x="57" y="150"/>
                      <a:pt x="60" y="156"/>
                      <a:pt x="60" y="159"/>
                    </a:cubicBezTo>
                    <a:cubicBezTo>
                      <a:pt x="57" y="159"/>
                      <a:pt x="60" y="165"/>
                      <a:pt x="63" y="168"/>
                    </a:cubicBezTo>
                    <a:cubicBezTo>
                      <a:pt x="69" y="171"/>
                      <a:pt x="72" y="174"/>
                      <a:pt x="81" y="180"/>
                    </a:cubicBezTo>
                    <a:cubicBezTo>
                      <a:pt x="93" y="186"/>
                      <a:pt x="111" y="195"/>
                      <a:pt x="114" y="201"/>
                    </a:cubicBezTo>
                    <a:cubicBezTo>
                      <a:pt x="117" y="204"/>
                      <a:pt x="126" y="210"/>
                      <a:pt x="129" y="210"/>
                    </a:cubicBezTo>
                    <a:cubicBezTo>
                      <a:pt x="129" y="213"/>
                      <a:pt x="129" y="213"/>
                      <a:pt x="129" y="213"/>
                    </a:cubicBezTo>
                    <a:cubicBezTo>
                      <a:pt x="129" y="213"/>
                      <a:pt x="129" y="210"/>
                      <a:pt x="132" y="210"/>
                    </a:cubicBezTo>
                    <a:cubicBezTo>
                      <a:pt x="135" y="210"/>
                      <a:pt x="135" y="204"/>
                      <a:pt x="135" y="20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8" name="Freeform 121">
                <a:extLst>
                  <a:ext uri="{FF2B5EF4-FFF2-40B4-BE49-F238E27FC236}">
                    <a16:creationId xmlns:a16="http://schemas.microsoft.com/office/drawing/2014/main" id="{093F9599-74A8-21FD-251E-6AA198521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282" y="2982850"/>
                <a:ext cx="298743" cy="252783"/>
              </a:xfrm>
              <a:custGeom>
                <a:avLst/>
                <a:gdLst>
                  <a:gd name="T0" fmla="*/ 15 w 156"/>
                  <a:gd name="T1" fmla="*/ 9 h 132"/>
                  <a:gd name="T2" fmla="*/ 6 w 156"/>
                  <a:gd name="T3" fmla="*/ 21 h 132"/>
                  <a:gd name="T4" fmla="*/ 3 w 156"/>
                  <a:gd name="T5" fmla="*/ 30 h 132"/>
                  <a:gd name="T6" fmla="*/ 0 w 156"/>
                  <a:gd name="T7" fmla="*/ 33 h 132"/>
                  <a:gd name="T8" fmla="*/ 6 w 156"/>
                  <a:gd name="T9" fmla="*/ 36 h 132"/>
                  <a:gd name="T10" fmla="*/ 12 w 156"/>
                  <a:gd name="T11" fmla="*/ 45 h 132"/>
                  <a:gd name="T12" fmla="*/ 18 w 156"/>
                  <a:gd name="T13" fmla="*/ 60 h 132"/>
                  <a:gd name="T14" fmla="*/ 39 w 156"/>
                  <a:gd name="T15" fmla="*/ 60 h 132"/>
                  <a:gd name="T16" fmla="*/ 54 w 156"/>
                  <a:gd name="T17" fmla="*/ 69 h 132"/>
                  <a:gd name="T18" fmla="*/ 66 w 156"/>
                  <a:gd name="T19" fmla="*/ 72 h 132"/>
                  <a:gd name="T20" fmla="*/ 63 w 156"/>
                  <a:gd name="T21" fmla="*/ 93 h 132"/>
                  <a:gd name="T22" fmla="*/ 69 w 156"/>
                  <a:gd name="T23" fmla="*/ 99 h 132"/>
                  <a:gd name="T24" fmla="*/ 69 w 156"/>
                  <a:gd name="T25" fmla="*/ 108 h 132"/>
                  <a:gd name="T26" fmla="*/ 69 w 156"/>
                  <a:gd name="T27" fmla="*/ 114 h 132"/>
                  <a:gd name="T28" fmla="*/ 69 w 156"/>
                  <a:gd name="T29" fmla="*/ 114 h 132"/>
                  <a:gd name="T30" fmla="*/ 78 w 156"/>
                  <a:gd name="T31" fmla="*/ 126 h 132"/>
                  <a:gd name="T32" fmla="*/ 84 w 156"/>
                  <a:gd name="T33" fmla="*/ 129 h 132"/>
                  <a:gd name="T34" fmla="*/ 90 w 156"/>
                  <a:gd name="T35" fmla="*/ 129 h 132"/>
                  <a:gd name="T36" fmla="*/ 99 w 156"/>
                  <a:gd name="T37" fmla="*/ 123 h 132"/>
                  <a:gd name="T38" fmla="*/ 105 w 156"/>
                  <a:gd name="T39" fmla="*/ 120 h 132"/>
                  <a:gd name="T40" fmla="*/ 111 w 156"/>
                  <a:gd name="T41" fmla="*/ 114 h 132"/>
                  <a:gd name="T42" fmla="*/ 114 w 156"/>
                  <a:gd name="T43" fmla="*/ 111 h 132"/>
                  <a:gd name="T44" fmla="*/ 108 w 156"/>
                  <a:gd name="T45" fmla="*/ 108 h 132"/>
                  <a:gd name="T46" fmla="*/ 105 w 156"/>
                  <a:gd name="T47" fmla="*/ 102 h 132"/>
                  <a:gd name="T48" fmla="*/ 99 w 156"/>
                  <a:gd name="T49" fmla="*/ 93 h 132"/>
                  <a:gd name="T50" fmla="*/ 108 w 156"/>
                  <a:gd name="T51" fmla="*/ 93 h 132"/>
                  <a:gd name="T52" fmla="*/ 117 w 156"/>
                  <a:gd name="T53" fmla="*/ 96 h 132"/>
                  <a:gd name="T54" fmla="*/ 123 w 156"/>
                  <a:gd name="T55" fmla="*/ 96 h 132"/>
                  <a:gd name="T56" fmla="*/ 129 w 156"/>
                  <a:gd name="T57" fmla="*/ 90 h 132"/>
                  <a:gd name="T58" fmla="*/ 144 w 156"/>
                  <a:gd name="T59" fmla="*/ 87 h 132"/>
                  <a:gd name="T60" fmla="*/ 147 w 156"/>
                  <a:gd name="T61" fmla="*/ 81 h 132"/>
                  <a:gd name="T62" fmla="*/ 138 w 156"/>
                  <a:gd name="T63" fmla="*/ 72 h 132"/>
                  <a:gd name="T64" fmla="*/ 141 w 156"/>
                  <a:gd name="T65" fmla="*/ 66 h 132"/>
                  <a:gd name="T66" fmla="*/ 144 w 156"/>
                  <a:gd name="T67" fmla="*/ 60 h 132"/>
                  <a:gd name="T68" fmla="*/ 147 w 156"/>
                  <a:gd name="T69" fmla="*/ 54 h 132"/>
                  <a:gd name="T70" fmla="*/ 150 w 156"/>
                  <a:gd name="T71" fmla="*/ 48 h 132"/>
                  <a:gd name="T72" fmla="*/ 156 w 156"/>
                  <a:gd name="T73" fmla="*/ 42 h 132"/>
                  <a:gd name="T74" fmla="*/ 138 w 156"/>
                  <a:gd name="T75" fmla="*/ 39 h 132"/>
                  <a:gd name="T76" fmla="*/ 141 w 156"/>
                  <a:gd name="T77" fmla="*/ 30 h 132"/>
                  <a:gd name="T78" fmla="*/ 126 w 156"/>
                  <a:gd name="T79" fmla="*/ 24 h 132"/>
                  <a:gd name="T80" fmla="*/ 126 w 156"/>
                  <a:gd name="T81" fmla="*/ 18 h 132"/>
                  <a:gd name="T82" fmla="*/ 117 w 156"/>
                  <a:gd name="T83" fmla="*/ 15 h 132"/>
                  <a:gd name="T84" fmla="*/ 96 w 156"/>
                  <a:gd name="T85" fmla="*/ 24 h 132"/>
                  <a:gd name="T86" fmla="*/ 75 w 156"/>
                  <a:gd name="T87" fmla="*/ 18 h 132"/>
                  <a:gd name="T88" fmla="*/ 60 w 156"/>
                  <a:gd name="T89" fmla="*/ 15 h 132"/>
                  <a:gd name="T90" fmla="*/ 51 w 156"/>
                  <a:gd name="T91" fmla="*/ 6 h 132"/>
                  <a:gd name="T92" fmla="*/ 42 w 156"/>
                  <a:gd name="T93" fmla="*/ 0 h 132"/>
                  <a:gd name="T94" fmla="*/ 39 w 156"/>
                  <a:gd name="T95" fmla="*/ 6 h 132"/>
                  <a:gd name="T96" fmla="*/ 24 w 156"/>
                  <a:gd name="T97" fmla="*/ 15 h 132"/>
                  <a:gd name="T98" fmla="*/ 27 w 156"/>
                  <a:gd name="T99" fmla="*/ 33 h 132"/>
                  <a:gd name="T100" fmla="*/ 15 w 156"/>
                  <a:gd name="T101" fmla="*/ 27 h 132"/>
                  <a:gd name="T102" fmla="*/ 18 w 156"/>
                  <a:gd name="T103" fmla="*/ 15 h 132"/>
                  <a:gd name="T104" fmla="*/ 18 w 156"/>
                  <a:gd name="T105" fmla="*/ 6 h 132"/>
                  <a:gd name="T106" fmla="*/ 15 w 156"/>
                  <a:gd name="T107" fmla="*/ 9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6" h="132">
                    <a:moveTo>
                      <a:pt x="15" y="9"/>
                    </a:moveTo>
                    <a:cubicBezTo>
                      <a:pt x="12" y="12"/>
                      <a:pt x="6" y="15"/>
                      <a:pt x="6" y="21"/>
                    </a:cubicBezTo>
                    <a:cubicBezTo>
                      <a:pt x="3" y="24"/>
                      <a:pt x="6" y="27"/>
                      <a:pt x="3" y="30"/>
                    </a:cubicBezTo>
                    <a:cubicBezTo>
                      <a:pt x="0" y="30"/>
                      <a:pt x="0" y="33"/>
                      <a:pt x="0" y="33"/>
                    </a:cubicBezTo>
                    <a:cubicBezTo>
                      <a:pt x="3" y="33"/>
                      <a:pt x="6" y="33"/>
                      <a:pt x="6" y="36"/>
                    </a:cubicBezTo>
                    <a:cubicBezTo>
                      <a:pt x="6" y="39"/>
                      <a:pt x="12" y="39"/>
                      <a:pt x="12" y="45"/>
                    </a:cubicBezTo>
                    <a:cubicBezTo>
                      <a:pt x="12" y="48"/>
                      <a:pt x="9" y="60"/>
                      <a:pt x="18" y="60"/>
                    </a:cubicBezTo>
                    <a:cubicBezTo>
                      <a:pt x="27" y="60"/>
                      <a:pt x="33" y="54"/>
                      <a:pt x="39" y="60"/>
                    </a:cubicBezTo>
                    <a:cubicBezTo>
                      <a:pt x="42" y="66"/>
                      <a:pt x="48" y="69"/>
                      <a:pt x="54" y="69"/>
                    </a:cubicBezTo>
                    <a:cubicBezTo>
                      <a:pt x="60" y="66"/>
                      <a:pt x="69" y="66"/>
                      <a:pt x="66" y="72"/>
                    </a:cubicBezTo>
                    <a:cubicBezTo>
                      <a:pt x="63" y="78"/>
                      <a:pt x="60" y="87"/>
                      <a:pt x="63" y="93"/>
                    </a:cubicBezTo>
                    <a:cubicBezTo>
                      <a:pt x="66" y="96"/>
                      <a:pt x="72" y="99"/>
                      <a:pt x="69" y="99"/>
                    </a:cubicBezTo>
                    <a:cubicBezTo>
                      <a:pt x="66" y="102"/>
                      <a:pt x="66" y="105"/>
                      <a:pt x="69" y="108"/>
                    </a:cubicBezTo>
                    <a:cubicBezTo>
                      <a:pt x="72" y="111"/>
                      <a:pt x="69" y="114"/>
                      <a:pt x="69" y="114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72" y="120"/>
                      <a:pt x="75" y="126"/>
                      <a:pt x="78" y="126"/>
                    </a:cubicBezTo>
                    <a:cubicBezTo>
                      <a:pt x="81" y="129"/>
                      <a:pt x="81" y="132"/>
                      <a:pt x="84" y="129"/>
                    </a:cubicBezTo>
                    <a:cubicBezTo>
                      <a:pt x="87" y="129"/>
                      <a:pt x="87" y="126"/>
                      <a:pt x="90" y="129"/>
                    </a:cubicBezTo>
                    <a:cubicBezTo>
                      <a:pt x="93" y="129"/>
                      <a:pt x="96" y="126"/>
                      <a:pt x="99" y="123"/>
                    </a:cubicBezTo>
                    <a:cubicBezTo>
                      <a:pt x="102" y="123"/>
                      <a:pt x="105" y="123"/>
                      <a:pt x="105" y="120"/>
                    </a:cubicBezTo>
                    <a:cubicBezTo>
                      <a:pt x="105" y="117"/>
                      <a:pt x="108" y="114"/>
                      <a:pt x="111" y="114"/>
                    </a:cubicBezTo>
                    <a:cubicBezTo>
                      <a:pt x="117" y="114"/>
                      <a:pt x="117" y="111"/>
                      <a:pt x="114" y="111"/>
                    </a:cubicBezTo>
                    <a:cubicBezTo>
                      <a:pt x="111" y="111"/>
                      <a:pt x="108" y="114"/>
                      <a:pt x="108" y="108"/>
                    </a:cubicBezTo>
                    <a:cubicBezTo>
                      <a:pt x="108" y="105"/>
                      <a:pt x="105" y="105"/>
                      <a:pt x="105" y="102"/>
                    </a:cubicBezTo>
                    <a:cubicBezTo>
                      <a:pt x="105" y="99"/>
                      <a:pt x="105" y="96"/>
                      <a:pt x="99" y="93"/>
                    </a:cubicBezTo>
                    <a:cubicBezTo>
                      <a:pt x="96" y="90"/>
                      <a:pt x="105" y="90"/>
                      <a:pt x="108" y="93"/>
                    </a:cubicBezTo>
                    <a:cubicBezTo>
                      <a:pt x="108" y="93"/>
                      <a:pt x="117" y="93"/>
                      <a:pt x="117" y="96"/>
                    </a:cubicBezTo>
                    <a:cubicBezTo>
                      <a:pt x="117" y="99"/>
                      <a:pt x="123" y="99"/>
                      <a:pt x="123" y="96"/>
                    </a:cubicBezTo>
                    <a:cubicBezTo>
                      <a:pt x="123" y="93"/>
                      <a:pt x="126" y="90"/>
                      <a:pt x="129" y="90"/>
                    </a:cubicBezTo>
                    <a:cubicBezTo>
                      <a:pt x="132" y="93"/>
                      <a:pt x="141" y="87"/>
                      <a:pt x="144" y="87"/>
                    </a:cubicBezTo>
                    <a:cubicBezTo>
                      <a:pt x="144" y="84"/>
                      <a:pt x="144" y="84"/>
                      <a:pt x="147" y="81"/>
                    </a:cubicBezTo>
                    <a:cubicBezTo>
                      <a:pt x="144" y="78"/>
                      <a:pt x="141" y="75"/>
                      <a:pt x="138" y="72"/>
                    </a:cubicBezTo>
                    <a:cubicBezTo>
                      <a:pt x="138" y="69"/>
                      <a:pt x="141" y="69"/>
                      <a:pt x="141" y="66"/>
                    </a:cubicBezTo>
                    <a:cubicBezTo>
                      <a:pt x="141" y="63"/>
                      <a:pt x="141" y="63"/>
                      <a:pt x="144" y="60"/>
                    </a:cubicBezTo>
                    <a:cubicBezTo>
                      <a:pt x="150" y="60"/>
                      <a:pt x="150" y="57"/>
                      <a:pt x="147" y="54"/>
                    </a:cubicBezTo>
                    <a:cubicBezTo>
                      <a:pt x="144" y="54"/>
                      <a:pt x="147" y="48"/>
                      <a:pt x="150" y="48"/>
                    </a:cubicBezTo>
                    <a:cubicBezTo>
                      <a:pt x="153" y="48"/>
                      <a:pt x="153" y="45"/>
                      <a:pt x="156" y="42"/>
                    </a:cubicBezTo>
                    <a:cubicBezTo>
                      <a:pt x="150" y="39"/>
                      <a:pt x="141" y="39"/>
                      <a:pt x="138" y="39"/>
                    </a:cubicBezTo>
                    <a:cubicBezTo>
                      <a:pt x="135" y="42"/>
                      <a:pt x="141" y="36"/>
                      <a:pt x="141" y="30"/>
                    </a:cubicBezTo>
                    <a:cubicBezTo>
                      <a:pt x="141" y="27"/>
                      <a:pt x="129" y="27"/>
                      <a:pt x="126" y="24"/>
                    </a:cubicBezTo>
                    <a:cubicBezTo>
                      <a:pt x="120" y="24"/>
                      <a:pt x="123" y="18"/>
                      <a:pt x="126" y="18"/>
                    </a:cubicBezTo>
                    <a:cubicBezTo>
                      <a:pt x="132" y="18"/>
                      <a:pt x="123" y="15"/>
                      <a:pt x="117" y="15"/>
                    </a:cubicBezTo>
                    <a:cubicBezTo>
                      <a:pt x="111" y="18"/>
                      <a:pt x="102" y="21"/>
                      <a:pt x="96" y="24"/>
                    </a:cubicBezTo>
                    <a:cubicBezTo>
                      <a:pt x="90" y="27"/>
                      <a:pt x="81" y="15"/>
                      <a:pt x="75" y="18"/>
                    </a:cubicBezTo>
                    <a:cubicBezTo>
                      <a:pt x="69" y="21"/>
                      <a:pt x="60" y="21"/>
                      <a:pt x="60" y="15"/>
                    </a:cubicBezTo>
                    <a:cubicBezTo>
                      <a:pt x="60" y="9"/>
                      <a:pt x="57" y="6"/>
                      <a:pt x="51" y="6"/>
                    </a:cubicBezTo>
                    <a:cubicBezTo>
                      <a:pt x="45" y="6"/>
                      <a:pt x="45" y="0"/>
                      <a:pt x="42" y="0"/>
                    </a:cubicBezTo>
                    <a:cubicBezTo>
                      <a:pt x="36" y="0"/>
                      <a:pt x="42" y="6"/>
                      <a:pt x="39" y="6"/>
                    </a:cubicBezTo>
                    <a:cubicBezTo>
                      <a:pt x="36" y="9"/>
                      <a:pt x="24" y="12"/>
                      <a:pt x="24" y="15"/>
                    </a:cubicBezTo>
                    <a:cubicBezTo>
                      <a:pt x="21" y="21"/>
                      <a:pt x="30" y="27"/>
                      <a:pt x="27" y="33"/>
                    </a:cubicBezTo>
                    <a:cubicBezTo>
                      <a:pt x="24" y="36"/>
                      <a:pt x="18" y="33"/>
                      <a:pt x="15" y="27"/>
                    </a:cubicBezTo>
                    <a:cubicBezTo>
                      <a:pt x="12" y="24"/>
                      <a:pt x="21" y="15"/>
                      <a:pt x="18" y="15"/>
                    </a:cubicBezTo>
                    <a:cubicBezTo>
                      <a:pt x="18" y="12"/>
                      <a:pt x="18" y="9"/>
                      <a:pt x="18" y="6"/>
                    </a:cubicBezTo>
                    <a:cubicBezTo>
                      <a:pt x="18" y="6"/>
                      <a:pt x="15" y="6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49" name="Freeform 122">
                <a:extLst>
                  <a:ext uri="{FF2B5EF4-FFF2-40B4-BE49-F238E27FC236}">
                    <a16:creationId xmlns:a16="http://schemas.microsoft.com/office/drawing/2014/main" id="{6348BED9-674E-E372-3A9D-5DCE0CD12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820" y="3109917"/>
                <a:ext cx="91921" cy="97328"/>
              </a:xfrm>
              <a:custGeom>
                <a:avLst/>
                <a:gdLst>
                  <a:gd name="T0" fmla="*/ 12 w 48"/>
                  <a:gd name="T1" fmla="*/ 12 h 51"/>
                  <a:gd name="T2" fmla="*/ 6 w 48"/>
                  <a:gd name="T3" fmla="*/ 18 h 51"/>
                  <a:gd name="T4" fmla="*/ 3 w 48"/>
                  <a:gd name="T5" fmla="*/ 27 h 51"/>
                  <a:gd name="T6" fmla="*/ 12 w 48"/>
                  <a:gd name="T7" fmla="*/ 39 h 51"/>
                  <a:gd name="T8" fmla="*/ 18 w 48"/>
                  <a:gd name="T9" fmla="*/ 51 h 51"/>
                  <a:gd name="T10" fmla="*/ 24 w 48"/>
                  <a:gd name="T11" fmla="*/ 51 h 51"/>
                  <a:gd name="T12" fmla="*/ 27 w 48"/>
                  <a:gd name="T13" fmla="*/ 45 h 51"/>
                  <a:gd name="T14" fmla="*/ 42 w 48"/>
                  <a:gd name="T15" fmla="*/ 45 h 51"/>
                  <a:gd name="T16" fmla="*/ 42 w 48"/>
                  <a:gd name="T17" fmla="*/ 45 h 51"/>
                  <a:gd name="T18" fmla="*/ 45 w 48"/>
                  <a:gd name="T19" fmla="*/ 39 h 51"/>
                  <a:gd name="T20" fmla="*/ 45 w 48"/>
                  <a:gd name="T21" fmla="*/ 24 h 51"/>
                  <a:gd name="T22" fmla="*/ 45 w 48"/>
                  <a:gd name="T23" fmla="*/ 12 h 51"/>
                  <a:gd name="T24" fmla="*/ 48 w 48"/>
                  <a:gd name="T25" fmla="*/ 6 h 51"/>
                  <a:gd name="T26" fmla="*/ 36 w 48"/>
                  <a:gd name="T27" fmla="*/ 3 h 51"/>
                  <a:gd name="T28" fmla="*/ 21 w 48"/>
                  <a:gd name="T29" fmla="*/ 3 h 51"/>
                  <a:gd name="T30" fmla="*/ 15 w 48"/>
                  <a:gd name="T31" fmla="*/ 3 h 51"/>
                  <a:gd name="T32" fmla="*/ 12 w 48"/>
                  <a:gd name="T33" fmla="*/ 3 h 51"/>
                  <a:gd name="T34" fmla="*/ 12 w 48"/>
                  <a:gd name="T35" fmla="*/ 12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51">
                    <a:moveTo>
                      <a:pt x="12" y="12"/>
                    </a:moveTo>
                    <a:cubicBezTo>
                      <a:pt x="12" y="15"/>
                      <a:pt x="9" y="15"/>
                      <a:pt x="6" y="18"/>
                    </a:cubicBezTo>
                    <a:cubicBezTo>
                      <a:pt x="3" y="18"/>
                      <a:pt x="3" y="24"/>
                      <a:pt x="3" y="27"/>
                    </a:cubicBezTo>
                    <a:cubicBezTo>
                      <a:pt x="0" y="27"/>
                      <a:pt x="9" y="33"/>
                      <a:pt x="12" y="39"/>
                    </a:cubicBezTo>
                    <a:cubicBezTo>
                      <a:pt x="12" y="42"/>
                      <a:pt x="15" y="45"/>
                      <a:pt x="18" y="51"/>
                    </a:cubicBezTo>
                    <a:cubicBezTo>
                      <a:pt x="21" y="51"/>
                      <a:pt x="21" y="51"/>
                      <a:pt x="24" y="51"/>
                    </a:cubicBezTo>
                    <a:cubicBezTo>
                      <a:pt x="27" y="48"/>
                      <a:pt x="24" y="45"/>
                      <a:pt x="27" y="45"/>
                    </a:cubicBezTo>
                    <a:cubicBezTo>
                      <a:pt x="33" y="45"/>
                      <a:pt x="39" y="42"/>
                      <a:pt x="42" y="45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42" y="45"/>
                      <a:pt x="45" y="42"/>
                      <a:pt x="45" y="39"/>
                    </a:cubicBezTo>
                    <a:cubicBezTo>
                      <a:pt x="45" y="39"/>
                      <a:pt x="45" y="30"/>
                      <a:pt x="45" y="24"/>
                    </a:cubicBezTo>
                    <a:cubicBezTo>
                      <a:pt x="42" y="21"/>
                      <a:pt x="45" y="15"/>
                      <a:pt x="45" y="12"/>
                    </a:cubicBezTo>
                    <a:cubicBezTo>
                      <a:pt x="45" y="12"/>
                      <a:pt x="48" y="9"/>
                      <a:pt x="48" y="6"/>
                    </a:cubicBezTo>
                    <a:cubicBezTo>
                      <a:pt x="45" y="6"/>
                      <a:pt x="39" y="3"/>
                      <a:pt x="36" y="3"/>
                    </a:cubicBezTo>
                    <a:cubicBezTo>
                      <a:pt x="30" y="6"/>
                      <a:pt x="24" y="6"/>
                      <a:pt x="21" y="3"/>
                    </a:cubicBezTo>
                    <a:cubicBezTo>
                      <a:pt x="21" y="0"/>
                      <a:pt x="18" y="0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6"/>
                      <a:pt x="12" y="9"/>
                      <a:pt x="12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0" name="Freeform 123">
                <a:extLst>
                  <a:ext uri="{FF2B5EF4-FFF2-40B4-BE49-F238E27FC236}">
                    <a16:creationId xmlns:a16="http://schemas.microsoft.com/office/drawing/2014/main" id="{FC44E6DC-CF77-C2EC-4FCD-CCC9A7AB78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880" y="3063957"/>
                <a:ext cx="104087" cy="160862"/>
              </a:xfrm>
              <a:custGeom>
                <a:avLst/>
                <a:gdLst>
                  <a:gd name="T0" fmla="*/ 12 w 54"/>
                  <a:gd name="T1" fmla="*/ 6 h 84"/>
                  <a:gd name="T2" fmla="*/ 9 w 54"/>
                  <a:gd name="T3" fmla="*/ 12 h 84"/>
                  <a:gd name="T4" fmla="*/ 6 w 54"/>
                  <a:gd name="T5" fmla="*/ 18 h 84"/>
                  <a:gd name="T6" fmla="*/ 3 w 54"/>
                  <a:gd name="T7" fmla="*/ 24 h 84"/>
                  <a:gd name="T8" fmla="*/ 0 w 54"/>
                  <a:gd name="T9" fmla="*/ 30 h 84"/>
                  <a:gd name="T10" fmla="*/ 9 w 54"/>
                  <a:gd name="T11" fmla="*/ 39 h 84"/>
                  <a:gd name="T12" fmla="*/ 12 w 54"/>
                  <a:gd name="T13" fmla="*/ 36 h 84"/>
                  <a:gd name="T14" fmla="*/ 18 w 54"/>
                  <a:gd name="T15" fmla="*/ 48 h 84"/>
                  <a:gd name="T16" fmla="*/ 18 w 54"/>
                  <a:gd name="T17" fmla="*/ 57 h 84"/>
                  <a:gd name="T18" fmla="*/ 21 w 54"/>
                  <a:gd name="T19" fmla="*/ 75 h 84"/>
                  <a:gd name="T20" fmla="*/ 33 w 54"/>
                  <a:gd name="T21" fmla="*/ 81 h 84"/>
                  <a:gd name="T22" fmla="*/ 39 w 54"/>
                  <a:gd name="T23" fmla="*/ 78 h 84"/>
                  <a:gd name="T24" fmla="*/ 45 w 54"/>
                  <a:gd name="T25" fmla="*/ 75 h 84"/>
                  <a:gd name="T26" fmla="*/ 54 w 54"/>
                  <a:gd name="T27" fmla="*/ 75 h 84"/>
                  <a:gd name="T28" fmla="*/ 48 w 54"/>
                  <a:gd name="T29" fmla="*/ 63 h 84"/>
                  <a:gd name="T30" fmla="*/ 39 w 54"/>
                  <a:gd name="T31" fmla="*/ 51 h 84"/>
                  <a:gd name="T32" fmla="*/ 42 w 54"/>
                  <a:gd name="T33" fmla="*/ 42 h 84"/>
                  <a:gd name="T34" fmla="*/ 48 w 54"/>
                  <a:gd name="T35" fmla="*/ 36 h 84"/>
                  <a:gd name="T36" fmla="*/ 48 w 54"/>
                  <a:gd name="T37" fmla="*/ 27 h 84"/>
                  <a:gd name="T38" fmla="*/ 39 w 54"/>
                  <a:gd name="T39" fmla="*/ 18 h 84"/>
                  <a:gd name="T40" fmla="*/ 33 w 54"/>
                  <a:gd name="T41" fmla="*/ 12 h 84"/>
                  <a:gd name="T42" fmla="*/ 21 w 54"/>
                  <a:gd name="T43" fmla="*/ 3 h 84"/>
                  <a:gd name="T44" fmla="*/ 18 w 54"/>
                  <a:gd name="T45" fmla="*/ 0 h 84"/>
                  <a:gd name="T46" fmla="*/ 12 w 54"/>
                  <a:gd name="T47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4" h="84">
                    <a:moveTo>
                      <a:pt x="12" y="6"/>
                    </a:moveTo>
                    <a:cubicBezTo>
                      <a:pt x="9" y="6"/>
                      <a:pt x="6" y="12"/>
                      <a:pt x="9" y="12"/>
                    </a:cubicBezTo>
                    <a:cubicBezTo>
                      <a:pt x="12" y="15"/>
                      <a:pt x="12" y="18"/>
                      <a:pt x="6" y="18"/>
                    </a:cubicBezTo>
                    <a:cubicBezTo>
                      <a:pt x="3" y="21"/>
                      <a:pt x="3" y="21"/>
                      <a:pt x="3" y="24"/>
                    </a:cubicBezTo>
                    <a:cubicBezTo>
                      <a:pt x="3" y="27"/>
                      <a:pt x="0" y="27"/>
                      <a:pt x="0" y="30"/>
                    </a:cubicBezTo>
                    <a:cubicBezTo>
                      <a:pt x="3" y="33"/>
                      <a:pt x="6" y="36"/>
                      <a:pt x="9" y="39"/>
                    </a:cubicBezTo>
                    <a:cubicBezTo>
                      <a:pt x="9" y="39"/>
                      <a:pt x="9" y="36"/>
                      <a:pt x="12" y="36"/>
                    </a:cubicBezTo>
                    <a:cubicBezTo>
                      <a:pt x="18" y="39"/>
                      <a:pt x="12" y="45"/>
                      <a:pt x="18" y="48"/>
                    </a:cubicBezTo>
                    <a:cubicBezTo>
                      <a:pt x="21" y="48"/>
                      <a:pt x="21" y="54"/>
                      <a:pt x="18" y="57"/>
                    </a:cubicBezTo>
                    <a:cubicBezTo>
                      <a:pt x="15" y="57"/>
                      <a:pt x="15" y="69"/>
                      <a:pt x="21" y="75"/>
                    </a:cubicBezTo>
                    <a:cubicBezTo>
                      <a:pt x="27" y="84"/>
                      <a:pt x="30" y="81"/>
                      <a:pt x="33" y="81"/>
                    </a:cubicBezTo>
                    <a:cubicBezTo>
                      <a:pt x="33" y="78"/>
                      <a:pt x="39" y="81"/>
                      <a:pt x="39" y="78"/>
                    </a:cubicBezTo>
                    <a:cubicBezTo>
                      <a:pt x="42" y="75"/>
                      <a:pt x="42" y="78"/>
                      <a:pt x="45" y="75"/>
                    </a:cubicBezTo>
                    <a:cubicBezTo>
                      <a:pt x="48" y="72"/>
                      <a:pt x="51" y="75"/>
                      <a:pt x="54" y="75"/>
                    </a:cubicBezTo>
                    <a:cubicBezTo>
                      <a:pt x="51" y="69"/>
                      <a:pt x="48" y="66"/>
                      <a:pt x="48" y="63"/>
                    </a:cubicBezTo>
                    <a:cubicBezTo>
                      <a:pt x="45" y="57"/>
                      <a:pt x="36" y="51"/>
                      <a:pt x="39" y="51"/>
                    </a:cubicBezTo>
                    <a:cubicBezTo>
                      <a:pt x="39" y="48"/>
                      <a:pt x="39" y="42"/>
                      <a:pt x="42" y="42"/>
                    </a:cubicBezTo>
                    <a:cubicBezTo>
                      <a:pt x="45" y="39"/>
                      <a:pt x="48" y="39"/>
                      <a:pt x="48" y="36"/>
                    </a:cubicBezTo>
                    <a:cubicBezTo>
                      <a:pt x="48" y="33"/>
                      <a:pt x="48" y="30"/>
                      <a:pt x="48" y="27"/>
                    </a:cubicBezTo>
                    <a:cubicBezTo>
                      <a:pt x="45" y="27"/>
                      <a:pt x="42" y="18"/>
                      <a:pt x="39" y="18"/>
                    </a:cubicBezTo>
                    <a:cubicBezTo>
                      <a:pt x="36" y="18"/>
                      <a:pt x="33" y="15"/>
                      <a:pt x="33" y="12"/>
                    </a:cubicBezTo>
                    <a:cubicBezTo>
                      <a:pt x="33" y="9"/>
                      <a:pt x="27" y="6"/>
                      <a:pt x="21" y="3"/>
                    </a:cubicBezTo>
                    <a:cubicBezTo>
                      <a:pt x="21" y="0"/>
                      <a:pt x="18" y="0"/>
                      <a:pt x="18" y="0"/>
                    </a:cubicBezTo>
                    <a:cubicBezTo>
                      <a:pt x="15" y="3"/>
                      <a:pt x="15" y="6"/>
                      <a:pt x="1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1" name="Freeform 124">
                <a:extLst>
                  <a:ext uri="{FF2B5EF4-FFF2-40B4-BE49-F238E27FC236}">
                    <a16:creationId xmlns:a16="http://schemas.microsoft.com/office/drawing/2014/main" id="{A2E4431B-2518-E2FB-FB81-A6ECF3382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9927" y="3120732"/>
                <a:ext cx="68941" cy="86514"/>
              </a:xfrm>
              <a:custGeom>
                <a:avLst/>
                <a:gdLst>
                  <a:gd name="T0" fmla="*/ 3 w 36"/>
                  <a:gd name="T1" fmla="*/ 18 h 45"/>
                  <a:gd name="T2" fmla="*/ 3 w 36"/>
                  <a:gd name="T3" fmla="*/ 33 h 45"/>
                  <a:gd name="T4" fmla="*/ 0 w 36"/>
                  <a:gd name="T5" fmla="*/ 39 h 45"/>
                  <a:gd name="T6" fmla="*/ 9 w 36"/>
                  <a:gd name="T7" fmla="*/ 42 h 45"/>
                  <a:gd name="T8" fmla="*/ 21 w 36"/>
                  <a:gd name="T9" fmla="*/ 36 h 45"/>
                  <a:gd name="T10" fmla="*/ 36 w 36"/>
                  <a:gd name="T11" fmla="*/ 18 h 45"/>
                  <a:gd name="T12" fmla="*/ 36 w 36"/>
                  <a:gd name="T13" fmla="*/ 18 h 45"/>
                  <a:gd name="T14" fmla="*/ 15 w 36"/>
                  <a:gd name="T15" fmla="*/ 3 h 45"/>
                  <a:gd name="T16" fmla="*/ 6 w 36"/>
                  <a:gd name="T17" fmla="*/ 0 h 45"/>
                  <a:gd name="T18" fmla="*/ 3 w 36"/>
                  <a:gd name="T19" fmla="*/ 6 h 45"/>
                  <a:gd name="T20" fmla="*/ 3 w 36"/>
                  <a:gd name="T21" fmla="*/ 1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5">
                    <a:moveTo>
                      <a:pt x="3" y="18"/>
                    </a:moveTo>
                    <a:cubicBezTo>
                      <a:pt x="3" y="24"/>
                      <a:pt x="3" y="33"/>
                      <a:pt x="3" y="33"/>
                    </a:cubicBezTo>
                    <a:cubicBezTo>
                      <a:pt x="3" y="36"/>
                      <a:pt x="0" y="39"/>
                      <a:pt x="0" y="39"/>
                    </a:cubicBezTo>
                    <a:cubicBezTo>
                      <a:pt x="3" y="42"/>
                      <a:pt x="6" y="42"/>
                      <a:pt x="9" y="42"/>
                    </a:cubicBezTo>
                    <a:cubicBezTo>
                      <a:pt x="15" y="39"/>
                      <a:pt x="18" y="45"/>
                      <a:pt x="21" y="36"/>
                    </a:cubicBezTo>
                    <a:cubicBezTo>
                      <a:pt x="24" y="30"/>
                      <a:pt x="30" y="24"/>
                      <a:pt x="36" y="18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0" y="18"/>
                      <a:pt x="24" y="6"/>
                      <a:pt x="15" y="3"/>
                    </a:cubicBezTo>
                    <a:cubicBezTo>
                      <a:pt x="12" y="3"/>
                      <a:pt x="9" y="3"/>
                      <a:pt x="6" y="0"/>
                    </a:cubicBezTo>
                    <a:cubicBezTo>
                      <a:pt x="6" y="3"/>
                      <a:pt x="3" y="6"/>
                      <a:pt x="3" y="6"/>
                    </a:cubicBezTo>
                    <a:cubicBezTo>
                      <a:pt x="3" y="9"/>
                      <a:pt x="0" y="15"/>
                      <a:pt x="3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2" name="Freeform 125">
                <a:extLst>
                  <a:ext uri="{FF2B5EF4-FFF2-40B4-BE49-F238E27FC236}">
                    <a16:creationId xmlns:a16="http://schemas.microsoft.com/office/drawing/2014/main" id="{C1A632D3-016C-ECAB-93B0-85BA1D5BB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8907" y="2724660"/>
                <a:ext cx="229803" cy="85162"/>
              </a:xfrm>
              <a:custGeom>
                <a:avLst/>
                <a:gdLst>
                  <a:gd name="T0" fmla="*/ 96 w 120"/>
                  <a:gd name="T1" fmla="*/ 27 h 45"/>
                  <a:gd name="T2" fmla="*/ 42 w 120"/>
                  <a:gd name="T3" fmla="*/ 6 h 45"/>
                  <a:gd name="T4" fmla="*/ 3 w 120"/>
                  <a:gd name="T5" fmla="*/ 21 h 45"/>
                  <a:gd name="T6" fmla="*/ 21 w 120"/>
                  <a:gd name="T7" fmla="*/ 12 h 45"/>
                  <a:gd name="T8" fmla="*/ 33 w 120"/>
                  <a:gd name="T9" fmla="*/ 15 h 45"/>
                  <a:gd name="T10" fmla="*/ 51 w 120"/>
                  <a:gd name="T11" fmla="*/ 21 h 45"/>
                  <a:gd name="T12" fmla="*/ 75 w 120"/>
                  <a:gd name="T13" fmla="*/ 33 h 45"/>
                  <a:gd name="T14" fmla="*/ 81 w 120"/>
                  <a:gd name="T15" fmla="*/ 42 h 45"/>
                  <a:gd name="T16" fmla="*/ 117 w 120"/>
                  <a:gd name="T17" fmla="*/ 42 h 45"/>
                  <a:gd name="T18" fmla="*/ 96 w 120"/>
                  <a:gd name="T19" fmla="*/ 2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0" h="45">
                    <a:moveTo>
                      <a:pt x="96" y="27"/>
                    </a:moveTo>
                    <a:cubicBezTo>
                      <a:pt x="90" y="27"/>
                      <a:pt x="66" y="12"/>
                      <a:pt x="42" y="6"/>
                    </a:cubicBezTo>
                    <a:cubicBezTo>
                      <a:pt x="21" y="0"/>
                      <a:pt x="0" y="18"/>
                      <a:pt x="3" y="21"/>
                    </a:cubicBezTo>
                    <a:cubicBezTo>
                      <a:pt x="6" y="24"/>
                      <a:pt x="18" y="15"/>
                      <a:pt x="21" y="12"/>
                    </a:cubicBezTo>
                    <a:cubicBezTo>
                      <a:pt x="27" y="6"/>
                      <a:pt x="33" y="12"/>
                      <a:pt x="33" y="15"/>
                    </a:cubicBezTo>
                    <a:cubicBezTo>
                      <a:pt x="33" y="18"/>
                      <a:pt x="42" y="21"/>
                      <a:pt x="51" y="21"/>
                    </a:cubicBezTo>
                    <a:cubicBezTo>
                      <a:pt x="63" y="21"/>
                      <a:pt x="66" y="30"/>
                      <a:pt x="75" y="33"/>
                    </a:cubicBezTo>
                    <a:cubicBezTo>
                      <a:pt x="87" y="36"/>
                      <a:pt x="75" y="39"/>
                      <a:pt x="81" y="42"/>
                    </a:cubicBezTo>
                    <a:cubicBezTo>
                      <a:pt x="87" y="45"/>
                      <a:pt x="117" y="42"/>
                      <a:pt x="117" y="42"/>
                    </a:cubicBezTo>
                    <a:cubicBezTo>
                      <a:pt x="120" y="39"/>
                      <a:pt x="105" y="27"/>
                      <a:pt x="96" y="2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3" name="Freeform 126">
                <a:extLst>
                  <a:ext uri="{FF2B5EF4-FFF2-40B4-BE49-F238E27FC236}">
                    <a16:creationId xmlns:a16="http://schemas.microsoft.com/office/drawing/2014/main" id="{517664DB-13CF-7AEA-A851-6C9DF2091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381" y="2832803"/>
                <a:ext cx="51368" cy="29739"/>
              </a:xfrm>
              <a:custGeom>
                <a:avLst/>
                <a:gdLst>
                  <a:gd name="T0" fmla="*/ 3 w 27"/>
                  <a:gd name="T1" fmla="*/ 6 h 15"/>
                  <a:gd name="T2" fmla="*/ 27 w 27"/>
                  <a:gd name="T3" fmla="*/ 9 h 15"/>
                  <a:gd name="T4" fmla="*/ 3 w 27"/>
                  <a:gd name="T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15">
                    <a:moveTo>
                      <a:pt x="3" y="6"/>
                    </a:moveTo>
                    <a:cubicBezTo>
                      <a:pt x="6" y="9"/>
                      <a:pt x="24" y="15"/>
                      <a:pt x="27" y="9"/>
                    </a:cubicBezTo>
                    <a:cubicBezTo>
                      <a:pt x="27" y="6"/>
                      <a:pt x="0" y="0"/>
                      <a:pt x="3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4" name="Freeform 127">
                <a:extLst>
                  <a:ext uri="{FF2B5EF4-FFF2-40B4-BE49-F238E27FC236}">
                    <a16:creationId xmlns:a16="http://schemas.microsoft.com/office/drawing/2014/main" id="{BA07C2B3-84FD-BD50-AA2B-BFB3010B06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998" y="2832803"/>
                <a:ext cx="52719" cy="29739"/>
              </a:xfrm>
              <a:custGeom>
                <a:avLst/>
                <a:gdLst>
                  <a:gd name="T0" fmla="*/ 6 w 27"/>
                  <a:gd name="T1" fmla="*/ 6 h 15"/>
                  <a:gd name="T2" fmla="*/ 24 w 27"/>
                  <a:gd name="T3" fmla="*/ 6 h 15"/>
                  <a:gd name="T4" fmla="*/ 6 w 27"/>
                  <a:gd name="T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15">
                    <a:moveTo>
                      <a:pt x="6" y="6"/>
                    </a:moveTo>
                    <a:cubicBezTo>
                      <a:pt x="9" y="15"/>
                      <a:pt x="24" y="9"/>
                      <a:pt x="24" y="6"/>
                    </a:cubicBezTo>
                    <a:cubicBezTo>
                      <a:pt x="27" y="3"/>
                      <a:pt x="0" y="0"/>
                      <a:pt x="6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5" name="Freeform 128">
                <a:extLst>
                  <a:ext uri="{FF2B5EF4-FFF2-40B4-BE49-F238E27FC236}">
                    <a16:creationId xmlns:a16="http://schemas.microsoft.com/office/drawing/2014/main" id="{BFBE47FC-2C29-C405-B2A5-931997DA4F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99880" y="4472511"/>
                <a:ext cx="75700" cy="33794"/>
              </a:xfrm>
              <a:custGeom>
                <a:avLst/>
                <a:gdLst>
                  <a:gd name="T0" fmla="*/ 39 w 39"/>
                  <a:gd name="T1" fmla="*/ 6 h 18"/>
                  <a:gd name="T2" fmla="*/ 21 w 39"/>
                  <a:gd name="T3" fmla="*/ 15 h 18"/>
                  <a:gd name="T4" fmla="*/ 39 w 39"/>
                  <a:gd name="T5" fmla="*/ 6 h 18"/>
                  <a:gd name="T6" fmla="*/ 18 w 39"/>
                  <a:gd name="T7" fmla="*/ 0 h 18"/>
                  <a:gd name="T8" fmla="*/ 6 w 39"/>
                  <a:gd name="T9" fmla="*/ 15 h 18"/>
                  <a:gd name="T10" fmla="*/ 18 w 39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8">
                    <a:moveTo>
                      <a:pt x="39" y="6"/>
                    </a:moveTo>
                    <a:cubicBezTo>
                      <a:pt x="33" y="0"/>
                      <a:pt x="15" y="12"/>
                      <a:pt x="21" y="15"/>
                    </a:cubicBezTo>
                    <a:cubicBezTo>
                      <a:pt x="24" y="18"/>
                      <a:pt x="39" y="9"/>
                      <a:pt x="39" y="6"/>
                    </a:cubicBezTo>
                    <a:close/>
                    <a:moveTo>
                      <a:pt x="18" y="0"/>
                    </a:moveTo>
                    <a:cubicBezTo>
                      <a:pt x="12" y="0"/>
                      <a:pt x="0" y="12"/>
                      <a:pt x="6" y="15"/>
                    </a:cubicBezTo>
                    <a:cubicBezTo>
                      <a:pt x="12" y="18"/>
                      <a:pt x="24" y="3"/>
                      <a:pt x="18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" name="Freeform 129">
                <a:extLst>
                  <a:ext uri="{FF2B5EF4-FFF2-40B4-BE49-F238E27FC236}">
                    <a16:creationId xmlns:a16="http://schemas.microsoft.com/office/drawing/2014/main" id="{F8B717C0-4448-589F-C820-CA6E888161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33452" y="3212653"/>
                <a:ext cx="362277" cy="150048"/>
              </a:xfrm>
              <a:custGeom>
                <a:avLst/>
                <a:gdLst>
                  <a:gd name="T0" fmla="*/ 183 w 189"/>
                  <a:gd name="T1" fmla="*/ 21 h 78"/>
                  <a:gd name="T2" fmla="*/ 177 w 189"/>
                  <a:gd name="T3" fmla="*/ 15 h 78"/>
                  <a:gd name="T4" fmla="*/ 168 w 189"/>
                  <a:gd name="T5" fmla="*/ 15 h 78"/>
                  <a:gd name="T6" fmla="*/ 159 w 189"/>
                  <a:gd name="T7" fmla="*/ 9 h 78"/>
                  <a:gd name="T8" fmla="*/ 147 w 189"/>
                  <a:gd name="T9" fmla="*/ 0 h 78"/>
                  <a:gd name="T10" fmla="*/ 147 w 189"/>
                  <a:gd name="T11" fmla="*/ 3 h 78"/>
                  <a:gd name="T12" fmla="*/ 138 w 189"/>
                  <a:gd name="T13" fmla="*/ 6 h 78"/>
                  <a:gd name="T14" fmla="*/ 135 w 189"/>
                  <a:gd name="T15" fmla="*/ 15 h 78"/>
                  <a:gd name="T16" fmla="*/ 129 w 189"/>
                  <a:gd name="T17" fmla="*/ 21 h 78"/>
                  <a:gd name="T18" fmla="*/ 126 w 189"/>
                  <a:gd name="T19" fmla="*/ 27 h 78"/>
                  <a:gd name="T20" fmla="*/ 123 w 189"/>
                  <a:gd name="T21" fmla="*/ 36 h 78"/>
                  <a:gd name="T22" fmla="*/ 123 w 189"/>
                  <a:gd name="T23" fmla="*/ 42 h 78"/>
                  <a:gd name="T24" fmla="*/ 129 w 189"/>
                  <a:gd name="T25" fmla="*/ 48 h 78"/>
                  <a:gd name="T26" fmla="*/ 135 w 189"/>
                  <a:gd name="T27" fmla="*/ 51 h 78"/>
                  <a:gd name="T28" fmla="*/ 129 w 189"/>
                  <a:gd name="T29" fmla="*/ 57 h 78"/>
                  <a:gd name="T30" fmla="*/ 129 w 189"/>
                  <a:gd name="T31" fmla="*/ 57 h 78"/>
                  <a:gd name="T32" fmla="*/ 132 w 189"/>
                  <a:gd name="T33" fmla="*/ 63 h 78"/>
                  <a:gd name="T34" fmla="*/ 132 w 189"/>
                  <a:gd name="T35" fmla="*/ 69 h 78"/>
                  <a:gd name="T36" fmla="*/ 141 w 189"/>
                  <a:gd name="T37" fmla="*/ 72 h 78"/>
                  <a:gd name="T38" fmla="*/ 147 w 189"/>
                  <a:gd name="T39" fmla="*/ 69 h 78"/>
                  <a:gd name="T40" fmla="*/ 159 w 189"/>
                  <a:gd name="T41" fmla="*/ 51 h 78"/>
                  <a:gd name="T42" fmla="*/ 180 w 189"/>
                  <a:gd name="T43" fmla="*/ 39 h 78"/>
                  <a:gd name="T44" fmla="*/ 186 w 189"/>
                  <a:gd name="T45" fmla="*/ 30 h 78"/>
                  <a:gd name="T46" fmla="*/ 183 w 189"/>
                  <a:gd name="T47" fmla="*/ 21 h 78"/>
                  <a:gd name="T48" fmla="*/ 6 w 189"/>
                  <a:gd name="T49" fmla="*/ 18 h 78"/>
                  <a:gd name="T50" fmla="*/ 12 w 189"/>
                  <a:gd name="T51" fmla="*/ 30 h 78"/>
                  <a:gd name="T52" fmla="*/ 6 w 189"/>
                  <a:gd name="T53" fmla="*/ 1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9" h="78">
                    <a:moveTo>
                      <a:pt x="183" y="21"/>
                    </a:moveTo>
                    <a:cubicBezTo>
                      <a:pt x="180" y="15"/>
                      <a:pt x="177" y="12"/>
                      <a:pt x="177" y="15"/>
                    </a:cubicBezTo>
                    <a:cubicBezTo>
                      <a:pt x="174" y="15"/>
                      <a:pt x="171" y="15"/>
                      <a:pt x="168" y="15"/>
                    </a:cubicBezTo>
                    <a:cubicBezTo>
                      <a:pt x="165" y="12"/>
                      <a:pt x="162" y="9"/>
                      <a:pt x="159" y="9"/>
                    </a:cubicBezTo>
                    <a:cubicBezTo>
                      <a:pt x="159" y="9"/>
                      <a:pt x="150" y="6"/>
                      <a:pt x="147" y="0"/>
                    </a:cubicBezTo>
                    <a:cubicBezTo>
                      <a:pt x="147" y="3"/>
                      <a:pt x="147" y="3"/>
                      <a:pt x="147" y="3"/>
                    </a:cubicBezTo>
                    <a:cubicBezTo>
                      <a:pt x="147" y="6"/>
                      <a:pt x="144" y="6"/>
                      <a:pt x="138" y="6"/>
                    </a:cubicBezTo>
                    <a:cubicBezTo>
                      <a:pt x="135" y="6"/>
                      <a:pt x="135" y="12"/>
                      <a:pt x="135" y="15"/>
                    </a:cubicBezTo>
                    <a:cubicBezTo>
                      <a:pt x="135" y="18"/>
                      <a:pt x="132" y="18"/>
                      <a:pt x="129" y="21"/>
                    </a:cubicBezTo>
                    <a:cubicBezTo>
                      <a:pt x="129" y="24"/>
                      <a:pt x="129" y="27"/>
                      <a:pt x="126" y="27"/>
                    </a:cubicBezTo>
                    <a:cubicBezTo>
                      <a:pt x="123" y="30"/>
                      <a:pt x="123" y="33"/>
                      <a:pt x="123" y="36"/>
                    </a:cubicBezTo>
                    <a:cubicBezTo>
                      <a:pt x="126" y="39"/>
                      <a:pt x="123" y="42"/>
                      <a:pt x="123" y="42"/>
                    </a:cubicBezTo>
                    <a:cubicBezTo>
                      <a:pt x="123" y="45"/>
                      <a:pt x="126" y="45"/>
                      <a:pt x="129" y="48"/>
                    </a:cubicBezTo>
                    <a:cubicBezTo>
                      <a:pt x="132" y="51"/>
                      <a:pt x="135" y="48"/>
                      <a:pt x="135" y="51"/>
                    </a:cubicBezTo>
                    <a:cubicBezTo>
                      <a:pt x="138" y="51"/>
                      <a:pt x="135" y="57"/>
                      <a:pt x="129" y="57"/>
                    </a:cubicBezTo>
                    <a:cubicBezTo>
                      <a:pt x="129" y="57"/>
                      <a:pt x="129" y="57"/>
                      <a:pt x="129" y="57"/>
                    </a:cubicBezTo>
                    <a:cubicBezTo>
                      <a:pt x="132" y="60"/>
                      <a:pt x="132" y="60"/>
                      <a:pt x="132" y="63"/>
                    </a:cubicBezTo>
                    <a:cubicBezTo>
                      <a:pt x="129" y="66"/>
                      <a:pt x="129" y="66"/>
                      <a:pt x="132" y="69"/>
                    </a:cubicBezTo>
                    <a:cubicBezTo>
                      <a:pt x="135" y="72"/>
                      <a:pt x="138" y="66"/>
                      <a:pt x="141" y="72"/>
                    </a:cubicBezTo>
                    <a:cubicBezTo>
                      <a:pt x="144" y="75"/>
                      <a:pt x="144" y="78"/>
                      <a:pt x="147" y="69"/>
                    </a:cubicBezTo>
                    <a:cubicBezTo>
                      <a:pt x="150" y="63"/>
                      <a:pt x="153" y="54"/>
                      <a:pt x="159" y="51"/>
                    </a:cubicBezTo>
                    <a:cubicBezTo>
                      <a:pt x="165" y="51"/>
                      <a:pt x="174" y="48"/>
                      <a:pt x="180" y="39"/>
                    </a:cubicBezTo>
                    <a:cubicBezTo>
                      <a:pt x="186" y="33"/>
                      <a:pt x="183" y="30"/>
                      <a:pt x="186" y="30"/>
                    </a:cubicBezTo>
                    <a:cubicBezTo>
                      <a:pt x="189" y="27"/>
                      <a:pt x="189" y="24"/>
                      <a:pt x="183" y="21"/>
                    </a:cubicBezTo>
                    <a:close/>
                    <a:moveTo>
                      <a:pt x="6" y="18"/>
                    </a:moveTo>
                    <a:cubicBezTo>
                      <a:pt x="0" y="24"/>
                      <a:pt x="12" y="33"/>
                      <a:pt x="12" y="30"/>
                    </a:cubicBezTo>
                    <a:cubicBezTo>
                      <a:pt x="15" y="24"/>
                      <a:pt x="12" y="9"/>
                      <a:pt x="6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7" name="Freeform 130">
                <a:extLst>
                  <a:ext uri="{FF2B5EF4-FFF2-40B4-BE49-F238E27FC236}">
                    <a16:creationId xmlns:a16="http://schemas.microsoft.com/office/drawing/2014/main" id="{E0454235-CD5E-4121-227D-758B6C7C67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3856" y="768635"/>
                <a:ext cx="1320689" cy="989503"/>
              </a:xfrm>
              <a:custGeom>
                <a:avLst/>
                <a:gdLst>
                  <a:gd name="T0" fmla="*/ 606 w 690"/>
                  <a:gd name="T1" fmla="*/ 57 h 516"/>
                  <a:gd name="T2" fmla="*/ 555 w 690"/>
                  <a:gd name="T3" fmla="*/ 81 h 516"/>
                  <a:gd name="T4" fmla="*/ 552 w 690"/>
                  <a:gd name="T5" fmla="*/ 51 h 516"/>
                  <a:gd name="T6" fmla="*/ 492 w 690"/>
                  <a:gd name="T7" fmla="*/ 45 h 516"/>
                  <a:gd name="T8" fmla="*/ 549 w 690"/>
                  <a:gd name="T9" fmla="*/ 36 h 516"/>
                  <a:gd name="T10" fmla="*/ 546 w 690"/>
                  <a:gd name="T11" fmla="*/ 15 h 516"/>
                  <a:gd name="T12" fmla="*/ 465 w 690"/>
                  <a:gd name="T13" fmla="*/ 0 h 516"/>
                  <a:gd name="T14" fmla="*/ 393 w 690"/>
                  <a:gd name="T15" fmla="*/ 9 h 516"/>
                  <a:gd name="T16" fmla="*/ 336 w 690"/>
                  <a:gd name="T17" fmla="*/ 9 h 516"/>
                  <a:gd name="T18" fmla="*/ 291 w 690"/>
                  <a:gd name="T19" fmla="*/ 30 h 516"/>
                  <a:gd name="T20" fmla="*/ 279 w 690"/>
                  <a:gd name="T21" fmla="*/ 36 h 516"/>
                  <a:gd name="T22" fmla="*/ 246 w 690"/>
                  <a:gd name="T23" fmla="*/ 45 h 516"/>
                  <a:gd name="T24" fmla="*/ 216 w 690"/>
                  <a:gd name="T25" fmla="*/ 57 h 516"/>
                  <a:gd name="T26" fmla="*/ 162 w 690"/>
                  <a:gd name="T27" fmla="*/ 45 h 516"/>
                  <a:gd name="T28" fmla="*/ 132 w 690"/>
                  <a:gd name="T29" fmla="*/ 69 h 516"/>
                  <a:gd name="T30" fmla="*/ 87 w 690"/>
                  <a:gd name="T31" fmla="*/ 99 h 516"/>
                  <a:gd name="T32" fmla="*/ 0 w 690"/>
                  <a:gd name="T33" fmla="*/ 141 h 516"/>
                  <a:gd name="T34" fmla="*/ 54 w 690"/>
                  <a:gd name="T35" fmla="*/ 156 h 516"/>
                  <a:gd name="T36" fmla="*/ 15 w 690"/>
                  <a:gd name="T37" fmla="*/ 171 h 516"/>
                  <a:gd name="T38" fmla="*/ 48 w 690"/>
                  <a:gd name="T39" fmla="*/ 192 h 516"/>
                  <a:gd name="T40" fmla="*/ 93 w 690"/>
                  <a:gd name="T41" fmla="*/ 192 h 516"/>
                  <a:gd name="T42" fmla="*/ 162 w 690"/>
                  <a:gd name="T43" fmla="*/ 210 h 516"/>
                  <a:gd name="T44" fmla="*/ 195 w 690"/>
                  <a:gd name="T45" fmla="*/ 255 h 516"/>
                  <a:gd name="T46" fmla="*/ 201 w 690"/>
                  <a:gd name="T47" fmla="*/ 297 h 516"/>
                  <a:gd name="T48" fmla="*/ 243 w 690"/>
                  <a:gd name="T49" fmla="*/ 312 h 516"/>
                  <a:gd name="T50" fmla="*/ 240 w 690"/>
                  <a:gd name="T51" fmla="*/ 327 h 516"/>
                  <a:gd name="T52" fmla="*/ 234 w 690"/>
                  <a:gd name="T53" fmla="*/ 354 h 516"/>
                  <a:gd name="T54" fmla="*/ 225 w 690"/>
                  <a:gd name="T55" fmla="*/ 390 h 516"/>
                  <a:gd name="T56" fmla="*/ 234 w 690"/>
                  <a:gd name="T57" fmla="*/ 435 h 516"/>
                  <a:gd name="T58" fmla="*/ 255 w 690"/>
                  <a:gd name="T59" fmla="*/ 462 h 516"/>
                  <a:gd name="T60" fmla="*/ 285 w 690"/>
                  <a:gd name="T61" fmla="*/ 498 h 516"/>
                  <a:gd name="T62" fmla="*/ 330 w 690"/>
                  <a:gd name="T63" fmla="*/ 513 h 516"/>
                  <a:gd name="T64" fmla="*/ 342 w 690"/>
                  <a:gd name="T65" fmla="*/ 471 h 516"/>
                  <a:gd name="T66" fmla="*/ 363 w 690"/>
                  <a:gd name="T67" fmla="*/ 447 h 516"/>
                  <a:gd name="T68" fmla="*/ 363 w 690"/>
                  <a:gd name="T69" fmla="*/ 426 h 516"/>
                  <a:gd name="T70" fmla="*/ 384 w 690"/>
                  <a:gd name="T71" fmla="*/ 411 h 516"/>
                  <a:gd name="T72" fmla="*/ 399 w 690"/>
                  <a:gd name="T73" fmla="*/ 408 h 516"/>
                  <a:gd name="T74" fmla="*/ 459 w 690"/>
                  <a:gd name="T75" fmla="*/ 369 h 516"/>
                  <a:gd name="T76" fmla="*/ 498 w 690"/>
                  <a:gd name="T77" fmla="*/ 357 h 516"/>
                  <a:gd name="T78" fmla="*/ 576 w 690"/>
                  <a:gd name="T79" fmla="*/ 324 h 516"/>
                  <a:gd name="T80" fmla="*/ 534 w 690"/>
                  <a:gd name="T81" fmla="*/ 315 h 516"/>
                  <a:gd name="T82" fmla="*/ 576 w 690"/>
                  <a:gd name="T83" fmla="*/ 318 h 516"/>
                  <a:gd name="T84" fmla="*/ 567 w 690"/>
                  <a:gd name="T85" fmla="*/ 279 h 516"/>
                  <a:gd name="T86" fmla="*/ 546 w 690"/>
                  <a:gd name="T87" fmla="*/ 261 h 516"/>
                  <a:gd name="T88" fmla="*/ 594 w 690"/>
                  <a:gd name="T89" fmla="*/ 252 h 516"/>
                  <a:gd name="T90" fmla="*/ 609 w 690"/>
                  <a:gd name="T91" fmla="*/ 228 h 516"/>
                  <a:gd name="T92" fmla="*/ 603 w 690"/>
                  <a:gd name="T93" fmla="*/ 192 h 516"/>
                  <a:gd name="T94" fmla="*/ 588 w 690"/>
                  <a:gd name="T95" fmla="*/ 177 h 516"/>
                  <a:gd name="T96" fmla="*/ 594 w 690"/>
                  <a:gd name="T97" fmla="*/ 162 h 516"/>
                  <a:gd name="T98" fmla="*/ 576 w 690"/>
                  <a:gd name="T99" fmla="*/ 153 h 516"/>
                  <a:gd name="T100" fmla="*/ 624 w 690"/>
                  <a:gd name="T101" fmla="*/ 105 h 516"/>
                  <a:gd name="T102" fmla="*/ 612 w 690"/>
                  <a:gd name="T103" fmla="*/ 93 h 516"/>
                  <a:gd name="T104" fmla="*/ 624 w 690"/>
                  <a:gd name="T105" fmla="*/ 81 h 516"/>
                  <a:gd name="T106" fmla="*/ 690 w 690"/>
                  <a:gd name="T107" fmla="*/ 57 h 516"/>
                  <a:gd name="T108" fmla="*/ 228 w 690"/>
                  <a:gd name="T109" fmla="*/ 327 h 516"/>
                  <a:gd name="T110" fmla="*/ 216 w 690"/>
                  <a:gd name="T111" fmla="*/ 342 h 5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0" h="516">
                    <a:moveTo>
                      <a:pt x="651" y="45"/>
                    </a:moveTo>
                    <a:cubicBezTo>
                      <a:pt x="639" y="45"/>
                      <a:pt x="630" y="48"/>
                      <a:pt x="627" y="57"/>
                    </a:cubicBezTo>
                    <a:cubicBezTo>
                      <a:pt x="627" y="66"/>
                      <a:pt x="612" y="54"/>
                      <a:pt x="606" y="57"/>
                    </a:cubicBezTo>
                    <a:cubicBezTo>
                      <a:pt x="597" y="60"/>
                      <a:pt x="603" y="51"/>
                      <a:pt x="594" y="54"/>
                    </a:cubicBezTo>
                    <a:cubicBezTo>
                      <a:pt x="588" y="57"/>
                      <a:pt x="582" y="66"/>
                      <a:pt x="573" y="69"/>
                    </a:cubicBezTo>
                    <a:cubicBezTo>
                      <a:pt x="564" y="72"/>
                      <a:pt x="558" y="81"/>
                      <a:pt x="555" y="81"/>
                    </a:cubicBezTo>
                    <a:cubicBezTo>
                      <a:pt x="549" y="81"/>
                      <a:pt x="564" y="66"/>
                      <a:pt x="573" y="57"/>
                    </a:cubicBezTo>
                    <a:cubicBezTo>
                      <a:pt x="582" y="51"/>
                      <a:pt x="576" y="42"/>
                      <a:pt x="567" y="42"/>
                    </a:cubicBezTo>
                    <a:cubicBezTo>
                      <a:pt x="555" y="42"/>
                      <a:pt x="558" y="51"/>
                      <a:pt x="552" y="51"/>
                    </a:cubicBezTo>
                    <a:cubicBezTo>
                      <a:pt x="546" y="51"/>
                      <a:pt x="516" y="66"/>
                      <a:pt x="516" y="63"/>
                    </a:cubicBezTo>
                    <a:cubicBezTo>
                      <a:pt x="513" y="57"/>
                      <a:pt x="540" y="51"/>
                      <a:pt x="540" y="48"/>
                    </a:cubicBezTo>
                    <a:cubicBezTo>
                      <a:pt x="537" y="45"/>
                      <a:pt x="507" y="45"/>
                      <a:pt x="492" y="45"/>
                    </a:cubicBezTo>
                    <a:cubicBezTo>
                      <a:pt x="480" y="48"/>
                      <a:pt x="453" y="57"/>
                      <a:pt x="453" y="51"/>
                    </a:cubicBezTo>
                    <a:cubicBezTo>
                      <a:pt x="453" y="48"/>
                      <a:pt x="483" y="42"/>
                      <a:pt x="498" y="42"/>
                    </a:cubicBezTo>
                    <a:cubicBezTo>
                      <a:pt x="513" y="39"/>
                      <a:pt x="540" y="42"/>
                      <a:pt x="549" y="36"/>
                    </a:cubicBezTo>
                    <a:cubicBezTo>
                      <a:pt x="561" y="33"/>
                      <a:pt x="579" y="33"/>
                      <a:pt x="582" y="30"/>
                    </a:cubicBezTo>
                    <a:cubicBezTo>
                      <a:pt x="585" y="24"/>
                      <a:pt x="570" y="21"/>
                      <a:pt x="561" y="21"/>
                    </a:cubicBezTo>
                    <a:cubicBezTo>
                      <a:pt x="552" y="21"/>
                      <a:pt x="546" y="21"/>
                      <a:pt x="546" y="15"/>
                    </a:cubicBezTo>
                    <a:cubicBezTo>
                      <a:pt x="546" y="12"/>
                      <a:pt x="534" y="12"/>
                      <a:pt x="531" y="9"/>
                    </a:cubicBezTo>
                    <a:cubicBezTo>
                      <a:pt x="531" y="6"/>
                      <a:pt x="504" y="6"/>
                      <a:pt x="501" y="3"/>
                    </a:cubicBezTo>
                    <a:cubicBezTo>
                      <a:pt x="495" y="0"/>
                      <a:pt x="480" y="0"/>
                      <a:pt x="465" y="0"/>
                    </a:cubicBezTo>
                    <a:cubicBezTo>
                      <a:pt x="453" y="0"/>
                      <a:pt x="426" y="0"/>
                      <a:pt x="420" y="0"/>
                    </a:cubicBezTo>
                    <a:cubicBezTo>
                      <a:pt x="411" y="3"/>
                      <a:pt x="408" y="3"/>
                      <a:pt x="402" y="3"/>
                    </a:cubicBezTo>
                    <a:cubicBezTo>
                      <a:pt x="396" y="3"/>
                      <a:pt x="387" y="6"/>
                      <a:pt x="393" y="9"/>
                    </a:cubicBezTo>
                    <a:cubicBezTo>
                      <a:pt x="399" y="15"/>
                      <a:pt x="384" y="18"/>
                      <a:pt x="384" y="12"/>
                    </a:cubicBezTo>
                    <a:cubicBezTo>
                      <a:pt x="384" y="9"/>
                      <a:pt x="372" y="6"/>
                      <a:pt x="366" y="9"/>
                    </a:cubicBezTo>
                    <a:cubicBezTo>
                      <a:pt x="360" y="15"/>
                      <a:pt x="339" y="6"/>
                      <a:pt x="336" y="9"/>
                    </a:cubicBezTo>
                    <a:cubicBezTo>
                      <a:pt x="333" y="15"/>
                      <a:pt x="306" y="12"/>
                      <a:pt x="297" y="15"/>
                    </a:cubicBezTo>
                    <a:cubicBezTo>
                      <a:pt x="291" y="15"/>
                      <a:pt x="309" y="21"/>
                      <a:pt x="309" y="24"/>
                    </a:cubicBezTo>
                    <a:cubicBezTo>
                      <a:pt x="309" y="27"/>
                      <a:pt x="285" y="24"/>
                      <a:pt x="291" y="30"/>
                    </a:cubicBezTo>
                    <a:cubicBezTo>
                      <a:pt x="294" y="36"/>
                      <a:pt x="312" y="42"/>
                      <a:pt x="318" y="48"/>
                    </a:cubicBezTo>
                    <a:cubicBezTo>
                      <a:pt x="327" y="57"/>
                      <a:pt x="312" y="51"/>
                      <a:pt x="303" y="45"/>
                    </a:cubicBezTo>
                    <a:cubicBezTo>
                      <a:pt x="294" y="39"/>
                      <a:pt x="285" y="42"/>
                      <a:pt x="279" y="36"/>
                    </a:cubicBezTo>
                    <a:cubicBezTo>
                      <a:pt x="273" y="30"/>
                      <a:pt x="252" y="27"/>
                      <a:pt x="249" y="30"/>
                    </a:cubicBezTo>
                    <a:cubicBezTo>
                      <a:pt x="243" y="33"/>
                      <a:pt x="261" y="42"/>
                      <a:pt x="261" y="45"/>
                    </a:cubicBezTo>
                    <a:cubicBezTo>
                      <a:pt x="261" y="51"/>
                      <a:pt x="249" y="45"/>
                      <a:pt x="246" y="45"/>
                    </a:cubicBezTo>
                    <a:cubicBezTo>
                      <a:pt x="243" y="48"/>
                      <a:pt x="231" y="36"/>
                      <a:pt x="225" y="36"/>
                    </a:cubicBezTo>
                    <a:cubicBezTo>
                      <a:pt x="219" y="36"/>
                      <a:pt x="225" y="42"/>
                      <a:pt x="225" y="48"/>
                    </a:cubicBezTo>
                    <a:cubicBezTo>
                      <a:pt x="225" y="57"/>
                      <a:pt x="213" y="63"/>
                      <a:pt x="216" y="57"/>
                    </a:cubicBezTo>
                    <a:cubicBezTo>
                      <a:pt x="219" y="51"/>
                      <a:pt x="216" y="36"/>
                      <a:pt x="210" y="33"/>
                    </a:cubicBezTo>
                    <a:cubicBezTo>
                      <a:pt x="201" y="30"/>
                      <a:pt x="183" y="39"/>
                      <a:pt x="174" y="39"/>
                    </a:cubicBezTo>
                    <a:cubicBezTo>
                      <a:pt x="165" y="39"/>
                      <a:pt x="153" y="42"/>
                      <a:pt x="162" y="45"/>
                    </a:cubicBezTo>
                    <a:cubicBezTo>
                      <a:pt x="168" y="51"/>
                      <a:pt x="162" y="54"/>
                      <a:pt x="153" y="48"/>
                    </a:cubicBezTo>
                    <a:cubicBezTo>
                      <a:pt x="147" y="45"/>
                      <a:pt x="123" y="48"/>
                      <a:pt x="129" y="51"/>
                    </a:cubicBezTo>
                    <a:cubicBezTo>
                      <a:pt x="132" y="54"/>
                      <a:pt x="135" y="66"/>
                      <a:pt x="132" y="69"/>
                    </a:cubicBezTo>
                    <a:cubicBezTo>
                      <a:pt x="129" y="72"/>
                      <a:pt x="120" y="66"/>
                      <a:pt x="111" y="66"/>
                    </a:cubicBezTo>
                    <a:cubicBezTo>
                      <a:pt x="102" y="66"/>
                      <a:pt x="57" y="87"/>
                      <a:pt x="60" y="93"/>
                    </a:cubicBezTo>
                    <a:cubicBezTo>
                      <a:pt x="63" y="99"/>
                      <a:pt x="81" y="93"/>
                      <a:pt x="87" y="99"/>
                    </a:cubicBezTo>
                    <a:cubicBezTo>
                      <a:pt x="93" y="102"/>
                      <a:pt x="84" y="114"/>
                      <a:pt x="78" y="117"/>
                    </a:cubicBezTo>
                    <a:cubicBezTo>
                      <a:pt x="69" y="123"/>
                      <a:pt x="42" y="120"/>
                      <a:pt x="42" y="126"/>
                    </a:cubicBezTo>
                    <a:cubicBezTo>
                      <a:pt x="42" y="132"/>
                      <a:pt x="0" y="132"/>
                      <a:pt x="0" y="141"/>
                    </a:cubicBezTo>
                    <a:cubicBezTo>
                      <a:pt x="0" y="144"/>
                      <a:pt x="0" y="150"/>
                      <a:pt x="6" y="150"/>
                    </a:cubicBezTo>
                    <a:cubicBezTo>
                      <a:pt x="12" y="150"/>
                      <a:pt x="18" y="150"/>
                      <a:pt x="24" y="156"/>
                    </a:cubicBezTo>
                    <a:cubicBezTo>
                      <a:pt x="30" y="162"/>
                      <a:pt x="45" y="162"/>
                      <a:pt x="54" y="156"/>
                    </a:cubicBezTo>
                    <a:cubicBezTo>
                      <a:pt x="66" y="153"/>
                      <a:pt x="72" y="159"/>
                      <a:pt x="72" y="165"/>
                    </a:cubicBezTo>
                    <a:cubicBezTo>
                      <a:pt x="72" y="171"/>
                      <a:pt x="51" y="162"/>
                      <a:pt x="42" y="165"/>
                    </a:cubicBezTo>
                    <a:cubicBezTo>
                      <a:pt x="36" y="171"/>
                      <a:pt x="15" y="168"/>
                      <a:pt x="15" y="171"/>
                    </a:cubicBezTo>
                    <a:cubicBezTo>
                      <a:pt x="15" y="177"/>
                      <a:pt x="27" y="174"/>
                      <a:pt x="36" y="177"/>
                    </a:cubicBezTo>
                    <a:cubicBezTo>
                      <a:pt x="45" y="177"/>
                      <a:pt x="36" y="183"/>
                      <a:pt x="36" y="186"/>
                    </a:cubicBezTo>
                    <a:cubicBezTo>
                      <a:pt x="36" y="189"/>
                      <a:pt x="39" y="189"/>
                      <a:pt x="48" y="192"/>
                    </a:cubicBezTo>
                    <a:cubicBezTo>
                      <a:pt x="57" y="198"/>
                      <a:pt x="72" y="201"/>
                      <a:pt x="66" y="195"/>
                    </a:cubicBezTo>
                    <a:cubicBezTo>
                      <a:pt x="63" y="189"/>
                      <a:pt x="75" y="192"/>
                      <a:pt x="78" y="195"/>
                    </a:cubicBezTo>
                    <a:cubicBezTo>
                      <a:pt x="81" y="198"/>
                      <a:pt x="87" y="189"/>
                      <a:pt x="93" y="192"/>
                    </a:cubicBezTo>
                    <a:cubicBezTo>
                      <a:pt x="99" y="192"/>
                      <a:pt x="102" y="186"/>
                      <a:pt x="108" y="189"/>
                    </a:cubicBezTo>
                    <a:cubicBezTo>
                      <a:pt x="111" y="192"/>
                      <a:pt x="135" y="195"/>
                      <a:pt x="144" y="198"/>
                    </a:cubicBezTo>
                    <a:cubicBezTo>
                      <a:pt x="153" y="201"/>
                      <a:pt x="162" y="204"/>
                      <a:pt x="162" y="210"/>
                    </a:cubicBezTo>
                    <a:cubicBezTo>
                      <a:pt x="162" y="216"/>
                      <a:pt x="168" y="222"/>
                      <a:pt x="177" y="225"/>
                    </a:cubicBezTo>
                    <a:cubicBezTo>
                      <a:pt x="186" y="228"/>
                      <a:pt x="189" y="237"/>
                      <a:pt x="189" y="243"/>
                    </a:cubicBezTo>
                    <a:cubicBezTo>
                      <a:pt x="186" y="249"/>
                      <a:pt x="198" y="252"/>
                      <a:pt x="195" y="255"/>
                    </a:cubicBezTo>
                    <a:cubicBezTo>
                      <a:pt x="195" y="258"/>
                      <a:pt x="195" y="261"/>
                      <a:pt x="201" y="267"/>
                    </a:cubicBezTo>
                    <a:cubicBezTo>
                      <a:pt x="207" y="273"/>
                      <a:pt x="192" y="276"/>
                      <a:pt x="195" y="282"/>
                    </a:cubicBezTo>
                    <a:cubicBezTo>
                      <a:pt x="198" y="285"/>
                      <a:pt x="189" y="294"/>
                      <a:pt x="201" y="297"/>
                    </a:cubicBezTo>
                    <a:cubicBezTo>
                      <a:pt x="213" y="297"/>
                      <a:pt x="210" y="288"/>
                      <a:pt x="219" y="288"/>
                    </a:cubicBezTo>
                    <a:cubicBezTo>
                      <a:pt x="225" y="288"/>
                      <a:pt x="219" y="297"/>
                      <a:pt x="222" y="300"/>
                    </a:cubicBezTo>
                    <a:cubicBezTo>
                      <a:pt x="225" y="306"/>
                      <a:pt x="234" y="303"/>
                      <a:pt x="243" y="312"/>
                    </a:cubicBezTo>
                    <a:cubicBezTo>
                      <a:pt x="252" y="318"/>
                      <a:pt x="246" y="321"/>
                      <a:pt x="240" y="315"/>
                    </a:cubicBezTo>
                    <a:cubicBezTo>
                      <a:pt x="231" y="309"/>
                      <a:pt x="210" y="312"/>
                      <a:pt x="210" y="312"/>
                    </a:cubicBezTo>
                    <a:cubicBezTo>
                      <a:pt x="210" y="315"/>
                      <a:pt x="234" y="330"/>
                      <a:pt x="240" y="327"/>
                    </a:cubicBezTo>
                    <a:cubicBezTo>
                      <a:pt x="246" y="324"/>
                      <a:pt x="252" y="336"/>
                      <a:pt x="249" y="339"/>
                    </a:cubicBezTo>
                    <a:cubicBezTo>
                      <a:pt x="246" y="342"/>
                      <a:pt x="249" y="351"/>
                      <a:pt x="246" y="354"/>
                    </a:cubicBezTo>
                    <a:cubicBezTo>
                      <a:pt x="246" y="357"/>
                      <a:pt x="237" y="354"/>
                      <a:pt x="234" y="354"/>
                    </a:cubicBezTo>
                    <a:cubicBezTo>
                      <a:pt x="228" y="357"/>
                      <a:pt x="225" y="357"/>
                      <a:pt x="225" y="363"/>
                    </a:cubicBezTo>
                    <a:cubicBezTo>
                      <a:pt x="225" y="369"/>
                      <a:pt x="216" y="372"/>
                      <a:pt x="213" y="381"/>
                    </a:cubicBezTo>
                    <a:cubicBezTo>
                      <a:pt x="213" y="387"/>
                      <a:pt x="222" y="387"/>
                      <a:pt x="225" y="390"/>
                    </a:cubicBezTo>
                    <a:cubicBezTo>
                      <a:pt x="231" y="393"/>
                      <a:pt x="216" y="393"/>
                      <a:pt x="216" y="399"/>
                    </a:cubicBezTo>
                    <a:cubicBezTo>
                      <a:pt x="216" y="405"/>
                      <a:pt x="228" y="414"/>
                      <a:pt x="231" y="417"/>
                    </a:cubicBezTo>
                    <a:cubicBezTo>
                      <a:pt x="237" y="417"/>
                      <a:pt x="234" y="429"/>
                      <a:pt x="234" y="435"/>
                    </a:cubicBezTo>
                    <a:cubicBezTo>
                      <a:pt x="237" y="441"/>
                      <a:pt x="243" y="435"/>
                      <a:pt x="240" y="441"/>
                    </a:cubicBezTo>
                    <a:cubicBezTo>
                      <a:pt x="240" y="447"/>
                      <a:pt x="246" y="447"/>
                      <a:pt x="246" y="453"/>
                    </a:cubicBezTo>
                    <a:cubicBezTo>
                      <a:pt x="246" y="456"/>
                      <a:pt x="258" y="456"/>
                      <a:pt x="255" y="462"/>
                    </a:cubicBezTo>
                    <a:cubicBezTo>
                      <a:pt x="252" y="468"/>
                      <a:pt x="258" y="471"/>
                      <a:pt x="261" y="477"/>
                    </a:cubicBezTo>
                    <a:cubicBezTo>
                      <a:pt x="264" y="480"/>
                      <a:pt x="273" y="486"/>
                      <a:pt x="273" y="489"/>
                    </a:cubicBezTo>
                    <a:cubicBezTo>
                      <a:pt x="276" y="492"/>
                      <a:pt x="279" y="498"/>
                      <a:pt x="285" y="498"/>
                    </a:cubicBezTo>
                    <a:cubicBezTo>
                      <a:pt x="291" y="495"/>
                      <a:pt x="291" y="501"/>
                      <a:pt x="297" y="501"/>
                    </a:cubicBezTo>
                    <a:cubicBezTo>
                      <a:pt x="303" y="501"/>
                      <a:pt x="309" y="504"/>
                      <a:pt x="309" y="507"/>
                    </a:cubicBezTo>
                    <a:cubicBezTo>
                      <a:pt x="312" y="510"/>
                      <a:pt x="327" y="513"/>
                      <a:pt x="330" y="513"/>
                    </a:cubicBezTo>
                    <a:cubicBezTo>
                      <a:pt x="333" y="516"/>
                      <a:pt x="336" y="507"/>
                      <a:pt x="339" y="504"/>
                    </a:cubicBezTo>
                    <a:cubicBezTo>
                      <a:pt x="342" y="504"/>
                      <a:pt x="342" y="489"/>
                      <a:pt x="345" y="489"/>
                    </a:cubicBezTo>
                    <a:cubicBezTo>
                      <a:pt x="348" y="486"/>
                      <a:pt x="345" y="471"/>
                      <a:pt x="342" y="471"/>
                    </a:cubicBezTo>
                    <a:cubicBezTo>
                      <a:pt x="339" y="468"/>
                      <a:pt x="342" y="462"/>
                      <a:pt x="348" y="465"/>
                    </a:cubicBezTo>
                    <a:cubicBezTo>
                      <a:pt x="357" y="465"/>
                      <a:pt x="354" y="459"/>
                      <a:pt x="357" y="456"/>
                    </a:cubicBezTo>
                    <a:cubicBezTo>
                      <a:pt x="360" y="456"/>
                      <a:pt x="360" y="450"/>
                      <a:pt x="363" y="447"/>
                    </a:cubicBezTo>
                    <a:cubicBezTo>
                      <a:pt x="366" y="447"/>
                      <a:pt x="363" y="444"/>
                      <a:pt x="363" y="441"/>
                    </a:cubicBezTo>
                    <a:cubicBezTo>
                      <a:pt x="360" y="438"/>
                      <a:pt x="363" y="435"/>
                      <a:pt x="366" y="435"/>
                    </a:cubicBezTo>
                    <a:cubicBezTo>
                      <a:pt x="372" y="435"/>
                      <a:pt x="369" y="429"/>
                      <a:pt x="363" y="426"/>
                    </a:cubicBezTo>
                    <a:cubicBezTo>
                      <a:pt x="360" y="423"/>
                      <a:pt x="360" y="417"/>
                      <a:pt x="366" y="423"/>
                    </a:cubicBezTo>
                    <a:cubicBezTo>
                      <a:pt x="372" y="426"/>
                      <a:pt x="375" y="423"/>
                      <a:pt x="372" y="420"/>
                    </a:cubicBezTo>
                    <a:cubicBezTo>
                      <a:pt x="369" y="414"/>
                      <a:pt x="375" y="414"/>
                      <a:pt x="384" y="411"/>
                    </a:cubicBezTo>
                    <a:cubicBezTo>
                      <a:pt x="390" y="411"/>
                      <a:pt x="393" y="408"/>
                      <a:pt x="393" y="402"/>
                    </a:cubicBezTo>
                    <a:cubicBezTo>
                      <a:pt x="390" y="396"/>
                      <a:pt x="399" y="399"/>
                      <a:pt x="399" y="402"/>
                    </a:cubicBezTo>
                    <a:cubicBezTo>
                      <a:pt x="396" y="408"/>
                      <a:pt x="396" y="411"/>
                      <a:pt x="399" y="408"/>
                    </a:cubicBezTo>
                    <a:cubicBezTo>
                      <a:pt x="405" y="405"/>
                      <a:pt x="411" y="408"/>
                      <a:pt x="420" y="405"/>
                    </a:cubicBezTo>
                    <a:cubicBezTo>
                      <a:pt x="432" y="402"/>
                      <a:pt x="444" y="390"/>
                      <a:pt x="447" y="381"/>
                    </a:cubicBezTo>
                    <a:cubicBezTo>
                      <a:pt x="450" y="372"/>
                      <a:pt x="462" y="375"/>
                      <a:pt x="459" y="369"/>
                    </a:cubicBezTo>
                    <a:cubicBezTo>
                      <a:pt x="459" y="363"/>
                      <a:pt x="462" y="360"/>
                      <a:pt x="471" y="363"/>
                    </a:cubicBezTo>
                    <a:cubicBezTo>
                      <a:pt x="480" y="369"/>
                      <a:pt x="474" y="360"/>
                      <a:pt x="483" y="360"/>
                    </a:cubicBezTo>
                    <a:cubicBezTo>
                      <a:pt x="492" y="360"/>
                      <a:pt x="489" y="357"/>
                      <a:pt x="498" y="357"/>
                    </a:cubicBezTo>
                    <a:cubicBezTo>
                      <a:pt x="507" y="357"/>
                      <a:pt x="531" y="354"/>
                      <a:pt x="540" y="348"/>
                    </a:cubicBezTo>
                    <a:cubicBezTo>
                      <a:pt x="546" y="339"/>
                      <a:pt x="564" y="333"/>
                      <a:pt x="570" y="330"/>
                    </a:cubicBezTo>
                    <a:cubicBezTo>
                      <a:pt x="579" y="327"/>
                      <a:pt x="579" y="321"/>
                      <a:pt x="576" y="324"/>
                    </a:cubicBezTo>
                    <a:cubicBezTo>
                      <a:pt x="570" y="327"/>
                      <a:pt x="561" y="327"/>
                      <a:pt x="555" y="324"/>
                    </a:cubicBezTo>
                    <a:cubicBezTo>
                      <a:pt x="549" y="324"/>
                      <a:pt x="537" y="318"/>
                      <a:pt x="531" y="321"/>
                    </a:cubicBezTo>
                    <a:cubicBezTo>
                      <a:pt x="522" y="327"/>
                      <a:pt x="528" y="315"/>
                      <a:pt x="534" y="315"/>
                    </a:cubicBezTo>
                    <a:cubicBezTo>
                      <a:pt x="540" y="315"/>
                      <a:pt x="537" y="312"/>
                      <a:pt x="537" y="303"/>
                    </a:cubicBezTo>
                    <a:cubicBezTo>
                      <a:pt x="534" y="297"/>
                      <a:pt x="546" y="303"/>
                      <a:pt x="552" y="309"/>
                    </a:cubicBezTo>
                    <a:cubicBezTo>
                      <a:pt x="558" y="318"/>
                      <a:pt x="567" y="321"/>
                      <a:pt x="576" y="318"/>
                    </a:cubicBezTo>
                    <a:cubicBezTo>
                      <a:pt x="585" y="315"/>
                      <a:pt x="576" y="309"/>
                      <a:pt x="579" y="303"/>
                    </a:cubicBezTo>
                    <a:cubicBezTo>
                      <a:pt x="585" y="297"/>
                      <a:pt x="552" y="282"/>
                      <a:pt x="552" y="276"/>
                    </a:cubicBezTo>
                    <a:cubicBezTo>
                      <a:pt x="549" y="273"/>
                      <a:pt x="558" y="276"/>
                      <a:pt x="567" y="279"/>
                    </a:cubicBezTo>
                    <a:cubicBezTo>
                      <a:pt x="576" y="282"/>
                      <a:pt x="579" y="273"/>
                      <a:pt x="579" y="267"/>
                    </a:cubicBezTo>
                    <a:cubicBezTo>
                      <a:pt x="579" y="264"/>
                      <a:pt x="561" y="261"/>
                      <a:pt x="552" y="267"/>
                    </a:cubicBezTo>
                    <a:cubicBezTo>
                      <a:pt x="543" y="273"/>
                      <a:pt x="534" y="261"/>
                      <a:pt x="546" y="261"/>
                    </a:cubicBezTo>
                    <a:cubicBezTo>
                      <a:pt x="558" y="258"/>
                      <a:pt x="546" y="255"/>
                      <a:pt x="552" y="249"/>
                    </a:cubicBezTo>
                    <a:cubicBezTo>
                      <a:pt x="555" y="246"/>
                      <a:pt x="567" y="261"/>
                      <a:pt x="576" y="258"/>
                    </a:cubicBezTo>
                    <a:cubicBezTo>
                      <a:pt x="582" y="255"/>
                      <a:pt x="588" y="258"/>
                      <a:pt x="594" y="252"/>
                    </a:cubicBezTo>
                    <a:cubicBezTo>
                      <a:pt x="600" y="249"/>
                      <a:pt x="582" y="243"/>
                      <a:pt x="579" y="240"/>
                    </a:cubicBezTo>
                    <a:cubicBezTo>
                      <a:pt x="576" y="234"/>
                      <a:pt x="597" y="237"/>
                      <a:pt x="606" y="237"/>
                    </a:cubicBezTo>
                    <a:cubicBezTo>
                      <a:pt x="612" y="237"/>
                      <a:pt x="612" y="228"/>
                      <a:pt x="609" y="228"/>
                    </a:cubicBezTo>
                    <a:cubicBezTo>
                      <a:pt x="603" y="231"/>
                      <a:pt x="582" y="222"/>
                      <a:pt x="588" y="216"/>
                    </a:cubicBezTo>
                    <a:cubicBezTo>
                      <a:pt x="591" y="210"/>
                      <a:pt x="600" y="216"/>
                      <a:pt x="606" y="213"/>
                    </a:cubicBezTo>
                    <a:cubicBezTo>
                      <a:pt x="615" y="210"/>
                      <a:pt x="609" y="192"/>
                      <a:pt x="603" y="192"/>
                    </a:cubicBezTo>
                    <a:cubicBezTo>
                      <a:pt x="597" y="192"/>
                      <a:pt x="582" y="189"/>
                      <a:pt x="582" y="186"/>
                    </a:cubicBezTo>
                    <a:cubicBezTo>
                      <a:pt x="582" y="183"/>
                      <a:pt x="570" y="183"/>
                      <a:pt x="573" y="180"/>
                    </a:cubicBezTo>
                    <a:cubicBezTo>
                      <a:pt x="576" y="177"/>
                      <a:pt x="582" y="183"/>
                      <a:pt x="588" y="177"/>
                    </a:cubicBezTo>
                    <a:cubicBezTo>
                      <a:pt x="597" y="171"/>
                      <a:pt x="612" y="177"/>
                      <a:pt x="618" y="177"/>
                    </a:cubicBezTo>
                    <a:cubicBezTo>
                      <a:pt x="627" y="174"/>
                      <a:pt x="615" y="162"/>
                      <a:pt x="612" y="165"/>
                    </a:cubicBezTo>
                    <a:cubicBezTo>
                      <a:pt x="609" y="168"/>
                      <a:pt x="594" y="168"/>
                      <a:pt x="594" y="162"/>
                    </a:cubicBezTo>
                    <a:cubicBezTo>
                      <a:pt x="594" y="153"/>
                      <a:pt x="606" y="162"/>
                      <a:pt x="609" y="156"/>
                    </a:cubicBezTo>
                    <a:cubicBezTo>
                      <a:pt x="612" y="153"/>
                      <a:pt x="591" y="144"/>
                      <a:pt x="585" y="153"/>
                    </a:cubicBezTo>
                    <a:cubicBezTo>
                      <a:pt x="582" y="159"/>
                      <a:pt x="570" y="156"/>
                      <a:pt x="576" y="153"/>
                    </a:cubicBezTo>
                    <a:cubicBezTo>
                      <a:pt x="585" y="150"/>
                      <a:pt x="585" y="138"/>
                      <a:pt x="585" y="132"/>
                    </a:cubicBezTo>
                    <a:cubicBezTo>
                      <a:pt x="585" y="126"/>
                      <a:pt x="606" y="126"/>
                      <a:pt x="603" y="117"/>
                    </a:cubicBezTo>
                    <a:cubicBezTo>
                      <a:pt x="603" y="108"/>
                      <a:pt x="615" y="105"/>
                      <a:pt x="624" y="105"/>
                    </a:cubicBezTo>
                    <a:cubicBezTo>
                      <a:pt x="630" y="105"/>
                      <a:pt x="624" y="96"/>
                      <a:pt x="615" y="96"/>
                    </a:cubicBezTo>
                    <a:cubicBezTo>
                      <a:pt x="609" y="96"/>
                      <a:pt x="600" y="105"/>
                      <a:pt x="597" y="102"/>
                    </a:cubicBezTo>
                    <a:cubicBezTo>
                      <a:pt x="594" y="99"/>
                      <a:pt x="606" y="93"/>
                      <a:pt x="612" y="93"/>
                    </a:cubicBezTo>
                    <a:cubicBezTo>
                      <a:pt x="618" y="93"/>
                      <a:pt x="636" y="93"/>
                      <a:pt x="639" y="90"/>
                    </a:cubicBezTo>
                    <a:cubicBezTo>
                      <a:pt x="645" y="87"/>
                      <a:pt x="630" y="84"/>
                      <a:pt x="621" y="84"/>
                    </a:cubicBezTo>
                    <a:cubicBezTo>
                      <a:pt x="609" y="84"/>
                      <a:pt x="609" y="81"/>
                      <a:pt x="624" y="81"/>
                    </a:cubicBezTo>
                    <a:cubicBezTo>
                      <a:pt x="642" y="81"/>
                      <a:pt x="639" y="78"/>
                      <a:pt x="651" y="75"/>
                    </a:cubicBezTo>
                    <a:cubicBezTo>
                      <a:pt x="660" y="75"/>
                      <a:pt x="657" y="69"/>
                      <a:pt x="663" y="69"/>
                    </a:cubicBezTo>
                    <a:cubicBezTo>
                      <a:pt x="672" y="69"/>
                      <a:pt x="690" y="60"/>
                      <a:pt x="690" y="57"/>
                    </a:cubicBezTo>
                    <a:cubicBezTo>
                      <a:pt x="690" y="54"/>
                      <a:pt x="663" y="45"/>
                      <a:pt x="651" y="45"/>
                    </a:cubicBezTo>
                    <a:close/>
                    <a:moveTo>
                      <a:pt x="237" y="336"/>
                    </a:moveTo>
                    <a:cubicBezTo>
                      <a:pt x="237" y="330"/>
                      <a:pt x="231" y="336"/>
                      <a:pt x="228" y="327"/>
                    </a:cubicBezTo>
                    <a:cubicBezTo>
                      <a:pt x="222" y="321"/>
                      <a:pt x="207" y="318"/>
                      <a:pt x="204" y="324"/>
                    </a:cubicBezTo>
                    <a:cubicBezTo>
                      <a:pt x="204" y="327"/>
                      <a:pt x="198" y="330"/>
                      <a:pt x="204" y="333"/>
                    </a:cubicBezTo>
                    <a:cubicBezTo>
                      <a:pt x="207" y="339"/>
                      <a:pt x="210" y="336"/>
                      <a:pt x="216" y="342"/>
                    </a:cubicBezTo>
                    <a:cubicBezTo>
                      <a:pt x="219" y="345"/>
                      <a:pt x="234" y="342"/>
                      <a:pt x="237" y="3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8" name="Freeform 131">
                <a:extLst>
                  <a:ext uri="{FF2B5EF4-FFF2-40B4-BE49-F238E27FC236}">
                    <a16:creationId xmlns:a16="http://schemas.microsoft.com/office/drawing/2014/main" id="{98C0EE0D-85AC-0888-9CE3-D560BF005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5445" y="4552266"/>
                <a:ext cx="52719" cy="40553"/>
              </a:xfrm>
              <a:custGeom>
                <a:avLst/>
                <a:gdLst>
                  <a:gd name="T0" fmla="*/ 0 w 27"/>
                  <a:gd name="T1" fmla="*/ 3 h 21"/>
                  <a:gd name="T2" fmla="*/ 12 w 27"/>
                  <a:gd name="T3" fmla="*/ 9 h 21"/>
                  <a:gd name="T4" fmla="*/ 24 w 27"/>
                  <a:gd name="T5" fmla="*/ 15 h 21"/>
                  <a:gd name="T6" fmla="*/ 0 w 27"/>
                  <a:gd name="T7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1">
                    <a:moveTo>
                      <a:pt x="0" y="3"/>
                    </a:moveTo>
                    <a:cubicBezTo>
                      <a:pt x="3" y="9"/>
                      <a:pt x="6" y="6"/>
                      <a:pt x="12" y="9"/>
                    </a:cubicBezTo>
                    <a:cubicBezTo>
                      <a:pt x="15" y="15"/>
                      <a:pt x="18" y="21"/>
                      <a:pt x="24" y="15"/>
                    </a:cubicBezTo>
                    <a:cubicBezTo>
                      <a:pt x="27" y="9"/>
                      <a:pt x="0" y="0"/>
                      <a:pt x="0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9" name="Freeform 132">
                <a:extLst>
                  <a:ext uri="{FF2B5EF4-FFF2-40B4-BE49-F238E27FC236}">
                    <a16:creationId xmlns:a16="http://schemas.microsoft.com/office/drawing/2014/main" id="{EE91E252-D625-D1CD-6719-80EFFD5A23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65546" y="786208"/>
                <a:ext cx="1924935" cy="1482902"/>
              </a:xfrm>
              <a:custGeom>
                <a:avLst/>
                <a:gdLst>
                  <a:gd name="T0" fmla="*/ 207 w 1005"/>
                  <a:gd name="T1" fmla="*/ 681 h 774"/>
                  <a:gd name="T2" fmla="*/ 189 w 1005"/>
                  <a:gd name="T3" fmla="*/ 225 h 774"/>
                  <a:gd name="T4" fmla="*/ 387 w 1005"/>
                  <a:gd name="T5" fmla="*/ 249 h 774"/>
                  <a:gd name="T6" fmla="*/ 258 w 1005"/>
                  <a:gd name="T7" fmla="*/ 267 h 774"/>
                  <a:gd name="T8" fmla="*/ 387 w 1005"/>
                  <a:gd name="T9" fmla="*/ 333 h 774"/>
                  <a:gd name="T10" fmla="*/ 237 w 1005"/>
                  <a:gd name="T11" fmla="*/ 192 h 774"/>
                  <a:gd name="T12" fmla="*/ 210 w 1005"/>
                  <a:gd name="T13" fmla="*/ 183 h 774"/>
                  <a:gd name="T14" fmla="*/ 369 w 1005"/>
                  <a:gd name="T15" fmla="*/ 213 h 774"/>
                  <a:gd name="T16" fmla="*/ 297 w 1005"/>
                  <a:gd name="T17" fmla="*/ 144 h 774"/>
                  <a:gd name="T18" fmla="*/ 414 w 1005"/>
                  <a:gd name="T19" fmla="*/ 117 h 774"/>
                  <a:gd name="T20" fmla="*/ 417 w 1005"/>
                  <a:gd name="T21" fmla="*/ 159 h 774"/>
                  <a:gd name="T22" fmla="*/ 420 w 1005"/>
                  <a:gd name="T23" fmla="*/ 183 h 774"/>
                  <a:gd name="T24" fmla="*/ 543 w 1005"/>
                  <a:gd name="T25" fmla="*/ 147 h 774"/>
                  <a:gd name="T26" fmla="*/ 492 w 1005"/>
                  <a:gd name="T27" fmla="*/ 231 h 774"/>
                  <a:gd name="T28" fmla="*/ 687 w 1005"/>
                  <a:gd name="T29" fmla="*/ 219 h 774"/>
                  <a:gd name="T30" fmla="*/ 582 w 1005"/>
                  <a:gd name="T31" fmla="*/ 150 h 774"/>
                  <a:gd name="T32" fmla="*/ 600 w 1005"/>
                  <a:gd name="T33" fmla="*/ 81 h 774"/>
                  <a:gd name="T34" fmla="*/ 588 w 1005"/>
                  <a:gd name="T35" fmla="*/ 66 h 774"/>
                  <a:gd name="T36" fmla="*/ 636 w 1005"/>
                  <a:gd name="T37" fmla="*/ 120 h 774"/>
                  <a:gd name="T38" fmla="*/ 699 w 1005"/>
                  <a:gd name="T39" fmla="*/ 180 h 774"/>
                  <a:gd name="T40" fmla="*/ 795 w 1005"/>
                  <a:gd name="T41" fmla="*/ 87 h 774"/>
                  <a:gd name="T42" fmla="*/ 762 w 1005"/>
                  <a:gd name="T43" fmla="*/ 9 h 774"/>
                  <a:gd name="T44" fmla="*/ 570 w 1005"/>
                  <a:gd name="T45" fmla="*/ 45 h 774"/>
                  <a:gd name="T46" fmla="*/ 624 w 1005"/>
                  <a:gd name="T47" fmla="*/ 438 h 774"/>
                  <a:gd name="T48" fmla="*/ 828 w 1005"/>
                  <a:gd name="T49" fmla="*/ 339 h 774"/>
                  <a:gd name="T50" fmla="*/ 747 w 1005"/>
                  <a:gd name="T51" fmla="*/ 270 h 774"/>
                  <a:gd name="T52" fmla="*/ 624 w 1005"/>
                  <a:gd name="T53" fmla="*/ 249 h 774"/>
                  <a:gd name="T54" fmla="*/ 705 w 1005"/>
                  <a:gd name="T55" fmla="*/ 309 h 774"/>
                  <a:gd name="T56" fmla="*/ 738 w 1005"/>
                  <a:gd name="T57" fmla="*/ 408 h 774"/>
                  <a:gd name="T58" fmla="*/ 852 w 1005"/>
                  <a:gd name="T59" fmla="*/ 417 h 774"/>
                  <a:gd name="T60" fmla="*/ 684 w 1005"/>
                  <a:gd name="T61" fmla="*/ 240 h 774"/>
                  <a:gd name="T62" fmla="*/ 963 w 1005"/>
                  <a:gd name="T63" fmla="*/ 639 h 774"/>
                  <a:gd name="T64" fmla="*/ 111 w 1005"/>
                  <a:gd name="T65" fmla="*/ 627 h 774"/>
                  <a:gd name="T66" fmla="*/ 822 w 1005"/>
                  <a:gd name="T67" fmla="*/ 684 h 774"/>
                  <a:gd name="T68" fmla="*/ 963 w 1005"/>
                  <a:gd name="T69" fmla="*/ 609 h 774"/>
                  <a:gd name="T70" fmla="*/ 897 w 1005"/>
                  <a:gd name="T71" fmla="*/ 558 h 774"/>
                  <a:gd name="T72" fmla="*/ 846 w 1005"/>
                  <a:gd name="T73" fmla="*/ 528 h 774"/>
                  <a:gd name="T74" fmla="*/ 765 w 1005"/>
                  <a:gd name="T75" fmla="*/ 462 h 774"/>
                  <a:gd name="T76" fmla="*/ 729 w 1005"/>
                  <a:gd name="T77" fmla="*/ 543 h 774"/>
                  <a:gd name="T78" fmla="*/ 666 w 1005"/>
                  <a:gd name="T79" fmla="*/ 615 h 774"/>
                  <a:gd name="T80" fmla="*/ 540 w 1005"/>
                  <a:gd name="T81" fmla="*/ 525 h 774"/>
                  <a:gd name="T82" fmla="*/ 579 w 1005"/>
                  <a:gd name="T83" fmla="*/ 429 h 774"/>
                  <a:gd name="T84" fmla="*/ 651 w 1005"/>
                  <a:gd name="T85" fmla="*/ 387 h 774"/>
                  <a:gd name="T86" fmla="*/ 636 w 1005"/>
                  <a:gd name="T87" fmla="*/ 339 h 774"/>
                  <a:gd name="T88" fmla="*/ 582 w 1005"/>
                  <a:gd name="T89" fmla="*/ 342 h 774"/>
                  <a:gd name="T90" fmla="*/ 537 w 1005"/>
                  <a:gd name="T91" fmla="*/ 270 h 774"/>
                  <a:gd name="T92" fmla="*/ 519 w 1005"/>
                  <a:gd name="T93" fmla="*/ 291 h 774"/>
                  <a:gd name="T94" fmla="*/ 510 w 1005"/>
                  <a:gd name="T95" fmla="*/ 363 h 774"/>
                  <a:gd name="T96" fmla="*/ 492 w 1005"/>
                  <a:gd name="T97" fmla="*/ 348 h 774"/>
                  <a:gd name="T98" fmla="*/ 399 w 1005"/>
                  <a:gd name="T99" fmla="*/ 348 h 774"/>
                  <a:gd name="T100" fmla="*/ 270 w 1005"/>
                  <a:gd name="T101" fmla="*/ 339 h 774"/>
                  <a:gd name="T102" fmla="*/ 99 w 1005"/>
                  <a:gd name="T103" fmla="*/ 339 h 774"/>
                  <a:gd name="T104" fmla="*/ 48 w 1005"/>
                  <a:gd name="T105" fmla="*/ 339 h 774"/>
                  <a:gd name="T106" fmla="*/ 129 w 1005"/>
                  <a:gd name="T107" fmla="*/ 588 h 774"/>
                  <a:gd name="T108" fmla="*/ 183 w 1005"/>
                  <a:gd name="T109" fmla="*/ 657 h 774"/>
                  <a:gd name="T110" fmla="*/ 624 w 1005"/>
                  <a:gd name="T111" fmla="*/ 687 h 774"/>
                  <a:gd name="T112" fmla="*/ 702 w 1005"/>
                  <a:gd name="T113" fmla="*/ 765 h 774"/>
                  <a:gd name="T114" fmla="*/ 867 w 1005"/>
                  <a:gd name="T115" fmla="*/ 720 h 774"/>
                  <a:gd name="T116" fmla="*/ 243 w 1005"/>
                  <a:gd name="T117" fmla="*/ 405 h 774"/>
                  <a:gd name="T118" fmla="*/ 243 w 1005"/>
                  <a:gd name="T119" fmla="*/ 390 h 774"/>
                  <a:gd name="T120" fmla="*/ 504 w 1005"/>
                  <a:gd name="T121" fmla="*/ 654 h 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05" h="774">
                    <a:moveTo>
                      <a:pt x="198" y="678"/>
                    </a:moveTo>
                    <a:cubicBezTo>
                      <a:pt x="195" y="675"/>
                      <a:pt x="189" y="675"/>
                      <a:pt x="186" y="672"/>
                    </a:cubicBezTo>
                    <a:cubicBezTo>
                      <a:pt x="186" y="669"/>
                      <a:pt x="177" y="657"/>
                      <a:pt x="174" y="657"/>
                    </a:cubicBezTo>
                    <a:cubicBezTo>
                      <a:pt x="168" y="657"/>
                      <a:pt x="162" y="657"/>
                      <a:pt x="159" y="654"/>
                    </a:cubicBezTo>
                    <a:cubicBezTo>
                      <a:pt x="153" y="651"/>
                      <a:pt x="150" y="648"/>
                      <a:pt x="147" y="651"/>
                    </a:cubicBezTo>
                    <a:cubicBezTo>
                      <a:pt x="144" y="654"/>
                      <a:pt x="150" y="654"/>
                      <a:pt x="150" y="657"/>
                    </a:cubicBezTo>
                    <a:cubicBezTo>
                      <a:pt x="150" y="660"/>
                      <a:pt x="153" y="660"/>
                      <a:pt x="156" y="660"/>
                    </a:cubicBezTo>
                    <a:cubicBezTo>
                      <a:pt x="159" y="660"/>
                      <a:pt x="159" y="666"/>
                      <a:pt x="162" y="666"/>
                    </a:cubicBezTo>
                    <a:cubicBezTo>
                      <a:pt x="165" y="666"/>
                      <a:pt x="168" y="672"/>
                      <a:pt x="171" y="672"/>
                    </a:cubicBezTo>
                    <a:cubicBezTo>
                      <a:pt x="174" y="672"/>
                      <a:pt x="174" y="675"/>
                      <a:pt x="177" y="678"/>
                    </a:cubicBezTo>
                    <a:cubicBezTo>
                      <a:pt x="177" y="681"/>
                      <a:pt x="183" y="678"/>
                      <a:pt x="183" y="681"/>
                    </a:cubicBezTo>
                    <a:cubicBezTo>
                      <a:pt x="183" y="681"/>
                      <a:pt x="186" y="684"/>
                      <a:pt x="186" y="687"/>
                    </a:cubicBezTo>
                    <a:cubicBezTo>
                      <a:pt x="195" y="687"/>
                      <a:pt x="201" y="687"/>
                      <a:pt x="204" y="687"/>
                    </a:cubicBezTo>
                    <a:cubicBezTo>
                      <a:pt x="204" y="684"/>
                      <a:pt x="207" y="684"/>
                      <a:pt x="207" y="681"/>
                    </a:cubicBezTo>
                    <a:cubicBezTo>
                      <a:pt x="207" y="678"/>
                      <a:pt x="204" y="681"/>
                      <a:pt x="198" y="678"/>
                    </a:cubicBezTo>
                    <a:close/>
                    <a:moveTo>
                      <a:pt x="192" y="279"/>
                    </a:moveTo>
                    <a:cubicBezTo>
                      <a:pt x="201" y="282"/>
                      <a:pt x="201" y="297"/>
                      <a:pt x="207" y="297"/>
                    </a:cubicBezTo>
                    <a:cubicBezTo>
                      <a:pt x="210" y="297"/>
                      <a:pt x="207" y="294"/>
                      <a:pt x="213" y="294"/>
                    </a:cubicBezTo>
                    <a:cubicBezTo>
                      <a:pt x="222" y="294"/>
                      <a:pt x="219" y="291"/>
                      <a:pt x="225" y="291"/>
                    </a:cubicBezTo>
                    <a:cubicBezTo>
                      <a:pt x="231" y="291"/>
                      <a:pt x="237" y="288"/>
                      <a:pt x="237" y="282"/>
                    </a:cubicBezTo>
                    <a:cubicBezTo>
                      <a:pt x="237" y="276"/>
                      <a:pt x="240" y="273"/>
                      <a:pt x="246" y="270"/>
                    </a:cubicBezTo>
                    <a:cubicBezTo>
                      <a:pt x="252" y="270"/>
                      <a:pt x="246" y="261"/>
                      <a:pt x="255" y="261"/>
                    </a:cubicBezTo>
                    <a:cubicBezTo>
                      <a:pt x="264" y="258"/>
                      <a:pt x="288" y="249"/>
                      <a:pt x="291" y="246"/>
                    </a:cubicBezTo>
                    <a:cubicBezTo>
                      <a:pt x="297" y="243"/>
                      <a:pt x="288" y="237"/>
                      <a:pt x="279" y="231"/>
                    </a:cubicBezTo>
                    <a:cubicBezTo>
                      <a:pt x="270" y="228"/>
                      <a:pt x="261" y="225"/>
                      <a:pt x="255" y="231"/>
                    </a:cubicBezTo>
                    <a:cubicBezTo>
                      <a:pt x="249" y="234"/>
                      <a:pt x="252" y="225"/>
                      <a:pt x="249" y="228"/>
                    </a:cubicBezTo>
                    <a:cubicBezTo>
                      <a:pt x="243" y="231"/>
                      <a:pt x="228" y="222"/>
                      <a:pt x="225" y="222"/>
                    </a:cubicBezTo>
                    <a:cubicBezTo>
                      <a:pt x="222" y="219"/>
                      <a:pt x="195" y="225"/>
                      <a:pt x="189" y="225"/>
                    </a:cubicBezTo>
                    <a:cubicBezTo>
                      <a:pt x="183" y="225"/>
                      <a:pt x="189" y="234"/>
                      <a:pt x="195" y="237"/>
                    </a:cubicBezTo>
                    <a:cubicBezTo>
                      <a:pt x="198" y="240"/>
                      <a:pt x="183" y="252"/>
                      <a:pt x="186" y="255"/>
                    </a:cubicBezTo>
                    <a:cubicBezTo>
                      <a:pt x="189" y="255"/>
                      <a:pt x="183" y="264"/>
                      <a:pt x="177" y="270"/>
                    </a:cubicBezTo>
                    <a:cubicBezTo>
                      <a:pt x="171" y="279"/>
                      <a:pt x="183" y="279"/>
                      <a:pt x="192" y="279"/>
                    </a:cubicBezTo>
                    <a:close/>
                    <a:moveTo>
                      <a:pt x="441" y="321"/>
                    </a:moveTo>
                    <a:cubicBezTo>
                      <a:pt x="444" y="318"/>
                      <a:pt x="456" y="327"/>
                      <a:pt x="456" y="321"/>
                    </a:cubicBezTo>
                    <a:cubicBezTo>
                      <a:pt x="456" y="312"/>
                      <a:pt x="444" y="309"/>
                      <a:pt x="438" y="306"/>
                    </a:cubicBezTo>
                    <a:cubicBezTo>
                      <a:pt x="432" y="303"/>
                      <a:pt x="429" y="303"/>
                      <a:pt x="420" y="297"/>
                    </a:cubicBezTo>
                    <a:cubicBezTo>
                      <a:pt x="408" y="291"/>
                      <a:pt x="420" y="285"/>
                      <a:pt x="414" y="282"/>
                    </a:cubicBezTo>
                    <a:cubicBezTo>
                      <a:pt x="408" y="276"/>
                      <a:pt x="405" y="261"/>
                      <a:pt x="411" y="255"/>
                    </a:cubicBezTo>
                    <a:cubicBezTo>
                      <a:pt x="414" y="249"/>
                      <a:pt x="420" y="243"/>
                      <a:pt x="411" y="240"/>
                    </a:cubicBezTo>
                    <a:cubicBezTo>
                      <a:pt x="402" y="237"/>
                      <a:pt x="387" y="243"/>
                      <a:pt x="390" y="243"/>
                    </a:cubicBezTo>
                    <a:cubicBezTo>
                      <a:pt x="390" y="246"/>
                      <a:pt x="402" y="252"/>
                      <a:pt x="402" y="255"/>
                    </a:cubicBezTo>
                    <a:cubicBezTo>
                      <a:pt x="402" y="258"/>
                      <a:pt x="393" y="249"/>
                      <a:pt x="387" y="249"/>
                    </a:cubicBezTo>
                    <a:cubicBezTo>
                      <a:pt x="384" y="252"/>
                      <a:pt x="378" y="246"/>
                      <a:pt x="375" y="249"/>
                    </a:cubicBezTo>
                    <a:cubicBezTo>
                      <a:pt x="372" y="255"/>
                      <a:pt x="381" y="273"/>
                      <a:pt x="384" y="279"/>
                    </a:cubicBezTo>
                    <a:cubicBezTo>
                      <a:pt x="387" y="282"/>
                      <a:pt x="381" y="282"/>
                      <a:pt x="375" y="285"/>
                    </a:cubicBezTo>
                    <a:cubicBezTo>
                      <a:pt x="372" y="285"/>
                      <a:pt x="372" y="270"/>
                      <a:pt x="369" y="264"/>
                    </a:cubicBezTo>
                    <a:cubicBezTo>
                      <a:pt x="363" y="258"/>
                      <a:pt x="348" y="252"/>
                      <a:pt x="348" y="255"/>
                    </a:cubicBezTo>
                    <a:cubicBezTo>
                      <a:pt x="345" y="261"/>
                      <a:pt x="357" y="261"/>
                      <a:pt x="354" y="267"/>
                    </a:cubicBezTo>
                    <a:cubicBezTo>
                      <a:pt x="354" y="270"/>
                      <a:pt x="348" y="261"/>
                      <a:pt x="342" y="267"/>
                    </a:cubicBezTo>
                    <a:cubicBezTo>
                      <a:pt x="336" y="270"/>
                      <a:pt x="339" y="267"/>
                      <a:pt x="339" y="264"/>
                    </a:cubicBezTo>
                    <a:cubicBezTo>
                      <a:pt x="339" y="258"/>
                      <a:pt x="330" y="255"/>
                      <a:pt x="321" y="255"/>
                    </a:cubicBezTo>
                    <a:cubicBezTo>
                      <a:pt x="312" y="255"/>
                      <a:pt x="315" y="264"/>
                      <a:pt x="312" y="267"/>
                    </a:cubicBezTo>
                    <a:cubicBezTo>
                      <a:pt x="309" y="267"/>
                      <a:pt x="294" y="264"/>
                      <a:pt x="306" y="261"/>
                    </a:cubicBezTo>
                    <a:cubicBezTo>
                      <a:pt x="315" y="261"/>
                      <a:pt x="309" y="255"/>
                      <a:pt x="306" y="249"/>
                    </a:cubicBezTo>
                    <a:cubicBezTo>
                      <a:pt x="303" y="243"/>
                      <a:pt x="294" y="249"/>
                      <a:pt x="279" y="255"/>
                    </a:cubicBezTo>
                    <a:cubicBezTo>
                      <a:pt x="264" y="261"/>
                      <a:pt x="255" y="267"/>
                      <a:pt x="258" y="267"/>
                    </a:cubicBezTo>
                    <a:cubicBezTo>
                      <a:pt x="261" y="267"/>
                      <a:pt x="261" y="270"/>
                      <a:pt x="255" y="276"/>
                    </a:cubicBezTo>
                    <a:cubicBezTo>
                      <a:pt x="249" y="282"/>
                      <a:pt x="255" y="285"/>
                      <a:pt x="261" y="285"/>
                    </a:cubicBezTo>
                    <a:cubicBezTo>
                      <a:pt x="264" y="285"/>
                      <a:pt x="261" y="288"/>
                      <a:pt x="264" y="291"/>
                    </a:cubicBezTo>
                    <a:cubicBezTo>
                      <a:pt x="267" y="291"/>
                      <a:pt x="285" y="285"/>
                      <a:pt x="291" y="288"/>
                    </a:cubicBezTo>
                    <a:cubicBezTo>
                      <a:pt x="297" y="291"/>
                      <a:pt x="261" y="294"/>
                      <a:pt x="261" y="300"/>
                    </a:cubicBezTo>
                    <a:cubicBezTo>
                      <a:pt x="261" y="306"/>
                      <a:pt x="279" y="309"/>
                      <a:pt x="294" y="306"/>
                    </a:cubicBezTo>
                    <a:cubicBezTo>
                      <a:pt x="309" y="303"/>
                      <a:pt x="333" y="309"/>
                      <a:pt x="333" y="312"/>
                    </a:cubicBezTo>
                    <a:cubicBezTo>
                      <a:pt x="333" y="315"/>
                      <a:pt x="315" y="315"/>
                      <a:pt x="303" y="312"/>
                    </a:cubicBezTo>
                    <a:cubicBezTo>
                      <a:pt x="291" y="312"/>
                      <a:pt x="270" y="318"/>
                      <a:pt x="270" y="321"/>
                    </a:cubicBezTo>
                    <a:cubicBezTo>
                      <a:pt x="273" y="324"/>
                      <a:pt x="273" y="324"/>
                      <a:pt x="285" y="330"/>
                    </a:cubicBezTo>
                    <a:cubicBezTo>
                      <a:pt x="300" y="336"/>
                      <a:pt x="312" y="327"/>
                      <a:pt x="312" y="336"/>
                    </a:cubicBezTo>
                    <a:cubicBezTo>
                      <a:pt x="312" y="345"/>
                      <a:pt x="318" y="348"/>
                      <a:pt x="336" y="348"/>
                    </a:cubicBezTo>
                    <a:cubicBezTo>
                      <a:pt x="354" y="348"/>
                      <a:pt x="363" y="339"/>
                      <a:pt x="372" y="339"/>
                    </a:cubicBezTo>
                    <a:cubicBezTo>
                      <a:pt x="378" y="342"/>
                      <a:pt x="384" y="339"/>
                      <a:pt x="387" y="333"/>
                    </a:cubicBezTo>
                    <a:cubicBezTo>
                      <a:pt x="390" y="327"/>
                      <a:pt x="396" y="330"/>
                      <a:pt x="396" y="333"/>
                    </a:cubicBezTo>
                    <a:cubicBezTo>
                      <a:pt x="396" y="336"/>
                      <a:pt x="408" y="336"/>
                      <a:pt x="411" y="339"/>
                    </a:cubicBezTo>
                    <a:cubicBezTo>
                      <a:pt x="417" y="345"/>
                      <a:pt x="438" y="342"/>
                      <a:pt x="447" y="339"/>
                    </a:cubicBezTo>
                    <a:cubicBezTo>
                      <a:pt x="453" y="336"/>
                      <a:pt x="441" y="324"/>
                      <a:pt x="438" y="330"/>
                    </a:cubicBezTo>
                    <a:cubicBezTo>
                      <a:pt x="435" y="333"/>
                      <a:pt x="432" y="330"/>
                      <a:pt x="429" y="330"/>
                    </a:cubicBezTo>
                    <a:cubicBezTo>
                      <a:pt x="429" y="327"/>
                      <a:pt x="438" y="324"/>
                      <a:pt x="441" y="321"/>
                    </a:cubicBezTo>
                    <a:close/>
                    <a:moveTo>
                      <a:pt x="252" y="198"/>
                    </a:moveTo>
                    <a:cubicBezTo>
                      <a:pt x="261" y="198"/>
                      <a:pt x="270" y="192"/>
                      <a:pt x="267" y="186"/>
                    </a:cubicBezTo>
                    <a:cubicBezTo>
                      <a:pt x="267" y="183"/>
                      <a:pt x="246" y="198"/>
                      <a:pt x="252" y="198"/>
                    </a:cubicBezTo>
                    <a:close/>
                    <a:moveTo>
                      <a:pt x="210" y="183"/>
                    </a:moveTo>
                    <a:cubicBezTo>
                      <a:pt x="213" y="186"/>
                      <a:pt x="210" y="192"/>
                      <a:pt x="213" y="192"/>
                    </a:cubicBezTo>
                    <a:cubicBezTo>
                      <a:pt x="216" y="189"/>
                      <a:pt x="219" y="189"/>
                      <a:pt x="222" y="189"/>
                    </a:cubicBezTo>
                    <a:cubicBezTo>
                      <a:pt x="228" y="192"/>
                      <a:pt x="228" y="186"/>
                      <a:pt x="231" y="183"/>
                    </a:cubicBezTo>
                    <a:cubicBezTo>
                      <a:pt x="234" y="180"/>
                      <a:pt x="231" y="192"/>
                      <a:pt x="237" y="192"/>
                    </a:cubicBezTo>
                    <a:cubicBezTo>
                      <a:pt x="243" y="192"/>
                      <a:pt x="243" y="180"/>
                      <a:pt x="249" y="183"/>
                    </a:cubicBezTo>
                    <a:cubicBezTo>
                      <a:pt x="252" y="189"/>
                      <a:pt x="255" y="183"/>
                      <a:pt x="255" y="180"/>
                    </a:cubicBezTo>
                    <a:cubicBezTo>
                      <a:pt x="255" y="177"/>
                      <a:pt x="255" y="171"/>
                      <a:pt x="261" y="168"/>
                    </a:cubicBezTo>
                    <a:cubicBezTo>
                      <a:pt x="267" y="168"/>
                      <a:pt x="264" y="174"/>
                      <a:pt x="264" y="180"/>
                    </a:cubicBezTo>
                    <a:cubicBezTo>
                      <a:pt x="270" y="186"/>
                      <a:pt x="276" y="180"/>
                      <a:pt x="276" y="177"/>
                    </a:cubicBezTo>
                    <a:cubicBezTo>
                      <a:pt x="276" y="174"/>
                      <a:pt x="285" y="174"/>
                      <a:pt x="285" y="171"/>
                    </a:cubicBezTo>
                    <a:cubicBezTo>
                      <a:pt x="285" y="168"/>
                      <a:pt x="288" y="168"/>
                      <a:pt x="285" y="162"/>
                    </a:cubicBezTo>
                    <a:cubicBezTo>
                      <a:pt x="282" y="159"/>
                      <a:pt x="288" y="159"/>
                      <a:pt x="291" y="156"/>
                    </a:cubicBezTo>
                    <a:cubicBezTo>
                      <a:pt x="294" y="153"/>
                      <a:pt x="288" y="156"/>
                      <a:pt x="282" y="153"/>
                    </a:cubicBezTo>
                    <a:cubicBezTo>
                      <a:pt x="279" y="147"/>
                      <a:pt x="276" y="153"/>
                      <a:pt x="276" y="156"/>
                    </a:cubicBezTo>
                    <a:cubicBezTo>
                      <a:pt x="276" y="159"/>
                      <a:pt x="267" y="156"/>
                      <a:pt x="261" y="156"/>
                    </a:cubicBezTo>
                    <a:cubicBezTo>
                      <a:pt x="255" y="153"/>
                      <a:pt x="249" y="162"/>
                      <a:pt x="240" y="165"/>
                    </a:cubicBezTo>
                    <a:cubicBezTo>
                      <a:pt x="231" y="171"/>
                      <a:pt x="231" y="177"/>
                      <a:pt x="225" y="177"/>
                    </a:cubicBezTo>
                    <a:cubicBezTo>
                      <a:pt x="216" y="177"/>
                      <a:pt x="207" y="183"/>
                      <a:pt x="210" y="183"/>
                    </a:cubicBezTo>
                    <a:close/>
                    <a:moveTo>
                      <a:pt x="288" y="183"/>
                    </a:moveTo>
                    <a:cubicBezTo>
                      <a:pt x="279" y="183"/>
                      <a:pt x="282" y="189"/>
                      <a:pt x="288" y="189"/>
                    </a:cubicBezTo>
                    <a:cubicBezTo>
                      <a:pt x="297" y="189"/>
                      <a:pt x="300" y="192"/>
                      <a:pt x="288" y="192"/>
                    </a:cubicBezTo>
                    <a:cubicBezTo>
                      <a:pt x="276" y="192"/>
                      <a:pt x="270" y="201"/>
                      <a:pt x="279" y="198"/>
                    </a:cubicBezTo>
                    <a:cubicBezTo>
                      <a:pt x="288" y="198"/>
                      <a:pt x="297" y="198"/>
                      <a:pt x="291" y="198"/>
                    </a:cubicBezTo>
                    <a:cubicBezTo>
                      <a:pt x="285" y="201"/>
                      <a:pt x="270" y="201"/>
                      <a:pt x="270" y="204"/>
                    </a:cubicBezTo>
                    <a:cubicBezTo>
                      <a:pt x="273" y="207"/>
                      <a:pt x="279" y="207"/>
                      <a:pt x="285" y="210"/>
                    </a:cubicBezTo>
                    <a:cubicBezTo>
                      <a:pt x="291" y="213"/>
                      <a:pt x="297" y="213"/>
                      <a:pt x="300" y="207"/>
                    </a:cubicBezTo>
                    <a:cubicBezTo>
                      <a:pt x="306" y="201"/>
                      <a:pt x="312" y="198"/>
                      <a:pt x="309" y="204"/>
                    </a:cubicBezTo>
                    <a:cubicBezTo>
                      <a:pt x="306" y="213"/>
                      <a:pt x="318" y="207"/>
                      <a:pt x="330" y="207"/>
                    </a:cubicBezTo>
                    <a:cubicBezTo>
                      <a:pt x="345" y="204"/>
                      <a:pt x="330" y="213"/>
                      <a:pt x="315" y="216"/>
                    </a:cubicBezTo>
                    <a:cubicBezTo>
                      <a:pt x="300" y="216"/>
                      <a:pt x="303" y="222"/>
                      <a:pt x="315" y="225"/>
                    </a:cubicBezTo>
                    <a:cubicBezTo>
                      <a:pt x="324" y="228"/>
                      <a:pt x="348" y="219"/>
                      <a:pt x="354" y="213"/>
                    </a:cubicBezTo>
                    <a:cubicBezTo>
                      <a:pt x="360" y="207"/>
                      <a:pt x="366" y="216"/>
                      <a:pt x="369" y="213"/>
                    </a:cubicBezTo>
                    <a:cubicBezTo>
                      <a:pt x="375" y="207"/>
                      <a:pt x="387" y="213"/>
                      <a:pt x="396" y="210"/>
                    </a:cubicBezTo>
                    <a:cubicBezTo>
                      <a:pt x="405" y="207"/>
                      <a:pt x="408" y="189"/>
                      <a:pt x="399" y="186"/>
                    </a:cubicBezTo>
                    <a:cubicBezTo>
                      <a:pt x="393" y="183"/>
                      <a:pt x="393" y="192"/>
                      <a:pt x="387" y="192"/>
                    </a:cubicBezTo>
                    <a:cubicBezTo>
                      <a:pt x="381" y="192"/>
                      <a:pt x="378" y="186"/>
                      <a:pt x="375" y="180"/>
                    </a:cubicBezTo>
                    <a:cubicBezTo>
                      <a:pt x="369" y="177"/>
                      <a:pt x="372" y="168"/>
                      <a:pt x="366" y="168"/>
                    </a:cubicBezTo>
                    <a:cubicBezTo>
                      <a:pt x="360" y="171"/>
                      <a:pt x="345" y="180"/>
                      <a:pt x="354" y="183"/>
                    </a:cubicBezTo>
                    <a:cubicBezTo>
                      <a:pt x="363" y="183"/>
                      <a:pt x="360" y="186"/>
                      <a:pt x="354" y="189"/>
                    </a:cubicBezTo>
                    <a:cubicBezTo>
                      <a:pt x="351" y="192"/>
                      <a:pt x="366" y="195"/>
                      <a:pt x="363" y="198"/>
                    </a:cubicBezTo>
                    <a:cubicBezTo>
                      <a:pt x="363" y="201"/>
                      <a:pt x="339" y="198"/>
                      <a:pt x="339" y="192"/>
                    </a:cubicBezTo>
                    <a:cubicBezTo>
                      <a:pt x="336" y="189"/>
                      <a:pt x="318" y="180"/>
                      <a:pt x="312" y="180"/>
                    </a:cubicBezTo>
                    <a:cubicBezTo>
                      <a:pt x="303" y="183"/>
                      <a:pt x="306" y="174"/>
                      <a:pt x="300" y="174"/>
                    </a:cubicBezTo>
                    <a:cubicBezTo>
                      <a:pt x="291" y="174"/>
                      <a:pt x="294" y="180"/>
                      <a:pt x="288" y="183"/>
                    </a:cubicBezTo>
                    <a:close/>
                    <a:moveTo>
                      <a:pt x="312" y="147"/>
                    </a:moveTo>
                    <a:cubicBezTo>
                      <a:pt x="315" y="141"/>
                      <a:pt x="297" y="141"/>
                      <a:pt x="297" y="144"/>
                    </a:cubicBezTo>
                    <a:cubicBezTo>
                      <a:pt x="303" y="147"/>
                      <a:pt x="312" y="153"/>
                      <a:pt x="312" y="147"/>
                    </a:cubicBezTo>
                    <a:close/>
                    <a:moveTo>
                      <a:pt x="354" y="144"/>
                    </a:moveTo>
                    <a:cubicBezTo>
                      <a:pt x="360" y="141"/>
                      <a:pt x="357" y="138"/>
                      <a:pt x="348" y="138"/>
                    </a:cubicBezTo>
                    <a:cubicBezTo>
                      <a:pt x="336" y="141"/>
                      <a:pt x="318" y="141"/>
                      <a:pt x="318" y="147"/>
                    </a:cubicBezTo>
                    <a:cubicBezTo>
                      <a:pt x="318" y="153"/>
                      <a:pt x="324" y="156"/>
                      <a:pt x="333" y="159"/>
                    </a:cubicBezTo>
                    <a:cubicBezTo>
                      <a:pt x="345" y="159"/>
                      <a:pt x="357" y="147"/>
                      <a:pt x="351" y="147"/>
                    </a:cubicBezTo>
                    <a:cubicBezTo>
                      <a:pt x="345" y="147"/>
                      <a:pt x="348" y="144"/>
                      <a:pt x="354" y="144"/>
                    </a:cubicBezTo>
                    <a:close/>
                    <a:moveTo>
                      <a:pt x="330" y="135"/>
                    </a:moveTo>
                    <a:cubicBezTo>
                      <a:pt x="336" y="135"/>
                      <a:pt x="339" y="129"/>
                      <a:pt x="345" y="132"/>
                    </a:cubicBezTo>
                    <a:cubicBezTo>
                      <a:pt x="348" y="135"/>
                      <a:pt x="363" y="138"/>
                      <a:pt x="363" y="129"/>
                    </a:cubicBezTo>
                    <a:cubicBezTo>
                      <a:pt x="363" y="123"/>
                      <a:pt x="342" y="120"/>
                      <a:pt x="339" y="123"/>
                    </a:cubicBezTo>
                    <a:cubicBezTo>
                      <a:pt x="333" y="126"/>
                      <a:pt x="309" y="129"/>
                      <a:pt x="318" y="132"/>
                    </a:cubicBezTo>
                    <a:cubicBezTo>
                      <a:pt x="321" y="135"/>
                      <a:pt x="324" y="132"/>
                      <a:pt x="330" y="135"/>
                    </a:cubicBezTo>
                    <a:close/>
                    <a:moveTo>
                      <a:pt x="414" y="117"/>
                    </a:moveTo>
                    <a:cubicBezTo>
                      <a:pt x="420" y="114"/>
                      <a:pt x="432" y="120"/>
                      <a:pt x="429" y="126"/>
                    </a:cubicBezTo>
                    <a:cubicBezTo>
                      <a:pt x="426" y="129"/>
                      <a:pt x="411" y="123"/>
                      <a:pt x="411" y="129"/>
                    </a:cubicBezTo>
                    <a:cubicBezTo>
                      <a:pt x="411" y="129"/>
                      <a:pt x="414" y="135"/>
                      <a:pt x="426" y="132"/>
                    </a:cubicBezTo>
                    <a:cubicBezTo>
                      <a:pt x="438" y="129"/>
                      <a:pt x="447" y="132"/>
                      <a:pt x="456" y="138"/>
                    </a:cubicBezTo>
                    <a:cubicBezTo>
                      <a:pt x="462" y="144"/>
                      <a:pt x="471" y="147"/>
                      <a:pt x="477" y="141"/>
                    </a:cubicBezTo>
                    <a:cubicBezTo>
                      <a:pt x="483" y="135"/>
                      <a:pt x="468" y="132"/>
                      <a:pt x="471" y="129"/>
                    </a:cubicBezTo>
                    <a:cubicBezTo>
                      <a:pt x="474" y="123"/>
                      <a:pt x="465" y="120"/>
                      <a:pt x="459" y="120"/>
                    </a:cubicBezTo>
                    <a:cubicBezTo>
                      <a:pt x="453" y="120"/>
                      <a:pt x="450" y="111"/>
                      <a:pt x="447" y="111"/>
                    </a:cubicBezTo>
                    <a:cubicBezTo>
                      <a:pt x="441" y="114"/>
                      <a:pt x="438" y="117"/>
                      <a:pt x="438" y="111"/>
                    </a:cubicBezTo>
                    <a:cubicBezTo>
                      <a:pt x="438" y="105"/>
                      <a:pt x="414" y="105"/>
                      <a:pt x="405" y="105"/>
                    </a:cubicBezTo>
                    <a:cubicBezTo>
                      <a:pt x="399" y="108"/>
                      <a:pt x="408" y="123"/>
                      <a:pt x="414" y="117"/>
                    </a:cubicBezTo>
                    <a:close/>
                    <a:moveTo>
                      <a:pt x="417" y="159"/>
                    </a:moveTo>
                    <a:cubicBezTo>
                      <a:pt x="420" y="156"/>
                      <a:pt x="402" y="138"/>
                      <a:pt x="399" y="147"/>
                    </a:cubicBezTo>
                    <a:cubicBezTo>
                      <a:pt x="399" y="153"/>
                      <a:pt x="414" y="165"/>
                      <a:pt x="417" y="159"/>
                    </a:cubicBezTo>
                    <a:close/>
                    <a:moveTo>
                      <a:pt x="483" y="96"/>
                    </a:moveTo>
                    <a:cubicBezTo>
                      <a:pt x="486" y="90"/>
                      <a:pt x="462" y="84"/>
                      <a:pt x="468" y="90"/>
                    </a:cubicBezTo>
                    <a:cubicBezTo>
                      <a:pt x="471" y="93"/>
                      <a:pt x="480" y="102"/>
                      <a:pt x="483" y="96"/>
                    </a:cubicBezTo>
                    <a:close/>
                    <a:moveTo>
                      <a:pt x="426" y="207"/>
                    </a:moveTo>
                    <a:cubicBezTo>
                      <a:pt x="429" y="204"/>
                      <a:pt x="417" y="195"/>
                      <a:pt x="414" y="204"/>
                    </a:cubicBezTo>
                    <a:cubicBezTo>
                      <a:pt x="411" y="210"/>
                      <a:pt x="423" y="213"/>
                      <a:pt x="426" y="207"/>
                    </a:cubicBezTo>
                    <a:close/>
                    <a:moveTo>
                      <a:pt x="483" y="174"/>
                    </a:moveTo>
                    <a:cubicBezTo>
                      <a:pt x="483" y="177"/>
                      <a:pt x="471" y="171"/>
                      <a:pt x="462" y="168"/>
                    </a:cubicBezTo>
                    <a:cubicBezTo>
                      <a:pt x="453" y="165"/>
                      <a:pt x="459" y="177"/>
                      <a:pt x="465" y="183"/>
                    </a:cubicBezTo>
                    <a:cubicBezTo>
                      <a:pt x="471" y="189"/>
                      <a:pt x="462" y="186"/>
                      <a:pt x="453" y="177"/>
                    </a:cubicBezTo>
                    <a:cubicBezTo>
                      <a:pt x="441" y="171"/>
                      <a:pt x="444" y="183"/>
                      <a:pt x="447" y="186"/>
                    </a:cubicBezTo>
                    <a:cubicBezTo>
                      <a:pt x="453" y="189"/>
                      <a:pt x="447" y="195"/>
                      <a:pt x="441" y="186"/>
                    </a:cubicBezTo>
                    <a:cubicBezTo>
                      <a:pt x="435" y="180"/>
                      <a:pt x="432" y="171"/>
                      <a:pt x="423" y="171"/>
                    </a:cubicBezTo>
                    <a:cubicBezTo>
                      <a:pt x="414" y="168"/>
                      <a:pt x="417" y="180"/>
                      <a:pt x="420" y="183"/>
                    </a:cubicBezTo>
                    <a:cubicBezTo>
                      <a:pt x="426" y="189"/>
                      <a:pt x="432" y="192"/>
                      <a:pt x="438" y="195"/>
                    </a:cubicBezTo>
                    <a:cubicBezTo>
                      <a:pt x="447" y="201"/>
                      <a:pt x="459" y="195"/>
                      <a:pt x="465" y="195"/>
                    </a:cubicBezTo>
                    <a:cubicBezTo>
                      <a:pt x="471" y="198"/>
                      <a:pt x="459" y="204"/>
                      <a:pt x="462" y="210"/>
                    </a:cubicBezTo>
                    <a:cubicBezTo>
                      <a:pt x="468" y="216"/>
                      <a:pt x="477" y="210"/>
                      <a:pt x="486" y="210"/>
                    </a:cubicBezTo>
                    <a:cubicBezTo>
                      <a:pt x="495" y="210"/>
                      <a:pt x="492" y="204"/>
                      <a:pt x="495" y="201"/>
                    </a:cubicBezTo>
                    <a:cubicBezTo>
                      <a:pt x="501" y="198"/>
                      <a:pt x="492" y="198"/>
                      <a:pt x="495" y="189"/>
                    </a:cubicBezTo>
                    <a:cubicBezTo>
                      <a:pt x="498" y="183"/>
                      <a:pt x="483" y="168"/>
                      <a:pt x="483" y="174"/>
                    </a:cubicBezTo>
                    <a:close/>
                    <a:moveTo>
                      <a:pt x="504" y="144"/>
                    </a:moveTo>
                    <a:cubicBezTo>
                      <a:pt x="510" y="144"/>
                      <a:pt x="516" y="144"/>
                      <a:pt x="522" y="141"/>
                    </a:cubicBezTo>
                    <a:cubicBezTo>
                      <a:pt x="531" y="138"/>
                      <a:pt x="519" y="138"/>
                      <a:pt x="525" y="132"/>
                    </a:cubicBezTo>
                    <a:cubicBezTo>
                      <a:pt x="528" y="126"/>
                      <a:pt x="513" y="126"/>
                      <a:pt x="513" y="126"/>
                    </a:cubicBezTo>
                    <a:cubicBezTo>
                      <a:pt x="510" y="129"/>
                      <a:pt x="492" y="114"/>
                      <a:pt x="489" y="120"/>
                    </a:cubicBezTo>
                    <a:cubicBezTo>
                      <a:pt x="486" y="123"/>
                      <a:pt x="495" y="144"/>
                      <a:pt x="504" y="144"/>
                    </a:cubicBezTo>
                    <a:close/>
                    <a:moveTo>
                      <a:pt x="543" y="147"/>
                    </a:moveTo>
                    <a:cubicBezTo>
                      <a:pt x="543" y="144"/>
                      <a:pt x="504" y="147"/>
                      <a:pt x="510" y="153"/>
                    </a:cubicBezTo>
                    <a:cubicBezTo>
                      <a:pt x="522" y="159"/>
                      <a:pt x="546" y="150"/>
                      <a:pt x="543" y="147"/>
                    </a:cubicBezTo>
                    <a:close/>
                    <a:moveTo>
                      <a:pt x="537" y="219"/>
                    </a:moveTo>
                    <a:cubicBezTo>
                      <a:pt x="546" y="219"/>
                      <a:pt x="543" y="207"/>
                      <a:pt x="534" y="201"/>
                    </a:cubicBezTo>
                    <a:cubicBezTo>
                      <a:pt x="522" y="192"/>
                      <a:pt x="501" y="207"/>
                      <a:pt x="504" y="210"/>
                    </a:cubicBezTo>
                    <a:cubicBezTo>
                      <a:pt x="510" y="216"/>
                      <a:pt x="528" y="219"/>
                      <a:pt x="537" y="219"/>
                    </a:cubicBezTo>
                    <a:close/>
                    <a:moveTo>
                      <a:pt x="474" y="288"/>
                    </a:moveTo>
                    <a:cubicBezTo>
                      <a:pt x="486" y="297"/>
                      <a:pt x="483" y="282"/>
                      <a:pt x="495" y="285"/>
                    </a:cubicBezTo>
                    <a:cubicBezTo>
                      <a:pt x="507" y="285"/>
                      <a:pt x="507" y="264"/>
                      <a:pt x="510" y="255"/>
                    </a:cubicBezTo>
                    <a:cubicBezTo>
                      <a:pt x="510" y="249"/>
                      <a:pt x="498" y="249"/>
                      <a:pt x="501" y="255"/>
                    </a:cubicBezTo>
                    <a:cubicBezTo>
                      <a:pt x="504" y="261"/>
                      <a:pt x="501" y="267"/>
                      <a:pt x="501" y="258"/>
                    </a:cubicBezTo>
                    <a:cubicBezTo>
                      <a:pt x="501" y="252"/>
                      <a:pt x="489" y="258"/>
                      <a:pt x="486" y="255"/>
                    </a:cubicBezTo>
                    <a:cubicBezTo>
                      <a:pt x="483" y="249"/>
                      <a:pt x="498" y="249"/>
                      <a:pt x="501" y="243"/>
                    </a:cubicBezTo>
                    <a:cubicBezTo>
                      <a:pt x="504" y="234"/>
                      <a:pt x="489" y="237"/>
                      <a:pt x="492" y="231"/>
                    </a:cubicBezTo>
                    <a:cubicBezTo>
                      <a:pt x="498" y="225"/>
                      <a:pt x="471" y="231"/>
                      <a:pt x="480" y="234"/>
                    </a:cubicBezTo>
                    <a:cubicBezTo>
                      <a:pt x="486" y="237"/>
                      <a:pt x="480" y="243"/>
                      <a:pt x="471" y="237"/>
                    </a:cubicBezTo>
                    <a:cubicBezTo>
                      <a:pt x="465" y="231"/>
                      <a:pt x="447" y="240"/>
                      <a:pt x="453" y="246"/>
                    </a:cubicBezTo>
                    <a:cubicBezTo>
                      <a:pt x="459" y="249"/>
                      <a:pt x="474" y="243"/>
                      <a:pt x="465" y="255"/>
                    </a:cubicBezTo>
                    <a:cubicBezTo>
                      <a:pt x="456" y="270"/>
                      <a:pt x="453" y="252"/>
                      <a:pt x="444" y="255"/>
                    </a:cubicBezTo>
                    <a:cubicBezTo>
                      <a:pt x="435" y="255"/>
                      <a:pt x="438" y="267"/>
                      <a:pt x="450" y="270"/>
                    </a:cubicBezTo>
                    <a:cubicBezTo>
                      <a:pt x="465" y="273"/>
                      <a:pt x="462" y="282"/>
                      <a:pt x="474" y="288"/>
                    </a:cubicBezTo>
                    <a:close/>
                    <a:moveTo>
                      <a:pt x="555" y="210"/>
                    </a:moveTo>
                    <a:cubicBezTo>
                      <a:pt x="558" y="219"/>
                      <a:pt x="564" y="213"/>
                      <a:pt x="570" y="216"/>
                    </a:cubicBezTo>
                    <a:cubicBezTo>
                      <a:pt x="573" y="219"/>
                      <a:pt x="582" y="222"/>
                      <a:pt x="588" y="219"/>
                    </a:cubicBezTo>
                    <a:cubicBezTo>
                      <a:pt x="591" y="216"/>
                      <a:pt x="594" y="213"/>
                      <a:pt x="594" y="216"/>
                    </a:cubicBezTo>
                    <a:cubicBezTo>
                      <a:pt x="597" y="222"/>
                      <a:pt x="609" y="222"/>
                      <a:pt x="633" y="222"/>
                    </a:cubicBezTo>
                    <a:cubicBezTo>
                      <a:pt x="657" y="222"/>
                      <a:pt x="651" y="213"/>
                      <a:pt x="657" y="216"/>
                    </a:cubicBezTo>
                    <a:cubicBezTo>
                      <a:pt x="666" y="219"/>
                      <a:pt x="681" y="219"/>
                      <a:pt x="687" y="219"/>
                    </a:cubicBezTo>
                    <a:cubicBezTo>
                      <a:pt x="696" y="216"/>
                      <a:pt x="699" y="207"/>
                      <a:pt x="699" y="201"/>
                    </a:cubicBezTo>
                    <a:cubicBezTo>
                      <a:pt x="696" y="195"/>
                      <a:pt x="645" y="192"/>
                      <a:pt x="633" y="195"/>
                    </a:cubicBezTo>
                    <a:cubicBezTo>
                      <a:pt x="624" y="201"/>
                      <a:pt x="609" y="195"/>
                      <a:pt x="603" y="198"/>
                    </a:cubicBezTo>
                    <a:cubicBezTo>
                      <a:pt x="594" y="201"/>
                      <a:pt x="597" y="192"/>
                      <a:pt x="585" y="192"/>
                    </a:cubicBezTo>
                    <a:cubicBezTo>
                      <a:pt x="570" y="192"/>
                      <a:pt x="585" y="186"/>
                      <a:pt x="588" y="183"/>
                    </a:cubicBezTo>
                    <a:cubicBezTo>
                      <a:pt x="591" y="180"/>
                      <a:pt x="567" y="171"/>
                      <a:pt x="558" y="174"/>
                    </a:cubicBezTo>
                    <a:cubicBezTo>
                      <a:pt x="549" y="174"/>
                      <a:pt x="543" y="171"/>
                      <a:pt x="534" y="165"/>
                    </a:cubicBezTo>
                    <a:cubicBezTo>
                      <a:pt x="525" y="162"/>
                      <a:pt x="501" y="162"/>
                      <a:pt x="504" y="171"/>
                    </a:cubicBezTo>
                    <a:cubicBezTo>
                      <a:pt x="507" y="174"/>
                      <a:pt x="537" y="186"/>
                      <a:pt x="540" y="180"/>
                    </a:cubicBezTo>
                    <a:cubicBezTo>
                      <a:pt x="543" y="174"/>
                      <a:pt x="552" y="186"/>
                      <a:pt x="555" y="192"/>
                    </a:cubicBezTo>
                    <a:cubicBezTo>
                      <a:pt x="561" y="198"/>
                      <a:pt x="552" y="198"/>
                      <a:pt x="555" y="210"/>
                    </a:cubicBezTo>
                    <a:close/>
                    <a:moveTo>
                      <a:pt x="582" y="150"/>
                    </a:moveTo>
                    <a:cubicBezTo>
                      <a:pt x="573" y="147"/>
                      <a:pt x="561" y="156"/>
                      <a:pt x="570" y="159"/>
                    </a:cubicBezTo>
                    <a:cubicBezTo>
                      <a:pt x="579" y="162"/>
                      <a:pt x="591" y="156"/>
                      <a:pt x="582" y="150"/>
                    </a:cubicBezTo>
                    <a:close/>
                    <a:moveTo>
                      <a:pt x="510" y="93"/>
                    </a:moveTo>
                    <a:cubicBezTo>
                      <a:pt x="516" y="99"/>
                      <a:pt x="513" y="102"/>
                      <a:pt x="519" y="105"/>
                    </a:cubicBezTo>
                    <a:cubicBezTo>
                      <a:pt x="528" y="111"/>
                      <a:pt x="552" y="102"/>
                      <a:pt x="552" y="108"/>
                    </a:cubicBezTo>
                    <a:cubicBezTo>
                      <a:pt x="555" y="114"/>
                      <a:pt x="531" y="114"/>
                      <a:pt x="534" y="117"/>
                    </a:cubicBezTo>
                    <a:cubicBezTo>
                      <a:pt x="537" y="120"/>
                      <a:pt x="552" y="126"/>
                      <a:pt x="549" y="129"/>
                    </a:cubicBezTo>
                    <a:cubicBezTo>
                      <a:pt x="546" y="132"/>
                      <a:pt x="573" y="141"/>
                      <a:pt x="576" y="135"/>
                    </a:cubicBezTo>
                    <a:cubicBezTo>
                      <a:pt x="579" y="132"/>
                      <a:pt x="585" y="132"/>
                      <a:pt x="591" y="135"/>
                    </a:cubicBezTo>
                    <a:cubicBezTo>
                      <a:pt x="597" y="138"/>
                      <a:pt x="600" y="120"/>
                      <a:pt x="603" y="123"/>
                    </a:cubicBezTo>
                    <a:cubicBezTo>
                      <a:pt x="609" y="126"/>
                      <a:pt x="606" y="117"/>
                      <a:pt x="615" y="114"/>
                    </a:cubicBezTo>
                    <a:cubicBezTo>
                      <a:pt x="621" y="111"/>
                      <a:pt x="633" y="111"/>
                      <a:pt x="633" y="108"/>
                    </a:cubicBezTo>
                    <a:cubicBezTo>
                      <a:pt x="633" y="105"/>
                      <a:pt x="633" y="102"/>
                      <a:pt x="624" y="102"/>
                    </a:cubicBezTo>
                    <a:cubicBezTo>
                      <a:pt x="615" y="102"/>
                      <a:pt x="609" y="99"/>
                      <a:pt x="612" y="96"/>
                    </a:cubicBezTo>
                    <a:cubicBezTo>
                      <a:pt x="615" y="90"/>
                      <a:pt x="603" y="87"/>
                      <a:pt x="606" y="84"/>
                    </a:cubicBezTo>
                    <a:cubicBezTo>
                      <a:pt x="612" y="81"/>
                      <a:pt x="597" y="75"/>
                      <a:pt x="600" y="81"/>
                    </a:cubicBezTo>
                    <a:cubicBezTo>
                      <a:pt x="600" y="87"/>
                      <a:pt x="591" y="84"/>
                      <a:pt x="588" y="78"/>
                    </a:cubicBezTo>
                    <a:cubicBezTo>
                      <a:pt x="588" y="72"/>
                      <a:pt x="567" y="69"/>
                      <a:pt x="552" y="57"/>
                    </a:cubicBezTo>
                    <a:cubicBezTo>
                      <a:pt x="540" y="45"/>
                      <a:pt x="525" y="54"/>
                      <a:pt x="534" y="54"/>
                    </a:cubicBezTo>
                    <a:cubicBezTo>
                      <a:pt x="540" y="57"/>
                      <a:pt x="540" y="60"/>
                      <a:pt x="534" y="60"/>
                    </a:cubicBezTo>
                    <a:cubicBezTo>
                      <a:pt x="528" y="60"/>
                      <a:pt x="516" y="60"/>
                      <a:pt x="528" y="66"/>
                    </a:cubicBezTo>
                    <a:cubicBezTo>
                      <a:pt x="537" y="69"/>
                      <a:pt x="525" y="69"/>
                      <a:pt x="516" y="69"/>
                    </a:cubicBezTo>
                    <a:cubicBezTo>
                      <a:pt x="510" y="69"/>
                      <a:pt x="507" y="81"/>
                      <a:pt x="519" y="84"/>
                    </a:cubicBezTo>
                    <a:cubicBezTo>
                      <a:pt x="531" y="84"/>
                      <a:pt x="522" y="90"/>
                      <a:pt x="513" y="87"/>
                    </a:cubicBezTo>
                    <a:cubicBezTo>
                      <a:pt x="504" y="87"/>
                      <a:pt x="501" y="90"/>
                      <a:pt x="510" y="93"/>
                    </a:cubicBezTo>
                    <a:close/>
                    <a:moveTo>
                      <a:pt x="570" y="45"/>
                    </a:moveTo>
                    <a:cubicBezTo>
                      <a:pt x="576" y="39"/>
                      <a:pt x="582" y="42"/>
                      <a:pt x="576" y="45"/>
                    </a:cubicBezTo>
                    <a:cubicBezTo>
                      <a:pt x="570" y="48"/>
                      <a:pt x="573" y="51"/>
                      <a:pt x="582" y="51"/>
                    </a:cubicBezTo>
                    <a:cubicBezTo>
                      <a:pt x="588" y="51"/>
                      <a:pt x="576" y="54"/>
                      <a:pt x="576" y="57"/>
                    </a:cubicBezTo>
                    <a:cubicBezTo>
                      <a:pt x="576" y="63"/>
                      <a:pt x="588" y="60"/>
                      <a:pt x="588" y="66"/>
                    </a:cubicBezTo>
                    <a:cubicBezTo>
                      <a:pt x="588" y="69"/>
                      <a:pt x="609" y="72"/>
                      <a:pt x="615" y="66"/>
                    </a:cubicBezTo>
                    <a:cubicBezTo>
                      <a:pt x="624" y="60"/>
                      <a:pt x="621" y="69"/>
                      <a:pt x="621" y="72"/>
                    </a:cubicBezTo>
                    <a:cubicBezTo>
                      <a:pt x="618" y="75"/>
                      <a:pt x="651" y="78"/>
                      <a:pt x="651" y="75"/>
                    </a:cubicBezTo>
                    <a:cubicBezTo>
                      <a:pt x="654" y="69"/>
                      <a:pt x="657" y="72"/>
                      <a:pt x="663" y="72"/>
                    </a:cubicBezTo>
                    <a:cubicBezTo>
                      <a:pt x="669" y="75"/>
                      <a:pt x="699" y="66"/>
                      <a:pt x="699" y="60"/>
                    </a:cubicBezTo>
                    <a:cubicBezTo>
                      <a:pt x="699" y="54"/>
                      <a:pt x="708" y="63"/>
                      <a:pt x="699" y="72"/>
                    </a:cubicBezTo>
                    <a:cubicBezTo>
                      <a:pt x="690" y="78"/>
                      <a:pt x="672" y="75"/>
                      <a:pt x="663" y="78"/>
                    </a:cubicBezTo>
                    <a:cubicBezTo>
                      <a:pt x="654" y="81"/>
                      <a:pt x="669" y="87"/>
                      <a:pt x="678" y="93"/>
                    </a:cubicBezTo>
                    <a:cubicBezTo>
                      <a:pt x="684" y="99"/>
                      <a:pt x="666" y="96"/>
                      <a:pt x="657" y="87"/>
                    </a:cubicBezTo>
                    <a:cubicBezTo>
                      <a:pt x="651" y="81"/>
                      <a:pt x="633" y="81"/>
                      <a:pt x="621" y="81"/>
                    </a:cubicBezTo>
                    <a:cubicBezTo>
                      <a:pt x="612" y="81"/>
                      <a:pt x="615" y="99"/>
                      <a:pt x="624" y="99"/>
                    </a:cubicBezTo>
                    <a:cubicBezTo>
                      <a:pt x="630" y="99"/>
                      <a:pt x="636" y="102"/>
                      <a:pt x="645" y="111"/>
                    </a:cubicBezTo>
                    <a:cubicBezTo>
                      <a:pt x="651" y="123"/>
                      <a:pt x="666" y="120"/>
                      <a:pt x="666" y="126"/>
                    </a:cubicBezTo>
                    <a:cubicBezTo>
                      <a:pt x="666" y="129"/>
                      <a:pt x="645" y="120"/>
                      <a:pt x="636" y="120"/>
                    </a:cubicBezTo>
                    <a:cubicBezTo>
                      <a:pt x="624" y="117"/>
                      <a:pt x="606" y="123"/>
                      <a:pt x="606" y="132"/>
                    </a:cubicBezTo>
                    <a:cubicBezTo>
                      <a:pt x="606" y="141"/>
                      <a:pt x="621" y="138"/>
                      <a:pt x="633" y="132"/>
                    </a:cubicBezTo>
                    <a:cubicBezTo>
                      <a:pt x="645" y="126"/>
                      <a:pt x="636" y="135"/>
                      <a:pt x="630" y="141"/>
                    </a:cubicBezTo>
                    <a:cubicBezTo>
                      <a:pt x="624" y="144"/>
                      <a:pt x="645" y="150"/>
                      <a:pt x="645" y="156"/>
                    </a:cubicBezTo>
                    <a:cubicBezTo>
                      <a:pt x="645" y="162"/>
                      <a:pt x="630" y="159"/>
                      <a:pt x="630" y="153"/>
                    </a:cubicBezTo>
                    <a:cubicBezTo>
                      <a:pt x="627" y="147"/>
                      <a:pt x="621" y="141"/>
                      <a:pt x="609" y="144"/>
                    </a:cubicBezTo>
                    <a:cubicBezTo>
                      <a:pt x="597" y="144"/>
                      <a:pt x="600" y="153"/>
                      <a:pt x="609" y="153"/>
                    </a:cubicBezTo>
                    <a:cubicBezTo>
                      <a:pt x="615" y="156"/>
                      <a:pt x="615" y="162"/>
                      <a:pt x="606" y="162"/>
                    </a:cubicBezTo>
                    <a:cubicBezTo>
                      <a:pt x="597" y="162"/>
                      <a:pt x="579" y="168"/>
                      <a:pt x="585" y="174"/>
                    </a:cubicBezTo>
                    <a:cubicBezTo>
                      <a:pt x="591" y="180"/>
                      <a:pt x="618" y="174"/>
                      <a:pt x="621" y="177"/>
                    </a:cubicBezTo>
                    <a:cubicBezTo>
                      <a:pt x="627" y="180"/>
                      <a:pt x="639" y="183"/>
                      <a:pt x="642" y="177"/>
                    </a:cubicBezTo>
                    <a:cubicBezTo>
                      <a:pt x="645" y="174"/>
                      <a:pt x="654" y="174"/>
                      <a:pt x="663" y="174"/>
                    </a:cubicBezTo>
                    <a:cubicBezTo>
                      <a:pt x="675" y="174"/>
                      <a:pt x="678" y="177"/>
                      <a:pt x="681" y="180"/>
                    </a:cubicBezTo>
                    <a:cubicBezTo>
                      <a:pt x="687" y="186"/>
                      <a:pt x="693" y="183"/>
                      <a:pt x="699" y="180"/>
                    </a:cubicBezTo>
                    <a:cubicBezTo>
                      <a:pt x="705" y="174"/>
                      <a:pt x="705" y="174"/>
                      <a:pt x="711" y="174"/>
                    </a:cubicBezTo>
                    <a:cubicBezTo>
                      <a:pt x="720" y="174"/>
                      <a:pt x="720" y="171"/>
                      <a:pt x="717" y="165"/>
                    </a:cubicBezTo>
                    <a:cubicBezTo>
                      <a:pt x="714" y="159"/>
                      <a:pt x="705" y="168"/>
                      <a:pt x="702" y="165"/>
                    </a:cubicBezTo>
                    <a:cubicBezTo>
                      <a:pt x="702" y="159"/>
                      <a:pt x="693" y="159"/>
                      <a:pt x="681" y="162"/>
                    </a:cubicBezTo>
                    <a:cubicBezTo>
                      <a:pt x="666" y="162"/>
                      <a:pt x="672" y="153"/>
                      <a:pt x="681" y="153"/>
                    </a:cubicBezTo>
                    <a:cubicBezTo>
                      <a:pt x="690" y="156"/>
                      <a:pt x="699" y="156"/>
                      <a:pt x="711" y="153"/>
                    </a:cubicBezTo>
                    <a:cubicBezTo>
                      <a:pt x="720" y="150"/>
                      <a:pt x="711" y="147"/>
                      <a:pt x="711" y="141"/>
                    </a:cubicBezTo>
                    <a:cubicBezTo>
                      <a:pt x="711" y="138"/>
                      <a:pt x="723" y="141"/>
                      <a:pt x="732" y="141"/>
                    </a:cubicBezTo>
                    <a:cubicBezTo>
                      <a:pt x="741" y="141"/>
                      <a:pt x="756" y="126"/>
                      <a:pt x="756" y="117"/>
                    </a:cubicBezTo>
                    <a:cubicBezTo>
                      <a:pt x="756" y="108"/>
                      <a:pt x="735" y="111"/>
                      <a:pt x="726" y="111"/>
                    </a:cubicBezTo>
                    <a:cubicBezTo>
                      <a:pt x="714" y="111"/>
                      <a:pt x="732" y="105"/>
                      <a:pt x="750" y="105"/>
                    </a:cubicBezTo>
                    <a:cubicBezTo>
                      <a:pt x="771" y="105"/>
                      <a:pt x="762" y="96"/>
                      <a:pt x="765" y="93"/>
                    </a:cubicBezTo>
                    <a:cubicBezTo>
                      <a:pt x="768" y="90"/>
                      <a:pt x="777" y="99"/>
                      <a:pt x="786" y="96"/>
                    </a:cubicBezTo>
                    <a:cubicBezTo>
                      <a:pt x="795" y="93"/>
                      <a:pt x="789" y="87"/>
                      <a:pt x="795" y="87"/>
                    </a:cubicBezTo>
                    <a:cubicBezTo>
                      <a:pt x="801" y="87"/>
                      <a:pt x="810" y="78"/>
                      <a:pt x="831" y="66"/>
                    </a:cubicBezTo>
                    <a:cubicBezTo>
                      <a:pt x="852" y="57"/>
                      <a:pt x="867" y="57"/>
                      <a:pt x="870" y="51"/>
                    </a:cubicBezTo>
                    <a:cubicBezTo>
                      <a:pt x="870" y="45"/>
                      <a:pt x="840" y="51"/>
                      <a:pt x="837" y="48"/>
                    </a:cubicBezTo>
                    <a:cubicBezTo>
                      <a:pt x="831" y="48"/>
                      <a:pt x="855" y="42"/>
                      <a:pt x="861" y="42"/>
                    </a:cubicBezTo>
                    <a:cubicBezTo>
                      <a:pt x="867" y="45"/>
                      <a:pt x="876" y="42"/>
                      <a:pt x="897" y="33"/>
                    </a:cubicBezTo>
                    <a:cubicBezTo>
                      <a:pt x="918" y="24"/>
                      <a:pt x="909" y="21"/>
                      <a:pt x="900" y="21"/>
                    </a:cubicBezTo>
                    <a:cubicBezTo>
                      <a:pt x="891" y="24"/>
                      <a:pt x="882" y="21"/>
                      <a:pt x="882" y="15"/>
                    </a:cubicBezTo>
                    <a:cubicBezTo>
                      <a:pt x="882" y="9"/>
                      <a:pt x="870" y="15"/>
                      <a:pt x="870" y="12"/>
                    </a:cubicBezTo>
                    <a:cubicBezTo>
                      <a:pt x="870" y="9"/>
                      <a:pt x="858" y="9"/>
                      <a:pt x="843" y="15"/>
                    </a:cubicBezTo>
                    <a:cubicBezTo>
                      <a:pt x="831" y="21"/>
                      <a:pt x="843" y="9"/>
                      <a:pt x="849" y="9"/>
                    </a:cubicBezTo>
                    <a:cubicBezTo>
                      <a:pt x="855" y="6"/>
                      <a:pt x="816" y="9"/>
                      <a:pt x="810" y="3"/>
                    </a:cubicBezTo>
                    <a:cubicBezTo>
                      <a:pt x="801" y="0"/>
                      <a:pt x="795" y="12"/>
                      <a:pt x="789" y="6"/>
                    </a:cubicBezTo>
                    <a:cubicBezTo>
                      <a:pt x="783" y="0"/>
                      <a:pt x="768" y="3"/>
                      <a:pt x="768" y="9"/>
                    </a:cubicBezTo>
                    <a:cubicBezTo>
                      <a:pt x="771" y="12"/>
                      <a:pt x="768" y="12"/>
                      <a:pt x="762" y="9"/>
                    </a:cubicBezTo>
                    <a:cubicBezTo>
                      <a:pt x="756" y="3"/>
                      <a:pt x="744" y="9"/>
                      <a:pt x="732" y="6"/>
                    </a:cubicBezTo>
                    <a:cubicBezTo>
                      <a:pt x="723" y="6"/>
                      <a:pt x="726" y="15"/>
                      <a:pt x="714" y="12"/>
                    </a:cubicBezTo>
                    <a:cubicBezTo>
                      <a:pt x="705" y="6"/>
                      <a:pt x="690" y="9"/>
                      <a:pt x="696" y="9"/>
                    </a:cubicBezTo>
                    <a:cubicBezTo>
                      <a:pt x="699" y="12"/>
                      <a:pt x="693" y="15"/>
                      <a:pt x="690" y="12"/>
                    </a:cubicBezTo>
                    <a:cubicBezTo>
                      <a:pt x="684" y="12"/>
                      <a:pt x="678" y="12"/>
                      <a:pt x="681" y="18"/>
                    </a:cubicBezTo>
                    <a:cubicBezTo>
                      <a:pt x="684" y="24"/>
                      <a:pt x="663" y="18"/>
                      <a:pt x="663" y="21"/>
                    </a:cubicBezTo>
                    <a:cubicBezTo>
                      <a:pt x="663" y="27"/>
                      <a:pt x="657" y="30"/>
                      <a:pt x="651" y="27"/>
                    </a:cubicBezTo>
                    <a:cubicBezTo>
                      <a:pt x="645" y="21"/>
                      <a:pt x="624" y="18"/>
                      <a:pt x="630" y="24"/>
                    </a:cubicBezTo>
                    <a:cubicBezTo>
                      <a:pt x="636" y="27"/>
                      <a:pt x="612" y="27"/>
                      <a:pt x="618" y="30"/>
                    </a:cubicBezTo>
                    <a:cubicBezTo>
                      <a:pt x="624" y="36"/>
                      <a:pt x="612" y="39"/>
                      <a:pt x="612" y="36"/>
                    </a:cubicBezTo>
                    <a:cubicBezTo>
                      <a:pt x="612" y="33"/>
                      <a:pt x="600" y="30"/>
                      <a:pt x="594" y="33"/>
                    </a:cubicBezTo>
                    <a:cubicBezTo>
                      <a:pt x="588" y="39"/>
                      <a:pt x="588" y="42"/>
                      <a:pt x="585" y="39"/>
                    </a:cubicBezTo>
                    <a:cubicBezTo>
                      <a:pt x="582" y="36"/>
                      <a:pt x="573" y="39"/>
                      <a:pt x="561" y="42"/>
                    </a:cubicBezTo>
                    <a:cubicBezTo>
                      <a:pt x="552" y="45"/>
                      <a:pt x="564" y="48"/>
                      <a:pt x="570" y="45"/>
                    </a:cubicBezTo>
                    <a:close/>
                    <a:moveTo>
                      <a:pt x="696" y="477"/>
                    </a:moveTo>
                    <a:cubicBezTo>
                      <a:pt x="699" y="477"/>
                      <a:pt x="705" y="462"/>
                      <a:pt x="696" y="465"/>
                    </a:cubicBezTo>
                    <a:cubicBezTo>
                      <a:pt x="687" y="465"/>
                      <a:pt x="690" y="477"/>
                      <a:pt x="696" y="477"/>
                    </a:cubicBezTo>
                    <a:close/>
                    <a:moveTo>
                      <a:pt x="651" y="465"/>
                    </a:moveTo>
                    <a:cubicBezTo>
                      <a:pt x="660" y="471"/>
                      <a:pt x="672" y="456"/>
                      <a:pt x="672" y="453"/>
                    </a:cubicBezTo>
                    <a:cubicBezTo>
                      <a:pt x="669" y="450"/>
                      <a:pt x="642" y="459"/>
                      <a:pt x="651" y="465"/>
                    </a:cubicBezTo>
                    <a:close/>
                    <a:moveTo>
                      <a:pt x="687" y="438"/>
                    </a:moveTo>
                    <a:cubicBezTo>
                      <a:pt x="690" y="432"/>
                      <a:pt x="672" y="432"/>
                      <a:pt x="672" y="426"/>
                    </a:cubicBezTo>
                    <a:cubicBezTo>
                      <a:pt x="672" y="420"/>
                      <a:pt x="657" y="414"/>
                      <a:pt x="651" y="411"/>
                    </a:cubicBezTo>
                    <a:cubicBezTo>
                      <a:pt x="645" y="408"/>
                      <a:pt x="636" y="408"/>
                      <a:pt x="636" y="402"/>
                    </a:cubicBezTo>
                    <a:cubicBezTo>
                      <a:pt x="636" y="396"/>
                      <a:pt x="624" y="399"/>
                      <a:pt x="624" y="408"/>
                    </a:cubicBezTo>
                    <a:cubicBezTo>
                      <a:pt x="624" y="417"/>
                      <a:pt x="618" y="417"/>
                      <a:pt x="621" y="426"/>
                    </a:cubicBezTo>
                    <a:cubicBezTo>
                      <a:pt x="624" y="432"/>
                      <a:pt x="609" y="435"/>
                      <a:pt x="612" y="441"/>
                    </a:cubicBezTo>
                    <a:cubicBezTo>
                      <a:pt x="612" y="444"/>
                      <a:pt x="618" y="438"/>
                      <a:pt x="624" y="438"/>
                    </a:cubicBezTo>
                    <a:cubicBezTo>
                      <a:pt x="630" y="438"/>
                      <a:pt x="624" y="447"/>
                      <a:pt x="630" y="447"/>
                    </a:cubicBezTo>
                    <a:cubicBezTo>
                      <a:pt x="636" y="450"/>
                      <a:pt x="648" y="441"/>
                      <a:pt x="651" y="438"/>
                    </a:cubicBezTo>
                    <a:cubicBezTo>
                      <a:pt x="654" y="435"/>
                      <a:pt x="657" y="432"/>
                      <a:pt x="666" y="438"/>
                    </a:cubicBezTo>
                    <a:cubicBezTo>
                      <a:pt x="672" y="441"/>
                      <a:pt x="687" y="444"/>
                      <a:pt x="687" y="438"/>
                    </a:cubicBezTo>
                    <a:close/>
                    <a:moveTo>
                      <a:pt x="852" y="393"/>
                    </a:moveTo>
                    <a:cubicBezTo>
                      <a:pt x="858" y="393"/>
                      <a:pt x="858" y="402"/>
                      <a:pt x="867" y="411"/>
                    </a:cubicBezTo>
                    <a:cubicBezTo>
                      <a:pt x="876" y="417"/>
                      <a:pt x="879" y="411"/>
                      <a:pt x="879" y="408"/>
                    </a:cubicBezTo>
                    <a:cubicBezTo>
                      <a:pt x="882" y="402"/>
                      <a:pt x="891" y="405"/>
                      <a:pt x="891" y="399"/>
                    </a:cubicBezTo>
                    <a:cubicBezTo>
                      <a:pt x="891" y="396"/>
                      <a:pt x="900" y="387"/>
                      <a:pt x="906" y="387"/>
                    </a:cubicBezTo>
                    <a:cubicBezTo>
                      <a:pt x="912" y="384"/>
                      <a:pt x="900" y="378"/>
                      <a:pt x="894" y="378"/>
                    </a:cubicBezTo>
                    <a:cubicBezTo>
                      <a:pt x="885" y="378"/>
                      <a:pt x="882" y="372"/>
                      <a:pt x="882" y="369"/>
                    </a:cubicBezTo>
                    <a:cubicBezTo>
                      <a:pt x="882" y="366"/>
                      <a:pt x="867" y="357"/>
                      <a:pt x="864" y="360"/>
                    </a:cubicBezTo>
                    <a:cubicBezTo>
                      <a:pt x="858" y="360"/>
                      <a:pt x="849" y="351"/>
                      <a:pt x="843" y="351"/>
                    </a:cubicBezTo>
                    <a:cubicBezTo>
                      <a:pt x="837" y="351"/>
                      <a:pt x="828" y="345"/>
                      <a:pt x="828" y="339"/>
                    </a:cubicBezTo>
                    <a:cubicBezTo>
                      <a:pt x="828" y="333"/>
                      <a:pt x="840" y="342"/>
                      <a:pt x="843" y="336"/>
                    </a:cubicBezTo>
                    <a:cubicBezTo>
                      <a:pt x="846" y="330"/>
                      <a:pt x="831" y="333"/>
                      <a:pt x="831" y="330"/>
                    </a:cubicBezTo>
                    <a:cubicBezTo>
                      <a:pt x="831" y="324"/>
                      <a:pt x="834" y="327"/>
                      <a:pt x="837" y="324"/>
                    </a:cubicBezTo>
                    <a:cubicBezTo>
                      <a:pt x="840" y="321"/>
                      <a:pt x="834" y="318"/>
                      <a:pt x="831" y="315"/>
                    </a:cubicBezTo>
                    <a:cubicBezTo>
                      <a:pt x="828" y="312"/>
                      <a:pt x="828" y="318"/>
                      <a:pt x="822" y="318"/>
                    </a:cubicBezTo>
                    <a:cubicBezTo>
                      <a:pt x="819" y="318"/>
                      <a:pt x="822" y="312"/>
                      <a:pt x="825" y="309"/>
                    </a:cubicBezTo>
                    <a:cubicBezTo>
                      <a:pt x="828" y="306"/>
                      <a:pt x="813" y="303"/>
                      <a:pt x="807" y="303"/>
                    </a:cubicBezTo>
                    <a:cubicBezTo>
                      <a:pt x="801" y="306"/>
                      <a:pt x="801" y="303"/>
                      <a:pt x="801" y="300"/>
                    </a:cubicBezTo>
                    <a:cubicBezTo>
                      <a:pt x="801" y="294"/>
                      <a:pt x="789" y="300"/>
                      <a:pt x="786" y="303"/>
                    </a:cubicBezTo>
                    <a:cubicBezTo>
                      <a:pt x="780" y="306"/>
                      <a:pt x="777" y="300"/>
                      <a:pt x="780" y="297"/>
                    </a:cubicBezTo>
                    <a:cubicBezTo>
                      <a:pt x="786" y="297"/>
                      <a:pt x="792" y="294"/>
                      <a:pt x="792" y="288"/>
                    </a:cubicBezTo>
                    <a:cubicBezTo>
                      <a:pt x="789" y="285"/>
                      <a:pt x="777" y="285"/>
                      <a:pt x="774" y="291"/>
                    </a:cubicBezTo>
                    <a:cubicBezTo>
                      <a:pt x="771" y="294"/>
                      <a:pt x="762" y="285"/>
                      <a:pt x="762" y="279"/>
                    </a:cubicBezTo>
                    <a:cubicBezTo>
                      <a:pt x="762" y="276"/>
                      <a:pt x="744" y="279"/>
                      <a:pt x="747" y="270"/>
                    </a:cubicBezTo>
                    <a:cubicBezTo>
                      <a:pt x="750" y="264"/>
                      <a:pt x="729" y="261"/>
                      <a:pt x="723" y="261"/>
                    </a:cubicBezTo>
                    <a:cubicBezTo>
                      <a:pt x="717" y="261"/>
                      <a:pt x="708" y="267"/>
                      <a:pt x="711" y="270"/>
                    </a:cubicBezTo>
                    <a:cubicBezTo>
                      <a:pt x="711" y="276"/>
                      <a:pt x="705" y="273"/>
                      <a:pt x="702" y="270"/>
                    </a:cubicBezTo>
                    <a:cubicBezTo>
                      <a:pt x="702" y="264"/>
                      <a:pt x="690" y="276"/>
                      <a:pt x="684" y="276"/>
                    </a:cubicBezTo>
                    <a:cubicBezTo>
                      <a:pt x="681" y="276"/>
                      <a:pt x="687" y="261"/>
                      <a:pt x="684" y="255"/>
                    </a:cubicBezTo>
                    <a:cubicBezTo>
                      <a:pt x="684" y="252"/>
                      <a:pt x="681" y="249"/>
                      <a:pt x="678" y="243"/>
                    </a:cubicBezTo>
                    <a:cubicBezTo>
                      <a:pt x="675" y="234"/>
                      <a:pt x="660" y="237"/>
                      <a:pt x="654" y="243"/>
                    </a:cubicBezTo>
                    <a:cubicBezTo>
                      <a:pt x="651" y="246"/>
                      <a:pt x="639" y="246"/>
                      <a:pt x="630" y="252"/>
                    </a:cubicBezTo>
                    <a:cubicBezTo>
                      <a:pt x="624" y="258"/>
                      <a:pt x="633" y="267"/>
                      <a:pt x="636" y="267"/>
                    </a:cubicBezTo>
                    <a:cubicBezTo>
                      <a:pt x="639" y="270"/>
                      <a:pt x="624" y="276"/>
                      <a:pt x="630" y="279"/>
                    </a:cubicBezTo>
                    <a:cubicBezTo>
                      <a:pt x="633" y="282"/>
                      <a:pt x="639" y="282"/>
                      <a:pt x="642" y="288"/>
                    </a:cubicBezTo>
                    <a:cubicBezTo>
                      <a:pt x="642" y="294"/>
                      <a:pt x="624" y="285"/>
                      <a:pt x="621" y="279"/>
                    </a:cubicBezTo>
                    <a:cubicBezTo>
                      <a:pt x="618" y="273"/>
                      <a:pt x="624" y="270"/>
                      <a:pt x="618" y="264"/>
                    </a:cubicBezTo>
                    <a:cubicBezTo>
                      <a:pt x="615" y="261"/>
                      <a:pt x="618" y="255"/>
                      <a:pt x="624" y="249"/>
                    </a:cubicBezTo>
                    <a:cubicBezTo>
                      <a:pt x="633" y="243"/>
                      <a:pt x="636" y="243"/>
                      <a:pt x="636" y="240"/>
                    </a:cubicBezTo>
                    <a:cubicBezTo>
                      <a:pt x="636" y="234"/>
                      <a:pt x="609" y="234"/>
                      <a:pt x="591" y="249"/>
                    </a:cubicBezTo>
                    <a:cubicBezTo>
                      <a:pt x="576" y="264"/>
                      <a:pt x="582" y="285"/>
                      <a:pt x="582" y="288"/>
                    </a:cubicBezTo>
                    <a:cubicBezTo>
                      <a:pt x="582" y="294"/>
                      <a:pt x="597" y="291"/>
                      <a:pt x="606" y="294"/>
                    </a:cubicBezTo>
                    <a:cubicBezTo>
                      <a:pt x="615" y="297"/>
                      <a:pt x="609" y="300"/>
                      <a:pt x="603" y="300"/>
                    </a:cubicBezTo>
                    <a:cubicBezTo>
                      <a:pt x="597" y="297"/>
                      <a:pt x="585" y="297"/>
                      <a:pt x="585" y="300"/>
                    </a:cubicBezTo>
                    <a:cubicBezTo>
                      <a:pt x="588" y="306"/>
                      <a:pt x="600" y="312"/>
                      <a:pt x="609" y="312"/>
                    </a:cubicBezTo>
                    <a:cubicBezTo>
                      <a:pt x="615" y="309"/>
                      <a:pt x="615" y="309"/>
                      <a:pt x="621" y="315"/>
                    </a:cubicBezTo>
                    <a:cubicBezTo>
                      <a:pt x="624" y="318"/>
                      <a:pt x="633" y="318"/>
                      <a:pt x="642" y="318"/>
                    </a:cubicBezTo>
                    <a:cubicBezTo>
                      <a:pt x="651" y="318"/>
                      <a:pt x="663" y="321"/>
                      <a:pt x="666" y="321"/>
                    </a:cubicBezTo>
                    <a:cubicBezTo>
                      <a:pt x="672" y="321"/>
                      <a:pt x="678" y="318"/>
                      <a:pt x="678" y="318"/>
                    </a:cubicBezTo>
                    <a:cubicBezTo>
                      <a:pt x="681" y="315"/>
                      <a:pt x="699" y="321"/>
                      <a:pt x="705" y="321"/>
                    </a:cubicBezTo>
                    <a:cubicBezTo>
                      <a:pt x="711" y="321"/>
                      <a:pt x="705" y="315"/>
                      <a:pt x="702" y="312"/>
                    </a:cubicBezTo>
                    <a:cubicBezTo>
                      <a:pt x="699" y="312"/>
                      <a:pt x="702" y="306"/>
                      <a:pt x="705" y="309"/>
                    </a:cubicBezTo>
                    <a:cubicBezTo>
                      <a:pt x="711" y="309"/>
                      <a:pt x="717" y="312"/>
                      <a:pt x="720" y="315"/>
                    </a:cubicBezTo>
                    <a:cubicBezTo>
                      <a:pt x="720" y="321"/>
                      <a:pt x="723" y="318"/>
                      <a:pt x="726" y="321"/>
                    </a:cubicBezTo>
                    <a:cubicBezTo>
                      <a:pt x="726" y="324"/>
                      <a:pt x="741" y="330"/>
                      <a:pt x="741" y="333"/>
                    </a:cubicBezTo>
                    <a:cubicBezTo>
                      <a:pt x="741" y="336"/>
                      <a:pt x="726" y="339"/>
                      <a:pt x="732" y="342"/>
                    </a:cubicBezTo>
                    <a:cubicBezTo>
                      <a:pt x="735" y="345"/>
                      <a:pt x="741" y="339"/>
                      <a:pt x="747" y="339"/>
                    </a:cubicBezTo>
                    <a:cubicBezTo>
                      <a:pt x="753" y="336"/>
                      <a:pt x="753" y="351"/>
                      <a:pt x="759" y="348"/>
                    </a:cubicBezTo>
                    <a:cubicBezTo>
                      <a:pt x="765" y="345"/>
                      <a:pt x="771" y="351"/>
                      <a:pt x="777" y="360"/>
                    </a:cubicBezTo>
                    <a:cubicBezTo>
                      <a:pt x="783" y="369"/>
                      <a:pt x="774" y="375"/>
                      <a:pt x="777" y="378"/>
                    </a:cubicBezTo>
                    <a:cubicBezTo>
                      <a:pt x="777" y="381"/>
                      <a:pt x="789" y="381"/>
                      <a:pt x="795" y="378"/>
                    </a:cubicBezTo>
                    <a:cubicBezTo>
                      <a:pt x="801" y="375"/>
                      <a:pt x="807" y="381"/>
                      <a:pt x="813" y="387"/>
                    </a:cubicBezTo>
                    <a:cubicBezTo>
                      <a:pt x="816" y="390"/>
                      <a:pt x="792" y="399"/>
                      <a:pt x="795" y="393"/>
                    </a:cubicBezTo>
                    <a:cubicBezTo>
                      <a:pt x="798" y="390"/>
                      <a:pt x="780" y="378"/>
                      <a:pt x="768" y="384"/>
                    </a:cubicBezTo>
                    <a:cubicBezTo>
                      <a:pt x="753" y="390"/>
                      <a:pt x="762" y="399"/>
                      <a:pt x="765" y="402"/>
                    </a:cubicBezTo>
                    <a:cubicBezTo>
                      <a:pt x="765" y="408"/>
                      <a:pt x="750" y="414"/>
                      <a:pt x="738" y="408"/>
                    </a:cubicBezTo>
                    <a:cubicBezTo>
                      <a:pt x="723" y="405"/>
                      <a:pt x="729" y="411"/>
                      <a:pt x="723" y="411"/>
                    </a:cubicBezTo>
                    <a:cubicBezTo>
                      <a:pt x="717" y="411"/>
                      <a:pt x="711" y="420"/>
                      <a:pt x="717" y="426"/>
                    </a:cubicBezTo>
                    <a:cubicBezTo>
                      <a:pt x="720" y="432"/>
                      <a:pt x="732" y="426"/>
                      <a:pt x="741" y="426"/>
                    </a:cubicBezTo>
                    <a:cubicBezTo>
                      <a:pt x="750" y="426"/>
                      <a:pt x="750" y="429"/>
                      <a:pt x="753" y="423"/>
                    </a:cubicBezTo>
                    <a:cubicBezTo>
                      <a:pt x="753" y="420"/>
                      <a:pt x="762" y="423"/>
                      <a:pt x="768" y="423"/>
                    </a:cubicBezTo>
                    <a:cubicBezTo>
                      <a:pt x="774" y="426"/>
                      <a:pt x="774" y="435"/>
                      <a:pt x="783" y="435"/>
                    </a:cubicBezTo>
                    <a:cubicBezTo>
                      <a:pt x="789" y="435"/>
                      <a:pt x="783" y="444"/>
                      <a:pt x="789" y="450"/>
                    </a:cubicBezTo>
                    <a:cubicBezTo>
                      <a:pt x="792" y="456"/>
                      <a:pt x="810" y="453"/>
                      <a:pt x="816" y="459"/>
                    </a:cubicBezTo>
                    <a:cubicBezTo>
                      <a:pt x="822" y="465"/>
                      <a:pt x="846" y="474"/>
                      <a:pt x="849" y="471"/>
                    </a:cubicBezTo>
                    <a:cubicBezTo>
                      <a:pt x="855" y="465"/>
                      <a:pt x="828" y="444"/>
                      <a:pt x="822" y="441"/>
                    </a:cubicBezTo>
                    <a:cubicBezTo>
                      <a:pt x="813" y="438"/>
                      <a:pt x="828" y="438"/>
                      <a:pt x="837" y="444"/>
                    </a:cubicBezTo>
                    <a:cubicBezTo>
                      <a:pt x="846" y="453"/>
                      <a:pt x="861" y="456"/>
                      <a:pt x="867" y="447"/>
                    </a:cubicBezTo>
                    <a:cubicBezTo>
                      <a:pt x="876" y="438"/>
                      <a:pt x="861" y="441"/>
                      <a:pt x="861" y="432"/>
                    </a:cubicBezTo>
                    <a:cubicBezTo>
                      <a:pt x="861" y="426"/>
                      <a:pt x="858" y="417"/>
                      <a:pt x="852" y="417"/>
                    </a:cubicBezTo>
                    <a:cubicBezTo>
                      <a:pt x="843" y="417"/>
                      <a:pt x="825" y="405"/>
                      <a:pt x="831" y="402"/>
                    </a:cubicBezTo>
                    <a:cubicBezTo>
                      <a:pt x="840" y="399"/>
                      <a:pt x="831" y="393"/>
                      <a:pt x="834" y="387"/>
                    </a:cubicBezTo>
                    <a:cubicBezTo>
                      <a:pt x="840" y="384"/>
                      <a:pt x="846" y="393"/>
                      <a:pt x="852" y="393"/>
                    </a:cubicBezTo>
                    <a:close/>
                    <a:moveTo>
                      <a:pt x="747" y="369"/>
                    </a:moveTo>
                    <a:cubicBezTo>
                      <a:pt x="753" y="369"/>
                      <a:pt x="750" y="360"/>
                      <a:pt x="747" y="354"/>
                    </a:cubicBezTo>
                    <a:cubicBezTo>
                      <a:pt x="744" y="351"/>
                      <a:pt x="738" y="351"/>
                      <a:pt x="732" y="351"/>
                    </a:cubicBezTo>
                    <a:cubicBezTo>
                      <a:pt x="726" y="351"/>
                      <a:pt x="717" y="360"/>
                      <a:pt x="723" y="369"/>
                    </a:cubicBezTo>
                    <a:cubicBezTo>
                      <a:pt x="729" y="378"/>
                      <a:pt x="741" y="372"/>
                      <a:pt x="747" y="369"/>
                    </a:cubicBezTo>
                    <a:close/>
                    <a:moveTo>
                      <a:pt x="684" y="240"/>
                    </a:moveTo>
                    <a:cubicBezTo>
                      <a:pt x="681" y="246"/>
                      <a:pt x="690" y="246"/>
                      <a:pt x="690" y="255"/>
                    </a:cubicBezTo>
                    <a:cubicBezTo>
                      <a:pt x="690" y="261"/>
                      <a:pt x="699" y="264"/>
                      <a:pt x="708" y="258"/>
                    </a:cubicBezTo>
                    <a:cubicBezTo>
                      <a:pt x="714" y="255"/>
                      <a:pt x="735" y="261"/>
                      <a:pt x="735" y="255"/>
                    </a:cubicBezTo>
                    <a:cubicBezTo>
                      <a:pt x="735" y="249"/>
                      <a:pt x="714" y="240"/>
                      <a:pt x="705" y="240"/>
                    </a:cubicBezTo>
                    <a:cubicBezTo>
                      <a:pt x="699" y="243"/>
                      <a:pt x="687" y="234"/>
                      <a:pt x="684" y="240"/>
                    </a:cubicBezTo>
                    <a:close/>
                    <a:moveTo>
                      <a:pt x="870" y="666"/>
                    </a:moveTo>
                    <a:cubicBezTo>
                      <a:pt x="873" y="669"/>
                      <a:pt x="900" y="681"/>
                      <a:pt x="903" y="675"/>
                    </a:cubicBezTo>
                    <a:cubicBezTo>
                      <a:pt x="903" y="669"/>
                      <a:pt x="870" y="663"/>
                      <a:pt x="870" y="666"/>
                    </a:cubicBezTo>
                    <a:close/>
                    <a:moveTo>
                      <a:pt x="999" y="696"/>
                    </a:moveTo>
                    <a:cubicBezTo>
                      <a:pt x="996" y="699"/>
                      <a:pt x="993" y="693"/>
                      <a:pt x="996" y="690"/>
                    </a:cubicBezTo>
                    <a:cubicBezTo>
                      <a:pt x="1002" y="687"/>
                      <a:pt x="996" y="684"/>
                      <a:pt x="993" y="687"/>
                    </a:cubicBezTo>
                    <a:cubicBezTo>
                      <a:pt x="987" y="687"/>
                      <a:pt x="990" y="678"/>
                      <a:pt x="993" y="675"/>
                    </a:cubicBezTo>
                    <a:cubicBezTo>
                      <a:pt x="996" y="672"/>
                      <a:pt x="984" y="669"/>
                      <a:pt x="984" y="672"/>
                    </a:cubicBezTo>
                    <a:cubicBezTo>
                      <a:pt x="984" y="678"/>
                      <a:pt x="975" y="675"/>
                      <a:pt x="975" y="672"/>
                    </a:cubicBezTo>
                    <a:cubicBezTo>
                      <a:pt x="972" y="669"/>
                      <a:pt x="966" y="666"/>
                      <a:pt x="969" y="663"/>
                    </a:cubicBezTo>
                    <a:cubicBezTo>
                      <a:pt x="972" y="663"/>
                      <a:pt x="960" y="660"/>
                      <a:pt x="960" y="666"/>
                    </a:cubicBezTo>
                    <a:cubicBezTo>
                      <a:pt x="960" y="669"/>
                      <a:pt x="957" y="663"/>
                      <a:pt x="960" y="657"/>
                    </a:cubicBezTo>
                    <a:cubicBezTo>
                      <a:pt x="966" y="651"/>
                      <a:pt x="966" y="648"/>
                      <a:pt x="969" y="645"/>
                    </a:cubicBezTo>
                    <a:cubicBezTo>
                      <a:pt x="975" y="642"/>
                      <a:pt x="969" y="639"/>
                      <a:pt x="963" y="639"/>
                    </a:cubicBezTo>
                    <a:cubicBezTo>
                      <a:pt x="960" y="642"/>
                      <a:pt x="945" y="660"/>
                      <a:pt x="945" y="666"/>
                    </a:cubicBezTo>
                    <a:cubicBezTo>
                      <a:pt x="945" y="672"/>
                      <a:pt x="945" y="678"/>
                      <a:pt x="942" y="675"/>
                    </a:cubicBezTo>
                    <a:cubicBezTo>
                      <a:pt x="936" y="675"/>
                      <a:pt x="930" y="681"/>
                      <a:pt x="933" y="684"/>
                    </a:cubicBezTo>
                    <a:cubicBezTo>
                      <a:pt x="939" y="687"/>
                      <a:pt x="924" y="693"/>
                      <a:pt x="930" y="696"/>
                    </a:cubicBezTo>
                    <a:cubicBezTo>
                      <a:pt x="936" y="699"/>
                      <a:pt x="942" y="696"/>
                      <a:pt x="948" y="696"/>
                    </a:cubicBezTo>
                    <a:cubicBezTo>
                      <a:pt x="954" y="696"/>
                      <a:pt x="960" y="696"/>
                      <a:pt x="963" y="693"/>
                    </a:cubicBezTo>
                    <a:cubicBezTo>
                      <a:pt x="969" y="690"/>
                      <a:pt x="969" y="696"/>
                      <a:pt x="975" y="696"/>
                    </a:cubicBezTo>
                    <a:cubicBezTo>
                      <a:pt x="981" y="696"/>
                      <a:pt x="972" y="702"/>
                      <a:pt x="972" y="705"/>
                    </a:cubicBezTo>
                    <a:cubicBezTo>
                      <a:pt x="972" y="708"/>
                      <a:pt x="978" y="702"/>
                      <a:pt x="981" y="699"/>
                    </a:cubicBezTo>
                    <a:cubicBezTo>
                      <a:pt x="987" y="699"/>
                      <a:pt x="990" y="699"/>
                      <a:pt x="990" y="705"/>
                    </a:cubicBezTo>
                    <a:cubicBezTo>
                      <a:pt x="987" y="708"/>
                      <a:pt x="999" y="711"/>
                      <a:pt x="1002" y="705"/>
                    </a:cubicBezTo>
                    <a:cubicBezTo>
                      <a:pt x="1005" y="699"/>
                      <a:pt x="999" y="690"/>
                      <a:pt x="999" y="696"/>
                    </a:cubicBezTo>
                    <a:close/>
                    <a:moveTo>
                      <a:pt x="93" y="603"/>
                    </a:moveTo>
                    <a:cubicBezTo>
                      <a:pt x="84" y="609"/>
                      <a:pt x="108" y="630"/>
                      <a:pt x="111" y="627"/>
                    </a:cubicBezTo>
                    <a:cubicBezTo>
                      <a:pt x="114" y="627"/>
                      <a:pt x="105" y="615"/>
                      <a:pt x="105" y="609"/>
                    </a:cubicBezTo>
                    <a:cubicBezTo>
                      <a:pt x="105" y="603"/>
                      <a:pt x="102" y="597"/>
                      <a:pt x="93" y="603"/>
                    </a:cubicBezTo>
                    <a:close/>
                    <a:moveTo>
                      <a:pt x="918" y="717"/>
                    </a:moveTo>
                    <a:cubicBezTo>
                      <a:pt x="915" y="717"/>
                      <a:pt x="918" y="711"/>
                      <a:pt x="918" y="708"/>
                    </a:cubicBezTo>
                    <a:cubicBezTo>
                      <a:pt x="918" y="708"/>
                      <a:pt x="909" y="711"/>
                      <a:pt x="909" y="714"/>
                    </a:cubicBezTo>
                    <a:cubicBezTo>
                      <a:pt x="909" y="717"/>
                      <a:pt x="903" y="717"/>
                      <a:pt x="903" y="720"/>
                    </a:cubicBezTo>
                    <a:cubicBezTo>
                      <a:pt x="903" y="726"/>
                      <a:pt x="903" y="723"/>
                      <a:pt x="900" y="726"/>
                    </a:cubicBezTo>
                    <a:cubicBezTo>
                      <a:pt x="894" y="726"/>
                      <a:pt x="879" y="726"/>
                      <a:pt x="879" y="723"/>
                    </a:cubicBezTo>
                    <a:cubicBezTo>
                      <a:pt x="879" y="717"/>
                      <a:pt x="867" y="717"/>
                      <a:pt x="867" y="711"/>
                    </a:cubicBezTo>
                    <a:cubicBezTo>
                      <a:pt x="867" y="708"/>
                      <a:pt x="861" y="705"/>
                      <a:pt x="867" y="699"/>
                    </a:cubicBezTo>
                    <a:cubicBezTo>
                      <a:pt x="870" y="696"/>
                      <a:pt x="864" y="693"/>
                      <a:pt x="861" y="696"/>
                    </a:cubicBezTo>
                    <a:cubicBezTo>
                      <a:pt x="855" y="699"/>
                      <a:pt x="855" y="693"/>
                      <a:pt x="861" y="693"/>
                    </a:cubicBezTo>
                    <a:cubicBezTo>
                      <a:pt x="864" y="690"/>
                      <a:pt x="876" y="687"/>
                      <a:pt x="870" y="678"/>
                    </a:cubicBezTo>
                    <a:cubicBezTo>
                      <a:pt x="864" y="666"/>
                      <a:pt x="831" y="681"/>
                      <a:pt x="822" y="684"/>
                    </a:cubicBezTo>
                    <a:cubicBezTo>
                      <a:pt x="813" y="690"/>
                      <a:pt x="801" y="705"/>
                      <a:pt x="798" y="705"/>
                    </a:cubicBezTo>
                    <a:cubicBezTo>
                      <a:pt x="792" y="705"/>
                      <a:pt x="807" y="699"/>
                      <a:pt x="807" y="696"/>
                    </a:cubicBezTo>
                    <a:cubicBezTo>
                      <a:pt x="810" y="690"/>
                      <a:pt x="807" y="687"/>
                      <a:pt x="810" y="690"/>
                    </a:cubicBezTo>
                    <a:cubicBezTo>
                      <a:pt x="813" y="690"/>
                      <a:pt x="819" y="678"/>
                      <a:pt x="825" y="675"/>
                    </a:cubicBezTo>
                    <a:cubicBezTo>
                      <a:pt x="831" y="672"/>
                      <a:pt x="837" y="675"/>
                      <a:pt x="837" y="672"/>
                    </a:cubicBezTo>
                    <a:cubicBezTo>
                      <a:pt x="837" y="669"/>
                      <a:pt x="840" y="666"/>
                      <a:pt x="846" y="660"/>
                    </a:cubicBezTo>
                    <a:cubicBezTo>
                      <a:pt x="852" y="657"/>
                      <a:pt x="909" y="657"/>
                      <a:pt x="915" y="657"/>
                    </a:cubicBezTo>
                    <a:cubicBezTo>
                      <a:pt x="921" y="657"/>
                      <a:pt x="933" y="651"/>
                      <a:pt x="936" y="645"/>
                    </a:cubicBezTo>
                    <a:cubicBezTo>
                      <a:pt x="939" y="639"/>
                      <a:pt x="945" y="639"/>
                      <a:pt x="951" y="642"/>
                    </a:cubicBezTo>
                    <a:cubicBezTo>
                      <a:pt x="960" y="642"/>
                      <a:pt x="963" y="633"/>
                      <a:pt x="969" y="630"/>
                    </a:cubicBezTo>
                    <a:cubicBezTo>
                      <a:pt x="972" y="627"/>
                      <a:pt x="969" y="627"/>
                      <a:pt x="966" y="627"/>
                    </a:cubicBezTo>
                    <a:cubicBezTo>
                      <a:pt x="963" y="627"/>
                      <a:pt x="960" y="624"/>
                      <a:pt x="963" y="624"/>
                    </a:cubicBezTo>
                    <a:cubicBezTo>
                      <a:pt x="966" y="624"/>
                      <a:pt x="969" y="621"/>
                      <a:pt x="969" y="615"/>
                    </a:cubicBezTo>
                    <a:cubicBezTo>
                      <a:pt x="972" y="612"/>
                      <a:pt x="969" y="615"/>
                      <a:pt x="963" y="609"/>
                    </a:cubicBezTo>
                    <a:cubicBezTo>
                      <a:pt x="960" y="600"/>
                      <a:pt x="957" y="609"/>
                      <a:pt x="951" y="609"/>
                    </a:cubicBezTo>
                    <a:cubicBezTo>
                      <a:pt x="948" y="609"/>
                      <a:pt x="954" y="603"/>
                      <a:pt x="951" y="600"/>
                    </a:cubicBezTo>
                    <a:cubicBezTo>
                      <a:pt x="948" y="597"/>
                      <a:pt x="939" y="600"/>
                      <a:pt x="933" y="603"/>
                    </a:cubicBezTo>
                    <a:cubicBezTo>
                      <a:pt x="927" y="609"/>
                      <a:pt x="927" y="603"/>
                      <a:pt x="924" y="609"/>
                    </a:cubicBezTo>
                    <a:cubicBezTo>
                      <a:pt x="918" y="615"/>
                      <a:pt x="918" y="606"/>
                      <a:pt x="921" y="606"/>
                    </a:cubicBezTo>
                    <a:cubicBezTo>
                      <a:pt x="924" y="603"/>
                      <a:pt x="924" y="606"/>
                      <a:pt x="927" y="603"/>
                    </a:cubicBezTo>
                    <a:cubicBezTo>
                      <a:pt x="930" y="600"/>
                      <a:pt x="930" y="603"/>
                      <a:pt x="936" y="597"/>
                    </a:cubicBezTo>
                    <a:cubicBezTo>
                      <a:pt x="942" y="594"/>
                      <a:pt x="948" y="597"/>
                      <a:pt x="951" y="594"/>
                    </a:cubicBezTo>
                    <a:cubicBezTo>
                      <a:pt x="951" y="591"/>
                      <a:pt x="948" y="588"/>
                      <a:pt x="942" y="588"/>
                    </a:cubicBezTo>
                    <a:cubicBezTo>
                      <a:pt x="936" y="588"/>
                      <a:pt x="933" y="582"/>
                      <a:pt x="930" y="582"/>
                    </a:cubicBezTo>
                    <a:cubicBezTo>
                      <a:pt x="924" y="585"/>
                      <a:pt x="927" y="579"/>
                      <a:pt x="921" y="582"/>
                    </a:cubicBezTo>
                    <a:cubicBezTo>
                      <a:pt x="918" y="585"/>
                      <a:pt x="915" y="582"/>
                      <a:pt x="915" y="576"/>
                    </a:cubicBezTo>
                    <a:cubicBezTo>
                      <a:pt x="912" y="573"/>
                      <a:pt x="900" y="564"/>
                      <a:pt x="894" y="561"/>
                    </a:cubicBezTo>
                    <a:cubicBezTo>
                      <a:pt x="888" y="561"/>
                      <a:pt x="894" y="555"/>
                      <a:pt x="897" y="558"/>
                    </a:cubicBezTo>
                    <a:cubicBezTo>
                      <a:pt x="900" y="561"/>
                      <a:pt x="903" y="555"/>
                      <a:pt x="906" y="555"/>
                    </a:cubicBezTo>
                    <a:cubicBezTo>
                      <a:pt x="906" y="552"/>
                      <a:pt x="903" y="549"/>
                      <a:pt x="900" y="549"/>
                    </a:cubicBezTo>
                    <a:cubicBezTo>
                      <a:pt x="900" y="549"/>
                      <a:pt x="900" y="546"/>
                      <a:pt x="900" y="543"/>
                    </a:cubicBezTo>
                    <a:cubicBezTo>
                      <a:pt x="900" y="540"/>
                      <a:pt x="891" y="537"/>
                      <a:pt x="891" y="534"/>
                    </a:cubicBezTo>
                    <a:cubicBezTo>
                      <a:pt x="891" y="531"/>
                      <a:pt x="888" y="531"/>
                      <a:pt x="888" y="528"/>
                    </a:cubicBezTo>
                    <a:cubicBezTo>
                      <a:pt x="888" y="525"/>
                      <a:pt x="882" y="522"/>
                      <a:pt x="882" y="519"/>
                    </a:cubicBezTo>
                    <a:cubicBezTo>
                      <a:pt x="882" y="516"/>
                      <a:pt x="876" y="510"/>
                      <a:pt x="876" y="507"/>
                    </a:cubicBezTo>
                    <a:cubicBezTo>
                      <a:pt x="876" y="504"/>
                      <a:pt x="870" y="501"/>
                      <a:pt x="870" y="498"/>
                    </a:cubicBezTo>
                    <a:cubicBezTo>
                      <a:pt x="867" y="492"/>
                      <a:pt x="867" y="495"/>
                      <a:pt x="864" y="501"/>
                    </a:cubicBezTo>
                    <a:cubicBezTo>
                      <a:pt x="864" y="507"/>
                      <a:pt x="858" y="507"/>
                      <a:pt x="861" y="507"/>
                    </a:cubicBezTo>
                    <a:cubicBezTo>
                      <a:pt x="864" y="513"/>
                      <a:pt x="861" y="513"/>
                      <a:pt x="858" y="516"/>
                    </a:cubicBezTo>
                    <a:cubicBezTo>
                      <a:pt x="855" y="519"/>
                      <a:pt x="861" y="522"/>
                      <a:pt x="855" y="522"/>
                    </a:cubicBezTo>
                    <a:cubicBezTo>
                      <a:pt x="852" y="522"/>
                      <a:pt x="855" y="528"/>
                      <a:pt x="852" y="525"/>
                    </a:cubicBezTo>
                    <a:cubicBezTo>
                      <a:pt x="849" y="522"/>
                      <a:pt x="846" y="522"/>
                      <a:pt x="846" y="528"/>
                    </a:cubicBezTo>
                    <a:cubicBezTo>
                      <a:pt x="846" y="531"/>
                      <a:pt x="837" y="534"/>
                      <a:pt x="834" y="534"/>
                    </a:cubicBezTo>
                    <a:cubicBezTo>
                      <a:pt x="831" y="534"/>
                      <a:pt x="831" y="525"/>
                      <a:pt x="828" y="528"/>
                    </a:cubicBezTo>
                    <a:cubicBezTo>
                      <a:pt x="825" y="531"/>
                      <a:pt x="825" y="522"/>
                      <a:pt x="822" y="522"/>
                    </a:cubicBezTo>
                    <a:cubicBezTo>
                      <a:pt x="816" y="522"/>
                      <a:pt x="813" y="522"/>
                      <a:pt x="816" y="519"/>
                    </a:cubicBezTo>
                    <a:cubicBezTo>
                      <a:pt x="816" y="516"/>
                      <a:pt x="807" y="513"/>
                      <a:pt x="810" y="510"/>
                    </a:cubicBezTo>
                    <a:cubicBezTo>
                      <a:pt x="813" y="510"/>
                      <a:pt x="810" y="504"/>
                      <a:pt x="810" y="498"/>
                    </a:cubicBezTo>
                    <a:cubicBezTo>
                      <a:pt x="810" y="492"/>
                      <a:pt x="813" y="492"/>
                      <a:pt x="813" y="489"/>
                    </a:cubicBezTo>
                    <a:cubicBezTo>
                      <a:pt x="813" y="486"/>
                      <a:pt x="810" y="486"/>
                      <a:pt x="807" y="489"/>
                    </a:cubicBezTo>
                    <a:cubicBezTo>
                      <a:pt x="804" y="489"/>
                      <a:pt x="804" y="486"/>
                      <a:pt x="801" y="486"/>
                    </a:cubicBezTo>
                    <a:cubicBezTo>
                      <a:pt x="798" y="486"/>
                      <a:pt x="789" y="486"/>
                      <a:pt x="789" y="480"/>
                    </a:cubicBezTo>
                    <a:cubicBezTo>
                      <a:pt x="786" y="477"/>
                      <a:pt x="783" y="480"/>
                      <a:pt x="783" y="474"/>
                    </a:cubicBezTo>
                    <a:cubicBezTo>
                      <a:pt x="780" y="471"/>
                      <a:pt x="777" y="474"/>
                      <a:pt x="777" y="471"/>
                    </a:cubicBezTo>
                    <a:cubicBezTo>
                      <a:pt x="777" y="468"/>
                      <a:pt x="774" y="465"/>
                      <a:pt x="771" y="465"/>
                    </a:cubicBezTo>
                    <a:cubicBezTo>
                      <a:pt x="768" y="465"/>
                      <a:pt x="768" y="462"/>
                      <a:pt x="765" y="462"/>
                    </a:cubicBezTo>
                    <a:cubicBezTo>
                      <a:pt x="759" y="462"/>
                      <a:pt x="756" y="465"/>
                      <a:pt x="753" y="465"/>
                    </a:cubicBezTo>
                    <a:cubicBezTo>
                      <a:pt x="750" y="468"/>
                      <a:pt x="744" y="462"/>
                      <a:pt x="744" y="465"/>
                    </a:cubicBezTo>
                    <a:cubicBezTo>
                      <a:pt x="741" y="465"/>
                      <a:pt x="741" y="462"/>
                      <a:pt x="735" y="462"/>
                    </a:cubicBezTo>
                    <a:cubicBezTo>
                      <a:pt x="726" y="459"/>
                      <a:pt x="720" y="459"/>
                      <a:pt x="720" y="462"/>
                    </a:cubicBezTo>
                    <a:cubicBezTo>
                      <a:pt x="717" y="462"/>
                      <a:pt x="714" y="465"/>
                      <a:pt x="714" y="468"/>
                    </a:cubicBezTo>
                    <a:cubicBezTo>
                      <a:pt x="714" y="474"/>
                      <a:pt x="720" y="474"/>
                      <a:pt x="720" y="477"/>
                    </a:cubicBezTo>
                    <a:cubicBezTo>
                      <a:pt x="723" y="480"/>
                      <a:pt x="720" y="480"/>
                      <a:pt x="717" y="483"/>
                    </a:cubicBezTo>
                    <a:cubicBezTo>
                      <a:pt x="717" y="486"/>
                      <a:pt x="714" y="486"/>
                      <a:pt x="714" y="489"/>
                    </a:cubicBezTo>
                    <a:cubicBezTo>
                      <a:pt x="714" y="489"/>
                      <a:pt x="717" y="489"/>
                      <a:pt x="717" y="495"/>
                    </a:cubicBezTo>
                    <a:cubicBezTo>
                      <a:pt x="720" y="498"/>
                      <a:pt x="723" y="498"/>
                      <a:pt x="723" y="504"/>
                    </a:cubicBezTo>
                    <a:cubicBezTo>
                      <a:pt x="723" y="510"/>
                      <a:pt x="720" y="510"/>
                      <a:pt x="717" y="510"/>
                    </a:cubicBezTo>
                    <a:cubicBezTo>
                      <a:pt x="717" y="510"/>
                      <a:pt x="720" y="513"/>
                      <a:pt x="714" y="516"/>
                    </a:cubicBezTo>
                    <a:cubicBezTo>
                      <a:pt x="711" y="522"/>
                      <a:pt x="708" y="525"/>
                      <a:pt x="711" y="528"/>
                    </a:cubicBezTo>
                    <a:cubicBezTo>
                      <a:pt x="714" y="531"/>
                      <a:pt x="723" y="534"/>
                      <a:pt x="729" y="543"/>
                    </a:cubicBezTo>
                    <a:cubicBezTo>
                      <a:pt x="732" y="549"/>
                      <a:pt x="732" y="558"/>
                      <a:pt x="732" y="567"/>
                    </a:cubicBezTo>
                    <a:cubicBezTo>
                      <a:pt x="729" y="573"/>
                      <a:pt x="720" y="576"/>
                      <a:pt x="714" y="582"/>
                    </a:cubicBezTo>
                    <a:cubicBezTo>
                      <a:pt x="708" y="588"/>
                      <a:pt x="702" y="588"/>
                      <a:pt x="699" y="588"/>
                    </a:cubicBezTo>
                    <a:cubicBezTo>
                      <a:pt x="696" y="588"/>
                      <a:pt x="699" y="594"/>
                      <a:pt x="702" y="600"/>
                    </a:cubicBezTo>
                    <a:cubicBezTo>
                      <a:pt x="705" y="603"/>
                      <a:pt x="702" y="606"/>
                      <a:pt x="705" y="609"/>
                    </a:cubicBezTo>
                    <a:cubicBezTo>
                      <a:pt x="708" y="615"/>
                      <a:pt x="705" y="618"/>
                      <a:pt x="708" y="624"/>
                    </a:cubicBezTo>
                    <a:cubicBezTo>
                      <a:pt x="711" y="627"/>
                      <a:pt x="711" y="630"/>
                      <a:pt x="705" y="633"/>
                    </a:cubicBezTo>
                    <a:cubicBezTo>
                      <a:pt x="702" y="636"/>
                      <a:pt x="708" y="636"/>
                      <a:pt x="708" y="639"/>
                    </a:cubicBezTo>
                    <a:cubicBezTo>
                      <a:pt x="708" y="642"/>
                      <a:pt x="705" y="642"/>
                      <a:pt x="702" y="639"/>
                    </a:cubicBezTo>
                    <a:cubicBezTo>
                      <a:pt x="699" y="636"/>
                      <a:pt x="696" y="642"/>
                      <a:pt x="696" y="645"/>
                    </a:cubicBezTo>
                    <a:cubicBezTo>
                      <a:pt x="696" y="648"/>
                      <a:pt x="690" y="642"/>
                      <a:pt x="687" y="642"/>
                    </a:cubicBezTo>
                    <a:cubicBezTo>
                      <a:pt x="684" y="642"/>
                      <a:pt x="687" y="639"/>
                      <a:pt x="684" y="633"/>
                    </a:cubicBezTo>
                    <a:cubicBezTo>
                      <a:pt x="678" y="630"/>
                      <a:pt x="675" y="630"/>
                      <a:pt x="675" y="627"/>
                    </a:cubicBezTo>
                    <a:cubicBezTo>
                      <a:pt x="675" y="624"/>
                      <a:pt x="666" y="621"/>
                      <a:pt x="666" y="615"/>
                    </a:cubicBezTo>
                    <a:cubicBezTo>
                      <a:pt x="666" y="612"/>
                      <a:pt x="669" y="603"/>
                      <a:pt x="666" y="600"/>
                    </a:cubicBezTo>
                    <a:cubicBezTo>
                      <a:pt x="666" y="597"/>
                      <a:pt x="666" y="594"/>
                      <a:pt x="669" y="591"/>
                    </a:cubicBezTo>
                    <a:cubicBezTo>
                      <a:pt x="669" y="588"/>
                      <a:pt x="666" y="582"/>
                      <a:pt x="660" y="582"/>
                    </a:cubicBezTo>
                    <a:cubicBezTo>
                      <a:pt x="657" y="582"/>
                      <a:pt x="651" y="582"/>
                      <a:pt x="645" y="582"/>
                    </a:cubicBezTo>
                    <a:cubicBezTo>
                      <a:pt x="639" y="582"/>
                      <a:pt x="636" y="582"/>
                      <a:pt x="633" y="579"/>
                    </a:cubicBezTo>
                    <a:cubicBezTo>
                      <a:pt x="630" y="579"/>
                      <a:pt x="624" y="573"/>
                      <a:pt x="618" y="573"/>
                    </a:cubicBezTo>
                    <a:cubicBezTo>
                      <a:pt x="609" y="570"/>
                      <a:pt x="606" y="567"/>
                      <a:pt x="606" y="564"/>
                    </a:cubicBezTo>
                    <a:cubicBezTo>
                      <a:pt x="603" y="561"/>
                      <a:pt x="597" y="561"/>
                      <a:pt x="594" y="558"/>
                    </a:cubicBezTo>
                    <a:cubicBezTo>
                      <a:pt x="594" y="555"/>
                      <a:pt x="585" y="555"/>
                      <a:pt x="582" y="555"/>
                    </a:cubicBezTo>
                    <a:cubicBezTo>
                      <a:pt x="579" y="555"/>
                      <a:pt x="573" y="549"/>
                      <a:pt x="567" y="549"/>
                    </a:cubicBezTo>
                    <a:cubicBezTo>
                      <a:pt x="564" y="549"/>
                      <a:pt x="552" y="555"/>
                      <a:pt x="552" y="555"/>
                    </a:cubicBezTo>
                    <a:cubicBezTo>
                      <a:pt x="549" y="555"/>
                      <a:pt x="552" y="549"/>
                      <a:pt x="552" y="549"/>
                    </a:cubicBezTo>
                    <a:cubicBezTo>
                      <a:pt x="555" y="546"/>
                      <a:pt x="549" y="540"/>
                      <a:pt x="546" y="534"/>
                    </a:cubicBezTo>
                    <a:cubicBezTo>
                      <a:pt x="546" y="528"/>
                      <a:pt x="543" y="525"/>
                      <a:pt x="540" y="525"/>
                    </a:cubicBezTo>
                    <a:cubicBezTo>
                      <a:pt x="534" y="525"/>
                      <a:pt x="528" y="522"/>
                      <a:pt x="528" y="522"/>
                    </a:cubicBezTo>
                    <a:cubicBezTo>
                      <a:pt x="525" y="519"/>
                      <a:pt x="525" y="507"/>
                      <a:pt x="525" y="501"/>
                    </a:cubicBezTo>
                    <a:cubicBezTo>
                      <a:pt x="528" y="495"/>
                      <a:pt x="534" y="486"/>
                      <a:pt x="534" y="480"/>
                    </a:cubicBezTo>
                    <a:cubicBezTo>
                      <a:pt x="534" y="477"/>
                      <a:pt x="537" y="477"/>
                      <a:pt x="543" y="474"/>
                    </a:cubicBezTo>
                    <a:cubicBezTo>
                      <a:pt x="546" y="474"/>
                      <a:pt x="543" y="468"/>
                      <a:pt x="546" y="465"/>
                    </a:cubicBezTo>
                    <a:cubicBezTo>
                      <a:pt x="549" y="465"/>
                      <a:pt x="549" y="465"/>
                      <a:pt x="552" y="462"/>
                    </a:cubicBezTo>
                    <a:cubicBezTo>
                      <a:pt x="552" y="459"/>
                      <a:pt x="555" y="459"/>
                      <a:pt x="555" y="459"/>
                    </a:cubicBezTo>
                    <a:cubicBezTo>
                      <a:pt x="552" y="456"/>
                      <a:pt x="552" y="453"/>
                      <a:pt x="558" y="453"/>
                    </a:cubicBezTo>
                    <a:cubicBezTo>
                      <a:pt x="564" y="453"/>
                      <a:pt x="573" y="453"/>
                      <a:pt x="573" y="447"/>
                    </a:cubicBezTo>
                    <a:cubicBezTo>
                      <a:pt x="570" y="441"/>
                      <a:pt x="555" y="444"/>
                      <a:pt x="555" y="441"/>
                    </a:cubicBezTo>
                    <a:cubicBezTo>
                      <a:pt x="555" y="435"/>
                      <a:pt x="537" y="435"/>
                      <a:pt x="537" y="432"/>
                    </a:cubicBezTo>
                    <a:cubicBezTo>
                      <a:pt x="540" y="429"/>
                      <a:pt x="558" y="435"/>
                      <a:pt x="564" y="438"/>
                    </a:cubicBezTo>
                    <a:cubicBezTo>
                      <a:pt x="570" y="441"/>
                      <a:pt x="573" y="438"/>
                      <a:pt x="576" y="438"/>
                    </a:cubicBezTo>
                    <a:cubicBezTo>
                      <a:pt x="582" y="438"/>
                      <a:pt x="579" y="432"/>
                      <a:pt x="579" y="429"/>
                    </a:cubicBezTo>
                    <a:cubicBezTo>
                      <a:pt x="582" y="426"/>
                      <a:pt x="591" y="435"/>
                      <a:pt x="597" y="432"/>
                    </a:cubicBezTo>
                    <a:cubicBezTo>
                      <a:pt x="603" y="432"/>
                      <a:pt x="609" y="420"/>
                      <a:pt x="612" y="417"/>
                    </a:cubicBezTo>
                    <a:cubicBezTo>
                      <a:pt x="618" y="411"/>
                      <a:pt x="612" y="408"/>
                      <a:pt x="603" y="411"/>
                    </a:cubicBezTo>
                    <a:cubicBezTo>
                      <a:pt x="594" y="411"/>
                      <a:pt x="588" y="408"/>
                      <a:pt x="585" y="405"/>
                    </a:cubicBezTo>
                    <a:cubicBezTo>
                      <a:pt x="579" y="399"/>
                      <a:pt x="579" y="396"/>
                      <a:pt x="585" y="396"/>
                    </a:cubicBezTo>
                    <a:cubicBezTo>
                      <a:pt x="591" y="399"/>
                      <a:pt x="603" y="408"/>
                      <a:pt x="609" y="408"/>
                    </a:cubicBezTo>
                    <a:cubicBezTo>
                      <a:pt x="612" y="408"/>
                      <a:pt x="621" y="399"/>
                      <a:pt x="624" y="396"/>
                    </a:cubicBezTo>
                    <a:cubicBezTo>
                      <a:pt x="630" y="393"/>
                      <a:pt x="621" y="393"/>
                      <a:pt x="618" y="390"/>
                    </a:cubicBezTo>
                    <a:cubicBezTo>
                      <a:pt x="615" y="387"/>
                      <a:pt x="624" y="387"/>
                      <a:pt x="627" y="387"/>
                    </a:cubicBezTo>
                    <a:cubicBezTo>
                      <a:pt x="630" y="387"/>
                      <a:pt x="633" y="390"/>
                      <a:pt x="633" y="390"/>
                    </a:cubicBezTo>
                    <a:cubicBezTo>
                      <a:pt x="636" y="393"/>
                      <a:pt x="642" y="390"/>
                      <a:pt x="645" y="390"/>
                    </a:cubicBezTo>
                    <a:cubicBezTo>
                      <a:pt x="651" y="390"/>
                      <a:pt x="645" y="384"/>
                      <a:pt x="639" y="381"/>
                    </a:cubicBezTo>
                    <a:cubicBezTo>
                      <a:pt x="633" y="381"/>
                      <a:pt x="639" y="375"/>
                      <a:pt x="642" y="378"/>
                    </a:cubicBezTo>
                    <a:cubicBezTo>
                      <a:pt x="645" y="381"/>
                      <a:pt x="648" y="381"/>
                      <a:pt x="651" y="387"/>
                    </a:cubicBezTo>
                    <a:cubicBezTo>
                      <a:pt x="654" y="390"/>
                      <a:pt x="654" y="387"/>
                      <a:pt x="660" y="387"/>
                    </a:cubicBezTo>
                    <a:cubicBezTo>
                      <a:pt x="663" y="384"/>
                      <a:pt x="666" y="381"/>
                      <a:pt x="669" y="378"/>
                    </a:cubicBezTo>
                    <a:cubicBezTo>
                      <a:pt x="672" y="375"/>
                      <a:pt x="672" y="378"/>
                      <a:pt x="675" y="375"/>
                    </a:cubicBezTo>
                    <a:cubicBezTo>
                      <a:pt x="678" y="369"/>
                      <a:pt x="675" y="366"/>
                      <a:pt x="672" y="363"/>
                    </a:cubicBezTo>
                    <a:cubicBezTo>
                      <a:pt x="666" y="360"/>
                      <a:pt x="672" y="357"/>
                      <a:pt x="666" y="354"/>
                    </a:cubicBezTo>
                    <a:cubicBezTo>
                      <a:pt x="663" y="351"/>
                      <a:pt x="663" y="348"/>
                      <a:pt x="666" y="348"/>
                    </a:cubicBezTo>
                    <a:cubicBezTo>
                      <a:pt x="672" y="351"/>
                      <a:pt x="675" y="348"/>
                      <a:pt x="678" y="345"/>
                    </a:cubicBezTo>
                    <a:cubicBezTo>
                      <a:pt x="681" y="342"/>
                      <a:pt x="672" y="342"/>
                      <a:pt x="675" y="339"/>
                    </a:cubicBezTo>
                    <a:cubicBezTo>
                      <a:pt x="681" y="336"/>
                      <a:pt x="675" y="333"/>
                      <a:pt x="672" y="333"/>
                    </a:cubicBezTo>
                    <a:cubicBezTo>
                      <a:pt x="666" y="333"/>
                      <a:pt x="663" y="330"/>
                      <a:pt x="663" y="327"/>
                    </a:cubicBezTo>
                    <a:cubicBezTo>
                      <a:pt x="663" y="324"/>
                      <a:pt x="654" y="327"/>
                      <a:pt x="651" y="324"/>
                    </a:cubicBezTo>
                    <a:cubicBezTo>
                      <a:pt x="645" y="321"/>
                      <a:pt x="636" y="321"/>
                      <a:pt x="633" y="321"/>
                    </a:cubicBezTo>
                    <a:cubicBezTo>
                      <a:pt x="630" y="321"/>
                      <a:pt x="630" y="333"/>
                      <a:pt x="633" y="333"/>
                    </a:cubicBezTo>
                    <a:cubicBezTo>
                      <a:pt x="636" y="333"/>
                      <a:pt x="639" y="336"/>
                      <a:pt x="636" y="339"/>
                    </a:cubicBezTo>
                    <a:cubicBezTo>
                      <a:pt x="633" y="339"/>
                      <a:pt x="639" y="345"/>
                      <a:pt x="636" y="342"/>
                    </a:cubicBezTo>
                    <a:cubicBezTo>
                      <a:pt x="633" y="342"/>
                      <a:pt x="630" y="342"/>
                      <a:pt x="627" y="348"/>
                    </a:cubicBezTo>
                    <a:cubicBezTo>
                      <a:pt x="627" y="354"/>
                      <a:pt x="627" y="357"/>
                      <a:pt x="621" y="360"/>
                    </a:cubicBezTo>
                    <a:cubicBezTo>
                      <a:pt x="618" y="363"/>
                      <a:pt x="621" y="351"/>
                      <a:pt x="618" y="354"/>
                    </a:cubicBezTo>
                    <a:cubicBezTo>
                      <a:pt x="612" y="354"/>
                      <a:pt x="612" y="360"/>
                      <a:pt x="615" y="360"/>
                    </a:cubicBezTo>
                    <a:cubicBezTo>
                      <a:pt x="618" y="363"/>
                      <a:pt x="618" y="366"/>
                      <a:pt x="621" y="369"/>
                    </a:cubicBezTo>
                    <a:cubicBezTo>
                      <a:pt x="621" y="372"/>
                      <a:pt x="615" y="369"/>
                      <a:pt x="612" y="375"/>
                    </a:cubicBezTo>
                    <a:cubicBezTo>
                      <a:pt x="609" y="378"/>
                      <a:pt x="609" y="372"/>
                      <a:pt x="606" y="369"/>
                    </a:cubicBezTo>
                    <a:cubicBezTo>
                      <a:pt x="603" y="366"/>
                      <a:pt x="597" y="360"/>
                      <a:pt x="597" y="357"/>
                    </a:cubicBezTo>
                    <a:cubicBezTo>
                      <a:pt x="600" y="354"/>
                      <a:pt x="600" y="354"/>
                      <a:pt x="603" y="351"/>
                    </a:cubicBezTo>
                    <a:cubicBezTo>
                      <a:pt x="606" y="351"/>
                      <a:pt x="603" y="348"/>
                      <a:pt x="603" y="345"/>
                    </a:cubicBezTo>
                    <a:cubicBezTo>
                      <a:pt x="603" y="339"/>
                      <a:pt x="600" y="342"/>
                      <a:pt x="594" y="336"/>
                    </a:cubicBezTo>
                    <a:cubicBezTo>
                      <a:pt x="591" y="333"/>
                      <a:pt x="588" y="333"/>
                      <a:pt x="585" y="333"/>
                    </a:cubicBezTo>
                    <a:cubicBezTo>
                      <a:pt x="582" y="336"/>
                      <a:pt x="585" y="342"/>
                      <a:pt x="582" y="342"/>
                    </a:cubicBezTo>
                    <a:cubicBezTo>
                      <a:pt x="576" y="345"/>
                      <a:pt x="579" y="351"/>
                      <a:pt x="576" y="351"/>
                    </a:cubicBezTo>
                    <a:cubicBezTo>
                      <a:pt x="573" y="351"/>
                      <a:pt x="573" y="339"/>
                      <a:pt x="573" y="339"/>
                    </a:cubicBezTo>
                    <a:cubicBezTo>
                      <a:pt x="570" y="336"/>
                      <a:pt x="570" y="333"/>
                      <a:pt x="573" y="333"/>
                    </a:cubicBezTo>
                    <a:cubicBezTo>
                      <a:pt x="576" y="333"/>
                      <a:pt x="579" y="330"/>
                      <a:pt x="576" y="330"/>
                    </a:cubicBezTo>
                    <a:cubicBezTo>
                      <a:pt x="573" y="330"/>
                      <a:pt x="567" y="324"/>
                      <a:pt x="564" y="324"/>
                    </a:cubicBezTo>
                    <a:cubicBezTo>
                      <a:pt x="564" y="324"/>
                      <a:pt x="558" y="327"/>
                      <a:pt x="555" y="327"/>
                    </a:cubicBezTo>
                    <a:cubicBezTo>
                      <a:pt x="555" y="324"/>
                      <a:pt x="558" y="318"/>
                      <a:pt x="558" y="318"/>
                    </a:cubicBezTo>
                    <a:cubicBezTo>
                      <a:pt x="558" y="315"/>
                      <a:pt x="561" y="318"/>
                      <a:pt x="564" y="315"/>
                    </a:cubicBezTo>
                    <a:cubicBezTo>
                      <a:pt x="567" y="312"/>
                      <a:pt x="555" y="312"/>
                      <a:pt x="555" y="306"/>
                    </a:cubicBezTo>
                    <a:cubicBezTo>
                      <a:pt x="555" y="303"/>
                      <a:pt x="549" y="303"/>
                      <a:pt x="546" y="300"/>
                    </a:cubicBezTo>
                    <a:cubicBezTo>
                      <a:pt x="543" y="300"/>
                      <a:pt x="549" y="294"/>
                      <a:pt x="546" y="291"/>
                    </a:cubicBezTo>
                    <a:cubicBezTo>
                      <a:pt x="546" y="288"/>
                      <a:pt x="537" y="279"/>
                      <a:pt x="531" y="282"/>
                    </a:cubicBezTo>
                    <a:cubicBezTo>
                      <a:pt x="528" y="282"/>
                      <a:pt x="528" y="276"/>
                      <a:pt x="531" y="276"/>
                    </a:cubicBezTo>
                    <a:cubicBezTo>
                      <a:pt x="531" y="276"/>
                      <a:pt x="534" y="276"/>
                      <a:pt x="537" y="270"/>
                    </a:cubicBezTo>
                    <a:cubicBezTo>
                      <a:pt x="543" y="264"/>
                      <a:pt x="543" y="264"/>
                      <a:pt x="540" y="264"/>
                    </a:cubicBezTo>
                    <a:cubicBezTo>
                      <a:pt x="537" y="261"/>
                      <a:pt x="534" y="258"/>
                      <a:pt x="540" y="258"/>
                    </a:cubicBezTo>
                    <a:cubicBezTo>
                      <a:pt x="546" y="258"/>
                      <a:pt x="555" y="264"/>
                      <a:pt x="558" y="261"/>
                    </a:cubicBezTo>
                    <a:cubicBezTo>
                      <a:pt x="561" y="258"/>
                      <a:pt x="570" y="243"/>
                      <a:pt x="573" y="237"/>
                    </a:cubicBezTo>
                    <a:cubicBezTo>
                      <a:pt x="579" y="234"/>
                      <a:pt x="570" y="234"/>
                      <a:pt x="561" y="234"/>
                    </a:cubicBezTo>
                    <a:cubicBezTo>
                      <a:pt x="552" y="234"/>
                      <a:pt x="552" y="231"/>
                      <a:pt x="543" y="228"/>
                    </a:cubicBezTo>
                    <a:cubicBezTo>
                      <a:pt x="537" y="228"/>
                      <a:pt x="522" y="231"/>
                      <a:pt x="519" y="234"/>
                    </a:cubicBezTo>
                    <a:cubicBezTo>
                      <a:pt x="519" y="234"/>
                      <a:pt x="525" y="237"/>
                      <a:pt x="522" y="240"/>
                    </a:cubicBezTo>
                    <a:cubicBezTo>
                      <a:pt x="522" y="243"/>
                      <a:pt x="519" y="237"/>
                      <a:pt x="516" y="240"/>
                    </a:cubicBezTo>
                    <a:cubicBezTo>
                      <a:pt x="513" y="240"/>
                      <a:pt x="516" y="243"/>
                      <a:pt x="516" y="252"/>
                    </a:cubicBezTo>
                    <a:cubicBezTo>
                      <a:pt x="516" y="261"/>
                      <a:pt x="519" y="261"/>
                      <a:pt x="519" y="264"/>
                    </a:cubicBezTo>
                    <a:cubicBezTo>
                      <a:pt x="522" y="267"/>
                      <a:pt x="522" y="273"/>
                      <a:pt x="522" y="279"/>
                    </a:cubicBezTo>
                    <a:cubicBezTo>
                      <a:pt x="522" y="282"/>
                      <a:pt x="516" y="282"/>
                      <a:pt x="516" y="285"/>
                    </a:cubicBezTo>
                    <a:cubicBezTo>
                      <a:pt x="513" y="285"/>
                      <a:pt x="519" y="288"/>
                      <a:pt x="519" y="291"/>
                    </a:cubicBezTo>
                    <a:cubicBezTo>
                      <a:pt x="519" y="294"/>
                      <a:pt x="513" y="288"/>
                      <a:pt x="510" y="291"/>
                    </a:cubicBezTo>
                    <a:cubicBezTo>
                      <a:pt x="507" y="291"/>
                      <a:pt x="504" y="300"/>
                      <a:pt x="507" y="303"/>
                    </a:cubicBezTo>
                    <a:cubicBezTo>
                      <a:pt x="510" y="306"/>
                      <a:pt x="513" y="303"/>
                      <a:pt x="510" y="309"/>
                    </a:cubicBezTo>
                    <a:cubicBezTo>
                      <a:pt x="507" y="312"/>
                      <a:pt x="504" y="315"/>
                      <a:pt x="510" y="321"/>
                    </a:cubicBezTo>
                    <a:cubicBezTo>
                      <a:pt x="516" y="324"/>
                      <a:pt x="528" y="324"/>
                      <a:pt x="534" y="327"/>
                    </a:cubicBezTo>
                    <a:cubicBezTo>
                      <a:pt x="540" y="333"/>
                      <a:pt x="531" y="330"/>
                      <a:pt x="534" y="333"/>
                    </a:cubicBezTo>
                    <a:cubicBezTo>
                      <a:pt x="534" y="339"/>
                      <a:pt x="528" y="339"/>
                      <a:pt x="528" y="342"/>
                    </a:cubicBezTo>
                    <a:cubicBezTo>
                      <a:pt x="528" y="345"/>
                      <a:pt x="531" y="345"/>
                      <a:pt x="534" y="339"/>
                    </a:cubicBezTo>
                    <a:cubicBezTo>
                      <a:pt x="537" y="333"/>
                      <a:pt x="540" y="342"/>
                      <a:pt x="540" y="345"/>
                    </a:cubicBezTo>
                    <a:cubicBezTo>
                      <a:pt x="540" y="351"/>
                      <a:pt x="534" y="348"/>
                      <a:pt x="531" y="351"/>
                    </a:cubicBezTo>
                    <a:cubicBezTo>
                      <a:pt x="528" y="357"/>
                      <a:pt x="525" y="357"/>
                      <a:pt x="522" y="357"/>
                    </a:cubicBezTo>
                    <a:cubicBezTo>
                      <a:pt x="516" y="357"/>
                      <a:pt x="519" y="363"/>
                      <a:pt x="522" y="369"/>
                    </a:cubicBezTo>
                    <a:cubicBezTo>
                      <a:pt x="522" y="372"/>
                      <a:pt x="519" y="372"/>
                      <a:pt x="516" y="372"/>
                    </a:cubicBezTo>
                    <a:cubicBezTo>
                      <a:pt x="510" y="369"/>
                      <a:pt x="507" y="366"/>
                      <a:pt x="510" y="363"/>
                    </a:cubicBezTo>
                    <a:cubicBezTo>
                      <a:pt x="513" y="357"/>
                      <a:pt x="513" y="354"/>
                      <a:pt x="510" y="354"/>
                    </a:cubicBezTo>
                    <a:cubicBezTo>
                      <a:pt x="507" y="354"/>
                      <a:pt x="501" y="354"/>
                      <a:pt x="498" y="351"/>
                    </a:cubicBezTo>
                    <a:cubicBezTo>
                      <a:pt x="495" y="348"/>
                      <a:pt x="498" y="348"/>
                      <a:pt x="507" y="348"/>
                    </a:cubicBezTo>
                    <a:cubicBezTo>
                      <a:pt x="513" y="351"/>
                      <a:pt x="507" y="345"/>
                      <a:pt x="513" y="345"/>
                    </a:cubicBezTo>
                    <a:cubicBezTo>
                      <a:pt x="516" y="345"/>
                      <a:pt x="519" y="348"/>
                      <a:pt x="525" y="342"/>
                    </a:cubicBezTo>
                    <a:cubicBezTo>
                      <a:pt x="528" y="339"/>
                      <a:pt x="522" y="333"/>
                      <a:pt x="519" y="333"/>
                    </a:cubicBezTo>
                    <a:cubicBezTo>
                      <a:pt x="516" y="336"/>
                      <a:pt x="510" y="336"/>
                      <a:pt x="510" y="333"/>
                    </a:cubicBezTo>
                    <a:cubicBezTo>
                      <a:pt x="510" y="330"/>
                      <a:pt x="516" y="333"/>
                      <a:pt x="519" y="330"/>
                    </a:cubicBezTo>
                    <a:cubicBezTo>
                      <a:pt x="522" y="330"/>
                      <a:pt x="516" y="327"/>
                      <a:pt x="513" y="327"/>
                    </a:cubicBezTo>
                    <a:cubicBezTo>
                      <a:pt x="507" y="327"/>
                      <a:pt x="504" y="330"/>
                      <a:pt x="498" y="324"/>
                    </a:cubicBezTo>
                    <a:cubicBezTo>
                      <a:pt x="495" y="321"/>
                      <a:pt x="489" y="318"/>
                      <a:pt x="486" y="327"/>
                    </a:cubicBezTo>
                    <a:cubicBezTo>
                      <a:pt x="486" y="336"/>
                      <a:pt x="477" y="333"/>
                      <a:pt x="474" y="336"/>
                    </a:cubicBezTo>
                    <a:cubicBezTo>
                      <a:pt x="471" y="339"/>
                      <a:pt x="477" y="342"/>
                      <a:pt x="486" y="342"/>
                    </a:cubicBezTo>
                    <a:cubicBezTo>
                      <a:pt x="492" y="342"/>
                      <a:pt x="498" y="348"/>
                      <a:pt x="492" y="348"/>
                    </a:cubicBezTo>
                    <a:cubicBezTo>
                      <a:pt x="489" y="348"/>
                      <a:pt x="492" y="351"/>
                      <a:pt x="489" y="351"/>
                    </a:cubicBezTo>
                    <a:cubicBezTo>
                      <a:pt x="486" y="348"/>
                      <a:pt x="480" y="351"/>
                      <a:pt x="483" y="354"/>
                    </a:cubicBezTo>
                    <a:cubicBezTo>
                      <a:pt x="486" y="357"/>
                      <a:pt x="483" y="357"/>
                      <a:pt x="483" y="360"/>
                    </a:cubicBezTo>
                    <a:cubicBezTo>
                      <a:pt x="483" y="363"/>
                      <a:pt x="477" y="360"/>
                      <a:pt x="471" y="360"/>
                    </a:cubicBezTo>
                    <a:cubicBezTo>
                      <a:pt x="468" y="360"/>
                      <a:pt x="456" y="363"/>
                      <a:pt x="450" y="363"/>
                    </a:cubicBezTo>
                    <a:cubicBezTo>
                      <a:pt x="444" y="366"/>
                      <a:pt x="435" y="363"/>
                      <a:pt x="432" y="360"/>
                    </a:cubicBezTo>
                    <a:cubicBezTo>
                      <a:pt x="429" y="357"/>
                      <a:pt x="426" y="357"/>
                      <a:pt x="420" y="357"/>
                    </a:cubicBezTo>
                    <a:cubicBezTo>
                      <a:pt x="417" y="357"/>
                      <a:pt x="417" y="351"/>
                      <a:pt x="411" y="351"/>
                    </a:cubicBezTo>
                    <a:cubicBezTo>
                      <a:pt x="405" y="351"/>
                      <a:pt x="405" y="345"/>
                      <a:pt x="405" y="342"/>
                    </a:cubicBezTo>
                    <a:cubicBezTo>
                      <a:pt x="405" y="339"/>
                      <a:pt x="390" y="339"/>
                      <a:pt x="387" y="342"/>
                    </a:cubicBezTo>
                    <a:cubicBezTo>
                      <a:pt x="381" y="345"/>
                      <a:pt x="372" y="345"/>
                      <a:pt x="369" y="351"/>
                    </a:cubicBezTo>
                    <a:cubicBezTo>
                      <a:pt x="366" y="357"/>
                      <a:pt x="372" y="354"/>
                      <a:pt x="375" y="354"/>
                    </a:cubicBezTo>
                    <a:cubicBezTo>
                      <a:pt x="378" y="354"/>
                      <a:pt x="378" y="351"/>
                      <a:pt x="384" y="351"/>
                    </a:cubicBezTo>
                    <a:cubicBezTo>
                      <a:pt x="393" y="351"/>
                      <a:pt x="396" y="345"/>
                      <a:pt x="399" y="348"/>
                    </a:cubicBezTo>
                    <a:cubicBezTo>
                      <a:pt x="402" y="351"/>
                      <a:pt x="387" y="357"/>
                      <a:pt x="381" y="357"/>
                    </a:cubicBezTo>
                    <a:cubicBezTo>
                      <a:pt x="375" y="357"/>
                      <a:pt x="378" y="363"/>
                      <a:pt x="384" y="372"/>
                    </a:cubicBezTo>
                    <a:cubicBezTo>
                      <a:pt x="390" y="381"/>
                      <a:pt x="381" y="375"/>
                      <a:pt x="381" y="381"/>
                    </a:cubicBezTo>
                    <a:cubicBezTo>
                      <a:pt x="381" y="384"/>
                      <a:pt x="369" y="378"/>
                      <a:pt x="372" y="378"/>
                    </a:cubicBezTo>
                    <a:cubicBezTo>
                      <a:pt x="378" y="375"/>
                      <a:pt x="375" y="372"/>
                      <a:pt x="372" y="369"/>
                    </a:cubicBezTo>
                    <a:cubicBezTo>
                      <a:pt x="369" y="366"/>
                      <a:pt x="366" y="369"/>
                      <a:pt x="366" y="366"/>
                    </a:cubicBezTo>
                    <a:cubicBezTo>
                      <a:pt x="366" y="363"/>
                      <a:pt x="363" y="366"/>
                      <a:pt x="360" y="363"/>
                    </a:cubicBezTo>
                    <a:cubicBezTo>
                      <a:pt x="354" y="360"/>
                      <a:pt x="354" y="357"/>
                      <a:pt x="348" y="360"/>
                    </a:cubicBezTo>
                    <a:cubicBezTo>
                      <a:pt x="345" y="363"/>
                      <a:pt x="339" y="363"/>
                      <a:pt x="327" y="363"/>
                    </a:cubicBezTo>
                    <a:cubicBezTo>
                      <a:pt x="318" y="366"/>
                      <a:pt x="297" y="366"/>
                      <a:pt x="294" y="363"/>
                    </a:cubicBezTo>
                    <a:cubicBezTo>
                      <a:pt x="291" y="357"/>
                      <a:pt x="303" y="351"/>
                      <a:pt x="309" y="354"/>
                    </a:cubicBezTo>
                    <a:cubicBezTo>
                      <a:pt x="312" y="354"/>
                      <a:pt x="309" y="348"/>
                      <a:pt x="303" y="345"/>
                    </a:cubicBezTo>
                    <a:cubicBezTo>
                      <a:pt x="297" y="339"/>
                      <a:pt x="285" y="336"/>
                      <a:pt x="285" y="339"/>
                    </a:cubicBezTo>
                    <a:cubicBezTo>
                      <a:pt x="285" y="342"/>
                      <a:pt x="279" y="339"/>
                      <a:pt x="270" y="339"/>
                    </a:cubicBezTo>
                    <a:cubicBezTo>
                      <a:pt x="258" y="336"/>
                      <a:pt x="258" y="333"/>
                      <a:pt x="252" y="333"/>
                    </a:cubicBezTo>
                    <a:cubicBezTo>
                      <a:pt x="246" y="333"/>
                      <a:pt x="237" y="330"/>
                      <a:pt x="231" y="327"/>
                    </a:cubicBezTo>
                    <a:cubicBezTo>
                      <a:pt x="222" y="321"/>
                      <a:pt x="207" y="321"/>
                      <a:pt x="204" y="327"/>
                    </a:cubicBezTo>
                    <a:cubicBezTo>
                      <a:pt x="204" y="333"/>
                      <a:pt x="198" y="330"/>
                      <a:pt x="192" y="330"/>
                    </a:cubicBezTo>
                    <a:cubicBezTo>
                      <a:pt x="186" y="330"/>
                      <a:pt x="195" y="324"/>
                      <a:pt x="192" y="324"/>
                    </a:cubicBezTo>
                    <a:cubicBezTo>
                      <a:pt x="189" y="324"/>
                      <a:pt x="192" y="315"/>
                      <a:pt x="189" y="315"/>
                    </a:cubicBezTo>
                    <a:cubicBezTo>
                      <a:pt x="183" y="315"/>
                      <a:pt x="180" y="333"/>
                      <a:pt x="174" y="330"/>
                    </a:cubicBezTo>
                    <a:cubicBezTo>
                      <a:pt x="165" y="330"/>
                      <a:pt x="162" y="312"/>
                      <a:pt x="156" y="309"/>
                    </a:cubicBezTo>
                    <a:cubicBezTo>
                      <a:pt x="150" y="303"/>
                      <a:pt x="144" y="303"/>
                      <a:pt x="150" y="312"/>
                    </a:cubicBezTo>
                    <a:cubicBezTo>
                      <a:pt x="156" y="318"/>
                      <a:pt x="144" y="312"/>
                      <a:pt x="144" y="318"/>
                    </a:cubicBezTo>
                    <a:cubicBezTo>
                      <a:pt x="147" y="321"/>
                      <a:pt x="138" y="327"/>
                      <a:pt x="138" y="324"/>
                    </a:cubicBezTo>
                    <a:cubicBezTo>
                      <a:pt x="138" y="321"/>
                      <a:pt x="132" y="318"/>
                      <a:pt x="126" y="327"/>
                    </a:cubicBezTo>
                    <a:cubicBezTo>
                      <a:pt x="120" y="333"/>
                      <a:pt x="117" y="333"/>
                      <a:pt x="114" y="330"/>
                    </a:cubicBezTo>
                    <a:cubicBezTo>
                      <a:pt x="114" y="327"/>
                      <a:pt x="96" y="336"/>
                      <a:pt x="99" y="339"/>
                    </a:cubicBezTo>
                    <a:cubicBezTo>
                      <a:pt x="99" y="342"/>
                      <a:pt x="96" y="345"/>
                      <a:pt x="90" y="345"/>
                    </a:cubicBezTo>
                    <a:cubicBezTo>
                      <a:pt x="87" y="345"/>
                      <a:pt x="90" y="339"/>
                      <a:pt x="93" y="339"/>
                    </a:cubicBezTo>
                    <a:cubicBezTo>
                      <a:pt x="96" y="336"/>
                      <a:pt x="108" y="327"/>
                      <a:pt x="114" y="327"/>
                    </a:cubicBezTo>
                    <a:cubicBezTo>
                      <a:pt x="120" y="324"/>
                      <a:pt x="132" y="321"/>
                      <a:pt x="132" y="318"/>
                    </a:cubicBezTo>
                    <a:cubicBezTo>
                      <a:pt x="132" y="315"/>
                      <a:pt x="126" y="318"/>
                      <a:pt x="123" y="315"/>
                    </a:cubicBezTo>
                    <a:cubicBezTo>
                      <a:pt x="120" y="315"/>
                      <a:pt x="111" y="321"/>
                      <a:pt x="105" y="324"/>
                    </a:cubicBezTo>
                    <a:cubicBezTo>
                      <a:pt x="99" y="327"/>
                      <a:pt x="90" y="324"/>
                      <a:pt x="93" y="330"/>
                    </a:cubicBezTo>
                    <a:cubicBezTo>
                      <a:pt x="96" y="333"/>
                      <a:pt x="87" y="327"/>
                      <a:pt x="84" y="330"/>
                    </a:cubicBezTo>
                    <a:cubicBezTo>
                      <a:pt x="84" y="333"/>
                      <a:pt x="81" y="330"/>
                      <a:pt x="81" y="330"/>
                    </a:cubicBezTo>
                    <a:cubicBezTo>
                      <a:pt x="84" y="327"/>
                      <a:pt x="75" y="324"/>
                      <a:pt x="75" y="327"/>
                    </a:cubicBezTo>
                    <a:cubicBezTo>
                      <a:pt x="75" y="327"/>
                      <a:pt x="75" y="330"/>
                      <a:pt x="69" y="330"/>
                    </a:cubicBezTo>
                    <a:cubicBezTo>
                      <a:pt x="63" y="330"/>
                      <a:pt x="57" y="336"/>
                      <a:pt x="60" y="339"/>
                    </a:cubicBezTo>
                    <a:cubicBezTo>
                      <a:pt x="66" y="342"/>
                      <a:pt x="66" y="342"/>
                      <a:pt x="66" y="345"/>
                    </a:cubicBezTo>
                    <a:cubicBezTo>
                      <a:pt x="63" y="345"/>
                      <a:pt x="57" y="339"/>
                      <a:pt x="48" y="339"/>
                    </a:cubicBezTo>
                    <a:cubicBezTo>
                      <a:pt x="39" y="342"/>
                      <a:pt x="21" y="330"/>
                      <a:pt x="21" y="327"/>
                    </a:cubicBezTo>
                    <a:cubicBezTo>
                      <a:pt x="21" y="324"/>
                      <a:pt x="9" y="327"/>
                      <a:pt x="0" y="327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6" y="501"/>
                      <a:pt x="6" y="501"/>
                      <a:pt x="6" y="501"/>
                    </a:cubicBezTo>
                    <a:cubicBezTo>
                      <a:pt x="9" y="498"/>
                      <a:pt x="12" y="501"/>
                      <a:pt x="18" y="498"/>
                    </a:cubicBezTo>
                    <a:cubicBezTo>
                      <a:pt x="24" y="495"/>
                      <a:pt x="24" y="501"/>
                      <a:pt x="24" y="504"/>
                    </a:cubicBezTo>
                    <a:cubicBezTo>
                      <a:pt x="24" y="507"/>
                      <a:pt x="33" y="510"/>
                      <a:pt x="36" y="516"/>
                    </a:cubicBezTo>
                    <a:cubicBezTo>
                      <a:pt x="39" y="519"/>
                      <a:pt x="42" y="522"/>
                      <a:pt x="45" y="522"/>
                    </a:cubicBezTo>
                    <a:cubicBezTo>
                      <a:pt x="48" y="519"/>
                      <a:pt x="54" y="516"/>
                      <a:pt x="54" y="513"/>
                    </a:cubicBezTo>
                    <a:cubicBezTo>
                      <a:pt x="54" y="507"/>
                      <a:pt x="72" y="507"/>
                      <a:pt x="72" y="513"/>
                    </a:cubicBezTo>
                    <a:cubicBezTo>
                      <a:pt x="72" y="519"/>
                      <a:pt x="87" y="525"/>
                      <a:pt x="96" y="540"/>
                    </a:cubicBezTo>
                    <a:cubicBezTo>
                      <a:pt x="105" y="555"/>
                      <a:pt x="102" y="561"/>
                      <a:pt x="114" y="564"/>
                    </a:cubicBezTo>
                    <a:cubicBezTo>
                      <a:pt x="129" y="570"/>
                      <a:pt x="126" y="573"/>
                      <a:pt x="126" y="576"/>
                    </a:cubicBezTo>
                    <a:cubicBezTo>
                      <a:pt x="123" y="582"/>
                      <a:pt x="132" y="582"/>
                      <a:pt x="129" y="588"/>
                    </a:cubicBezTo>
                    <a:cubicBezTo>
                      <a:pt x="126" y="588"/>
                      <a:pt x="123" y="591"/>
                      <a:pt x="120" y="591"/>
                    </a:cubicBezTo>
                    <a:cubicBezTo>
                      <a:pt x="120" y="594"/>
                      <a:pt x="123" y="597"/>
                      <a:pt x="126" y="597"/>
                    </a:cubicBezTo>
                    <a:cubicBezTo>
                      <a:pt x="129" y="600"/>
                      <a:pt x="120" y="600"/>
                      <a:pt x="123" y="603"/>
                    </a:cubicBezTo>
                    <a:cubicBezTo>
                      <a:pt x="126" y="606"/>
                      <a:pt x="123" y="609"/>
                      <a:pt x="123" y="612"/>
                    </a:cubicBezTo>
                    <a:cubicBezTo>
                      <a:pt x="126" y="615"/>
                      <a:pt x="132" y="612"/>
                      <a:pt x="135" y="612"/>
                    </a:cubicBezTo>
                    <a:cubicBezTo>
                      <a:pt x="138" y="609"/>
                      <a:pt x="138" y="615"/>
                      <a:pt x="135" y="618"/>
                    </a:cubicBezTo>
                    <a:cubicBezTo>
                      <a:pt x="135" y="621"/>
                      <a:pt x="138" y="624"/>
                      <a:pt x="141" y="621"/>
                    </a:cubicBezTo>
                    <a:cubicBezTo>
                      <a:pt x="144" y="618"/>
                      <a:pt x="147" y="627"/>
                      <a:pt x="150" y="627"/>
                    </a:cubicBezTo>
                    <a:cubicBezTo>
                      <a:pt x="153" y="627"/>
                      <a:pt x="156" y="633"/>
                      <a:pt x="150" y="633"/>
                    </a:cubicBezTo>
                    <a:cubicBezTo>
                      <a:pt x="147" y="633"/>
                      <a:pt x="147" y="639"/>
                      <a:pt x="150" y="639"/>
                    </a:cubicBezTo>
                    <a:cubicBezTo>
                      <a:pt x="153" y="639"/>
                      <a:pt x="153" y="642"/>
                      <a:pt x="153" y="645"/>
                    </a:cubicBezTo>
                    <a:cubicBezTo>
                      <a:pt x="153" y="648"/>
                      <a:pt x="162" y="651"/>
                      <a:pt x="165" y="648"/>
                    </a:cubicBezTo>
                    <a:cubicBezTo>
                      <a:pt x="168" y="648"/>
                      <a:pt x="171" y="651"/>
                      <a:pt x="174" y="654"/>
                    </a:cubicBezTo>
                    <a:cubicBezTo>
                      <a:pt x="174" y="657"/>
                      <a:pt x="180" y="660"/>
                      <a:pt x="183" y="657"/>
                    </a:cubicBezTo>
                    <a:cubicBezTo>
                      <a:pt x="186" y="654"/>
                      <a:pt x="186" y="660"/>
                      <a:pt x="186" y="663"/>
                    </a:cubicBezTo>
                    <a:cubicBezTo>
                      <a:pt x="186" y="666"/>
                      <a:pt x="192" y="666"/>
                      <a:pt x="195" y="666"/>
                    </a:cubicBezTo>
                    <a:cubicBezTo>
                      <a:pt x="198" y="666"/>
                      <a:pt x="201" y="669"/>
                      <a:pt x="201" y="669"/>
                    </a:cubicBezTo>
                    <a:cubicBezTo>
                      <a:pt x="207" y="666"/>
                      <a:pt x="207" y="675"/>
                      <a:pt x="210" y="678"/>
                    </a:cubicBezTo>
                    <a:cubicBezTo>
                      <a:pt x="522" y="678"/>
                      <a:pt x="522" y="678"/>
                      <a:pt x="522" y="678"/>
                    </a:cubicBezTo>
                    <a:cubicBezTo>
                      <a:pt x="522" y="678"/>
                      <a:pt x="522" y="669"/>
                      <a:pt x="525" y="672"/>
                    </a:cubicBezTo>
                    <a:cubicBezTo>
                      <a:pt x="528" y="675"/>
                      <a:pt x="525" y="678"/>
                      <a:pt x="531" y="681"/>
                    </a:cubicBezTo>
                    <a:cubicBezTo>
                      <a:pt x="534" y="681"/>
                      <a:pt x="537" y="684"/>
                      <a:pt x="540" y="684"/>
                    </a:cubicBezTo>
                    <a:cubicBezTo>
                      <a:pt x="543" y="684"/>
                      <a:pt x="546" y="681"/>
                      <a:pt x="549" y="684"/>
                    </a:cubicBezTo>
                    <a:cubicBezTo>
                      <a:pt x="555" y="690"/>
                      <a:pt x="558" y="684"/>
                      <a:pt x="558" y="687"/>
                    </a:cubicBezTo>
                    <a:cubicBezTo>
                      <a:pt x="561" y="690"/>
                      <a:pt x="567" y="693"/>
                      <a:pt x="570" y="690"/>
                    </a:cubicBezTo>
                    <a:cubicBezTo>
                      <a:pt x="570" y="687"/>
                      <a:pt x="582" y="690"/>
                      <a:pt x="585" y="693"/>
                    </a:cubicBezTo>
                    <a:cubicBezTo>
                      <a:pt x="591" y="687"/>
                      <a:pt x="594" y="678"/>
                      <a:pt x="600" y="678"/>
                    </a:cubicBezTo>
                    <a:cubicBezTo>
                      <a:pt x="606" y="678"/>
                      <a:pt x="624" y="681"/>
                      <a:pt x="624" y="687"/>
                    </a:cubicBezTo>
                    <a:cubicBezTo>
                      <a:pt x="624" y="696"/>
                      <a:pt x="636" y="690"/>
                      <a:pt x="636" y="696"/>
                    </a:cubicBezTo>
                    <a:cubicBezTo>
                      <a:pt x="636" y="702"/>
                      <a:pt x="642" y="708"/>
                      <a:pt x="642" y="711"/>
                    </a:cubicBezTo>
                    <a:cubicBezTo>
                      <a:pt x="645" y="714"/>
                      <a:pt x="648" y="714"/>
                      <a:pt x="648" y="717"/>
                    </a:cubicBezTo>
                    <a:cubicBezTo>
                      <a:pt x="651" y="717"/>
                      <a:pt x="660" y="717"/>
                      <a:pt x="666" y="720"/>
                    </a:cubicBezTo>
                    <a:cubicBezTo>
                      <a:pt x="672" y="723"/>
                      <a:pt x="684" y="717"/>
                      <a:pt x="687" y="726"/>
                    </a:cubicBezTo>
                    <a:cubicBezTo>
                      <a:pt x="690" y="732"/>
                      <a:pt x="699" y="738"/>
                      <a:pt x="690" y="741"/>
                    </a:cubicBezTo>
                    <a:cubicBezTo>
                      <a:pt x="684" y="741"/>
                      <a:pt x="675" y="732"/>
                      <a:pt x="675" y="738"/>
                    </a:cubicBezTo>
                    <a:cubicBezTo>
                      <a:pt x="678" y="741"/>
                      <a:pt x="672" y="738"/>
                      <a:pt x="672" y="747"/>
                    </a:cubicBezTo>
                    <a:cubicBezTo>
                      <a:pt x="672" y="753"/>
                      <a:pt x="669" y="765"/>
                      <a:pt x="666" y="765"/>
                    </a:cubicBezTo>
                    <a:cubicBezTo>
                      <a:pt x="666" y="765"/>
                      <a:pt x="666" y="765"/>
                      <a:pt x="666" y="765"/>
                    </a:cubicBezTo>
                    <a:cubicBezTo>
                      <a:pt x="663" y="768"/>
                      <a:pt x="663" y="771"/>
                      <a:pt x="666" y="774"/>
                    </a:cubicBezTo>
                    <a:cubicBezTo>
                      <a:pt x="669" y="771"/>
                      <a:pt x="675" y="765"/>
                      <a:pt x="681" y="765"/>
                    </a:cubicBezTo>
                    <a:cubicBezTo>
                      <a:pt x="687" y="765"/>
                      <a:pt x="690" y="771"/>
                      <a:pt x="696" y="768"/>
                    </a:cubicBezTo>
                    <a:cubicBezTo>
                      <a:pt x="699" y="765"/>
                      <a:pt x="702" y="762"/>
                      <a:pt x="702" y="765"/>
                    </a:cubicBezTo>
                    <a:cubicBezTo>
                      <a:pt x="702" y="765"/>
                      <a:pt x="702" y="765"/>
                      <a:pt x="702" y="765"/>
                    </a:cubicBezTo>
                    <a:cubicBezTo>
                      <a:pt x="705" y="765"/>
                      <a:pt x="705" y="765"/>
                      <a:pt x="705" y="762"/>
                    </a:cubicBezTo>
                    <a:cubicBezTo>
                      <a:pt x="705" y="759"/>
                      <a:pt x="705" y="759"/>
                      <a:pt x="705" y="759"/>
                    </a:cubicBezTo>
                    <a:cubicBezTo>
                      <a:pt x="699" y="759"/>
                      <a:pt x="699" y="759"/>
                      <a:pt x="696" y="756"/>
                    </a:cubicBezTo>
                    <a:cubicBezTo>
                      <a:pt x="693" y="750"/>
                      <a:pt x="711" y="747"/>
                      <a:pt x="720" y="747"/>
                    </a:cubicBezTo>
                    <a:cubicBezTo>
                      <a:pt x="726" y="747"/>
                      <a:pt x="732" y="744"/>
                      <a:pt x="735" y="747"/>
                    </a:cubicBezTo>
                    <a:cubicBezTo>
                      <a:pt x="741" y="741"/>
                      <a:pt x="747" y="735"/>
                      <a:pt x="750" y="735"/>
                    </a:cubicBezTo>
                    <a:cubicBezTo>
                      <a:pt x="753" y="735"/>
                      <a:pt x="789" y="735"/>
                      <a:pt x="789" y="735"/>
                    </a:cubicBezTo>
                    <a:cubicBezTo>
                      <a:pt x="789" y="735"/>
                      <a:pt x="801" y="726"/>
                      <a:pt x="804" y="720"/>
                    </a:cubicBezTo>
                    <a:cubicBezTo>
                      <a:pt x="804" y="714"/>
                      <a:pt x="813" y="696"/>
                      <a:pt x="816" y="699"/>
                    </a:cubicBezTo>
                    <a:cubicBezTo>
                      <a:pt x="822" y="702"/>
                      <a:pt x="831" y="702"/>
                      <a:pt x="831" y="705"/>
                    </a:cubicBezTo>
                    <a:cubicBezTo>
                      <a:pt x="831" y="708"/>
                      <a:pt x="828" y="717"/>
                      <a:pt x="843" y="735"/>
                    </a:cubicBezTo>
                    <a:cubicBezTo>
                      <a:pt x="846" y="732"/>
                      <a:pt x="852" y="729"/>
                      <a:pt x="852" y="729"/>
                    </a:cubicBezTo>
                    <a:cubicBezTo>
                      <a:pt x="858" y="732"/>
                      <a:pt x="864" y="726"/>
                      <a:pt x="867" y="720"/>
                    </a:cubicBezTo>
                    <a:cubicBezTo>
                      <a:pt x="870" y="717"/>
                      <a:pt x="870" y="723"/>
                      <a:pt x="867" y="726"/>
                    </a:cubicBezTo>
                    <a:cubicBezTo>
                      <a:pt x="864" y="726"/>
                      <a:pt x="870" y="729"/>
                      <a:pt x="879" y="729"/>
                    </a:cubicBezTo>
                    <a:cubicBezTo>
                      <a:pt x="885" y="729"/>
                      <a:pt x="873" y="732"/>
                      <a:pt x="870" y="732"/>
                    </a:cubicBezTo>
                    <a:cubicBezTo>
                      <a:pt x="864" y="732"/>
                      <a:pt x="861" y="732"/>
                      <a:pt x="855" y="738"/>
                    </a:cubicBezTo>
                    <a:cubicBezTo>
                      <a:pt x="849" y="747"/>
                      <a:pt x="849" y="747"/>
                      <a:pt x="852" y="753"/>
                    </a:cubicBezTo>
                    <a:cubicBezTo>
                      <a:pt x="858" y="756"/>
                      <a:pt x="864" y="753"/>
                      <a:pt x="867" y="750"/>
                    </a:cubicBezTo>
                    <a:cubicBezTo>
                      <a:pt x="873" y="744"/>
                      <a:pt x="873" y="741"/>
                      <a:pt x="879" y="741"/>
                    </a:cubicBezTo>
                    <a:cubicBezTo>
                      <a:pt x="885" y="741"/>
                      <a:pt x="900" y="735"/>
                      <a:pt x="906" y="732"/>
                    </a:cubicBezTo>
                    <a:cubicBezTo>
                      <a:pt x="912" y="732"/>
                      <a:pt x="906" y="729"/>
                      <a:pt x="906" y="726"/>
                    </a:cubicBezTo>
                    <a:cubicBezTo>
                      <a:pt x="906" y="723"/>
                      <a:pt x="918" y="723"/>
                      <a:pt x="921" y="723"/>
                    </a:cubicBezTo>
                    <a:cubicBezTo>
                      <a:pt x="927" y="720"/>
                      <a:pt x="921" y="717"/>
                      <a:pt x="918" y="717"/>
                    </a:cubicBezTo>
                    <a:close/>
                    <a:moveTo>
                      <a:pt x="267" y="393"/>
                    </a:moveTo>
                    <a:cubicBezTo>
                      <a:pt x="261" y="402"/>
                      <a:pt x="258" y="402"/>
                      <a:pt x="252" y="402"/>
                    </a:cubicBezTo>
                    <a:cubicBezTo>
                      <a:pt x="246" y="399"/>
                      <a:pt x="240" y="402"/>
                      <a:pt x="243" y="405"/>
                    </a:cubicBezTo>
                    <a:cubicBezTo>
                      <a:pt x="249" y="408"/>
                      <a:pt x="249" y="411"/>
                      <a:pt x="240" y="411"/>
                    </a:cubicBezTo>
                    <a:cubicBezTo>
                      <a:pt x="234" y="414"/>
                      <a:pt x="228" y="420"/>
                      <a:pt x="225" y="417"/>
                    </a:cubicBezTo>
                    <a:cubicBezTo>
                      <a:pt x="225" y="417"/>
                      <a:pt x="237" y="408"/>
                      <a:pt x="234" y="405"/>
                    </a:cubicBezTo>
                    <a:cubicBezTo>
                      <a:pt x="231" y="402"/>
                      <a:pt x="222" y="408"/>
                      <a:pt x="222" y="411"/>
                    </a:cubicBezTo>
                    <a:cubicBezTo>
                      <a:pt x="222" y="417"/>
                      <a:pt x="216" y="417"/>
                      <a:pt x="210" y="417"/>
                    </a:cubicBezTo>
                    <a:cubicBezTo>
                      <a:pt x="207" y="414"/>
                      <a:pt x="201" y="411"/>
                      <a:pt x="207" y="411"/>
                    </a:cubicBezTo>
                    <a:cubicBezTo>
                      <a:pt x="210" y="411"/>
                      <a:pt x="207" y="408"/>
                      <a:pt x="213" y="405"/>
                    </a:cubicBezTo>
                    <a:cubicBezTo>
                      <a:pt x="219" y="402"/>
                      <a:pt x="213" y="399"/>
                      <a:pt x="213" y="399"/>
                    </a:cubicBezTo>
                    <a:cubicBezTo>
                      <a:pt x="216" y="396"/>
                      <a:pt x="225" y="399"/>
                      <a:pt x="225" y="396"/>
                    </a:cubicBezTo>
                    <a:cubicBezTo>
                      <a:pt x="225" y="393"/>
                      <a:pt x="216" y="390"/>
                      <a:pt x="210" y="390"/>
                    </a:cubicBezTo>
                    <a:cubicBezTo>
                      <a:pt x="207" y="393"/>
                      <a:pt x="198" y="399"/>
                      <a:pt x="189" y="396"/>
                    </a:cubicBezTo>
                    <a:cubicBezTo>
                      <a:pt x="186" y="393"/>
                      <a:pt x="216" y="390"/>
                      <a:pt x="219" y="387"/>
                    </a:cubicBezTo>
                    <a:cubicBezTo>
                      <a:pt x="225" y="381"/>
                      <a:pt x="246" y="375"/>
                      <a:pt x="246" y="381"/>
                    </a:cubicBezTo>
                    <a:cubicBezTo>
                      <a:pt x="249" y="384"/>
                      <a:pt x="237" y="387"/>
                      <a:pt x="243" y="390"/>
                    </a:cubicBezTo>
                    <a:cubicBezTo>
                      <a:pt x="249" y="393"/>
                      <a:pt x="258" y="393"/>
                      <a:pt x="261" y="387"/>
                    </a:cubicBezTo>
                    <a:cubicBezTo>
                      <a:pt x="264" y="384"/>
                      <a:pt x="273" y="384"/>
                      <a:pt x="267" y="393"/>
                    </a:cubicBezTo>
                    <a:close/>
                    <a:moveTo>
                      <a:pt x="330" y="474"/>
                    </a:moveTo>
                    <a:cubicBezTo>
                      <a:pt x="324" y="480"/>
                      <a:pt x="324" y="477"/>
                      <a:pt x="318" y="480"/>
                    </a:cubicBezTo>
                    <a:cubicBezTo>
                      <a:pt x="309" y="480"/>
                      <a:pt x="315" y="486"/>
                      <a:pt x="306" y="489"/>
                    </a:cubicBezTo>
                    <a:cubicBezTo>
                      <a:pt x="300" y="489"/>
                      <a:pt x="279" y="489"/>
                      <a:pt x="276" y="486"/>
                    </a:cubicBezTo>
                    <a:cubicBezTo>
                      <a:pt x="276" y="483"/>
                      <a:pt x="288" y="483"/>
                      <a:pt x="288" y="480"/>
                    </a:cubicBezTo>
                    <a:cubicBezTo>
                      <a:pt x="288" y="477"/>
                      <a:pt x="291" y="471"/>
                      <a:pt x="297" y="471"/>
                    </a:cubicBezTo>
                    <a:cubicBezTo>
                      <a:pt x="303" y="471"/>
                      <a:pt x="300" y="465"/>
                      <a:pt x="294" y="462"/>
                    </a:cubicBezTo>
                    <a:cubicBezTo>
                      <a:pt x="285" y="459"/>
                      <a:pt x="306" y="456"/>
                      <a:pt x="309" y="462"/>
                    </a:cubicBezTo>
                    <a:cubicBezTo>
                      <a:pt x="315" y="468"/>
                      <a:pt x="321" y="471"/>
                      <a:pt x="327" y="468"/>
                    </a:cubicBezTo>
                    <a:cubicBezTo>
                      <a:pt x="330" y="462"/>
                      <a:pt x="357" y="450"/>
                      <a:pt x="357" y="456"/>
                    </a:cubicBezTo>
                    <a:cubicBezTo>
                      <a:pt x="357" y="462"/>
                      <a:pt x="339" y="468"/>
                      <a:pt x="330" y="474"/>
                    </a:cubicBezTo>
                    <a:close/>
                    <a:moveTo>
                      <a:pt x="504" y="654"/>
                    </a:moveTo>
                    <a:cubicBezTo>
                      <a:pt x="498" y="657"/>
                      <a:pt x="504" y="642"/>
                      <a:pt x="495" y="636"/>
                    </a:cubicBezTo>
                    <a:cubicBezTo>
                      <a:pt x="483" y="630"/>
                      <a:pt x="477" y="618"/>
                      <a:pt x="477" y="609"/>
                    </a:cubicBezTo>
                    <a:cubicBezTo>
                      <a:pt x="477" y="603"/>
                      <a:pt x="489" y="600"/>
                      <a:pt x="492" y="606"/>
                    </a:cubicBezTo>
                    <a:cubicBezTo>
                      <a:pt x="495" y="612"/>
                      <a:pt x="501" y="630"/>
                      <a:pt x="504" y="639"/>
                    </a:cubicBezTo>
                    <a:cubicBezTo>
                      <a:pt x="510" y="645"/>
                      <a:pt x="510" y="654"/>
                      <a:pt x="504" y="65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0" name="Freeform 133">
                <a:extLst>
                  <a:ext uri="{FF2B5EF4-FFF2-40B4-BE49-F238E27FC236}">
                    <a16:creationId xmlns:a16="http://schemas.microsoft.com/office/drawing/2014/main" id="{CFBF95B0-2F9C-A029-B00A-E22B0F3EE2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8873" y="1343141"/>
                <a:ext cx="2200698" cy="1496420"/>
              </a:xfrm>
              <a:custGeom>
                <a:avLst/>
                <a:gdLst>
                  <a:gd name="T0" fmla="*/ 351 w 1149"/>
                  <a:gd name="T1" fmla="*/ 231 h 780"/>
                  <a:gd name="T2" fmla="*/ 306 w 1149"/>
                  <a:gd name="T3" fmla="*/ 36 h 780"/>
                  <a:gd name="T4" fmla="*/ 186 w 1149"/>
                  <a:gd name="T5" fmla="*/ 21 h 780"/>
                  <a:gd name="T6" fmla="*/ 135 w 1149"/>
                  <a:gd name="T7" fmla="*/ 9 h 780"/>
                  <a:gd name="T8" fmla="*/ 93 w 1149"/>
                  <a:gd name="T9" fmla="*/ 21 h 780"/>
                  <a:gd name="T10" fmla="*/ 21 w 1149"/>
                  <a:gd name="T11" fmla="*/ 60 h 780"/>
                  <a:gd name="T12" fmla="*/ 72 w 1149"/>
                  <a:gd name="T13" fmla="*/ 102 h 780"/>
                  <a:gd name="T14" fmla="*/ 18 w 1149"/>
                  <a:gd name="T15" fmla="*/ 105 h 780"/>
                  <a:gd name="T16" fmla="*/ 60 w 1149"/>
                  <a:gd name="T17" fmla="*/ 135 h 780"/>
                  <a:gd name="T18" fmla="*/ 45 w 1149"/>
                  <a:gd name="T19" fmla="*/ 159 h 780"/>
                  <a:gd name="T20" fmla="*/ 45 w 1149"/>
                  <a:gd name="T21" fmla="*/ 219 h 780"/>
                  <a:gd name="T22" fmla="*/ 96 w 1149"/>
                  <a:gd name="T23" fmla="*/ 237 h 780"/>
                  <a:gd name="T24" fmla="*/ 102 w 1149"/>
                  <a:gd name="T25" fmla="*/ 270 h 780"/>
                  <a:gd name="T26" fmla="*/ 84 w 1149"/>
                  <a:gd name="T27" fmla="*/ 288 h 780"/>
                  <a:gd name="T28" fmla="*/ 147 w 1149"/>
                  <a:gd name="T29" fmla="*/ 249 h 780"/>
                  <a:gd name="T30" fmla="*/ 174 w 1149"/>
                  <a:gd name="T31" fmla="*/ 213 h 780"/>
                  <a:gd name="T32" fmla="*/ 192 w 1149"/>
                  <a:gd name="T33" fmla="*/ 201 h 780"/>
                  <a:gd name="T34" fmla="*/ 228 w 1149"/>
                  <a:gd name="T35" fmla="*/ 216 h 780"/>
                  <a:gd name="T36" fmla="*/ 249 w 1149"/>
                  <a:gd name="T37" fmla="*/ 201 h 780"/>
                  <a:gd name="T38" fmla="*/ 276 w 1149"/>
                  <a:gd name="T39" fmla="*/ 213 h 780"/>
                  <a:gd name="T40" fmla="*/ 342 w 1149"/>
                  <a:gd name="T41" fmla="*/ 231 h 780"/>
                  <a:gd name="T42" fmla="*/ 375 w 1149"/>
                  <a:gd name="T43" fmla="*/ 249 h 780"/>
                  <a:gd name="T44" fmla="*/ 378 w 1149"/>
                  <a:gd name="T45" fmla="*/ 261 h 780"/>
                  <a:gd name="T46" fmla="*/ 390 w 1149"/>
                  <a:gd name="T47" fmla="*/ 264 h 780"/>
                  <a:gd name="T48" fmla="*/ 402 w 1149"/>
                  <a:gd name="T49" fmla="*/ 273 h 780"/>
                  <a:gd name="T50" fmla="*/ 396 w 1149"/>
                  <a:gd name="T51" fmla="*/ 300 h 780"/>
                  <a:gd name="T52" fmla="*/ 423 w 1149"/>
                  <a:gd name="T53" fmla="*/ 300 h 780"/>
                  <a:gd name="T54" fmla="*/ 15 w 1149"/>
                  <a:gd name="T55" fmla="*/ 312 h 780"/>
                  <a:gd name="T56" fmla="*/ 180 w 1149"/>
                  <a:gd name="T57" fmla="*/ 240 h 780"/>
                  <a:gd name="T58" fmla="*/ 177 w 1149"/>
                  <a:gd name="T59" fmla="*/ 255 h 780"/>
                  <a:gd name="T60" fmla="*/ 27 w 1149"/>
                  <a:gd name="T61" fmla="*/ 219 h 780"/>
                  <a:gd name="T62" fmla="*/ 141 w 1149"/>
                  <a:gd name="T63" fmla="*/ 762 h 780"/>
                  <a:gd name="T64" fmla="*/ 93 w 1149"/>
                  <a:gd name="T65" fmla="*/ 741 h 780"/>
                  <a:gd name="T66" fmla="*/ 1110 w 1149"/>
                  <a:gd name="T67" fmla="*/ 429 h 780"/>
                  <a:gd name="T68" fmla="*/ 1011 w 1149"/>
                  <a:gd name="T69" fmla="*/ 468 h 780"/>
                  <a:gd name="T70" fmla="*/ 972 w 1149"/>
                  <a:gd name="T71" fmla="*/ 483 h 780"/>
                  <a:gd name="T72" fmla="*/ 930 w 1149"/>
                  <a:gd name="T73" fmla="*/ 447 h 780"/>
                  <a:gd name="T74" fmla="*/ 954 w 1149"/>
                  <a:gd name="T75" fmla="*/ 426 h 780"/>
                  <a:gd name="T76" fmla="*/ 906 w 1149"/>
                  <a:gd name="T77" fmla="*/ 417 h 780"/>
                  <a:gd name="T78" fmla="*/ 876 w 1149"/>
                  <a:gd name="T79" fmla="*/ 399 h 780"/>
                  <a:gd name="T80" fmla="*/ 828 w 1149"/>
                  <a:gd name="T81" fmla="*/ 387 h 780"/>
                  <a:gd name="T82" fmla="*/ 513 w 1149"/>
                  <a:gd name="T83" fmla="*/ 399 h 780"/>
                  <a:gd name="T84" fmla="*/ 504 w 1149"/>
                  <a:gd name="T85" fmla="*/ 426 h 780"/>
                  <a:gd name="T86" fmla="*/ 507 w 1149"/>
                  <a:gd name="T87" fmla="*/ 528 h 780"/>
                  <a:gd name="T88" fmla="*/ 543 w 1149"/>
                  <a:gd name="T89" fmla="*/ 585 h 780"/>
                  <a:gd name="T90" fmla="*/ 618 w 1149"/>
                  <a:gd name="T91" fmla="*/ 615 h 780"/>
                  <a:gd name="T92" fmla="*/ 720 w 1149"/>
                  <a:gd name="T93" fmla="*/ 639 h 780"/>
                  <a:gd name="T94" fmla="*/ 780 w 1149"/>
                  <a:gd name="T95" fmla="*/ 678 h 780"/>
                  <a:gd name="T96" fmla="*/ 813 w 1149"/>
                  <a:gd name="T97" fmla="*/ 660 h 780"/>
                  <a:gd name="T98" fmla="*/ 852 w 1149"/>
                  <a:gd name="T99" fmla="*/ 645 h 780"/>
                  <a:gd name="T100" fmla="*/ 891 w 1149"/>
                  <a:gd name="T101" fmla="*/ 648 h 780"/>
                  <a:gd name="T102" fmla="*/ 939 w 1149"/>
                  <a:gd name="T103" fmla="*/ 642 h 780"/>
                  <a:gd name="T104" fmla="*/ 978 w 1149"/>
                  <a:gd name="T105" fmla="*/ 690 h 780"/>
                  <a:gd name="T106" fmla="*/ 981 w 1149"/>
                  <a:gd name="T107" fmla="*/ 633 h 780"/>
                  <a:gd name="T108" fmla="*/ 1035 w 1149"/>
                  <a:gd name="T109" fmla="*/ 576 h 780"/>
                  <a:gd name="T110" fmla="*/ 1041 w 1149"/>
                  <a:gd name="T111" fmla="*/ 549 h 780"/>
                  <a:gd name="T112" fmla="*/ 1044 w 1149"/>
                  <a:gd name="T113" fmla="*/ 543 h 780"/>
                  <a:gd name="T114" fmla="*/ 1071 w 1149"/>
                  <a:gd name="T115" fmla="*/ 504 h 780"/>
                  <a:gd name="T116" fmla="*/ 1101 w 1149"/>
                  <a:gd name="T117" fmla="*/ 480 h 780"/>
                  <a:gd name="T118" fmla="*/ 1149 w 1149"/>
                  <a:gd name="T119" fmla="*/ 444 h 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49" h="780">
                    <a:moveTo>
                      <a:pt x="432" y="285"/>
                    </a:moveTo>
                    <a:cubicBezTo>
                      <a:pt x="432" y="282"/>
                      <a:pt x="435" y="279"/>
                      <a:pt x="420" y="273"/>
                    </a:cubicBezTo>
                    <a:cubicBezTo>
                      <a:pt x="408" y="270"/>
                      <a:pt x="411" y="264"/>
                      <a:pt x="402" y="249"/>
                    </a:cubicBezTo>
                    <a:cubicBezTo>
                      <a:pt x="393" y="234"/>
                      <a:pt x="378" y="228"/>
                      <a:pt x="378" y="222"/>
                    </a:cubicBezTo>
                    <a:cubicBezTo>
                      <a:pt x="378" y="216"/>
                      <a:pt x="360" y="216"/>
                      <a:pt x="360" y="222"/>
                    </a:cubicBezTo>
                    <a:cubicBezTo>
                      <a:pt x="360" y="225"/>
                      <a:pt x="354" y="228"/>
                      <a:pt x="351" y="231"/>
                    </a:cubicBezTo>
                    <a:cubicBezTo>
                      <a:pt x="348" y="231"/>
                      <a:pt x="345" y="228"/>
                      <a:pt x="342" y="225"/>
                    </a:cubicBezTo>
                    <a:cubicBezTo>
                      <a:pt x="339" y="219"/>
                      <a:pt x="330" y="216"/>
                      <a:pt x="330" y="213"/>
                    </a:cubicBezTo>
                    <a:cubicBezTo>
                      <a:pt x="330" y="210"/>
                      <a:pt x="330" y="204"/>
                      <a:pt x="324" y="207"/>
                    </a:cubicBezTo>
                    <a:cubicBezTo>
                      <a:pt x="318" y="210"/>
                      <a:pt x="315" y="207"/>
                      <a:pt x="312" y="210"/>
                    </a:cubicBezTo>
                    <a:cubicBezTo>
                      <a:pt x="306" y="207"/>
                      <a:pt x="306" y="207"/>
                      <a:pt x="306" y="207"/>
                    </a:cubicBezTo>
                    <a:cubicBezTo>
                      <a:pt x="306" y="36"/>
                      <a:pt x="306" y="36"/>
                      <a:pt x="306" y="36"/>
                    </a:cubicBezTo>
                    <a:cubicBezTo>
                      <a:pt x="303" y="33"/>
                      <a:pt x="303" y="33"/>
                      <a:pt x="303" y="33"/>
                    </a:cubicBezTo>
                    <a:cubicBezTo>
                      <a:pt x="294" y="30"/>
                      <a:pt x="285" y="27"/>
                      <a:pt x="279" y="27"/>
                    </a:cubicBezTo>
                    <a:cubicBezTo>
                      <a:pt x="273" y="30"/>
                      <a:pt x="261" y="30"/>
                      <a:pt x="258" y="27"/>
                    </a:cubicBezTo>
                    <a:cubicBezTo>
                      <a:pt x="252" y="27"/>
                      <a:pt x="246" y="24"/>
                      <a:pt x="240" y="27"/>
                    </a:cubicBezTo>
                    <a:cubicBezTo>
                      <a:pt x="231" y="27"/>
                      <a:pt x="225" y="21"/>
                      <a:pt x="216" y="18"/>
                    </a:cubicBezTo>
                    <a:cubicBezTo>
                      <a:pt x="204" y="15"/>
                      <a:pt x="189" y="18"/>
                      <a:pt x="186" y="21"/>
                    </a:cubicBezTo>
                    <a:cubicBezTo>
                      <a:pt x="183" y="21"/>
                      <a:pt x="183" y="18"/>
                      <a:pt x="180" y="18"/>
                    </a:cubicBezTo>
                    <a:cubicBezTo>
                      <a:pt x="174" y="18"/>
                      <a:pt x="177" y="15"/>
                      <a:pt x="177" y="12"/>
                    </a:cubicBezTo>
                    <a:cubicBezTo>
                      <a:pt x="174" y="9"/>
                      <a:pt x="162" y="12"/>
                      <a:pt x="156" y="12"/>
                    </a:cubicBezTo>
                    <a:cubicBezTo>
                      <a:pt x="153" y="12"/>
                      <a:pt x="150" y="9"/>
                      <a:pt x="150" y="6"/>
                    </a:cubicBezTo>
                    <a:cubicBezTo>
                      <a:pt x="150" y="6"/>
                      <a:pt x="147" y="6"/>
                      <a:pt x="144" y="9"/>
                    </a:cubicBezTo>
                    <a:cubicBezTo>
                      <a:pt x="144" y="12"/>
                      <a:pt x="138" y="12"/>
                      <a:pt x="135" y="9"/>
                    </a:cubicBezTo>
                    <a:cubicBezTo>
                      <a:pt x="135" y="9"/>
                      <a:pt x="141" y="9"/>
                      <a:pt x="141" y="6"/>
                    </a:cubicBezTo>
                    <a:cubicBezTo>
                      <a:pt x="141" y="3"/>
                      <a:pt x="135" y="3"/>
                      <a:pt x="132" y="0"/>
                    </a:cubicBezTo>
                    <a:cubicBezTo>
                      <a:pt x="129" y="0"/>
                      <a:pt x="126" y="3"/>
                      <a:pt x="120" y="9"/>
                    </a:cubicBezTo>
                    <a:cubicBezTo>
                      <a:pt x="114" y="12"/>
                      <a:pt x="108" y="12"/>
                      <a:pt x="102" y="12"/>
                    </a:cubicBezTo>
                    <a:cubicBezTo>
                      <a:pt x="96" y="12"/>
                      <a:pt x="90" y="12"/>
                      <a:pt x="93" y="15"/>
                    </a:cubicBezTo>
                    <a:cubicBezTo>
                      <a:pt x="93" y="18"/>
                      <a:pt x="99" y="18"/>
                      <a:pt x="93" y="21"/>
                    </a:cubicBezTo>
                    <a:cubicBezTo>
                      <a:pt x="90" y="24"/>
                      <a:pt x="90" y="18"/>
                      <a:pt x="87" y="21"/>
                    </a:cubicBezTo>
                    <a:cubicBezTo>
                      <a:pt x="81" y="24"/>
                      <a:pt x="72" y="24"/>
                      <a:pt x="69" y="24"/>
                    </a:cubicBezTo>
                    <a:cubicBezTo>
                      <a:pt x="66" y="24"/>
                      <a:pt x="60" y="33"/>
                      <a:pt x="57" y="33"/>
                    </a:cubicBezTo>
                    <a:cubicBezTo>
                      <a:pt x="54" y="36"/>
                      <a:pt x="57" y="39"/>
                      <a:pt x="51" y="45"/>
                    </a:cubicBezTo>
                    <a:cubicBezTo>
                      <a:pt x="45" y="54"/>
                      <a:pt x="27" y="51"/>
                      <a:pt x="24" y="51"/>
                    </a:cubicBezTo>
                    <a:cubicBezTo>
                      <a:pt x="18" y="51"/>
                      <a:pt x="21" y="57"/>
                      <a:pt x="21" y="60"/>
                    </a:cubicBezTo>
                    <a:cubicBezTo>
                      <a:pt x="18" y="63"/>
                      <a:pt x="21" y="63"/>
                      <a:pt x="33" y="66"/>
                    </a:cubicBezTo>
                    <a:cubicBezTo>
                      <a:pt x="42" y="69"/>
                      <a:pt x="51" y="84"/>
                      <a:pt x="51" y="87"/>
                    </a:cubicBezTo>
                    <a:cubicBezTo>
                      <a:pt x="51" y="90"/>
                      <a:pt x="66" y="87"/>
                      <a:pt x="69" y="87"/>
                    </a:cubicBezTo>
                    <a:cubicBezTo>
                      <a:pt x="75" y="87"/>
                      <a:pt x="69" y="96"/>
                      <a:pt x="75" y="96"/>
                    </a:cubicBezTo>
                    <a:cubicBezTo>
                      <a:pt x="78" y="99"/>
                      <a:pt x="84" y="96"/>
                      <a:pt x="87" y="99"/>
                    </a:cubicBezTo>
                    <a:cubicBezTo>
                      <a:pt x="87" y="102"/>
                      <a:pt x="78" y="99"/>
                      <a:pt x="72" y="102"/>
                    </a:cubicBezTo>
                    <a:cubicBezTo>
                      <a:pt x="66" y="108"/>
                      <a:pt x="66" y="108"/>
                      <a:pt x="63" y="105"/>
                    </a:cubicBezTo>
                    <a:cubicBezTo>
                      <a:pt x="60" y="102"/>
                      <a:pt x="51" y="105"/>
                      <a:pt x="48" y="105"/>
                    </a:cubicBezTo>
                    <a:cubicBezTo>
                      <a:pt x="45" y="105"/>
                      <a:pt x="48" y="99"/>
                      <a:pt x="48" y="99"/>
                    </a:cubicBezTo>
                    <a:cubicBezTo>
                      <a:pt x="48" y="96"/>
                      <a:pt x="42" y="93"/>
                      <a:pt x="33" y="99"/>
                    </a:cubicBezTo>
                    <a:cubicBezTo>
                      <a:pt x="27" y="102"/>
                      <a:pt x="30" y="102"/>
                      <a:pt x="27" y="105"/>
                    </a:cubicBezTo>
                    <a:cubicBezTo>
                      <a:pt x="27" y="108"/>
                      <a:pt x="24" y="102"/>
                      <a:pt x="18" y="105"/>
                    </a:cubicBezTo>
                    <a:cubicBezTo>
                      <a:pt x="12" y="108"/>
                      <a:pt x="3" y="111"/>
                      <a:pt x="3" y="114"/>
                    </a:cubicBezTo>
                    <a:cubicBezTo>
                      <a:pt x="0" y="117"/>
                      <a:pt x="15" y="120"/>
                      <a:pt x="18" y="120"/>
                    </a:cubicBezTo>
                    <a:cubicBezTo>
                      <a:pt x="24" y="123"/>
                      <a:pt x="12" y="126"/>
                      <a:pt x="18" y="126"/>
                    </a:cubicBezTo>
                    <a:cubicBezTo>
                      <a:pt x="21" y="129"/>
                      <a:pt x="18" y="132"/>
                      <a:pt x="27" y="135"/>
                    </a:cubicBezTo>
                    <a:cubicBezTo>
                      <a:pt x="33" y="138"/>
                      <a:pt x="45" y="135"/>
                      <a:pt x="51" y="135"/>
                    </a:cubicBezTo>
                    <a:cubicBezTo>
                      <a:pt x="54" y="135"/>
                      <a:pt x="57" y="138"/>
                      <a:pt x="60" y="135"/>
                    </a:cubicBezTo>
                    <a:cubicBezTo>
                      <a:pt x="63" y="132"/>
                      <a:pt x="75" y="123"/>
                      <a:pt x="81" y="129"/>
                    </a:cubicBezTo>
                    <a:cubicBezTo>
                      <a:pt x="87" y="135"/>
                      <a:pt x="75" y="135"/>
                      <a:pt x="78" y="138"/>
                    </a:cubicBezTo>
                    <a:cubicBezTo>
                      <a:pt x="81" y="141"/>
                      <a:pt x="84" y="147"/>
                      <a:pt x="78" y="153"/>
                    </a:cubicBezTo>
                    <a:cubicBezTo>
                      <a:pt x="72" y="156"/>
                      <a:pt x="66" y="153"/>
                      <a:pt x="63" y="153"/>
                    </a:cubicBezTo>
                    <a:cubicBezTo>
                      <a:pt x="60" y="153"/>
                      <a:pt x="63" y="159"/>
                      <a:pt x="57" y="162"/>
                    </a:cubicBezTo>
                    <a:cubicBezTo>
                      <a:pt x="54" y="165"/>
                      <a:pt x="51" y="159"/>
                      <a:pt x="45" y="159"/>
                    </a:cubicBezTo>
                    <a:cubicBezTo>
                      <a:pt x="39" y="159"/>
                      <a:pt x="39" y="165"/>
                      <a:pt x="39" y="171"/>
                    </a:cubicBezTo>
                    <a:cubicBezTo>
                      <a:pt x="39" y="174"/>
                      <a:pt x="30" y="168"/>
                      <a:pt x="27" y="177"/>
                    </a:cubicBezTo>
                    <a:cubicBezTo>
                      <a:pt x="27" y="186"/>
                      <a:pt x="15" y="180"/>
                      <a:pt x="24" y="189"/>
                    </a:cubicBezTo>
                    <a:cubicBezTo>
                      <a:pt x="30" y="198"/>
                      <a:pt x="27" y="192"/>
                      <a:pt x="33" y="195"/>
                    </a:cubicBezTo>
                    <a:cubicBezTo>
                      <a:pt x="39" y="198"/>
                      <a:pt x="27" y="204"/>
                      <a:pt x="33" y="204"/>
                    </a:cubicBezTo>
                    <a:cubicBezTo>
                      <a:pt x="36" y="207"/>
                      <a:pt x="42" y="216"/>
                      <a:pt x="45" y="219"/>
                    </a:cubicBezTo>
                    <a:cubicBezTo>
                      <a:pt x="51" y="222"/>
                      <a:pt x="54" y="216"/>
                      <a:pt x="60" y="216"/>
                    </a:cubicBezTo>
                    <a:cubicBezTo>
                      <a:pt x="66" y="216"/>
                      <a:pt x="63" y="210"/>
                      <a:pt x="66" y="213"/>
                    </a:cubicBezTo>
                    <a:cubicBezTo>
                      <a:pt x="69" y="216"/>
                      <a:pt x="72" y="222"/>
                      <a:pt x="69" y="225"/>
                    </a:cubicBezTo>
                    <a:cubicBezTo>
                      <a:pt x="66" y="228"/>
                      <a:pt x="69" y="234"/>
                      <a:pt x="69" y="237"/>
                    </a:cubicBezTo>
                    <a:cubicBezTo>
                      <a:pt x="69" y="240"/>
                      <a:pt x="81" y="237"/>
                      <a:pt x="81" y="234"/>
                    </a:cubicBezTo>
                    <a:cubicBezTo>
                      <a:pt x="81" y="231"/>
                      <a:pt x="90" y="231"/>
                      <a:pt x="96" y="237"/>
                    </a:cubicBezTo>
                    <a:cubicBezTo>
                      <a:pt x="102" y="240"/>
                      <a:pt x="105" y="243"/>
                      <a:pt x="105" y="237"/>
                    </a:cubicBezTo>
                    <a:cubicBezTo>
                      <a:pt x="105" y="234"/>
                      <a:pt x="108" y="228"/>
                      <a:pt x="108" y="231"/>
                    </a:cubicBezTo>
                    <a:cubicBezTo>
                      <a:pt x="108" y="237"/>
                      <a:pt x="114" y="237"/>
                      <a:pt x="120" y="234"/>
                    </a:cubicBezTo>
                    <a:cubicBezTo>
                      <a:pt x="129" y="231"/>
                      <a:pt x="126" y="234"/>
                      <a:pt x="120" y="240"/>
                    </a:cubicBezTo>
                    <a:cubicBezTo>
                      <a:pt x="114" y="246"/>
                      <a:pt x="120" y="255"/>
                      <a:pt x="117" y="258"/>
                    </a:cubicBezTo>
                    <a:cubicBezTo>
                      <a:pt x="114" y="258"/>
                      <a:pt x="111" y="267"/>
                      <a:pt x="102" y="270"/>
                    </a:cubicBezTo>
                    <a:cubicBezTo>
                      <a:pt x="96" y="270"/>
                      <a:pt x="87" y="282"/>
                      <a:pt x="84" y="285"/>
                    </a:cubicBezTo>
                    <a:cubicBezTo>
                      <a:pt x="84" y="285"/>
                      <a:pt x="69" y="279"/>
                      <a:pt x="66" y="285"/>
                    </a:cubicBezTo>
                    <a:cubicBezTo>
                      <a:pt x="66" y="291"/>
                      <a:pt x="57" y="294"/>
                      <a:pt x="57" y="297"/>
                    </a:cubicBezTo>
                    <a:cubicBezTo>
                      <a:pt x="60" y="300"/>
                      <a:pt x="72" y="294"/>
                      <a:pt x="72" y="291"/>
                    </a:cubicBezTo>
                    <a:cubicBezTo>
                      <a:pt x="72" y="288"/>
                      <a:pt x="75" y="288"/>
                      <a:pt x="75" y="291"/>
                    </a:cubicBezTo>
                    <a:cubicBezTo>
                      <a:pt x="78" y="291"/>
                      <a:pt x="84" y="288"/>
                      <a:pt x="84" y="288"/>
                    </a:cubicBezTo>
                    <a:cubicBezTo>
                      <a:pt x="87" y="285"/>
                      <a:pt x="90" y="285"/>
                      <a:pt x="93" y="285"/>
                    </a:cubicBezTo>
                    <a:cubicBezTo>
                      <a:pt x="96" y="285"/>
                      <a:pt x="96" y="282"/>
                      <a:pt x="102" y="282"/>
                    </a:cubicBezTo>
                    <a:cubicBezTo>
                      <a:pt x="111" y="282"/>
                      <a:pt x="108" y="279"/>
                      <a:pt x="111" y="276"/>
                    </a:cubicBezTo>
                    <a:cubicBezTo>
                      <a:pt x="111" y="273"/>
                      <a:pt x="129" y="264"/>
                      <a:pt x="132" y="264"/>
                    </a:cubicBezTo>
                    <a:cubicBezTo>
                      <a:pt x="135" y="264"/>
                      <a:pt x="132" y="258"/>
                      <a:pt x="135" y="258"/>
                    </a:cubicBezTo>
                    <a:cubicBezTo>
                      <a:pt x="138" y="258"/>
                      <a:pt x="144" y="252"/>
                      <a:pt x="147" y="249"/>
                    </a:cubicBezTo>
                    <a:cubicBezTo>
                      <a:pt x="153" y="246"/>
                      <a:pt x="153" y="249"/>
                      <a:pt x="156" y="246"/>
                    </a:cubicBezTo>
                    <a:cubicBezTo>
                      <a:pt x="159" y="246"/>
                      <a:pt x="156" y="240"/>
                      <a:pt x="159" y="237"/>
                    </a:cubicBezTo>
                    <a:cubicBezTo>
                      <a:pt x="162" y="237"/>
                      <a:pt x="165" y="234"/>
                      <a:pt x="165" y="234"/>
                    </a:cubicBezTo>
                    <a:cubicBezTo>
                      <a:pt x="165" y="231"/>
                      <a:pt x="159" y="231"/>
                      <a:pt x="156" y="228"/>
                    </a:cubicBezTo>
                    <a:cubicBezTo>
                      <a:pt x="156" y="225"/>
                      <a:pt x="162" y="219"/>
                      <a:pt x="165" y="219"/>
                    </a:cubicBezTo>
                    <a:cubicBezTo>
                      <a:pt x="168" y="219"/>
                      <a:pt x="174" y="216"/>
                      <a:pt x="174" y="213"/>
                    </a:cubicBezTo>
                    <a:cubicBezTo>
                      <a:pt x="174" y="210"/>
                      <a:pt x="177" y="210"/>
                      <a:pt x="180" y="204"/>
                    </a:cubicBezTo>
                    <a:cubicBezTo>
                      <a:pt x="183" y="201"/>
                      <a:pt x="183" y="198"/>
                      <a:pt x="186" y="198"/>
                    </a:cubicBezTo>
                    <a:cubicBezTo>
                      <a:pt x="189" y="198"/>
                      <a:pt x="192" y="195"/>
                      <a:pt x="198" y="192"/>
                    </a:cubicBezTo>
                    <a:cubicBezTo>
                      <a:pt x="201" y="189"/>
                      <a:pt x="198" y="195"/>
                      <a:pt x="204" y="195"/>
                    </a:cubicBezTo>
                    <a:cubicBezTo>
                      <a:pt x="210" y="195"/>
                      <a:pt x="210" y="201"/>
                      <a:pt x="204" y="198"/>
                    </a:cubicBezTo>
                    <a:cubicBezTo>
                      <a:pt x="198" y="195"/>
                      <a:pt x="195" y="198"/>
                      <a:pt x="192" y="201"/>
                    </a:cubicBezTo>
                    <a:cubicBezTo>
                      <a:pt x="186" y="204"/>
                      <a:pt x="192" y="207"/>
                      <a:pt x="186" y="210"/>
                    </a:cubicBezTo>
                    <a:cubicBezTo>
                      <a:pt x="183" y="216"/>
                      <a:pt x="183" y="219"/>
                      <a:pt x="189" y="219"/>
                    </a:cubicBezTo>
                    <a:cubicBezTo>
                      <a:pt x="192" y="219"/>
                      <a:pt x="189" y="222"/>
                      <a:pt x="183" y="225"/>
                    </a:cubicBezTo>
                    <a:cubicBezTo>
                      <a:pt x="180" y="225"/>
                      <a:pt x="183" y="228"/>
                      <a:pt x="189" y="228"/>
                    </a:cubicBezTo>
                    <a:cubicBezTo>
                      <a:pt x="195" y="228"/>
                      <a:pt x="204" y="219"/>
                      <a:pt x="210" y="216"/>
                    </a:cubicBezTo>
                    <a:cubicBezTo>
                      <a:pt x="219" y="213"/>
                      <a:pt x="225" y="216"/>
                      <a:pt x="228" y="216"/>
                    </a:cubicBezTo>
                    <a:cubicBezTo>
                      <a:pt x="228" y="213"/>
                      <a:pt x="225" y="210"/>
                      <a:pt x="228" y="210"/>
                    </a:cubicBezTo>
                    <a:cubicBezTo>
                      <a:pt x="231" y="207"/>
                      <a:pt x="225" y="207"/>
                      <a:pt x="222" y="204"/>
                    </a:cubicBezTo>
                    <a:cubicBezTo>
                      <a:pt x="222" y="198"/>
                      <a:pt x="225" y="201"/>
                      <a:pt x="225" y="198"/>
                    </a:cubicBezTo>
                    <a:cubicBezTo>
                      <a:pt x="228" y="192"/>
                      <a:pt x="231" y="195"/>
                      <a:pt x="231" y="198"/>
                    </a:cubicBezTo>
                    <a:cubicBezTo>
                      <a:pt x="234" y="198"/>
                      <a:pt x="237" y="195"/>
                      <a:pt x="240" y="201"/>
                    </a:cubicBezTo>
                    <a:cubicBezTo>
                      <a:pt x="243" y="204"/>
                      <a:pt x="246" y="198"/>
                      <a:pt x="249" y="201"/>
                    </a:cubicBezTo>
                    <a:cubicBezTo>
                      <a:pt x="252" y="204"/>
                      <a:pt x="249" y="204"/>
                      <a:pt x="243" y="204"/>
                    </a:cubicBezTo>
                    <a:cubicBezTo>
                      <a:pt x="240" y="207"/>
                      <a:pt x="243" y="213"/>
                      <a:pt x="246" y="210"/>
                    </a:cubicBezTo>
                    <a:cubicBezTo>
                      <a:pt x="249" y="207"/>
                      <a:pt x="252" y="204"/>
                      <a:pt x="255" y="207"/>
                    </a:cubicBezTo>
                    <a:cubicBezTo>
                      <a:pt x="258" y="210"/>
                      <a:pt x="258" y="210"/>
                      <a:pt x="261" y="207"/>
                    </a:cubicBezTo>
                    <a:cubicBezTo>
                      <a:pt x="264" y="204"/>
                      <a:pt x="264" y="207"/>
                      <a:pt x="264" y="210"/>
                    </a:cubicBezTo>
                    <a:cubicBezTo>
                      <a:pt x="264" y="210"/>
                      <a:pt x="270" y="213"/>
                      <a:pt x="276" y="213"/>
                    </a:cubicBezTo>
                    <a:cubicBezTo>
                      <a:pt x="285" y="213"/>
                      <a:pt x="297" y="213"/>
                      <a:pt x="300" y="213"/>
                    </a:cubicBezTo>
                    <a:cubicBezTo>
                      <a:pt x="306" y="213"/>
                      <a:pt x="303" y="216"/>
                      <a:pt x="312" y="219"/>
                    </a:cubicBezTo>
                    <a:cubicBezTo>
                      <a:pt x="318" y="219"/>
                      <a:pt x="321" y="210"/>
                      <a:pt x="324" y="213"/>
                    </a:cubicBezTo>
                    <a:cubicBezTo>
                      <a:pt x="330" y="219"/>
                      <a:pt x="324" y="219"/>
                      <a:pt x="324" y="222"/>
                    </a:cubicBezTo>
                    <a:cubicBezTo>
                      <a:pt x="321" y="225"/>
                      <a:pt x="324" y="225"/>
                      <a:pt x="327" y="225"/>
                    </a:cubicBezTo>
                    <a:cubicBezTo>
                      <a:pt x="330" y="228"/>
                      <a:pt x="339" y="228"/>
                      <a:pt x="342" y="231"/>
                    </a:cubicBezTo>
                    <a:cubicBezTo>
                      <a:pt x="345" y="234"/>
                      <a:pt x="348" y="240"/>
                      <a:pt x="354" y="243"/>
                    </a:cubicBezTo>
                    <a:cubicBezTo>
                      <a:pt x="363" y="246"/>
                      <a:pt x="354" y="234"/>
                      <a:pt x="360" y="237"/>
                    </a:cubicBezTo>
                    <a:cubicBezTo>
                      <a:pt x="366" y="243"/>
                      <a:pt x="366" y="237"/>
                      <a:pt x="369" y="243"/>
                    </a:cubicBezTo>
                    <a:cubicBezTo>
                      <a:pt x="375" y="246"/>
                      <a:pt x="372" y="240"/>
                      <a:pt x="372" y="231"/>
                    </a:cubicBezTo>
                    <a:cubicBezTo>
                      <a:pt x="369" y="225"/>
                      <a:pt x="372" y="231"/>
                      <a:pt x="375" y="234"/>
                    </a:cubicBezTo>
                    <a:cubicBezTo>
                      <a:pt x="378" y="237"/>
                      <a:pt x="378" y="243"/>
                      <a:pt x="375" y="249"/>
                    </a:cubicBezTo>
                    <a:cubicBezTo>
                      <a:pt x="375" y="252"/>
                      <a:pt x="366" y="249"/>
                      <a:pt x="369" y="246"/>
                    </a:cubicBezTo>
                    <a:cubicBezTo>
                      <a:pt x="369" y="243"/>
                      <a:pt x="360" y="246"/>
                      <a:pt x="360" y="249"/>
                    </a:cubicBezTo>
                    <a:cubicBezTo>
                      <a:pt x="360" y="252"/>
                      <a:pt x="366" y="258"/>
                      <a:pt x="369" y="258"/>
                    </a:cubicBezTo>
                    <a:cubicBezTo>
                      <a:pt x="375" y="261"/>
                      <a:pt x="372" y="267"/>
                      <a:pt x="372" y="267"/>
                    </a:cubicBezTo>
                    <a:cubicBezTo>
                      <a:pt x="378" y="267"/>
                      <a:pt x="375" y="276"/>
                      <a:pt x="378" y="273"/>
                    </a:cubicBezTo>
                    <a:cubicBezTo>
                      <a:pt x="381" y="273"/>
                      <a:pt x="381" y="264"/>
                      <a:pt x="378" y="261"/>
                    </a:cubicBezTo>
                    <a:cubicBezTo>
                      <a:pt x="375" y="258"/>
                      <a:pt x="375" y="252"/>
                      <a:pt x="378" y="255"/>
                    </a:cubicBezTo>
                    <a:cubicBezTo>
                      <a:pt x="381" y="255"/>
                      <a:pt x="378" y="261"/>
                      <a:pt x="381" y="261"/>
                    </a:cubicBezTo>
                    <a:cubicBezTo>
                      <a:pt x="381" y="264"/>
                      <a:pt x="384" y="261"/>
                      <a:pt x="387" y="258"/>
                    </a:cubicBezTo>
                    <a:cubicBezTo>
                      <a:pt x="390" y="255"/>
                      <a:pt x="387" y="249"/>
                      <a:pt x="387" y="246"/>
                    </a:cubicBezTo>
                    <a:cubicBezTo>
                      <a:pt x="387" y="243"/>
                      <a:pt x="393" y="249"/>
                      <a:pt x="393" y="255"/>
                    </a:cubicBezTo>
                    <a:cubicBezTo>
                      <a:pt x="396" y="261"/>
                      <a:pt x="390" y="261"/>
                      <a:pt x="390" y="264"/>
                    </a:cubicBezTo>
                    <a:cubicBezTo>
                      <a:pt x="390" y="267"/>
                      <a:pt x="384" y="264"/>
                      <a:pt x="384" y="267"/>
                    </a:cubicBezTo>
                    <a:cubicBezTo>
                      <a:pt x="381" y="267"/>
                      <a:pt x="384" y="276"/>
                      <a:pt x="384" y="279"/>
                    </a:cubicBezTo>
                    <a:cubicBezTo>
                      <a:pt x="387" y="279"/>
                      <a:pt x="387" y="270"/>
                      <a:pt x="390" y="273"/>
                    </a:cubicBezTo>
                    <a:cubicBezTo>
                      <a:pt x="390" y="279"/>
                      <a:pt x="396" y="267"/>
                      <a:pt x="396" y="273"/>
                    </a:cubicBezTo>
                    <a:cubicBezTo>
                      <a:pt x="399" y="276"/>
                      <a:pt x="405" y="282"/>
                      <a:pt x="405" y="279"/>
                    </a:cubicBezTo>
                    <a:cubicBezTo>
                      <a:pt x="408" y="279"/>
                      <a:pt x="405" y="273"/>
                      <a:pt x="402" y="273"/>
                    </a:cubicBezTo>
                    <a:cubicBezTo>
                      <a:pt x="399" y="273"/>
                      <a:pt x="399" y="267"/>
                      <a:pt x="402" y="267"/>
                    </a:cubicBezTo>
                    <a:cubicBezTo>
                      <a:pt x="405" y="267"/>
                      <a:pt x="411" y="276"/>
                      <a:pt x="411" y="279"/>
                    </a:cubicBezTo>
                    <a:cubicBezTo>
                      <a:pt x="411" y="282"/>
                      <a:pt x="408" y="282"/>
                      <a:pt x="405" y="285"/>
                    </a:cubicBezTo>
                    <a:cubicBezTo>
                      <a:pt x="402" y="288"/>
                      <a:pt x="399" y="279"/>
                      <a:pt x="396" y="279"/>
                    </a:cubicBezTo>
                    <a:cubicBezTo>
                      <a:pt x="393" y="279"/>
                      <a:pt x="396" y="285"/>
                      <a:pt x="396" y="288"/>
                    </a:cubicBezTo>
                    <a:cubicBezTo>
                      <a:pt x="399" y="291"/>
                      <a:pt x="393" y="297"/>
                      <a:pt x="396" y="300"/>
                    </a:cubicBezTo>
                    <a:cubicBezTo>
                      <a:pt x="402" y="303"/>
                      <a:pt x="399" y="297"/>
                      <a:pt x="402" y="297"/>
                    </a:cubicBezTo>
                    <a:cubicBezTo>
                      <a:pt x="402" y="294"/>
                      <a:pt x="405" y="297"/>
                      <a:pt x="408" y="297"/>
                    </a:cubicBezTo>
                    <a:cubicBezTo>
                      <a:pt x="408" y="300"/>
                      <a:pt x="411" y="294"/>
                      <a:pt x="411" y="291"/>
                    </a:cubicBezTo>
                    <a:cubicBezTo>
                      <a:pt x="411" y="291"/>
                      <a:pt x="414" y="291"/>
                      <a:pt x="414" y="294"/>
                    </a:cubicBezTo>
                    <a:cubicBezTo>
                      <a:pt x="417" y="297"/>
                      <a:pt x="417" y="291"/>
                      <a:pt x="420" y="291"/>
                    </a:cubicBezTo>
                    <a:cubicBezTo>
                      <a:pt x="423" y="291"/>
                      <a:pt x="423" y="297"/>
                      <a:pt x="423" y="300"/>
                    </a:cubicBezTo>
                    <a:cubicBezTo>
                      <a:pt x="423" y="303"/>
                      <a:pt x="426" y="297"/>
                      <a:pt x="426" y="300"/>
                    </a:cubicBezTo>
                    <a:cubicBezTo>
                      <a:pt x="426" y="300"/>
                      <a:pt x="426" y="300"/>
                      <a:pt x="426" y="300"/>
                    </a:cubicBezTo>
                    <a:cubicBezTo>
                      <a:pt x="429" y="300"/>
                      <a:pt x="432" y="297"/>
                      <a:pt x="435" y="297"/>
                    </a:cubicBezTo>
                    <a:cubicBezTo>
                      <a:pt x="438" y="291"/>
                      <a:pt x="429" y="291"/>
                      <a:pt x="432" y="285"/>
                    </a:cubicBezTo>
                    <a:close/>
                    <a:moveTo>
                      <a:pt x="9" y="321"/>
                    </a:moveTo>
                    <a:cubicBezTo>
                      <a:pt x="15" y="318"/>
                      <a:pt x="18" y="315"/>
                      <a:pt x="15" y="312"/>
                    </a:cubicBezTo>
                    <a:cubicBezTo>
                      <a:pt x="12" y="309"/>
                      <a:pt x="6" y="324"/>
                      <a:pt x="9" y="321"/>
                    </a:cubicBezTo>
                    <a:close/>
                    <a:moveTo>
                      <a:pt x="51" y="300"/>
                    </a:moveTo>
                    <a:cubicBezTo>
                      <a:pt x="48" y="297"/>
                      <a:pt x="33" y="306"/>
                      <a:pt x="36" y="306"/>
                    </a:cubicBezTo>
                    <a:cubicBezTo>
                      <a:pt x="42" y="306"/>
                      <a:pt x="42" y="303"/>
                      <a:pt x="45" y="303"/>
                    </a:cubicBezTo>
                    <a:cubicBezTo>
                      <a:pt x="51" y="303"/>
                      <a:pt x="57" y="300"/>
                      <a:pt x="51" y="300"/>
                    </a:cubicBezTo>
                    <a:close/>
                    <a:moveTo>
                      <a:pt x="180" y="240"/>
                    </a:moveTo>
                    <a:cubicBezTo>
                      <a:pt x="180" y="237"/>
                      <a:pt x="174" y="237"/>
                      <a:pt x="171" y="243"/>
                    </a:cubicBezTo>
                    <a:cubicBezTo>
                      <a:pt x="165" y="249"/>
                      <a:pt x="162" y="252"/>
                      <a:pt x="159" y="255"/>
                    </a:cubicBezTo>
                    <a:cubicBezTo>
                      <a:pt x="159" y="258"/>
                      <a:pt x="153" y="255"/>
                      <a:pt x="153" y="258"/>
                    </a:cubicBezTo>
                    <a:cubicBezTo>
                      <a:pt x="150" y="261"/>
                      <a:pt x="153" y="270"/>
                      <a:pt x="156" y="267"/>
                    </a:cubicBezTo>
                    <a:cubicBezTo>
                      <a:pt x="159" y="264"/>
                      <a:pt x="162" y="267"/>
                      <a:pt x="162" y="267"/>
                    </a:cubicBezTo>
                    <a:cubicBezTo>
                      <a:pt x="165" y="267"/>
                      <a:pt x="174" y="258"/>
                      <a:pt x="177" y="255"/>
                    </a:cubicBezTo>
                    <a:cubicBezTo>
                      <a:pt x="180" y="252"/>
                      <a:pt x="174" y="252"/>
                      <a:pt x="174" y="249"/>
                    </a:cubicBezTo>
                    <a:cubicBezTo>
                      <a:pt x="174" y="246"/>
                      <a:pt x="180" y="246"/>
                      <a:pt x="180" y="246"/>
                    </a:cubicBezTo>
                    <a:cubicBezTo>
                      <a:pt x="183" y="243"/>
                      <a:pt x="180" y="243"/>
                      <a:pt x="180" y="240"/>
                    </a:cubicBezTo>
                    <a:close/>
                    <a:moveTo>
                      <a:pt x="21" y="210"/>
                    </a:moveTo>
                    <a:cubicBezTo>
                      <a:pt x="18" y="207"/>
                      <a:pt x="9" y="210"/>
                      <a:pt x="9" y="213"/>
                    </a:cubicBezTo>
                    <a:cubicBezTo>
                      <a:pt x="12" y="219"/>
                      <a:pt x="21" y="219"/>
                      <a:pt x="27" y="219"/>
                    </a:cubicBezTo>
                    <a:cubicBezTo>
                      <a:pt x="30" y="216"/>
                      <a:pt x="30" y="213"/>
                      <a:pt x="27" y="210"/>
                    </a:cubicBezTo>
                    <a:cubicBezTo>
                      <a:pt x="24" y="207"/>
                      <a:pt x="21" y="213"/>
                      <a:pt x="21" y="210"/>
                    </a:cubicBezTo>
                    <a:close/>
                    <a:moveTo>
                      <a:pt x="141" y="762"/>
                    </a:moveTo>
                    <a:cubicBezTo>
                      <a:pt x="135" y="762"/>
                      <a:pt x="138" y="780"/>
                      <a:pt x="141" y="777"/>
                    </a:cubicBezTo>
                    <a:cubicBezTo>
                      <a:pt x="144" y="774"/>
                      <a:pt x="150" y="774"/>
                      <a:pt x="150" y="771"/>
                    </a:cubicBezTo>
                    <a:cubicBezTo>
                      <a:pt x="153" y="768"/>
                      <a:pt x="147" y="762"/>
                      <a:pt x="141" y="762"/>
                    </a:cubicBezTo>
                    <a:close/>
                    <a:moveTo>
                      <a:pt x="132" y="753"/>
                    </a:moveTo>
                    <a:cubicBezTo>
                      <a:pt x="129" y="753"/>
                      <a:pt x="132" y="759"/>
                      <a:pt x="135" y="759"/>
                    </a:cubicBezTo>
                    <a:cubicBezTo>
                      <a:pt x="138" y="756"/>
                      <a:pt x="138" y="753"/>
                      <a:pt x="132" y="753"/>
                    </a:cubicBezTo>
                    <a:close/>
                    <a:moveTo>
                      <a:pt x="93" y="741"/>
                    </a:moveTo>
                    <a:cubicBezTo>
                      <a:pt x="99" y="744"/>
                      <a:pt x="99" y="744"/>
                      <a:pt x="102" y="738"/>
                    </a:cubicBezTo>
                    <a:cubicBezTo>
                      <a:pt x="102" y="735"/>
                      <a:pt x="90" y="735"/>
                      <a:pt x="93" y="741"/>
                    </a:cubicBezTo>
                    <a:close/>
                    <a:moveTo>
                      <a:pt x="111" y="747"/>
                    </a:moveTo>
                    <a:cubicBezTo>
                      <a:pt x="114" y="750"/>
                      <a:pt x="117" y="753"/>
                      <a:pt x="120" y="750"/>
                    </a:cubicBezTo>
                    <a:cubicBezTo>
                      <a:pt x="120" y="744"/>
                      <a:pt x="108" y="744"/>
                      <a:pt x="111" y="747"/>
                    </a:cubicBezTo>
                    <a:close/>
                    <a:moveTo>
                      <a:pt x="1137" y="414"/>
                    </a:moveTo>
                    <a:cubicBezTo>
                      <a:pt x="1137" y="411"/>
                      <a:pt x="1128" y="411"/>
                      <a:pt x="1122" y="408"/>
                    </a:cubicBezTo>
                    <a:cubicBezTo>
                      <a:pt x="1119" y="405"/>
                      <a:pt x="1110" y="423"/>
                      <a:pt x="1110" y="429"/>
                    </a:cubicBezTo>
                    <a:cubicBezTo>
                      <a:pt x="1107" y="435"/>
                      <a:pt x="1095" y="444"/>
                      <a:pt x="1095" y="444"/>
                    </a:cubicBezTo>
                    <a:cubicBezTo>
                      <a:pt x="1095" y="444"/>
                      <a:pt x="1059" y="444"/>
                      <a:pt x="1056" y="444"/>
                    </a:cubicBezTo>
                    <a:cubicBezTo>
                      <a:pt x="1053" y="444"/>
                      <a:pt x="1047" y="450"/>
                      <a:pt x="1041" y="456"/>
                    </a:cubicBezTo>
                    <a:cubicBezTo>
                      <a:pt x="1041" y="456"/>
                      <a:pt x="1041" y="456"/>
                      <a:pt x="1041" y="456"/>
                    </a:cubicBezTo>
                    <a:cubicBezTo>
                      <a:pt x="1044" y="462"/>
                      <a:pt x="1032" y="465"/>
                      <a:pt x="1020" y="468"/>
                    </a:cubicBezTo>
                    <a:cubicBezTo>
                      <a:pt x="1017" y="468"/>
                      <a:pt x="1014" y="468"/>
                      <a:pt x="1011" y="468"/>
                    </a:cubicBezTo>
                    <a:cubicBezTo>
                      <a:pt x="1011" y="471"/>
                      <a:pt x="1011" y="471"/>
                      <a:pt x="1011" y="471"/>
                    </a:cubicBezTo>
                    <a:cubicBezTo>
                      <a:pt x="1011" y="474"/>
                      <a:pt x="1011" y="474"/>
                      <a:pt x="1008" y="474"/>
                    </a:cubicBezTo>
                    <a:cubicBezTo>
                      <a:pt x="1005" y="480"/>
                      <a:pt x="990" y="486"/>
                      <a:pt x="981" y="492"/>
                    </a:cubicBezTo>
                    <a:cubicBezTo>
                      <a:pt x="972" y="495"/>
                      <a:pt x="960" y="492"/>
                      <a:pt x="960" y="486"/>
                    </a:cubicBezTo>
                    <a:cubicBezTo>
                      <a:pt x="960" y="477"/>
                      <a:pt x="966" y="480"/>
                      <a:pt x="969" y="483"/>
                    </a:cubicBezTo>
                    <a:cubicBezTo>
                      <a:pt x="969" y="483"/>
                      <a:pt x="969" y="483"/>
                      <a:pt x="972" y="483"/>
                    </a:cubicBezTo>
                    <a:cubicBezTo>
                      <a:pt x="969" y="480"/>
                      <a:pt x="969" y="477"/>
                      <a:pt x="972" y="474"/>
                    </a:cubicBezTo>
                    <a:cubicBezTo>
                      <a:pt x="969" y="471"/>
                      <a:pt x="972" y="459"/>
                      <a:pt x="966" y="459"/>
                    </a:cubicBezTo>
                    <a:cubicBezTo>
                      <a:pt x="960" y="456"/>
                      <a:pt x="954" y="468"/>
                      <a:pt x="954" y="462"/>
                    </a:cubicBezTo>
                    <a:cubicBezTo>
                      <a:pt x="954" y="453"/>
                      <a:pt x="963" y="450"/>
                      <a:pt x="960" y="441"/>
                    </a:cubicBezTo>
                    <a:cubicBezTo>
                      <a:pt x="954" y="432"/>
                      <a:pt x="942" y="432"/>
                      <a:pt x="942" y="438"/>
                    </a:cubicBezTo>
                    <a:cubicBezTo>
                      <a:pt x="939" y="444"/>
                      <a:pt x="933" y="441"/>
                      <a:pt x="930" y="447"/>
                    </a:cubicBezTo>
                    <a:cubicBezTo>
                      <a:pt x="927" y="453"/>
                      <a:pt x="924" y="462"/>
                      <a:pt x="927" y="471"/>
                    </a:cubicBezTo>
                    <a:cubicBezTo>
                      <a:pt x="930" y="480"/>
                      <a:pt x="927" y="483"/>
                      <a:pt x="918" y="486"/>
                    </a:cubicBezTo>
                    <a:cubicBezTo>
                      <a:pt x="912" y="492"/>
                      <a:pt x="906" y="480"/>
                      <a:pt x="909" y="465"/>
                    </a:cubicBezTo>
                    <a:cubicBezTo>
                      <a:pt x="912" y="456"/>
                      <a:pt x="918" y="447"/>
                      <a:pt x="912" y="447"/>
                    </a:cubicBezTo>
                    <a:cubicBezTo>
                      <a:pt x="909" y="447"/>
                      <a:pt x="918" y="435"/>
                      <a:pt x="930" y="432"/>
                    </a:cubicBezTo>
                    <a:cubicBezTo>
                      <a:pt x="939" y="429"/>
                      <a:pt x="954" y="429"/>
                      <a:pt x="954" y="426"/>
                    </a:cubicBezTo>
                    <a:cubicBezTo>
                      <a:pt x="954" y="426"/>
                      <a:pt x="954" y="426"/>
                      <a:pt x="954" y="426"/>
                    </a:cubicBezTo>
                    <a:cubicBezTo>
                      <a:pt x="954" y="423"/>
                      <a:pt x="951" y="423"/>
                      <a:pt x="948" y="420"/>
                    </a:cubicBezTo>
                    <a:cubicBezTo>
                      <a:pt x="948" y="423"/>
                      <a:pt x="948" y="423"/>
                      <a:pt x="948" y="423"/>
                    </a:cubicBezTo>
                    <a:cubicBezTo>
                      <a:pt x="942" y="426"/>
                      <a:pt x="945" y="420"/>
                      <a:pt x="936" y="420"/>
                    </a:cubicBezTo>
                    <a:cubicBezTo>
                      <a:pt x="930" y="420"/>
                      <a:pt x="921" y="426"/>
                      <a:pt x="915" y="423"/>
                    </a:cubicBezTo>
                    <a:cubicBezTo>
                      <a:pt x="909" y="420"/>
                      <a:pt x="912" y="417"/>
                      <a:pt x="906" y="417"/>
                    </a:cubicBezTo>
                    <a:cubicBezTo>
                      <a:pt x="900" y="417"/>
                      <a:pt x="912" y="405"/>
                      <a:pt x="903" y="411"/>
                    </a:cubicBezTo>
                    <a:cubicBezTo>
                      <a:pt x="894" y="414"/>
                      <a:pt x="882" y="426"/>
                      <a:pt x="876" y="420"/>
                    </a:cubicBezTo>
                    <a:cubicBezTo>
                      <a:pt x="873" y="414"/>
                      <a:pt x="867" y="423"/>
                      <a:pt x="864" y="417"/>
                    </a:cubicBezTo>
                    <a:cubicBezTo>
                      <a:pt x="858" y="414"/>
                      <a:pt x="876" y="402"/>
                      <a:pt x="885" y="402"/>
                    </a:cubicBezTo>
                    <a:cubicBezTo>
                      <a:pt x="888" y="402"/>
                      <a:pt x="888" y="402"/>
                      <a:pt x="891" y="402"/>
                    </a:cubicBezTo>
                    <a:cubicBezTo>
                      <a:pt x="888" y="399"/>
                      <a:pt x="876" y="396"/>
                      <a:pt x="876" y="399"/>
                    </a:cubicBezTo>
                    <a:cubicBezTo>
                      <a:pt x="873" y="402"/>
                      <a:pt x="867" y="399"/>
                      <a:pt x="864" y="396"/>
                    </a:cubicBezTo>
                    <a:cubicBezTo>
                      <a:pt x="864" y="393"/>
                      <a:pt x="861" y="399"/>
                      <a:pt x="855" y="393"/>
                    </a:cubicBezTo>
                    <a:cubicBezTo>
                      <a:pt x="852" y="390"/>
                      <a:pt x="849" y="393"/>
                      <a:pt x="846" y="393"/>
                    </a:cubicBezTo>
                    <a:cubicBezTo>
                      <a:pt x="843" y="393"/>
                      <a:pt x="840" y="390"/>
                      <a:pt x="837" y="390"/>
                    </a:cubicBezTo>
                    <a:cubicBezTo>
                      <a:pt x="831" y="387"/>
                      <a:pt x="834" y="384"/>
                      <a:pt x="831" y="381"/>
                    </a:cubicBezTo>
                    <a:cubicBezTo>
                      <a:pt x="828" y="378"/>
                      <a:pt x="828" y="387"/>
                      <a:pt x="828" y="387"/>
                    </a:cubicBezTo>
                    <a:cubicBezTo>
                      <a:pt x="516" y="387"/>
                      <a:pt x="516" y="387"/>
                      <a:pt x="516" y="387"/>
                    </a:cubicBezTo>
                    <a:cubicBezTo>
                      <a:pt x="519" y="390"/>
                      <a:pt x="519" y="390"/>
                      <a:pt x="519" y="390"/>
                    </a:cubicBezTo>
                    <a:cubicBezTo>
                      <a:pt x="522" y="393"/>
                      <a:pt x="519" y="396"/>
                      <a:pt x="519" y="402"/>
                    </a:cubicBezTo>
                    <a:cubicBezTo>
                      <a:pt x="522" y="405"/>
                      <a:pt x="519" y="411"/>
                      <a:pt x="516" y="411"/>
                    </a:cubicBezTo>
                    <a:cubicBezTo>
                      <a:pt x="513" y="411"/>
                      <a:pt x="513" y="408"/>
                      <a:pt x="516" y="408"/>
                    </a:cubicBezTo>
                    <a:cubicBezTo>
                      <a:pt x="519" y="405"/>
                      <a:pt x="516" y="399"/>
                      <a:pt x="513" y="399"/>
                    </a:cubicBezTo>
                    <a:cubicBezTo>
                      <a:pt x="513" y="399"/>
                      <a:pt x="510" y="399"/>
                      <a:pt x="510" y="396"/>
                    </a:cubicBezTo>
                    <a:cubicBezTo>
                      <a:pt x="507" y="396"/>
                      <a:pt x="501" y="396"/>
                      <a:pt x="492" y="396"/>
                    </a:cubicBezTo>
                    <a:cubicBezTo>
                      <a:pt x="495" y="396"/>
                      <a:pt x="495" y="396"/>
                      <a:pt x="495" y="396"/>
                    </a:cubicBezTo>
                    <a:cubicBezTo>
                      <a:pt x="495" y="399"/>
                      <a:pt x="495" y="405"/>
                      <a:pt x="498" y="411"/>
                    </a:cubicBezTo>
                    <a:cubicBezTo>
                      <a:pt x="504" y="417"/>
                      <a:pt x="501" y="420"/>
                      <a:pt x="504" y="423"/>
                    </a:cubicBezTo>
                    <a:cubicBezTo>
                      <a:pt x="507" y="423"/>
                      <a:pt x="507" y="426"/>
                      <a:pt x="504" y="426"/>
                    </a:cubicBezTo>
                    <a:cubicBezTo>
                      <a:pt x="501" y="426"/>
                      <a:pt x="504" y="429"/>
                      <a:pt x="501" y="435"/>
                    </a:cubicBezTo>
                    <a:cubicBezTo>
                      <a:pt x="501" y="444"/>
                      <a:pt x="501" y="459"/>
                      <a:pt x="501" y="465"/>
                    </a:cubicBezTo>
                    <a:cubicBezTo>
                      <a:pt x="501" y="468"/>
                      <a:pt x="495" y="477"/>
                      <a:pt x="498" y="480"/>
                    </a:cubicBezTo>
                    <a:cubicBezTo>
                      <a:pt x="501" y="486"/>
                      <a:pt x="504" y="492"/>
                      <a:pt x="501" y="498"/>
                    </a:cubicBezTo>
                    <a:cubicBezTo>
                      <a:pt x="498" y="507"/>
                      <a:pt x="501" y="510"/>
                      <a:pt x="501" y="513"/>
                    </a:cubicBezTo>
                    <a:cubicBezTo>
                      <a:pt x="504" y="519"/>
                      <a:pt x="504" y="528"/>
                      <a:pt x="507" y="528"/>
                    </a:cubicBezTo>
                    <a:cubicBezTo>
                      <a:pt x="510" y="531"/>
                      <a:pt x="513" y="534"/>
                      <a:pt x="513" y="540"/>
                    </a:cubicBezTo>
                    <a:cubicBezTo>
                      <a:pt x="516" y="543"/>
                      <a:pt x="519" y="540"/>
                      <a:pt x="519" y="546"/>
                    </a:cubicBezTo>
                    <a:cubicBezTo>
                      <a:pt x="522" y="549"/>
                      <a:pt x="522" y="549"/>
                      <a:pt x="525" y="552"/>
                    </a:cubicBezTo>
                    <a:cubicBezTo>
                      <a:pt x="528" y="555"/>
                      <a:pt x="525" y="558"/>
                      <a:pt x="525" y="561"/>
                    </a:cubicBezTo>
                    <a:cubicBezTo>
                      <a:pt x="525" y="564"/>
                      <a:pt x="531" y="567"/>
                      <a:pt x="537" y="573"/>
                    </a:cubicBezTo>
                    <a:cubicBezTo>
                      <a:pt x="543" y="579"/>
                      <a:pt x="540" y="585"/>
                      <a:pt x="543" y="585"/>
                    </a:cubicBezTo>
                    <a:cubicBezTo>
                      <a:pt x="549" y="585"/>
                      <a:pt x="552" y="588"/>
                      <a:pt x="558" y="591"/>
                    </a:cubicBezTo>
                    <a:cubicBezTo>
                      <a:pt x="561" y="594"/>
                      <a:pt x="564" y="591"/>
                      <a:pt x="567" y="591"/>
                    </a:cubicBezTo>
                    <a:cubicBezTo>
                      <a:pt x="570" y="591"/>
                      <a:pt x="576" y="600"/>
                      <a:pt x="579" y="603"/>
                    </a:cubicBezTo>
                    <a:cubicBezTo>
                      <a:pt x="579" y="606"/>
                      <a:pt x="579" y="609"/>
                      <a:pt x="579" y="612"/>
                    </a:cubicBezTo>
                    <a:cubicBezTo>
                      <a:pt x="606" y="609"/>
                      <a:pt x="606" y="609"/>
                      <a:pt x="606" y="609"/>
                    </a:cubicBezTo>
                    <a:cubicBezTo>
                      <a:pt x="606" y="609"/>
                      <a:pt x="615" y="612"/>
                      <a:pt x="618" y="615"/>
                    </a:cubicBezTo>
                    <a:cubicBezTo>
                      <a:pt x="624" y="615"/>
                      <a:pt x="648" y="624"/>
                      <a:pt x="648" y="624"/>
                    </a:cubicBezTo>
                    <a:cubicBezTo>
                      <a:pt x="681" y="624"/>
                      <a:pt x="681" y="624"/>
                      <a:pt x="681" y="624"/>
                    </a:cubicBezTo>
                    <a:cubicBezTo>
                      <a:pt x="684" y="618"/>
                      <a:pt x="684" y="618"/>
                      <a:pt x="684" y="618"/>
                    </a:cubicBezTo>
                    <a:cubicBezTo>
                      <a:pt x="702" y="618"/>
                      <a:pt x="702" y="618"/>
                      <a:pt x="702" y="618"/>
                    </a:cubicBezTo>
                    <a:cubicBezTo>
                      <a:pt x="702" y="618"/>
                      <a:pt x="711" y="630"/>
                      <a:pt x="714" y="630"/>
                    </a:cubicBezTo>
                    <a:cubicBezTo>
                      <a:pt x="717" y="633"/>
                      <a:pt x="720" y="636"/>
                      <a:pt x="720" y="639"/>
                    </a:cubicBezTo>
                    <a:cubicBezTo>
                      <a:pt x="720" y="642"/>
                      <a:pt x="723" y="645"/>
                      <a:pt x="726" y="648"/>
                    </a:cubicBezTo>
                    <a:cubicBezTo>
                      <a:pt x="729" y="648"/>
                      <a:pt x="738" y="654"/>
                      <a:pt x="738" y="654"/>
                    </a:cubicBezTo>
                    <a:cubicBezTo>
                      <a:pt x="741" y="654"/>
                      <a:pt x="741" y="642"/>
                      <a:pt x="747" y="642"/>
                    </a:cubicBezTo>
                    <a:cubicBezTo>
                      <a:pt x="753" y="645"/>
                      <a:pt x="765" y="648"/>
                      <a:pt x="768" y="654"/>
                    </a:cubicBezTo>
                    <a:cubicBezTo>
                      <a:pt x="768" y="663"/>
                      <a:pt x="777" y="669"/>
                      <a:pt x="777" y="669"/>
                    </a:cubicBezTo>
                    <a:cubicBezTo>
                      <a:pt x="780" y="672"/>
                      <a:pt x="780" y="675"/>
                      <a:pt x="780" y="678"/>
                    </a:cubicBezTo>
                    <a:cubicBezTo>
                      <a:pt x="783" y="681"/>
                      <a:pt x="783" y="684"/>
                      <a:pt x="783" y="684"/>
                    </a:cubicBezTo>
                    <a:cubicBezTo>
                      <a:pt x="786" y="684"/>
                      <a:pt x="795" y="690"/>
                      <a:pt x="798" y="690"/>
                    </a:cubicBezTo>
                    <a:cubicBezTo>
                      <a:pt x="801" y="690"/>
                      <a:pt x="801" y="693"/>
                      <a:pt x="804" y="693"/>
                    </a:cubicBezTo>
                    <a:cubicBezTo>
                      <a:pt x="804" y="684"/>
                      <a:pt x="795" y="681"/>
                      <a:pt x="801" y="678"/>
                    </a:cubicBezTo>
                    <a:cubicBezTo>
                      <a:pt x="807" y="675"/>
                      <a:pt x="801" y="669"/>
                      <a:pt x="804" y="669"/>
                    </a:cubicBezTo>
                    <a:cubicBezTo>
                      <a:pt x="807" y="666"/>
                      <a:pt x="813" y="663"/>
                      <a:pt x="813" y="660"/>
                    </a:cubicBezTo>
                    <a:cubicBezTo>
                      <a:pt x="813" y="657"/>
                      <a:pt x="816" y="657"/>
                      <a:pt x="819" y="657"/>
                    </a:cubicBezTo>
                    <a:cubicBezTo>
                      <a:pt x="822" y="660"/>
                      <a:pt x="831" y="651"/>
                      <a:pt x="831" y="648"/>
                    </a:cubicBezTo>
                    <a:cubicBezTo>
                      <a:pt x="828" y="645"/>
                      <a:pt x="831" y="645"/>
                      <a:pt x="834" y="648"/>
                    </a:cubicBezTo>
                    <a:cubicBezTo>
                      <a:pt x="840" y="648"/>
                      <a:pt x="840" y="642"/>
                      <a:pt x="843" y="642"/>
                    </a:cubicBezTo>
                    <a:cubicBezTo>
                      <a:pt x="846" y="642"/>
                      <a:pt x="849" y="645"/>
                      <a:pt x="849" y="642"/>
                    </a:cubicBezTo>
                    <a:cubicBezTo>
                      <a:pt x="849" y="639"/>
                      <a:pt x="852" y="642"/>
                      <a:pt x="852" y="645"/>
                    </a:cubicBezTo>
                    <a:cubicBezTo>
                      <a:pt x="855" y="648"/>
                      <a:pt x="861" y="648"/>
                      <a:pt x="864" y="645"/>
                    </a:cubicBezTo>
                    <a:cubicBezTo>
                      <a:pt x="864" y="642"/>
                      <a:pt x="867" y="645"/>
                      <a:pt x="870" y="648"/>
                    </a:cubicBezTo>
                    <a:cubicBezTo>
                      <a:pt x="873" y="651"/>
                      <a:pt x="876" y="651"/>
                      <a:pt x="879" y="651"/>
                    </a:cubicBezTo>
                    <a:cubicBezTo>
                      <a:pt x="885" y="651"/>
                      <a:pt x="885" y="648"/>
                      <a:pt x="885" y="645"/>
                    </a:cubicBezTo>
                    <a:cubicBezTo>
                      <a:pt x="885" y="642"/>
                      <a:pt x="891" y="654"/>
                      <a:pt x="894" y="654"/>
                    </a:cubicBezTo>
                    <a:cubicBezTo>
                      <a:pt x="900" y="654"/>
                      <a:pt x="897" y="651"/>
                      <a:pt x="891" y="648"/>
                    </a:cubicBezTo>
                    <a:cubicBezTo>
                      <a:pt x="888" y="645"/>
                      <a:pt x="894" y="645"/>
                      <a:pt x="891" y="642"/>
                    </a:cubicBezTo>
                    <a:cubicBezTo>
                      <a:pt x="888" y="639"/>
                      <a:pt x="894" y="636"/>
                      <a:pt x="900" y="636"/>
                    </a:cubicBezTo>
                    <a:cubicBezTo>
                      <a:pt x="906" y="636"/>
                      <a:pt x="906" y="639"/>
                      <a:pt x="909" y="636"/>
                    </a:cubicBezTo>
                    <a:cubicBezTo>
                      <a:pt x="909" y="630"/>
                      <a:pt x="912" y="636"/>
                      <a:pt x="912" y="639"/>
                    </a:cubicBezTo>
                    <a:cubicBezTo>
                      <a:pt x="912" y="642"/>
                      <a:pt x="921" y="636"/>
                      <a:pt x="927" y="636"/>
                    </a:cubicBezTo>
                    <a:cubicBezTo>
                      <a:pt x="933" y="636"/>
                      <a:pt x="936" y="639"/>
                      <a:pt x="939" y="642"/>
                    </a:cubicBezTo>
                    <a:cubicBezTo>
                      <a:pt x="939" y="645"/>
                      <a:pt x="942" y="648"/>
                      <a:pt x="945" y="645"/>
                    </a:cubicBezTo>
                    <a:cubicBezTo>
                      <a:pt x="948" y="642"/>
                      <a:pt x="951" y="639"/>
                      <a:pt x="957" y="642"/>
                    </a:cubicBezTo>
                    <a:cubicBezTo>
                      <a:pt x="960" y="645"/>
                      <a:pt x="963" y="648"/>
                      <a:pt x="966" y="654"/>
                    </a:cubicBezTo>
                    <a:cubicBezTo>
                      <a:pt x="972" y="657"/>
                      <a:pt x="966" y="663"/>
                      <a:pt x="966" y="666"/>
                    </a:cubicBezTo>
                    <a:cubicBezTo>
                      <a:pt x="969" y="669"/>
                      <a:pt x="966" y="675"/>
                      <a:pt x="972" y="678"/>
                    </a:cubicBezTo>
                    <a:cubicBezTo>
                      <a:pt x="978" y="681"/>
                      <a:pt x="972" y="687"/>
                      <a:pt x="978" y="690"/>
                    </a:cubicBezTo>
                    <a:cubicBezTo>
                      <a:pt x="981" y="690"/>
                      <a:pt x="984" y="696"/>
                      <a:pt x="984" y="699"/>
                    </a:cubicBezTo>
                    <a:cubicBezTo>
                      <a:pt x="984" y="702"/>
                      <a:pt x="993" y="705"/>
                      <a:pt x="993" y="702"/>
                    </a:cubicBezTo>
                    <a:cubicBezTo>
                      <a:pt x="993" y="696"/>
                      <a:pt x="996" y="690"/>
                      <a:pt x="999" y="687"/>
                    </a:cubicBezTo>
                    <a:cubicBezTo>
                      <a:pt x="999" y="684"/>
                      <a:pt x="996" y="669"/>
                      <a:pt x="993" y="666"/>
                    </a:cubicBezTo>
                    <a:cubicBezTo>
                      <a:pt x="987" y="660"/>
                      <a:pt x="993" y="660"/>
                      <a:pt x="987" y="654"/>
                    </a:cubicBezTo>
                    <a:cubicBezTo>
                      <a:pt x="984" y="648"/>
                      <a:pt x="981" y="639"/>
                      <a:pt x="981" y="633"/>
                    </a:cubicBezTo>
                    <a:cubicBezTo>
                      <a:pt x="981" y="624"/>
                      <a:pt x="990" y="612"/>
                      <a:pt x="996" y="609"/>
                    </a:cubicBezTo>
                    <a:cubicBezTo>
                      <a:pt x="999" y="606"/>
                      <a:pt x="1005" y="606"/>
                      <a:pt x="1005" y="603"/>
                    </a:cubicBezTo>
                    <a:cubicBezTo>
                      <a:pt x="1005" y="600"/>
                      <a:pt x="1011" y="594"/>
                      <a:pt x="1014" y="594"/>
                    </a:cubicBezTo>
                    <a:cubicBezTo>
                      <a:pt x="1017" y="594"/>
                      <a:pt x="1020" y="594"/>
                      <a:pt x="1020" y="591"/>
                    </a:cubicBezTo>
                    <a:cubicBezTo>
                      <a:pt x="1023" y="588"/>
                      <a:pt x="1026" y="585"/>
                      <a:pt x="1032" y="582"/>
                    </a:cubicBezTo>
                    <a:cubicBezTo>
                      <a:pt x="1041" y="582"/>
                      <a:pt x="1035" y="579"/>
                      <a:pt x="1035" y="576"/>
                    </a:cubicBezTo>
                    <a:cubicBezTo>
                      <a:pt x="1032" y="573"/>
                      <a:pt x="1035" y="570"/>
                      <a:pt x="1038" y="570"/>
                    </a:cubicBezTo>
                    <a:cubicBezTo>
                      <a:pt x="1038" y="573"/>
                      <a:pt x="1041" y="573"/>
                      <a:pt x="1044" y="573"/>
                    </a:cubicBezTo>
                    <a:cubicBezTo>
                      <a:pt x="1047" y="570"/>
                      <a:pt x="1053" y="564"/>
                      <a:pt x="1047" y="564"/>
                    </a:cubicBezTo>
                    <a:cubicBezTo>
                      <a:pt x="1041" y="564"/>
                      <a:pt x="1041" y="564"/>
                      <a:pt x="1044" y="561"/>
                    </a:cubicBezTo>
                    <a:cubicBezTo>
                      <a:pt x="1047" y="561"/>
                      <a:pt x="1044" y="555"/>
                      <a:pt x="1041" y="555"/>
                    </a:cubicBezTo>
                    <a:cubicBezTo>
                      <a:pt x="1035" y="552"/>
                      <a:pt x="1038" y="552"/>
                      <a:pt x="1041" y="549"/>
                    </a:cubicBezTo>
                    <a:cubicBezTo>
                      <a:pt x="1044" y="546"/>
                      <a:pt x="1035" y="540"/>
                      <a:pt x="1032" y="540"/>
                    </a:cubicBezTo>
                    <a:cubicBezTo>
                      <a:pt x="1029" y="537"/>
                      <a:pt x="1035" y="534"/>
                      <a:pt x="1038" y="534"/>
                    </a:cubicBezTo>
                    <a:cubicBezTo>
                      <a:pt x="1041" y="534"/>
                      <a:pt x="1038" y="522"/>
                      <a:pt x="1038" y="519"/>
                    </a:cubicBezTo>
                    <a:cubicBezTo>
                      <a:pt x="1041" y="516"/>
                      <a:pt x="1044" y="516"/>
                      <a:pt x="1044" y="519"/>
                    </a:cubicBezTo>
                    <a:cubicBezTo>
                      <a:pt x="1041" y="522"/>
                      <a:pt x="1038" y="528"/>
                      <a:pt x="1041" y="531"/>
                    </a:cubicBezTo>
                    <a:cubicBezTo>
                      <a:pt x="1044" y="534"/>
                      <a:pt x="1047" y="540"/>
                      <a:pt x="1044" y="543"/>
                    </a:cubicBezTo>
                    <a:cubicBezTo>
                      <a:pt x="1044" y="549"/>
                      <a:pt x="1047" y="549"/>
                      <a:pt x="1050" y="540"/>
                    </a:cubicBezTo>
                    <a:cubicBezTo>
                      <a:pt x="1053" y="534"/>
                      <a:pt x="1053" y="528"/>
                      <a:pt x="1050" y="525"/>
                    </a:cubicBezTo>
                    <a:cubicBezTo>
                      <a:pt x="1050" y="525"/>
                      <a:pt x="1050" y="519"/>
                      <a:pt x="1053" y="522"/>
                    </a:cubicBezTo>
                    <a:cubicBezTo>
                      <a:pt x="1056" y="525"/>
                      <a:pt x="1056" y="525"/>
                      <a:pt x="1059" y="522"/>
                    </a:cubicBezTo>
                    <a:cubicBezTo>
                      <a:pt x="1065" y="516"/>
                      <a:pt x="1068" y="510"/>
                      <a:pt x="1065" y="507"/>
                    </a:cubicBezTo>
                    <a:cubicBezTo>
                      <a:pt x="1062" y="504"/>
                      <a:pt x="1068" y="504"/>
                      <a:pt x="1071" y="504"/>
                    </a:cubicBezTo>
                    <a:cubicBezTo>
                      <a:pt x="1077" y="504"/>
                      <a:pt x="1089" y="501"/>
                      <a:pt x="1089" y="498"/>
                    </a:cubicBezTo>
                    <a:cubicBezTo>
                      <a:pt x="1092" y="495"/>
                      <a:pt x="1071" y="501"/>
                      <a:pt x="1071" y="498"/>
                    </a:cubicBezTo>
                    <a:cubicBezTo>
                      <a:pt x="1071" y="495"/>
                      <a:pt x="1083" y="492"/>
                      <a:pt x="1089" y="492"/>
                    </a:cubicBezTo>
                    <a:cubicBezTo>
                      <a:pt x="1095" y="492"/>
                      <a:pt x="1092" y="486"/>
                      <a:pt x="1095" y="489"/>
                    </a:cubicBezTo>
                    <a:cubicBezTo>
                      <a:pt x="1098" y="492"/>
                      <a:pt x="1101" y="492"/>
                      <a:pt x="1104" y="489"/>
                    </a:cubicBezTo>
                    <a:cubicBezTo>
                      <a:pt x="1107" y="486"/>
                      <a:pt x="1104" y="480"/>
                      <a:pt x="1101" y="480"/>
                    </a:cubicBezTo>
                    <a:cubicBezTo>
                      <a:pt x="1098" y="480"/>
                      <a:pt x="1104" y="477"/>
                      <a:pt x="1104" y="474"/>
                    </a:cubicBezTo>
                    <a:cubicBezTo>
                      <a:pt x="1101" y="471"/>
                      <a:pt x="1107" y="462"/>
                      <a:pt x="1110" y="462"/>
                    </a:cubicBezTo>
                    <a:cubicBezTo>
                      <a:pt x="1116" y="462"/>
                      <a:pt x="1113" y="459"/>
                      <a:pt x="1116" y="459"/>
                    </a:cubicBezTo>
                    <a:cubicBezTo>
                      <a:pt x="1122" y="459"/>
                      <a:pt x="1122" y="453"/>
                      <a:pt x="1125" y="450"/>
                    </a:cubicBezTo>
                    <a:cubicBezTo>
                      <a:pt x="1128" y="447"/>
                      <a:pt x="1134" y="456"/>
                      <a:pt x="1140" y="450"/>
                    </a:cubicBezTo>
                    <a:cubicBezTo>
                      <a:pt x="1140" y="447"/>
                      <a:pt x="1143" y="447"/>
                      <a:pt x="1149" y="444"/>
                    </a:cubicBezTo>
                    <a:cubicBezTo>
                      <a:pt x="1134" y="426"/>
                      <a:pt x="1137" y="417"/>
                      <a:pt x="1137" y="41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1" name="Freeform 134">
                <a:extLst>
                  <a:ext uri="{FF2B5EF4-FFF2-40B4-BE49-F238E27FC236}">
                    <a16:creationId xmlns:a16="http://schemas.microsoft.com/office/drawing/2014/main" id="{D6DA4517-11A9-78F9-4587-C99309E6B9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32671" y="2229909"/>
                <a:ext cx="275763" cy="194656"/>
              </a:xfrm>
              <a:custGeom>
                <a:avLst/>
                <a:gdLst>
                  <a:gd name="T0" fmla="*/ 144 w 144"/>
                  <a:gd name="T1" fmla="*/ 18 h 102"/>
                  <a:gd name="T2" fmla="*/ 132 w 144"/>
                  <a:gd name="T3" fmla="*/ 18 h 102"/>
                  <a:gd name="T4" fmla="*/ 117 w 144"/>
                  <a:gd name="T5" fmla="*/ 15 h 102"/>
                  <a:gd name="T6" fmla="*/ 114 w 144"/>
                  <a:gd name="T7" fmla="*/ 12 h 102"/>
                  <a:gd name="T8" fmla="*/ 105 w 144"/>
                  <a:gd name="T9" fmla="*/ 12 h 102"/>
                  <a:gd name="T10" fmla="*/ 93 w 144"/>
                  <a:gd name="T11" fmla="*/ 9 h 102"/>
                  <a:gd name="T12" fmla="*/ 87 w 144"/>
                  <a:gd name="T13" fmla="*/ 6 h 102"/>
                  <a:gd name="T14" fmla="*/ 66 w 144"/>
                  <a:gd name="T15" fmla="*/ 3 h 102"/>
                  <a:gd name="T16" fmla="*/ 30 w 144"/>
                  <a:gd name="T17" fmla="*/ 3 h 102"/>
                  <a:gd name="T18" fmla="*/ 15 w 144"/>
                  <a:gd name="T19" fmla="*/ 0 h 102"/>
                  <a:gd name="T20" fmla="*/ 6 w 144"/>
                  <a:gd name="T21" fmla="*/ 6 h 102"/>
                  <a:gd name="T22" fmla="*/ 6 w 144"/>
                  <a:gd name="T23" fmla="*/ 12 h 102"/>
                  <a:gd name="T24" fmla="*/ 6 w 144"/>
                  <a:gd name="T25" fmla="*/ 24 h 102"/>
                  <a:gd name="T26" fmla="*/ 9 w 144"/>
                  <a:gd name="T27" fmla="*/ 21 h 102"/>
                  <a:gd name="T28" fmla="*/ 15 w 144"/>
                  <a:gd name="T29" fmla="*/ 24 h 102"/>
                  <a:gd name="T30" fmla="*/ 21 w 144"/>
                  <a:gd name="T31" fmla="*/ 24 h 102"/>
                  <a:gd name="T32" fmla="*/ 24 w 144"/>
                  <a:gd name="T33" fmla="*/ 24 h 102"/>
                  <a:gd name="T34" fmla="*/ 33 w 144"/>
                  <a:gd name="T35" fmla="*/ 27 h 102"/>
                  <a:gd name="T36" fmla="*/ 36 w 144"/>
                  <a:gd name="T37" fmla="*/ 30 h 102"/>
                  <a:gd name="T38" fmla="*/ 27 w 144"/>
                  <a:gd name="T39" fmla="*/ 36 h 102"/>
                  <a:gd name="T40" fmla="*/ 27 w 144"/>
                  <a:gd name="T41" fmla="*/ 48 h 102"/>
                  <a:gd name="T42" fmla="*/ 27 w 144"/>
                  <a:gd name="T43" fmla="*/ 54 h 102"/>
                  <a:gd name="T44" fmla="*/ 24 w 144"/>
                  <a:gd name="T45" fmla="*/ 60 h 102"/>
                  <a:gd name="T46" fmla="*/ 27 w 144"/>
                  <a:gd name="T47" fmla="*/ 66 h 102"/>
                  <a:gd name="T48" fmla="*/ 24 w 144"/>
                  <a:gd name="T49" fmla="*/ 72 h 102"/>
                  <a:gd name="T50" fmla="*/ 27 w 144"/>
                  <a:gd name="T51" fmla="*/ 78 h 102"/>
                  <a:gd name="T52" fmla="*/ 21 w 144"/>
                  <a:gd name="T53" fmla="*/ 84 h 102"/>
                  <a:gd name="T54" fmla="*/ 24 w 144"/>
                  <a:gd name="T55" fmla="*/ 87 h 102"/>
                  <a:gd name="T56" fmla="*/ 30 w 144"/>
                  <a:gd name="T57" fmla="*/ 87 h 102"/>
                  <a:gd name="T58" fmla="*/ 42 w 144"/>
                  <a:gd name="T59" fmla="*/ 102 h 102"/>
                  <a:gd name="T60" fmla="*/ 45 w 144"/>
                  <a:gd name="T61" fmla="*/ 99 h 102"/>
                  <a:gd name="T62" fmla="*/ 51 w 144"/>
                  <a:gd name="T63" fmla="*/ 96 h 102"/>
                  <a:gd name="T64" fmla="*/ 63 w 144"/>
                  <a:gd name="T65" fmla="*/ 93 h 102"/>
                  <a:gd name="T66" fmla="*/ 78 w 144"/>
                  <a:gd name="T67" fmla="*/ 93 h 102"/>
                  <a:gd name="T68" fmla="*/ 84 w 144"/>
                  <a:gd name="T69" fmla="*/ 90 h 102"/>
                  <a:gd name="T70" fmla="*/ 93 w 144"/>
                  <a:gd name="T71" fmla="*/ 84 h 102"/>
                  <a:gd name="T72" fmla="*/ 99 w 144"/>
                  <a:gd name="T73" fmla="*/ 75 h 102"/>
                  <a:gd name="T74" fmla="*/ 105 w 144"/>
                  <a:gd name="T75" fmla="*/ 66 h 102"/>
                  <a:gd name="T76" fmla="*/ 108 w 144"/>
                  <a:gd name="T77" fmla="*/ 51 h 102"/>
                  <a:gd name="T78" fmla="*/ 117 w 144"/>
                  <a:gd name="T79" fmla="*/ 39 h 102"/>
                  <a:gd name="T80" fmla="*/ 126 w 144"/>
                  <a:gd name="T81" fmla="*/ 33 h 102"/>
                  <a:gd name="T82" fmla="*/ 138 w 144"/>
                  <a:gd name="T83" fmla="*/ 27 h 102"/>
                  <a:gd name="T84" fmla="*/ 144 w 144"/>
                  <a:gd name="T85" fmla="*/ 18 h 102"/>
                  <a:gd name="T86" fmla="*/ 144 w 144"/>
                  <a:gd name="T87" fmla="*/ 54 h 102"/>
                  <a:gd name="T88" fmla="*/ 135 w 144"/>
                  <a:gd name="T89" fmla="*/ 57 h 102"/>
                  <a:gd name="T90" fmla="*/ 144 w 144"/>
                  <a:gd name="T91" fmla="*/ 5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4" h="102">
                    <a:moveTo>
                      <a:pt x="144" y="18"/>
                    </a:moveTo>
                    <a:cubicBezTo>
                      <a:pt x="138" y="18"/>
                      <a:pt x="135" y="18"/>
                      <a:pt x="132" y="18"/>
                    </a:cubicBezTo>
                    <a:cubicBezTo>
                      <a:pt x="129" y="15"/>
                      <a:pt x="120" y="15"/>
                      <a:pt x="117" y="15"/>
                    </a:cubicBezTo>
                    <a:cubicBezTo>
                      <a:pt x="117" y="12"/>
                      <a:pt x="114" y="9"/>
                      <a:pt x="114" y="12"/>
                    </a:cubicBezTo>
                    <a:cubicBezTo>
                      <a:pt x="114" y="15"/>
                      <a:pt x="108" y="15"/>
                      <a:pt x="105" y="12"/>
                    </a:cubicBezTo>
                    <a:cubicBezTo>
                      <a:pt x="102" y="12"/>
                      <a:pt x="96" y="9"/>
                      <a:pt x="93" y="9"/>
                    </a:cubicBezTo>
                    <a:cubicBezTo>
                      <a:pt x="93" y="6"/>
                      <a:pt x="90" y="6"/>
                      <a:pt x="87" y="6"/>
                    </a:cubicBezTo>
                    <a:cubicBezTo>
                      <a:pt x="84" y="6"/>
                      <a:pt x="75" y="3"/>
                      <a:pt x="66" y="3"/>
                    </a:cubicBezTo>
                    <a:cubicBezTo>
                      <a:pt x="60" y="3"/>
                      <a:pt x="39" y="3"/>
                      <a:pt x="30" y="3"/>
                    </a:cubicBezTo>
                    <a:cubicBezTo>
                      <a:pt x="21" y="3"/>
                      <a:pt x="21" y="0"/>
                      <a:pt x="15" y="0"/>
                    </a:cubicBezTo>
                    <a:cubicBezTo>
                      <a:pt x="12" y="0"/>
                      <a:pt x="15" y="3"/>
                      <a:pt x="6" y="6"/>
                    </a:cubicBezTo>
                    <a:cubicBezTo>
                      <a:pt x="0" y="6"/>
                      <a:pt x="0" y="9"/>
                      <a:pt x="6" y="12"/>
                    </a:cubicBezTo>
                    <a:cubicBezTo>
                      <a:pt x="6" y="15"/>
                      <a:pt x="6" y="18"/>
                      <a:pt x="6" y="24"/>
                    </a:cubicBezTo>
                    <a:cubicBezTo>
                      <a:pt x="9" y="24"/>
                      <a:pt x="9" y="24"/>
                      <a:pt x="9" y="21"/>
                    </a:cubicBezTo>
                    <a:cubicBezTo>
                      <a:pt x="12" y="21"/>
                      <a:pt x="15" y="21"/>
                      <a:pt x="15" y="24"/>
                    </a:cubicBezTo>
                    <a:cubicBezTo>
                      <a:pt x="15" y="24"/>
                      <a:pt x="18" y="24"/>
                      <a:pt x="21" y="24"/>
                    </a:cubicBezTo>
                    <a:cubicBezTo>
                      <a:pt x="24" y="24"/>
                      <a:pt x="21" y="27"/>
                      <a:pt x="24" y="24"/>
                    </a:cubicBezTo>
                    <a:cubicBezTo>
                      <a:pt x="27" y="21"/>
                      <a:pt x="33" y="24"/>
                      <a:pt x="33" y="27"/>
                    </a:cubicBezTo>
                    <a:cubicBezTo>
                      <a:pt x="33" y="27"/>
                      <a:pt x="39" y="27"/>
                      <a:pt x="36" y="30"/>
                    </a:cubicBezTo>
                    <a:cubicBezTo>
                      <a:pt x="30" y="33"/>
                      <a:pt x="27" y="33"/>
                      <a:pt x="27" y="36"/>
                    </a:cubicBezTo>
                    <a:cubicBezTo>
                      <a:pt x="27" y="39"/>
                      <a:pt x="30" y="45"/>
                      <a:pt x="27" y="48"/>
                    </a:cubicBezTo>
                    <a:cubicBezTo>
                      <a:pt x="24" y="51"/>
                      <a:pt x="30" y="54"/>
                      <a:pt x="27" y="54"/>
                    </a:cubicBezTo>
                    <a:cubicBezTo>
                      <a:pt x="24" y="54"/>
                      <a:pt x="21" y="57"/>
                      <a:pt x="24" y="60"/>
                    </a:cubicBezTo>
                    <a:cubicBezTo>
                      <a:pt x="27" y="63"/>
                      <a:pt x="30" y="66"/>
                      <a:pt x="27" y="66"/>
                    </a:cubicBezTo>
                    <a:cubicBezTo>
                      <a:pt x="24" y="66"/>
                      <a:pt x="24" y="69"/>
                      <a:pt x="24" y="72"/>
                    </a:cubicBezTo>
                    <a:cubicBezTo>
                      <a:pt x="24" y="72"/>
                      <a:pt x="30" y="75"/>
                      <a:pt x="27" y="78"/>
                    </a:cubicBezTo>
                    <a:cubicBezTo>
                      <a:pt x="21" y="78"/>
                      <a:pt x="21" y="81"/>
                      <a:pt x="21" y="84"/>
                    </a:cubicBezTo>
                    <a:cubicBezTo>
                      <a:pt x="21" y="84"/>
                      <a:pt x="21" y="87"/>
                      <a:pt x="24" y="87"/>
                    </a:cubicBezTo>
                    <a:cubicBezTo>
                      <a:pt x="24" y="87"/>
                      <a:pt x="27" y="87"/>
                      <a:pt x="30" y="87"/>
                    </a:cubicBezTo>
                    <a:cubicBezTo>
                      <a:pt x="33" y="90"/>
                      <a:pt x="36" y="102"/>
                      <a:pt x="42" y="102"/>
                    </a:cubicBezTo>
                    <a:cubicBezTo>
                      <a:pt x="45" y="102"/>
                      <a:pt x="45" y="99"/>
                      <a:pt x="45" y="99"/>
                    </a:cubicBezTo>
                    <a:cubicBezTo>
                      <a:pt x="48" y="96"/>
                      <a:pt x="51" y="96"/>
                      <a:pt x="51" y="96"/>
                    </a:cubicBezTo>
                    <a:cubicBezTo>
                      <a:pt x="54" y="96"/>
                      <a:pt x="57" y="93"/>
                      <a:pt x="63" y="93"/>
                    </a:cubicBezTo>
                    <a:cubicBezTo>
                      <a:pt x="69" y="93"/>
                      <a:pt x="72" y="93"/>
                      <a:pt x="78" y="93"/>
                    </a:cubicBezTo>
                    <a:cubicBezTo>
                      <a:pt x="81" y="93"/>
                      <a:pt x="84" y="93"/>
                      <a:pt x="84" y="90"/>
                    </a:cubicBezTo>
                    <a:cubicBezTo>
                      <a:pt x="87" y="87"/>
                      <a:pt x="90" y="84"/>
                      <a:pt x="93" y="84"/>
                    </a:cubicBezTo>
                    <a:cubicBezTo>
                      <a:pt x="99" y="81"/>
                      <a:pt x="99" y="78"/>
                      <a:pt x="99" y="75"/>
                    </a:cubicBezTo>
                    <a:cubicBezTo>
                      <a:pt x="99" y="72"/>
                      <a:pt x="105" y="69"/>
                      <a:pt x="105" y="66"/>
                    </a:cubicBezTo>
                    <a:cubicBezTo>
                      <a:pt x="108" y="63"/>
                      <a:pt x="102" y="57"/>
                      <a:pt x="108" y="51"/>
                    </a:cubicBezTo>
                    <a:cubicBezTo>
                      <a:pt x="111" y="42"/>
                      <a:pt x="117" y="42"/>
                      <a:pt x="117" y="39"/>
                    </a:cubicBezTo>
                    <a:cubicBezTo>
                      <a:pt x="117" y="36"/>
                      <a:pt x="120" y="33"/>
                      <a:pt x="126" y="33"/>
                    </a:cubicBezTo>
                    <a:cubicBezTo>
                      <a:pt x="132" y="33"/>
                      <a:pt x="135" y="30"/>
                      <a:pt x="138" y="27"/>
                    </a:cubicBezTo>
                    <a:cubicBezTo>
                      <a:pt x="144" y="24"/>
                      <a:pt x="144" y="21"/>
                      <a:pt x="144" y="18"/>
                    </a:cubicBezTo>
                    <a:close/>
                    <a:moveTo>
                      <a:pt x="144" y="54"/>
                    </a:moveTo>
                    <a:cubicBezTo>
                      <a:pt x="144" y="48"/>
                      <a:pt x="132" y="54"/>
                      <a:pt x="135" y="57"/>
                    </a:cubicBezTo>
                    <a:cubicBezTo>
                      <a:pt x="138" y="60"/>
                      <a:pt x="144" y="60"/>
                      <a:pt x="144" y="5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2" name="Freeform 135">
                <a:extLst>
                  <a:ext uri="{FF2B5EF4-FFF2-40B4-BE49-F238E27FC236}">
                    <a16:creationId xmlns:a16="http://schemas.microsoft.com/office/drawing/2014/main" id="{B2555313-00A1-5695-6CD8-360B159DD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257" y="2143395"/>
                <a:ext cx="74348" cy="40553"/>
              </a:xfrm>
              <a:custGeom>
                <a:avLst/>
                <a:gdLst>
                  <a:gd name="T0" fmla="*/ 0 w 39"/>
                  <a:gd name="T1" fmla="*/ 18 h 21"/>
                  <a:gd name="T2" fmla="*/ 6 w 39"/>
                  <a:gd name="T3" fmla="*/ 18 h 21"/>
                  <a:gd name="T4" fmla="*/ 9 w 39"/>
                  <a:gd name="T5" fmla="*/ 21 h 21"/>
                  <a:gd name="T6" fmla="*/ 18 w 39"/>
                  <a:gd name="T7" fmla="*/ 18 h 21"/>
                  <a:gd name="T8" fmla="*/ 24 w 39"/>
                  <a:gd name="T9" fmla="*/ 18 h 21"/>
                  <a:gd name="T10" fmla="*/ 27 w 39"/>
                  <a:gd name="T11" fmla="*/ 15 h 21"/>
                  <a:gd name="T12" fmla="*/ 30 w 39"/>
                  <a:gd name="T13" fmla="*/ 9 h 21"/>
                  <a:gd name="T14" fmla="*/ 39 w 39"/>
                  <a:gd name="T15" fmla="*/ 3 h 21"/>
                  <a:gd name="T16" fmla="*/ 36 w 39"/>
                  <a:gd name="T17" fmla="*/ 0 h 21"/>
                  <a:gd name="T18" fmla="*/ 27 w 39"/>
                  <a:gd name="T19" fmla="*/ 3 h 21"/>
                  <a:gd name="T20" fmla="*/ 18 w 39"/>
                  <a:gd name="T21" fmla="*/ 6 h 21"/>
                  <a:gd name="T22" fmla="*/ 6 w 39"/>
                  <a:gd name="T23" fmla="*/ 3 h 21"/>
                  <a:gd name="T24" fmla="*/ 0 w 39"/>
                  <a:gd name="T25" fmla="*/ 3 h 21"/>
                  <a:gd name="T26" fmla="*/ 0 w 39"/>
                  <a:gd name="T27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21">
                    <a:moveTo>
                      <a:pt x="0" y="18"/>
                    </a:moveTo>
                    <a:cubicBezTo>
                      <a:pt x="3" y="18"/>
                      <a:pt x="6" y="15"/>
                      <a:pt x="6" y="18"/>
                    </a:cubicBezTo>
                    <a:cubicBezTo>
                      <a:pt x="9" y="18"/>
                      <a:pt x="9" y="18"/>
                      <a:pt x="9" y="21"/>
                    </a:cubicBezTo>
                    <a:cubicBezTo>
                      <a:pt x="12" y="21"/>
                      <a:pt x="15" y="18"/>
                      <a:pt x="18" y="18"/>
                    </a:cubicBezTo>
                    <a:cubicBezTo>
                      <a:pt x="18" y="18"/>
                      <a:pt x="24" y="21"/>
                      <a:pt x="24" y="18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30" y="15"/>
                      <a:pt x="30" y="9"/>
                      <a:pt x="30" y="9"/>
                    </a:cubicBezTo>
                    <a:cubicBezTo>
                      <a:pt x="33" y="9"/>
                      <a:pt x="39" y="3"/>
                      <a:pt x="39" y="3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3" y="0"/>
                      <a:pt x="33" y="3"/>
                      <a:pt x="27" y="3"/>
                    </a:cubicBezTo>
                    <a:cubicBezTo>
                      <a:pt x="24" y="3"/>
                      <a:pt x="21" y="6"/>
                      <a:pt x="18" y="6"/>
                    </a:cubicBezTo>
                    <a:cubicBezTo>
                      <a:pt x="15" y="6"/>
                      <a:pt x="9" y="3"/>
                      <a:pt x="6" y="3"/>
                    </a:cubicBezTo>
                    <a:cubicBezTo>
                      <a:pt x="3" y="3"/>
                      <a:pt x="3" y="3"/>
                      <a:pt x="0" y="3"/>
                    </a:cubicBezTo>
                    <a:cubicBezTo>
                      <a:pt x="0" y="6"/>
                      <a:pt x="0" y="12"/>
                      <a:pt x="0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3" name="Freeform 136">
                <a:extLst>
                  <a:ext uri="{FF2B5EF4-FFF2-40B4-BE49-F238E27FC236}">
                    <a16:creationId xmlns:a16="http://schemas.microsoft.com/office/drawing/2014/main" id="{4657D2C2-729D-8A9C-CE21-10E0A70DFB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3953" y="2281277"/>
                <a:ext cx="137882" cy="166269"/>
              </a:xfrm>
              <a:custGeom>
                <a:avLst/>
                <a:gdLst>
                  <a:gd name="T0" fmla="*/ 69 w 72"/>
                  <a:gd name="T1" fmla="*/ 0 h 87"/>
                  <a:gd name="T2" fmla="*/ 66 w 72"/>
                  <a:gd name="T3" fmla="*/ 0 h 87"/>
                  <a:gd name="T4" fmla="*/ 60 w 72"/>
                  <a:gd name="T5" fmla="*/ 3 h 87"/>
                  <a:gd name="T6" fmla="*/ 48 w 72"/>
                  <a:gd name="T7" fmla="*/ 3 h 87"/>
                  <a:gd name="T8" fmla="*/ 33 w 72"/>
                  <a:gd name="T9" fmla="*/ 3 h 87"/>
                  <a:gd name="T10" fmla="*/ 33 w 72"/>
                  <a:gd name="T11" fmla="*/ 3 h 87"/>
                  <a:gd name="T12" fmla="*/ 24 w 72"/>
                  <a:gd name="T13" fmla="*/ 6 h 87"/>
                  <a:gd name="T14" fmla="*/ 18 w 72"/>
                  <a:gd name="T15" fmla="*/ 9 h 87"/>
                  <a:gd name="T16" fmla="*/ 9 w 72"/>
                  <a:gd name="T17" fmla="*/ 12 h 87"/>
                  <a:gd name="T18" fmla="*/ 6 w 72"/>
                  <a:gd name="T19" fmla="*/ 18 h 87"/>
                  <a:gd name="T20" fmla="*/ 3 w 72"/>
                  <a:gd name="T21" fmla="*/ 21 h 87"/>
                  <a:gd name="T22" fmla="*/ 0 w 72"/>
                  <a:gd name="T23" fmla="*/ 27 h 87"/>
                  <a:gd name="T24" fmla="*/ 0 w 72"/>
                  <a:gd name="T25" fmla="*/ 27 h 87"/>
                  <a:gd name="T26" fmla="*/ 6 w 72"/>
                  <a:gd name="T27" fmla="*/ 39 h 87"/>
                  <a:gd name="T28" fmla="*/ 15 w 72"/>
                  <a:gd name="T29" fmla="*/ 42 h 87"/>
                  <a:gd name="T30" fmla="*/ 24 w 72"/>
                  <a:gd name="T31" fmla="*/ 45 h 87"/>
                  <a:gd name="T32" fmla="*/ 12 w 72"/>
                  <a:gd name="T33" fmla="*/ 45 h 87"/>
                  <a:gd name="T34" fmla="*/ 15 w 72"/>
                  <a:gd name="T35" fmla="*/ 54 h 87"/>
                  <a:gd name="T36" fmla="*/ 21 w 72"/>
                  <a:gd name="T37" fmla="*/ 63 h 87"/>
                  <a:gd name="T38" fmla="*/ 30 w 72"/>
                  <a:gd name="T39" fmla="*/ 69 h 87"/>
                  <a:gd name="T40" fmla="*/ 30 w 72"/>
                  <a:gd name="T41" fmla="*/ 57 h 87"/>
                  <a:gd name="T42" fmla="*/ 36 w 72"/>
                  <a:gd name="T43" fmla="*/ 57 h 87"/>
                  <a:gd name="T44" fmla="*/ 33 w 72"/>
                  <a:gd name="T45" fmla="*/ 51 h 87"/>
                  <a:gd name="T46" fmla="*/ 36 w 72"/>
                  <a:gd name="T47" fmla="*/ 48 h 87"/>
                  <a:gd name="T48" fmla="*/ 45 w 72"/>
                  <a:gd name="T49" fmla="*/ 48 h 87"/>
                  <a:gd name="T50" fmla="*/ 39 w 72"/>
                  <a:gd name="T51" fmla="*/ 39 h 87"/>
                  <a:gd name="T52" fmla="*/ 30 w 72"/>
                  <a:gd name="T53" fmla="*/ 39 h 87"/>
                  <a:gd name="T54" fmla="*/ 36 w 72"/>
                  <a:gd name="T55" fmla="*/ 33 h 87"/>
                  <a:gd name="T56" fmla="*/ 27 w 72"/>
                  <a:gd name="T57" fmla="*/ 21 h 87"/>
                  <a:gd name="T58" fmla="*/ 30 w 72"/>
                  <a:gd name="T59" fmla="*/ 18 h 87"/>
                  <a:gd name="T60" fmla="*/ 39 w 72"/>
                  <a:gd name="T61" fmla="*/ 18 h 87"/>
                  <a:gd name="T62" fmla="*/ 42 w 72"/>
                  <a:gd name="T63" fmla="*/ 12 h 87"/>
                  <a:gd name="T64" fmla="*/ 48 w 72"/>
                  <a:gd name="T65" fmla="*/ 12 h 87"/>
                  <a:gd name="T66" fmla="*/ 57 w 72"/>
                  <a:gd name="T67" fmla="*/ 9 h 87"/>
                  <a:gd name="T68" fmla="*/ 66 w 72"/>
                  <a:gd name="T69" fmla="*/ 12 h 87"/>
                  <a:gd name="T70" fmla="*/ 69 w 72"/>
                  <a:gd name="T71" fmla="*/ 9 h 87"/>
                  <a:gd name="T72" fmla="*/ 72 w 72"/>
                  <a:gd name="T73" fmla="*/ 3 h 87"/>
                  <a:gd name="T74" fmla="*/ 69 w 72"/>
                  <a:gd name="T75" fmla="*/ 0 h 87"/>
                  <a:gd name="T76" fmla="*/ 60 w 72"/>
                  <a:gd name="T77" fmla="*/ 84 h 87"/>
                  <a:gd name="T78" fmla="*/ 42 w 72"/>
                  <a:gd name="T79" fmla="*/ 81 h 87"/>
                  <a:gd name="T80" fmla="*/ 36 w 72"/>
                  <a:gd name="T81" fmla="*/ 84 h 87"/>
                  <a:gd name="T82" fmla="*/ 54 w 72"/>
                  <a:gd name="T83" fmla="*/ 87 h 87"/>
                  <a:gd name="T84" fmla="*/ 69 w 72"/>
                  <a:gd name="T85" fmla="*/ 84 h 87"/>
                  <a:gd name="T86" fmla="*/ 60 w 72"/>
                  <a:gd name="T87" fmla="*/ 8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87">
                    <a:moveTo>
                      <a:pt x="69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66" y="3"/>
                      <a:pt x="63" y="3"/>
                      <a:pt x="60" y="3"/>
                    </a:cubicBezTo>
                    <a:cubicBezTo>
                      <a:pt x="60" y="3"/>
                      <a:pt x="51" y="3"/>
                      <a:pt x="48" y="3"/>
                    </a:cubicBezTo>
                    <a:cubicBezTo>
                      <a:pt x="48" y="0"/>
                      <a:pt x="39" y="0"/>
                      <a:pt x="33" y="3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3"/>
                      <a:pt x="24" y="9"/>
                      <a:pt x="24" y="6"/>
                    </a:cubicBezTo>
                    <a:cubicBezTo>
                      <a:pt x="21" y="6"/>
                      <a:pt x="21" y="9"/>
                      <a:pt x="18" y="9"/>
                    </a:cubicBezTo>
                    <a:cubicBezTo>
                      <a:pt x="15" y="12"/>
                      <a:pt x="9" y="9"/>
                      <a:pt x="9" y="12"/>
                    </a:cubicBezTo>
                    <a:cubicBezTo>
                      <a:pt x="9" y="12"/>
                      <a:pt x="9" y="15"/>
                      <a:pt x="6" y="18"/>
                    </a:cubicBezTo>
                    <a:cubicBezTo>
                      <a:pt x="3" y="21"/>
                      <a:pt x="6" y="21"/>
                      <a:pt x="3" y="21"/>
                    </a:cubicBezTo>
                    <a:cubicBezTo>
                      <a:pt x="0" y="21"/>
                      <a:pt x="0" y="24"/>
                      <a:pt x="0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30"/>
                      <a:pt x="6" y="33"/>
                      <a:pt x="6" y="39"/>
                    </a:cubicBezTo>
                    <a:cubicBezTo>
                      <a:pt x="6" y="42"/>
                      <a:pt x="12" y="45"/>
                      <a:pt x="15" y="42"/>
                    </a:cubicBezTo>
                    <a:cubicBezTo>
                      <a:pt x="18" y="39"/>
                      <a:pt x="24" y="42"/>
                      <a:pt x="24" y="45"/>
                    </a:cubicBezTo>
                    <a:cubicBezTo>
                      <a:pt x="24" y="45"/>
                      <a:pt x="18" y="42"/>
                      <a:pt x="12" y="45"/>
                    </a:cubicBezTo>
                    <a:cubicBezTo>
                      <a:pt x="9" y="48"/>
                      <a:pt x="15" y="51"/>
                      <a:pt x="15" y="54"/>
                    </a:cubicBezTo>
                    <a:cubicBezTo>
                      <a:pt x="15" y="57"/>
                      <a:pt x="18" y="63"/>
                      <a:pt x="21" y="63"/>
                    </a:cubicBezTo>
                    <a:cubicBezTo>
                      <a:pt x="24" y="63"/>
                      <a:pt x="30" y="69"/>
                      <a:pt x="30" y="69"/>
                    </a:cubicBezTo>
                    <a:cubicBezTo>
                      <a:pt x="33" y="66"/>
                      <a:pt x="27" y="57"/>
                      <a:pt x="30" y="57"/>
                    </a:cubicBezTo>
                    <a:cubicBezTo>
                      <a:pt x="30" y="54"/>
                      <a:pt x="36" y="60"/>
                      <a:pt x="36" y="57"/>
                    </a:cubicBezTo>
                    <a:cubicBezTo>
                      <a:pt x="39" y="54"/>
                      <a:pt x="36" y="51"/>
                      <a:pt x="33" y="51"/>
                    </a:cubicBezTo>
                    <a:cubicBezTo>
                      <a:pt x="27" y="51"/>
                      <a:pt x="33" y="48"/>
                      <a:pt x="36" y="48"/>
                    </a:cubicBezTo>
                    <a:cubicBezTo>
                      <a:pt x="39" y="51"/>
                      <a:pt x="42" y="48"/>
                      <a:pt x="45" y="48"/>
                    </a:cubicBezTo>
                    <a:cubicBezTo>
                      <a:pt x="45" y="48"/>
                      <a:pt x="48" y="42"/>
                      <a:pt x="39" y="39"/>
                    </a:cubicBezTo>
                    <a:cubicBezTo>
                      <a:pt x="33" y="39"/>
                      <a:pt x="36" y="45"/>
                      <a:pt x="30" y="39"/>
                    </a:cubicBezTo>
                    <a:cubicBezTo>
                      <a:pt x="27" y="36"/>
                      <a:pt x="36" y="36"/>
                      <a:pt x="36" y="33"/>
                    </a:cubicBezTo>
                    <a:cubicBezTo>
                      <a:pt x="36" y="30"/>
                      <a:pt x="30" y="24"/>
                      <a:pt x="27" y="21"/>
                    </a:cubicBezTo>
                    <a:cubicBezTo>
                      <a:pt x="24" y="18"/>
                      <a:pt x="30" y="15"/>
                      <a:pt x="30" y="18"/>
                    </a:cubicBezTo>
                    <a:cubicBezTo>
                      <a:pt x="33" y="21"/>
                      <a:pt x="39" y="21"/>
                      <a:pt x="39" y="18"/>
                    </a:cubicBezTo>
                    <a:cubicBezTo>
                      <a:pt x="42" y="18"/>
                      <a:pt x="36" y="12"/>
                      <a:pt x="42" y="12"/>
                    </a:cubicBezTo>
                    <a:cubicBezTo>
                      <a:pt x="48" y="9"/>
                      <a:pt x="48" y="12"/>
                      <a:pt x="48" y="12"/>
                    </a:cubicBezTo>
                    <a:cubicBezTo>
                      <a:pt x="51" y="12"/>
                      <a:pt x="54" y="9"/>
                      <a:pt x="57" y="9"/>
                    </a:cubicBezTo>
                    <a:cubicBezTo>
                      <a:pt x="60" y="9"/>
                      <a:pt x="63" y="9"/>
                      <a:pt x="66" y="12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6"/>
                      <a:pt x="72" y="6"/>
                      <a:pt x="72" y="3"/>
                    </a:cubicBezTo>
                    <a:cubicBezTo>
                      <a:pt x="72" y="3"/>
                      <a:pt x="72" y="0"/>
                      <a:pt x="69" y="0"/>
                    </a:cubicBezTo>
                    <a:close/>
                    <a:moveTo>
                      <a:pt x="60" y="84"/>
                    </a:moveTo>
                    <a:cubicBezTo>
                      <a:pt x="57" y="81"/>
                      <a:pt x="45" y="84"/>
                      <a:pt x="42" y="81"/>
                    </a:cubicBezTo>
                    <a:cubicBezTo>
                      <a:pt x="39" y="78"/>
                      <a:pt x="33" y="84"/>
                      <a:pt x="36" y="84"/>
                    </a:cubicBezTo>
                    <a:cubicBezTo>
                      <a:pt x="39" y="84"/>
                      <a:pt x="45" y="87"/>
                      <a:pt x="54" y="87"/>
                    </a:cubicBezTo>
                    <a:cubicBezTo>
                      <a:pt x="60" y="87"/>
                      <a:pt x="69" y="84"/>
                      <a:pt x="69" y="84"/>
                    </a:cubicBezTo>
                    <a:cubicBezTo>
                      <a:pt x="69" y="81"/>
                      <a:pt x="63" y="84"/>
                      <a:pt x="60" y="8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4" name="Freeform 137">
                <a:extLst>
                  <a:ext uri="{FF2B5EF4-FFF2-40B4-BE49-F238E27FC236}">
                    <a16:creationId xmlns:a16="http://schemas.microsoft.com/office/drawing/2014/main" id="{7F7FF81C-6ACD-DFA9-9B3F-F1EBDC2C8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6736" y="2424565"/>
                <a:ext cx="58127" cy="35146"/>
              </a:xfrm>
              <a:custGeom>
                <a:avLst/>
                <a:gdLst>
                  <a:gd name="T0" fmla="*/ 21 w 30"/>
                  <a:gd name="T1" fmla="*/ 12 h 18"/>
                  <a:gd name="T2" fmla="*/ 27 w 30"/>
                  <a:gd name="T3" fmla="*/ 6 h 18"/>
                  <a:gd name="T4" fmla="*/ 27 w 30"/>
                  <a:gd name="T5" fmla="*/ 3 h 18"/>
                  <a:gd name="T6" fmla="*/ 9 w 30"/>
                  <a:gd name="T7" fmla="*/ 9 h 18"/>
                  <a:gd name="T8" fmla="*/ 6 w 30"/>
                  <a:gd name="T9" fmla="*/ 15 h 18"/>
                  <a:gd name="T10" fmla="*/ 21 w 30"/>
                  <a:gd name="T1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8">
                    <a:moveTo>
                      <a:pt x="21" y="12"/>
                    </a:moveTo>
                    <a:cubicBezTo>
                      <a:pt x="21" y="12"/>
                      <a:pt x="24" y="6"/>
                      <a:pt x="27" y="6"/>
                    </a:cubicBezTo>
                    <a:cubicBezTo>
                      <a:pt x="30" y="3"/>
                      <a:pt x="30" y="0"/>
                      <a:pt x="27" y="3"/>
                    </a:cubicBezTo>
                    <a:cubicBezTo>
                      <a:pt x="24" y="6"/>
                      <a:pt x="18" y="9"/>
                      <a:pt x="9" y="9"/>
                    </a:cubicBezTo>
                    <a:cubicBezTo>
                      <a:pt x="3" y="9"/>
                      <a:pt x="0" y="12"/>
                      <a:pt x="6" y="15"/>
                    </a:cubicBezTo>
                    <a:cubicBezTo>
                      <a:pt x="12" y="18"/>
                      <a:pt x="21" y="15"/>
                      <a:pt x="21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5" name="Freeform 138">
                <a:extLst>
                  <a:ext uri="{FF2B5EF4-FFF2-40B4-BE49-F238E27FC236}">
                    <a16:creationId xmlns:a16="http://schemas.microsoft.com/office/drawing/2014/main" id="{C3E53629-BC01-3037-86CD-5DDD52A21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948" y="1521576"/>
                <a:ext cx="229803" cy="121660"/>
              </a:xfrm>
              <a:custGeom>
                <a:avLst/>
                <a:gdLst>
                  <a:gd name="T0" fmla="*/ 102 w 120"/>
                  <a:gd name="T1" fmla="*/ 45 h 63"/>
                  <a:gd name="T2" fmla="*/ 111 w 120"/>
                  <a:gd name="T3" fmla="*/ 36 h 63"/>
                  <a:gd name="T4" fmla="*/ 120 w 120"/>
                  <a:gd name="T5" fmla="*/ 30 h 63"/>
                  <a:gd name="T6" fmla="*/ 114 w 120"/>
                  <a:gd name="T7" fmla="*/ 21 h 63"/>
                  <a:gd name="T8" fmla="*/ 108 w 120"/>
                  <a:gd name="T9" fmla="*/ 15 h 63"/>
                  <a:gd name="T10" fmla="*/ 105 w 120"/>
                  <a:gd name="T11" fmla="*/ 6 h 63"/>
                  <a:gd name="T12" fmla="*/ 99 w 120"/>
                  <a:gd name="T13" fmla="*/ 9 h 63"/>
                  <a:gd name="T14" fmla="*/ 87 w 120"/>
                  <a:gd name="T15" fmla="*/ 3 h 63"/>
                  <a:gd name="T16" fmla="*/ 87 w 120"/>
                  <a:gd name="T17" fmla="*/ 9 h 63"/>
                  <a:gd name="T18" fmla="*/ 78 w 120"/>
                  <a:gd name="T19" fmla="*/ 9 h 63"/>
                  <a:gd name="T20" fmla="*/ 75 w 120"/>
                  <a:gd name="T21" fmla="*/ 9 h 63"/>
                  <a:gd name="T22" fmla="*/ 69 w 120"/>
                  <a:gd name="T23" fmla="*/ 12 h 63"/>
                  <a:gd name="T24" fmla="*/ 63 w 120"/>
                  <a:gd name="T25" fmla="*/ 9 h 63"/>
                  <a:gd name="T26" fmla="*/ 54 w 120"/>
                  <a:gd name="T27" fmla="*/ 15 h 63"/>
                  <a:gd name="T28" fmla="*/ 51 w 120"/>
                  <a:gd name="T29" fmla="*/ 12 h 63"/>
                  <a:gd name="T30" fmla="*/ 45 w 120"/>
                  <a:gd name="T31" fmla="*/ 15 h 63"/>
                  <a:gd name="T32" fmla="*/ 45 w 120"/>
                  <a:gd name="T33" fmla="*/ 21 h 63"/>
                  <a:gd name="T34" fmla="*/ 36 w 120"/>
                  <a:gd name="T35" fmla="*/ 24 h 63"/>
                  <a:gd name="T36" fmla="*/ 33 w 120"/>
                  <a:gd name="T37" fmla="*/ 15 h 63"/>
                  <a:gd name="T38" fmla="*/ 15 w 120"/>
                  <a:gd name="T39" fmla="*/ 3 h 63"/>
                  <a:gd name="T40" fmla="*/ 18 w 120"/>
                  <a:gd name="T41" fmla="*/ 9 h 63"/>
                  <a:gd name="T42" fmla="*/ 15 w 120"/>
                  <a:gd name="T43" fmla="*/ 9 h 63"/>
                  <a:gd name="T44" fmla="*/ 6 w 120"/>
                  <a:gd name="T45" fmla="*/ 12 h 63"/>
                  <a:gd name="T46" fmla="*/ 0 w 120"/>
                  <a:gd name="T47" fmla="*/ 21 h 63"/>
                  <a:gd name="T48" fmla="*/ 12 w 120"/>
                  <a:gd name="T49" fmla="*/ 24 h 63"/>
                  <a:gd name="T50" fmla="*/ 24 w 120"/>
                  <a:gd name="T51" fmla="*/ 24 h 63"/>
                  <a:gd name="T52" fmla="*/ 24 w 120"/>
                  <a:gd name="T53" fmla="*/ 27 h 63"/>
                  <a:gd name="T54" fmla="*/ 18 w 120"/>
                  <a:gd name="T55" fmla="*/ 30 h 63"/>
                  <a:gd name="T56" fmla="*/ 3 w 120"/>
                  <a:gd name="T57" fmla="*/ 36 h 63"/>
                  <a:gd name="T58" fmla="*/ 21 w 120"/>
                  <a:gd name="T59" fmla="*/ 36 h 63"/>
                  <a:gd name="T60" fmla="*/ 24 w 120"/>
                  <a:gd name="T61" fmla="*/ 39 h 63"/>
                  <a:gd name="T62" fmla="*/ 27 w 120"/>
                  <a:gd name="T63" fmla="*/ 42 h 63"/>
                  <a:gd name="T64" fmla="*/ 24 w 120"/>
                  <a:gd name="T65" fmla="*/ 48 h 63"/>
                  <a:gd name="T66" fmla="*/ 18 w 120"/>
                  <a:gd name="T67" fmla="*/ 51 h 63"/>
                  <a:gd name="T68" fmla="*/ 33 w 120"/>
                  <a:gd name="T69" fmla="*/ 51 h 63"/>
                  <a:gd name="T70" fmla="*/ 54 w 120"/>
                  <a:gd name="T71" fmla="*/ 60 h 63"/>
                  <a:gd name="T72" fmla="*/ 72 w 120"/>
                  <a:gd name="T73" fmla="*/ 54 h 63"/>
                  <a:gd name="T74" fmla="*/ 87 w 120"/>
                  <a:gd name="T75" fmla="*/ 51 h 63"/>
                  <a:gd name="T76" fmla="*/ 102 w 120"/>
                  <a:gd name="T77" fmla="*/ 4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0" h="63">
                    <a:moveTo>
                      <a:pt x="102" y="45"/>
                    </a:moveTo>
                    <a:cubicBezTo>
                      <a:pt x="108" y="45"/>
                      <a:pt x="108" y="36"/>
                      <a:pt x="111" y="36"/>
                    </a:cubicBezTo>
                    <a:cubicBezTo>
                      <a:pt x="114" y="39"/>
                      <a:pt x="117" y="33"/>
                      <a:pt x="120" y="30"/>
                    </a:cubicBezTo>
                    <a:cubicBezTo>
                      <a:pt x="120" y="27"/>
                      <a:pt x="117" y="21"/>
                      <a:pt x="114" y="21"/>
                    </a:cubicBezTo>
                    <a:cubicBezTo>
                      <a:pt x="111" y="21"/>
                      <a:pt x="108" y="18"/>
                      <a:pt x="108" y="15"/>
                    </a:cubicBezTo>
                    <a:cubicBezTo>
                      <a:pt x="108" y="12"/>
                      <a:pt x="105" y="9"/>
                      <a:pt x="105" y="6"/>
                    </a:cubicBezTo>
                    <a:cubicBezTo>
                      <a:pt x="105" y="6"/>
                      <a:pt x="102" y="6"/>
                      <a:pt x="99" y="9"/>
                    </a:cubicBezTo>
                    <a:cubicBezTo>
                      <a:pt x="96" y="9"/>
                      <a:pt x="90" y="0"/>
                      <a:pt x="87" y="3"/>
                    </a:cubicBezTo>
                    <a:cubicBezTo>
                      <a:pt x="84" y="3"/>
                      <a:pt x="87" y="6"/>
                      <a:pt x="87" y="9"/>
                    </a:cubicBezTo>
                    <a:cubicBezTo>
                      <a:pt x="84" y="12"/>
                      <a:pt x="78" y="9"/>
                      <a:pt x="78" y="9"/>
                    </a:cubicBezTo>
                    <a:cubicBezTo>
                      <a:pt x="78" y="12"/>
                      <a:pt x="78" y="12"/>
                      <a:pt x="75" y="9"/>
                    </a:cubicBezTo>
                    <a:cubicBezTo>
                      <a:pt x="72" y="9"/>
                      <a:pt x="69" y="9"/>
                      <a:pt x="69" y="12"/>
                    </a:cubicBezTo>
                    <a:cubicBezTo>
                      <a:pt x="69" y="12"/>
                      <a:pt x="66" y="12"/>
                      <a:pt x="63" y="9"/>
                    </a:cubicBezTo>
                    <a:cubicBezTo>
                      <a:pt x="60" y="6"/>
                      <a:pt x="54" y="12"/>
                      <a:pt x="54" y="15"/>
                    </a:cubicBezTo>
                    <a:cubicBezTo>
                      <a:pt x="54" y="18"/>
                      <a:pt x="54" y="18"/>
                      <a:pt x="51" y="12"/>
                    </a:cubicBezTo>
                    <a:cubicBezTo>
                      <a:pt x="48" y="6"/>
                      <a:pt x="45" y="12"/>
                      <a:pt x="45" y="15"/>
                    </a:cubicBezTo>
                    <a:cubicBezTo>
                      <a:pt x="48" y="18"/>
                      <a:pt x="45" y="21"/>
                      <a:pt x="45" y="21"/>
                    </a:cubicBezTo>
                    <a:cubicBezTo>
                      <a:pt x="42" y="18"/>
                      <a:pt x="39" y="21"/>
                      <a:pt x="36" y="24"/>
                    </a:cubicBezTo>
                    <a:cubicBezTo>
                      <a:pt x="36" y="27"/>
                      <a:pt x="30" y="18"/>
                      <a:pt x="33" y="15"/>
                    </a:cubicBezTo>
                    <a:cubicBezTo>
                      <a:pt x="36" y="12"/>
                      <a:pt x="21" y="3"/>
                      <a:pt x="15" y="3"/>
                    </a:cubicBezTo>
                    <a:cubicBezTo>
                      <a:pt x="12" y="3"/>
                      <a:pt x="15" y="6"/>
                      <a:pt x="18" y="9"/>
                    </a:cubicBezTo>
                    <a:cubicBezTo>
                      <a:pt x="21" y="12"/>
                      <a:pt x="15" y="12"/>
                      <a:pt x="15" y="9"/>
                    </a:cubicBezTo>
                    <a:cubicBezTo>
                      <a:pt x="12" y="6"/>
                      <a:pt x="9" y="9"/>
                      <a:pt x="6" y="12"/>
                    </a:cubicBezTo>
                    <a:cubicBezTo>
                      <a:pt x="3" y="15"/>
                      <a:pt x="0" y="18"/>
                      <a:pt x="0" y="21"/>
                    </a:cubicBezTo>
                    <a:cubicBezTo>
                      <a:pt x="0" y="21"/>
                      <a:pt x="6" y="24"/>
                      <a:pt x="12" y="24"/>
                    </a:cubicBezTo>
                    <a:cubicBezTo>
                      <a:pt x="18" y="21"/>
                      <a:pt x="24" y="21"/>
                      <a:pt x="24" y="24"/>
                    </a:cubicBezTo>
                    <a:cubicBezTo>
                      <a:pt x="27" y="24"/>
                      <a:pt x="21" y="27"/>
                      <a:pt x="24" y="27"/>
                    </a:cubicBezTo>
                    <a:cubicBezTo>
                      <a:pt x="27" y="30"/>
                      <a:pt x="24" y="33"/>
                      <a:pt x="18" y="30"/>
                    </a:cubicBezTo>
                    <a:cubicBezTo>
                      <a:pt x="12" y="30"/>
                      <a:pt x="3" y="33"/>
                      <a:pt x="3" y="36"/>
                    </a:cubicBezTo>
                    <a:cubicBezTo>
                      <a:pt x="6" y="36"/>
                      <a:pt x="21" y="33"/>
                      <a:pt x="21" y="36"/>
                    </a:cubicBezTo>
                    <a:cubicBezTo>
                      <a:pt x="21" y="36"/>
                      <a:pt x="21" y="42"/>
                      <a:pt x="24" y="39"/>
                    </a:cubicBezTo>
                    <a:cubicBezTo>
                      <a:pt x="30" y="39"/>
                      <a:pt x="27" y="42"/>
                      <a:pt x="27" y="42"/>
                    </a:cubicBezTo>
                    <a:cubicBezTo>
                      <a:pt x="30" y="45"/>
                      <a:pt x="30" y="48"/>
                      <a:pt x="24" y="48"/>
                    </a:cubicBezTo>
                    <a:cubicBezTo>
                      <a:pt x="18" y="48"/>
                      <a:pt x="15" y="51"/>
                      <a:pt x="18" y="51"/>
                    </a:cubicBezTo>
                    <a:cubicBezTo>
                      <a:pt x="21" y="54"/>
                      <a:pt x="27" y="54"/>
                      <a:pt x="33" y="51"/>
                    </a:cubicBezTo>
                    <a:cubicBezTo>
                      <a:pt x="39" y="51"/>
                      <a:pt x="48" y="57"/>
                      <a:pt x="54" y="60"/>
                    </a:cubicBezTo>
                    <a:cubicBezTo>
                      <a:pt x="60" y="63"/>
                      <a:pt x="72" y="60"/>
                      <a:pt x="72" y="54"/>
                    </a:cubicBezTo>
                    <a:cubicBezTo>
                      <a:pt x="75" y="51"/>
                      <a:pt x="84" y="54"/>
                      <a:pt x="87" y="51"/>
                    </a:cubicBezTo>
                    <a:cubicBezTo>
                      <a:pt x="90" y="48"/>
                      <a:pt x="96" y="45"/>
                      <a:pt x="102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6" name="Freeform 139">
                <a:extLst>
                  <a:ext uri="{FF2B5EF4-FFF2-40B4-BE49-F238E27FC236}">
                    <a16:creationId xmlns:a16="http://schemas.microsoft.com/office/drawing/2014/main" id="{92963913-3AA7-EBE7-A760-B6BE18683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691" y="1901426"/>
                <a:ext cx="97328" cy="109494"/>
              </a:xfrm>
              <a:custGeom>
                <a:avLst/>
                <a:gdLst>
                  <a:gd name="T0" fmla="*/ 45 w 51"/>
                  <a:gd name="T1" fmla="*/ 18 h 57"/>
                  <a:gd name="T2" fmla="*/ 42 w 51"/>
                  <a:gd name="T3" fmla="*/ 15 h 57"/>
                  <a:gd name="T4" fmla="*/ 36 w 51"/>
                  <a:gd name="T5" fmla="*/ 18 h 57"/>
                  <a:gd name="T6" fmla="*/ 27 w 51"/>
                  <a:gd name="T7" fmla="*/ 15 h 57"/>
                  <a:gd name="T8" fmla="*/ 30 w 51"/>
                  <a:gd name="T9" fmla="*/ 9 h 57"/>
                  <a:gd name="T10" fmla="*/ 33 w 51"/>
                  <a:gd name="T11" fmla="*/ 3 h 57"/>
                  <a:gd name="T12" fmla="*/ 33 w 51"/>
                  <a:gd name="T13" fmla="*/ 3 h 57"/>
                  <a:gd name="T14" fmla="*/ 21 w 51"/>
                  <a:gd name="T15" fmla="*/ 6 h 57"/>
                  <a:gd name="T16" fmla="*/ 27 w 51"/>
                  <a:gd name="T17" fmla="*/ 9 h 57"/>
                  <a:gd name="T18" fmla="*/ 18 w 51"/>
                  <a:gd name="T19" fmla="*/ 15 h 57"/>
                  <a:gd name="T20" fmla="*/ 6 w 51"/>
                  <a:gd name="T21" fmla="*/ 15 h 57"/>
                  <a:gd name="T22" fmla="*/ 6 w 51"/>
                  <a:gd name="T23" fmla="*/ 24 h 57"/>
                  <a:gd name="T24" fmla="*/ 12 w 51"/>
                  <a:gd name="T25" fmla="*/ 30 h 57"/>
                  <a:gd name="T26" fmla="*/ 9 w 51"/>
                  <a:gd name="T27" fmla="*/ 42 h 57"/>
                  <a:gd name="T28" fmla="*/ 0 w 51"/>
                  <a:gd name="T29" fmla="*/ 48 h 57"/>
                  <a:gd name="T30" fmla="*/ 12 w 51"/>
                  <a:gd name="T31" fmla="*/ 57 h 57"/>
                  <a:gd name="T32" fmla="*/ 33 w 51"/>
                  <a:gd name="T33" fmla="*/ 48 h 57"/>
                  <a:gd name="T34" fmla="*/ 45 w 51"/>
                  <a:gd name="T35" fmla="*/ 45 h 57"/>
                  <a:gd name="T36" fmla="*/ 45 w 51"/>
                  <a:gd name="T37" fmla="*/ 21 h 57"/>
                  <a:gd name="T38" fmla="*/ 45 w 51"/>
                  <a:gd name="T39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1" h="57">
                    <a:moveTo>
                      <a:pt x="45" y="18"/>
                    </a:moveTo>
                    <a:cubicBezTo>
                      <a:pt x="42" y="15"/>
                      <a:pt x="42" y="15"/>
                      <a:pt x="42" y="15"/>
                    </a:cubicBezTo>
                    <a:cubicBezTo>
                      <a:pt x="36" y="9"/>
                      <a:pt x="36" y="15"/>
                      <a:pt x="36" y="18"/>
                    </a:cubicBezTo>
                    <a:cubicBezTo>
                      <a:pt x="36" y="21"/>
                      <a:pt x="30" y="15"/>
                      <a:pt x="27" y="15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3" y="9"/>
                      <a:pt x="33" y="6"/>
                      <a:pt x="33" y="3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27" y="0"/>
                      <a:pt x="21" y="0"/>
                      <a:pt x="21" y="6"/>
                    </a:cubicBezTo>
                    <a:cubicBezTo>
                      <a:pt x="21" y="9"/>
                      <a:pt x="27" y="6"/>
                      <a:pt x="27" y="9"/>
                    </a:cubicBezTo>
                    <a:cubicBezTo>
                      <a:pt x="27" y="12"/>
                      <a:pt x="21" y="12"/>
                      <a:pt x="18" y="15"/>
                    </a:cubicBezTo>
                    <a:cubicBezTo>
                      <a:pt x="12" y="18"/>
                      <a:pt x="9" y="12"/>
                      <a:pt x="6" y="15"/>
                    </a:cubicBezTo>
                    <a:cubicBezTo>
                      <a:pt x="0" y="18"/>
                      <a:pt x="9" y="18"/>
                      <a:pt x="6" y="24"/>
                    </a:cubicBezTo>
                    <a:cubicBezTo>
                      <a:pt x="3" y="27"/>
                      <a:pt x="6" y="27"/>
                      <a:pt x="12" y="30"/>
                    </a:cubicBezTo>
                    <a:cubicBezTo>
                      <a:pt x="18" y="36"/>
                      <a:pt x="9" y="36"/>
                      <a:pt x="9" y="42"/>
                    </a:cubicBezTo>
                    <a:cubicBezTo>
                      <a:pt x="9" y="45"/>
                      <a:pt x="3" y="45"/>
                      <a:pt x="0" y="48"/>
                    </a:cubicBezTo>
                    <a:cubicBezTo>
                      <a:pt x="0" y="51"/>
                      <a:pt x="6" y="57"/>
                      <a:pt x="12" y="57"/>
                    </a:cubicBezTo>
                    <a:cubicBezTo>
                      <a:pt x="15" y="57"/>
                      <a:pt x="27" y="54"/>
                      <a:pt x="33" y="48"/>
                    </a:cubicBezTo>
                    <a:cubicBezTo>
                      <a:pt x="36" y="45"/>
                      <a:pt x="39" y="48"/>
                      <a:pt x="45" y="45"/>
                    </a:cubicBezTo>
                    <a:cubicBezTo>
                      <a:pt x="51" y="45"/>
                      <a:pt x="48" y="24"/>
                      <a:pt x="45" y="21"/>
                    </a:cubicBezTo>
                    <a:cubicBezTo>
                      <a:pt x="45" y="18"/>
                      <a:pt x="45" y="18"/>
                      <a:pt x="45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7" name="Freeform 140">
                <a:extLst>
                  <a:ext uri="{FF2B5EF4-FFF2-40B4-BE49-F238E27FC236}">
                    <a16:creationId xmlns:a16="http://schemas.microsoft.com/office/drawing/2014/main" id="{67BA8EC3-FF38-5171-CC97-0F84DDFDD6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1059" y="1722991"/>
                <a:ext cx="212229" cy="333890"/>
              </a:xfrm>
              <a:custGeom>
                <a:avLst/>
                <a:gdLst>
                  <a:gd name="T0" fmla="*/ 6 w 111"/>
                  <a:gd name="T1" fmla="*/ 96 h 174"/>
                  <a:gd name="T2" fmla="*/ 0 w 111"/>
                  <a:gd name="T3" fmla="*/ 108 h 174"/>
                  <a:gd name="T4" fmla="*/ 15 w 111"/>
                  <a:gd name="T5" fmla="*/ 108 h 174"/>
                  <a:gd name="T6" fmla="*/ 27 w 111"/>
                  <a:gd name="T7" fmla="*/ 105 h 174"/>
                  <a:gd name="T8" fmla="*/ 111 w 111"/>
                  <a:gd name="T9" fmla="*/ 135 h 174"/>
                  <a:gd name="T10" fmla="*/ 96 w 111"/>
                  <a:gd name="T11" fmla="*/ 129 h 174"/>
                  <a:gd name="T12" fmla="*/ 90 w 111"/>
                  <a:gd name="T13" fmla="*/ 117 h 174"/>
                  <a:gd name="T14" fmla="*/ 75 w 111"/>
                  <a:gd name="T15" fmla="*/ 90 h 174"/>
                  <a:gd name="T16" fmla="*/ 57 w 111"/>
                  <a:gd name="T17" fmla="*/ 81 h 174"/>
                  <a:gd name="T18" fmla="*/ 69 w 111"/>
                  <a:gd name="T19" fmla="*/ 54 h 174"/>
                  <a:gd name="T20" fmla="*/ 45 w 111"/>
                  <a:gd name="T21" fmla="*/ 51 h 174"/>
                  <a:gd name="T22" fmla="*/ 54 w 111"/>
                  <a:gd name="T23" fmla="*/ 33 h 174"/>
                  <a:gd name="T24" fmla="*/ 39 w 111"/>
                  <a:gd name="T25" fmla="*/ 39 h 174"/>
                  <a:gd name="T26" fmla="*/ 27 w 111"/>
                  <a:gd name="T27" fmla="*/ 54 h 174"/>
                  <a:gd name="T28" fmla="*/ 15 w 111"/>
                  <a:gd name="T29" fmla="*/ 57 h 174"/>
                  <a:gd name="T30" fmla="*/ 21 w 111"/>
                  <a:gd name="T31" fmla="*/ 72 h 174"/>
                  <a:gd name="T32" fmla="*/ 18 w 111"/>
                  <a:gd name="T33" fmla="*/ 84 h 174"/>
                  <a:gd name="T34" fmla="*/ 30 w 111"/>
                  <a:gd name="T35" fmla="*/ 87 h 174"/>
                  <a:gd name="T36" fmla="*/ 36 w 111"/>
                  <a:gd name="T37" fmla="*/ 87 h 174"/>
                  <a:gd name="T38" fmla="*/ 48 w 111"/>
                  <a:gd name="T39" fmla="*/ 96 h 174"/>
                  <a:gd name="T40" fmla="*/ 54 w 111"/>
                  <a:gd name="T41" fmla="*/ 108 h 174"/>
                  <a:gd name="T42" fmla="*/ 57 w 111"/>
                  <a:gd name="T43" fmla="*/ 123 h 174"/>
                  <a:gd name="T44" fmla="*/ 42 w 111"/>
                  <a:gd name="T45" fmla="*/ 123 h 174"/>
                  <a:gd name="T46" fmla="*/ 45 w 111"/>
                  <a:gd name="T47" fmla="*/ 135 h 174"/>
                  <a:gd name="T48" fmla="*/ 39 w 111"/>
                  <a:gd name="T49" fmla="*/ 147 h 174"/>
                  <a:gd name="T50" fmla="*/ 57 w 111"/>
                  <a:gd name="T51" fmla="*/ 150 h 174"/>
                  <a:gd name="T52" fmla="*/ 45 w 111"/>
                  <a:gd name="T53" fmla="*/ 156 h 174"/>
                  <a:gd name="T54" fmla="*/ 39 w 111"/>
                  <a:gd name="T55" fmla="*/ 168 h 174"/>
                  <a:gd name="T56" fmla="*/ 51 w 111"/>
                  <a:gd name="T57" fmla="*/ 165 h 174"/>
                  <a:gd name="T58" fmla="*/ 69 w 111"/>
                  <a:gd name="T59" fmla="*/ 162 h 174"/>
                  <a:gd name="T60" fmla="*/ 90 w 111"/>
                  <a:gd name="T61" fmla="*/ 162 h 174"/>
                  <a:gd name="T62" fmla="*/ 102 w 111"/>
                  <a:gd name="T63" fmla="*/ 153 h 174"/>
                  <a:gd name="T64" fmla="*/ 111 w 111"/>
                  <a:gd name="T65" fmla="*/ 135 h 174"/>
                  <a:gd name="T66" fmla="*/ 18 w 111"/>
                  <a:gd name="T67" fmla="*/ 42 h 174"/>
                  <a:gd name="T68" fmla="*/ 75 w 111"/>
                  <a:gd name="T69" fmla="*/ 15 h 174"/>
                  <a:gd name="T70" fmla="*/ 75 w 111"/>
                  <a:gd name="T71" fmla="*/ 15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1" h="174">
                    <a:moveTo>
                      <a:pt x="21" y="93"/>
                    </a:moveTo>
                    <a:cubicBezTo>
                      <a:pt x="18" y="90"/>
                      <a:pt x="12" y="96"/>
                      <a:pt x="6" y="96"/>
                    </a:cubicBezTo>
                    <a:cubicBezTo>
                      <a:pt x="6" y="99"/>
                      <a:pt x="6" y="102"/>
                      <a:pt x="3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3" y="108"/>
                      <a:pt x="9" y="114"/>
                      <a:pt x="9" y="111"/>
                    </a:cubicBezTo>
                    <a:cubicBezTo>
                      <a:pt x="9" y="108"/>
                      <a:pt x="9" y="102"/>
                      <a:pt x="15" y="108"/>
                    </a:cubicBezTo>
                    <a:cubicBezTo>
                      <a:pt x="18" y="111"/>
                      <a:pt x="18" y="111"/>
                      <a:pt x="18" y="111"/>
                    </a:cubicBezTo>
                    <a:cubicBezTo>
                      <a:pt x="18" y="108"/>
                      <a:pt x="24" y="108"/>
                      <a:pt x="27" y="105"/>
                    </a:cubicBezTo>
                    <a:cubicBezTo>
                      <a:pt x="30" y="102"/>
                      <a:pt x="24" y="99"/>
                      <a:pt x="21" y="93"/>
                    </a:cubicBezTo>
                    <a:close/>
                    <a:moveTo>
                      <a:pt x="111" y="135"/>
                    </a:moveTo>
                    <a:cubicBezTo>
                      <a:pt x="111" y="129"/>
                      <a:pt x="102" y="126"/>
                      <a:pt x="99" y="129"/>
                    </a:cubicBezTo>
                    <a:cubicBezTo>
                      <a:pt x="99" y="132"/>
                      <a:pt x="96" y="132"/>
                      <a:pt x="96" y="129"/>
                    </a:cubicBezTo>
                    <a:cubicBezTo>
                      <a:pt x="93" y="126"/>
                      <a:pt x="96" y="123"/>
                      <a:pt x="93" y="123"/>
                    </a:cubicBezTo>
                    <a:cubicBezTo>
                      <a:pt x="90" y="117"/>
                      <a:pt x="90" y="117"/>
                      <a:pt x="90" y="117"/>
                    </a:cubicBezTo>
                    <a:cubicBezTo>
                      <a:pt x="90" y="114"/>
                      <a:pt x="87" y="105"/>
                      <a:pt x="81" y="102"/>
                    </a:cubicBezTo>
                    <a:cubicBezTo>
                      <a:pt x="78" y="102"/>
                      <a:pt x="75" y="93"/>
                      <a:pt x="75" y="90"/>
                    </a:cubicBezTo>
                    <a:cubicBezTo>
                      <a:pt x="75" y="84"/>
                      <a:pt x="69" y="87"/>
                      <a:pt x="66" y="84"/>
                    </a:cubicBezTo>
                    <a:cubicBezTo>
                      <a:pt x="63" y="78"/>
                      <a:pt x="60" y="81"/>
                      <a:pt x="57" y="81"/>
                    </a:cubicBezTo>
                    <a:cubicBezTo>
                      <a:pt x="54" y="81"/>
                      <a:pt x="57" y="78"/>
                      <a:pt x="60" y="75"/>
                    </a:cubicBezTo>
                    <a:cubicBezTo>
                      <a:pt x="66" y="72"/>
                      <a:pt x="69" y="57"/>
                      <a:pt x="69" y="54"/>
                    </a:cubicBezTo>
                    <a:cubicBezTo>
                      <a:pt x="69" y="51"/>
                      <a:pt x="51" y="51"/>
                      <a:pt x="48" y="54"/>
                    </a:cubicBezTo>
                    <a:cubicBezTo>
                      <a:pt x="45" y="54"/>
                      <a:pt x="42" y="51"/>
                      <a:pt x="45" y="51"/>
                    </a:cubicBezTo>
                    <a:cubicBezTo>
                      <a:pt x="48" y="48"/>
                      <a:pt x="54" y="42"/>
                      <a:pt x="54" y="39"/>
                    </a:cubicBezTo>
                    <a:cubicBezTo>
                      <a:pt x="54" y="39"/>
                      <a:pt x="57" y="36"/>
                      <a:pt x="54" y="33"/>
                    </a:cubicBezTo>
                    <a:cubicBezTo>
                      <a:pt x="54" y="30"/>
                      <a:pt x="51" y="36"/>
                      <a:pt x="51" y="39"/>
                    </a:cubicBezTo>
                    <a:cubicBezTo>
                      <a:pt x="48" y="39"/>
                      <a:pt x="42" y="39"/>
                      <a:pt x="39" y="39"/>
                    </a:cubicBezTo>
                    <a:cubicBezTo>
                      <a:pt x="33" y="36"/>
                      <a:pt x="30" y="45"/>
                      <a:pt x="30" y="48"/>
                    </a:cubicBezTo>
                    <a:cubicBezTo>
                      <a:pt x="30" y="51"/>
                      <a:pt x="24" y="54"/>
                      <a:pt x="27" y="54"/>
                    </a:cubicBezTo>
                    <a:cubicBezTo>
                      <a:pt x="27" y="57"/>
                      <a:pt x="24" y="60"/>
                      <a:pt x="24" y="60"/>
                    </a:cubicBezTo>
                    <a:cubicBezTo>
                      <a:pt x="21" y="57"/>
                      <a:pt x="21" y="54"/>
                      <a:pt x="15" y="57"/>
                    </a:cubicBezTo>
                    <a:cubicBezTo>
                      <a:pt x="12" y="60"/>
                      <a:pt x="21" y="63"/>
                      <a:pt x="24" y="63"/>
                    </a:cubicBezTo>
                    <a:cubicBezTo>
                      <a:pt x="30" y="63"/>
                      <a:pt x="21" y="66"/>
                      <a:pt x="21" y="72"/>
                    </a:cubicBezTo>
                    <a:cubicBezTo>
                      <a:pt x="21" y="75"/>
                      <a:pt x="27" y="75"/>
                      <a:pt x="27" y="78"/>
                    </a:cubicBezTo>
                    <a:cubicBezTo>
                      <a:pt x="27" y="81"/>
                      <a:pt x="18" y="81"/>
                      <a:pt x="18" y="84"/>
                    </a:cubicBezTo>
                    <a:cubicBezTo>
                      <a:pt x="18" y="87"/>
                      <a:pt x="24" y="84"/>
                      <a:pt x="24" y="81"/>
                    </a:cubicBezTo>
                    <a:cubicBezTo>
                      <a:pt x="27" y="81"/>
                      <a:pt x="24" y="90"/>
                      <a:pt x="30" y="87"/>
                    </a:cubicBezTo>
                    <a:cubicBezTo>
                      <a:pt x="36" y="87"/>
                      <a:pt x="33" y="78"/>
                      <a:pt x="36" y="78"/>
                    </a:cubicBezTo>
                    <a:cubicBezTo>
                      <a:pt x="39" y="81"/>
                      <a:pt x="36" y="84"/>
                      <a:pt x="36" y="87"/>
                    </a:cubicBezTo>
                    <a:cubicBezTo>
                      <a:pt x="39" y="90"/>
                      <a:pt x="33" y="96"/>
                      <a:pt x="33" y="99"/>
                    </a:cubicBezTo>
                    <a:cubicBezTo>
                      <a:pt x="33" y="102"/>
                      <a:pt x="45" y="102"/>
                      <a:pt x="48" y="96"/>
                    </a:cubicBezTo>
                    <a:cubicBezTo>
                      <a:pt x="54" y="93"/>
                      <a:pt x="54" y="96"/>
                      <a:pt x="51" y="99"/>
                    </a:cubicBezTo>
                    <a:cubicBezTo>
                      <a:pt x="51" y="102"/>
                      <a:pt x="51" y="105"/>
                      <a:pt x="54" y="108"/>
                    </a:cubicBezTo>
                    <a:cubicBezTo>
                      <a:pt x="57" y="108"/>
                      <a:pt x="60" y="108"/>
                      <a:pt x="57" y="111"/>
                    </a:cubicBezTo>
                    <a:cubicBezTo>
                      <a:pt x="57" y="114"/>
                      <a:pt x="57" y="120"/>
                      <a:pt x="57" y="123"/>
                    </a:cubicBezTo>
                    <a:cubicBezTo>
                      <a:pt x="54" y="123"/>
                      <a:pt x="45" y="123"/>
                      <a:pt x="45" y="123"/>
                    </a:cubicBezTo>
                    <a:cubicBezTo>
                      <a:pt x="45" y="120"/>
                      <a:pt x="39" y="123"/>
                      <a:pt x="42" y="123"/>
                    </a:cubicBezTo>
                    <a:cubicBezTo>
                      <a:pt x="42" y="126"/>
                      <a:pt x="36" y="129"/>
                      <a:pt x="39" y="132"/>
                    </a:cubicBezTo>
                    <a:cubicBezTo>
                      <a:pt x="39" y="132"/>
                      <a:pt x="45" y="132"/>
                      <a:pt x="45" y="135"/>
                    </a:cubicBezTo>
                    <a:cubicBezTo>
                      <a:pt x="45" y="138"/>
                      <a:pt x="39" y="141"/>
                      <a:pt x="33" y="144"/>
                    </a:cubicBezTo>
                    <a:cubicBezTo>
                      <a:pt x="27" y="144"/>
                      <a:pt x="36" y="150"/>
                      <a:pt x="39" y="147"/>
                    </a:cubicBezTo>
                    <a:cubicBezTo>
                      <a:pt x="42" y="144"/>
                      <a:pt x="39" y="150"/>
                      <a:pt x="45" y="150"/>
                    </a:cubicBezTo>
                    <a:cubicBezTo>
                      <a:pt x="48" y="150"/>
                      <a:pt x="51" y="153"/>
                      <a:pt x="57" y="150"/>
                    </a:cubicBezTo>
                    <a:cubicBezTo>
                      <a:pt x="60" y="150"/>
                      <a:pt x="60" y="150"/>
                      <a:pt x="57" y="153"/>
                    </a:cubicBezTo>
                    <a:cubicBezTo>
                      <a:pt x="54" y="156"/>
                      <a:pt x="48" y="153"/>
                      <a:pt x="45" y="156"/>
                    </a:cubicBezTo>
                    <a:cubicBezTo>
                      <a:pt x="42" y="156"/>
                      <a:pt x="27" y="171"/>
                      <a:pt x="30" y="174"/>
                    </a:cubicBezTo>
                    <a:cubicBezTo>
                      <a:pt x="33" y="174"/>
                      <a:pt x="33" y="171"/>
                      <a:pt x="39" y="168"/>
                    </a:cubicBezTo>
                    <a:cubicBezTo>
                      <a:pt x="45" y="165"/>
                      <a:pt x="45" y="171"/>
                      <a:pt x="48" y="171"/>
                    </a:cubicBezTo>
                    <a:cubicBezTo>
                      <a:pt x="51" y="171"/>
                      <a:pt x="51" y="165"/>
                      <a:pt x="51" y="165"/>
                    </a:cubicBezTo>
                    <a:cubicBezTo>
                      <a:pt x="54" y="165"/>
                      <a:pt x="57" y="162"/>
                      <a:pt x="60" y="165"/>
                    </a:cubicBezTo>
                    <a:cubicBezTo>
                      <a:pt x="63" y="165"/>
                      <a:pt x="66" y="162"/>
                      <a:pt x="69" y="162"/>
                    </a:cubicBezTo>
                    <a:cubicBezTo>
                      <a:pt x="72" y="159"/>
                      <a:pt x="78" y="165"/>
                      <a:pt x="78" y="162"/>
                    </a:cubicBezTo>
                    <a:cubicBezTo>
                      <a:pt x="81" y="162"/>
                      <a:pt x="87" y="162"/>
                      <a:pt x="90" y="162"/>
                    </a:cubicBezTo>
                    <a:cubicBezTo>
                      <a:pt x="96" y="162"/>
                      <a:pt x="105" y="156"/>
                      <a:pt x="108" y="156"/>
                    </a:cubicBezTo>
                    <a:cubicBezTo>
                      <a:pt x="108" y="153"/>
                      <a:pt x="105" y="153"/>
                      <a:pt x="102" y="153"/>
                    </a:cubicBezTo>
                    <a:cubicBezTo>
                      <a:pt x="99" y="153"/>
                      <a:pt x="99" y="150"/>
                      <a:pt x="102" y="147"/>
                    </a:cubicBezTo>
                    <a:cubicBezTo>
                      <a:pt x="105" y="141"/>
                      <a:pt x="111" y="141"/>
                      <a:pt x="111" y="135"/>
                    </a:cubicBezTo>
                    <a:close/>
                    <a:moveTo>
                      <a:pt x="12" y="51"/>
                    </a:moveTo>
                    <a:cubicBezTo>
                      <a:pt x="15" y="51"/>
                      <a:pt x="21" y="42"/>
                      <a:pt x="18" y="42"/>
                    </a:cubicBezTo>
                    <a:cubicBezTo>
                      <a:pt x="18" y="39"/>
                      <a:pt x="9" y="51"/>
                      <a:pt x="12" y="51"/>
                    </a:cubicBezTo>
                    <a:close/>
                    <a:moveTo>
                      <a:pt x="75" y="15"/>
                    </a:moveTo>
                    <a:cubicBezTo>
                      <a:pt x="78" y="12"/>
                      <a:pt x="81" y="0"/>
                      <a:pt x="78" y="3"/>
                    </a:cubicBezTo>
                    <a:cubicBezTo>
                      <a:pt x="75" y="3"/>
                      <a:pt x="75" y="15"/>
                      <a:pt x="75" y="15"/>
                    </a:cubicBezTo>
                    <a:close/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8" name="Freeform 141">
                <a:extLst>
                  <a:ext uri="{FF2B5EF4-FFF2-40B4-BE49-F238E27FC236}">
                    <a16:creationId xmlns:a16="http://schemas.microsoft.com/office/drawing/2014/main" id="{AC6A4706-B080-3EF7-7E89-9F1AEBCE8C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1059" y="1722991"/>
                <a:ext cx="212229" cy="333890"/>
              </a:xfrm>
              <a:custGeom>
                <a:avLst/>
                <a:gdLst>
                  <a:gd name="T0" fmla="*/ 6 w 111"/>
                  <a:gd name="T1" fmla="*/ 96 h 174"/>
                  <a:gd name="T2" fmla="*/ 0 w 111"/>
                  <a:gd name="T3" fmla="*/ 108 h 174"/>
                  <a:gd name="T4" fmla="*/ 15 w 111"/>
                  <a:gd name="T5" fmla="*/ 108 h 174"/>
                  <a:gd name="T6" fmla="*/ 27 w 111"/>
                  <a:gd name="T7" fmla="*/ 105 h 174"/>
                  <a:gd name="T8" fmla="*/ 111 w 111"/>
                  <a:gd name="T9" fmla="*/ 135 h 174"/>
                  <a:gd name="T10" fmla="*/ 96 w 111"/>
                  <a:gd name="T11" fmla="*/ 129 h 174"/>
                  <a:gd name="T12" fmla="*/ 90 w 111"/>
                  <a:gd name="T13" fmla="*/ 117 h 174"/>
                  <a:gd name="T14" fmla="*/ 75 w 111"/>
                  <a:gd name="T15" fmla="*/ 90 h 174"/>
                  <a:gd name="T16" fmla="*/ 57 w 111"/>
                  <a:gd name="T17" fmla="*/ 81 h 174"/>
                  <a:gd name="T18" fmla="*/ 69 w 111"/>
                  <a:gd name="T19" fmla="*/ 54 h 174"/>
                  <a:gd name="T20" fmla="*/ 45 w 111"/>
                  <a:gd name="T21" fmla="*/ 51 h 174"/>
                  <a:gd name="T22" fmla="*/ 54 w 111"/>
                  <a:gd name="T23" fmla="*/ 33 h 174"/>
                  <a:gd name="T24" fmla="*/ 39 w 111"/>
                  <a:gd name="T25" fmla="*/ 39 h 174"/>
                  <a:gd name="T26" fmla="*/ 27 w 111"/>
                  <a:gd name="T27" fmla="*/ 54 h 174"/>
                  <a:gd name="T28" fmla="*/ 15 w 111"/>
                  <a:gd name="T29" fmla="*/ 57 h 174"/>
                  <a:gd name="T30" fmla="*/ 21 w 111"/>
                  <a:gd name="T31" fmla="*/ 72 h 174"/>
                  <a:gd name="T32" fmla="*/ 18 w 111"/>
                  <a:gd name="T33" fmla="*/ 84 h 174"/>
                  <a:gd name="T34" fmla="*/ 30 w 111"/>
                  <a:gd name="T35" fmla="*/ 87 h 174"/>
                  <a:gd name="T36" fmla="*/ 36 w 111"/>
                  <a:gd name="T37" fmla="*/ 87 h 174"/>
                  <a:gd name="T38" fmla="*/ 48 w 111"/>
                  <a:gd name="T39" fmla="*/ 96 h 174"/>
                  <a:gd name="T40" fmla="*/ 54 w 111"/>
                  <a:gd name="T41" fmla="*/ 108 h 174"/>
                  <a:gd name="T42" fmla="*/ 57 w 111"/>
                  <a:gd name="T43" fmla="*/ 123 h 174"/>
                  <a:gd name="T44" fmla="*/ 42 w 111"/>
                  <a:gd name="T45" fmla="*/ 123 h 174"/>
                  <a:gd name="T46" fmla="*/ 45 w 111"/>
                  <a:gd name="T47" fmla="*/ 135 h 174"/>
                  <a:gd name="T48" fmla="*/ 39 w 111"/>
                  <a:gd name="T49" fmla="*/ 147 h 174"/>
                  <a:gd name="T50" fmla="*/ 57 w 111"/>
                  <a:gd name="T51" fmla="*/ 150 h 174"/>
                  <a:gd name="T52" fmla="*/ 45 w 111"/>
                  <a:gd name="T53" fmla="*/ 156 h 174"/>
                  <a:gd name="T54" fmla="*/ 39 w 111"/>
                  <a:gd name="T55" fmla="*/ 168 h 174"/>
                  <a:gd name="T56" fmla="*/ 51 w 111"/>
                  <a:gd name="T57" fmla="*/ 165 h 174"/>
                  <a:gd name="T58" fmla="*/ 69 w 111"/>
                  <a:gd name="T59" fmla="*/ 162 h 174"/>
                  <a:gd name="T60" fmla="*/ 90 w 111"/>
                  <a:gd name="T61" fmla="*/ 162 h 174"/>
                  <a:gd name="T62" fmla="*/ 102 w 111"/>
                  <a:gd name="T63" fmla="*/ 153 h 174"/>
                  <a:gd name="T64" fmla="*/ 111 w 111"/>
                  <a:gd name="T65" fmla="*/ 135 h 174"/>
                  <a:gd name="T66" fmla="*/ 18 w 111"/>
                  <a:gd name="T67" fmla="*/ 42 h 174"/>
                  <a:gd name="T68" fmla="*/ 75 w 111"/>
                  <a:gd name="T69" fmla="*/ 15 h 174"/>
                  <a:gd name="T70" fmla="*/ 75 w 111"/>
                  <a:gd name="T71" fmla="*/ 15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1" h="174">
                    <a:moveTo>
                      <a:pt x="21" y="93"/>
                    </a:moveTo>
                    <a:cubicBezTo>
                      <a:pt x="18" y="90"/>
                      <a:pt x="12" y="96"/>
                      <a:pt x="6" y="96"/>
                    </a:cubicBezTo>
                    <a:cubicBezTo>
                      <a:pt x="6" y="99"/>
                      <a:pt x="6" y="102"/>
                      <a:pt x="3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3" y="108"/>
                      <a:pt x="9" y="114"/>
                      <a:pt x="9" y="111"/>
                    </a:cubicBezTo>
                    <a:cubicBezTo>
                      <a:pt x="9" y="108"/>
                      <a:pt x="9" y="102"/>
                      <a:pt x="15" y="108"/>
                    </a:cubicBezTo>
                    <a:cubicBezTo>
                      <a:pt x="18" y="111"/>
                      <a:pt x="18" y="111"/>
                      <a:pt x="18" y="111"/>
                    </a:cubicBezTo>
                    <a:cubicBezTo>
                      <a:pt x="18" y="108"/>
                      <a:pt x="24" y="108"/>
                      <a:pt x="27" y="105"/>
                    </a:cubicBezTo>
                    <a:cubicBezTo>
                      <a:pt x="30" y="102"/>
                      <a:pt x="24" y="99"/>
                      <a:pt x="21" y="93"/>
                    </a:cubicBezTo>
                    <a:close/>
                    <a:moveTo>
                      <a:pt x="111" y="135"/>
                    </a:moveTo>
                    <a:cubicBezTo>
                      <a:pt x="111" y="129"/>
                      <a:pt x="102" y="126"/>
                      <a:pt x="99" y="129"/>
                    </a:cubicBezTo>
                    <a:cubicBezTo>
                      <a:pt x="99" y="132"/>
                      <a:pt x="96" y="132"/>
                      <a:pt x="96" y="129"/>
                    </a:cubicBezTo>
                    <a:cubicBezTo>
                      <a:pt x="93" y="126"/>
                      <a:pt x="96" y="123"/>
                      <a:pt x="93" y="123"/>
                    </a:cubicBezTo>
                    <a:cubicBezTo>
                      <a:pt x="90" y="117"/>
                      <a:pt x="90" y="117"/>
                      <a:pt x="90" y="117"/>
                    </a:cubicBezTo>
                    <a:cubicBezTo>
                      <a:pt x="90" y="114"/>
                      <a:pt x="87" y="105"/>
                      <a:pt x="81" y="102"/>
                    </a:cubicBezTo>
                    <a:cubicBezTo>
                      <a:pt x="78" y="102"/>
                      <a:pt x="75" y="93"/>
                      <a:pt x="75" y="90"/>
                    </a:cubicBezTo>
                    <a:cubicBezTo>
                      <a:pt x="75" y="84"/>
                      <a:pt x="69" y="87"/>
                      <a:pt x="66" y="84"/>
                    </a:cubicBezTo>
                    <a:cubicBezTo>
                      <a:pt x="63" y="78"/>
                      <a:pt x="60" y="81"/>
                      <a:pt x="57" y="81"/>
                    </a:cubicBezTo>
                    <a:cubicBezTo>
                      <a:pt x="54" y="81"/>
                      <a:pt x="57" y="78"/>
                      <a:pt x="60" y="75"/>
                    </a:cubicBezTo>
                    <a:cubicBezTo>
                      <a:pt x="66" y="72"/>
                      <a:pt x="69" y="57"/>
                      <a:pt x="69" y="54"/>
                    </a:cubicBezTo>
                    <a:cubicBezTo>
                      <a:pt x="69" y="51"/>
                      <a:pt x="51" y="51"/>
                      <a:pt x="48" y="54"/>
                    </a:cubicBezTo>
                    <a:cubicBezTo>
                      <a:pt x="45" y="54"/>
                      <a:pt x="42" y="51"/>
                      <a:pt x="45" y="51"/>
                    </a:cubicBezTo>
                    <a:cubicBezTo>
                      <a:pt x="48" y="48"/>
                      <a:pt x="54" y="42"/>
                      <a:pt x="54" y="39"/>
                    </a:cubicBezTo>
                    <a:cubicBezTo>
                      <a:pt x="54" y="39"/>
                      <a:pt x="57" y="36"/>
                      <a:pt x="54" y="33"/>
                    </a:cubicBezTo>
                    <a:cubicBezTo>
                      <a:pt x="54" y="30"/>
                      <a:pt x="51" y="36"/>
                      <a:pt x="51" y="39"/>
                    </a:cubicBezTo>
                    <a:cubicBezTo>
                      <a:pt x="48" y="39"/>
                      <a:pt x="42" y="39"/>
                      <a:pt x="39" y="39"/>
                    </a:cubicBezTo>
                    <a:cubicBezTo>
                      <a:pt x="33" y="36"/>
                      <a:pt x="30" y="45"/>
                      <a:pt x="30" y="48"/>
                    </a:cubicBezTo>
                    <a:cubicBezTo>
                      <a:pt x="30" y="51"/>
                      <a:pt x="24" y="54"/>
                      <a:pt x="27" y="54"/>
                    </a:cubicBezTo>
                    <a:cubicBezTo>
                      <a:pt x="27" y="57"/>
                      <a:pt x="24" y="60"/>
                      <a:pt x="24" y="60"/>
                    </a:cubicBezTo>
                    <a:cubicBezTo>
                      <a:pt x="21" y="57"/>
                      <a:pt x="21" y="54"/>
                      <a:pt x="15" y="57"/>
                    </a:cubicBezTo>
                    <a:cubicBezTo>
                      <a:pt x="12" y="60"/>
                      <a:pt x="21" y="63"/>
                      <a:pt x="24" y="63"/>
                    </a:cubicBezTo>
                    <a:cubicBezTo>
                      <a:pt x="30" y="63"/>
                      <a:pt x="21" y="66"/>
                      <a:pt x="21" y="72"/>
                    </a:cubicBezTo>
                    <a:cubicBezTo>
                      <a:pt x="21" y="75"/>
                      <a:pt x="27" y="75"/>
                      <a:pt x="27" y="78"/>
                    </a:cubicBezTo>
                    <a:cubicBezTo>
                      <a:pt x="27" y="81"/>
                      <a:pt x="18" y="81"/>
                      <a:pt x="18" y="84"/>
                    </a:cubicBezTo>
                    <a:cubicBezTo>
                      <a:pt x="18" y="87"/>
                      <a:pt x="24" y="84"/>
                      <a:pt x="24" y="81"/>
                    </a:cubicBezTo>
                    <a:cubicBezTo>
                      <a:pt x="27" y="81"/>
                      <a:pt x="24" y="90"/>
                      <a:pt x="30" y="87"/>
                    </a:cubicBezTo>
                    <a:cubicBezTo>
                      <a:pt x="36" y="87"/>
                      <a:pt x="33" y="78"/>
                      <a:pt x="36" y="78"/>
                    </a:cubicBezTo>
                    <a:cubicBezTo>
                      <a:pt x="39" y="81"/>
                      <a:pt x="36" y="84"/>
                      <a:pt x="36" y="87"/>
                    </a:cubicBezTo>
                    <a:cubicBezTo>
                      <a:pt x="39" y="90"/>
                      <a:pt x="33" y="96"/>
                      <a:pt x="33" y="99"/>
                    </a:cubicBezTo>
                    <a:cubicBezTo>
                      <a:pt x="33" y="102"/>
                      <a:pt x="45" y="102"/>
                      <a:pt x="48" y="96"/>
                    </a:cubicBezTo>
                    <a:cubicBezTo>
                      <a:pt x="54" y="93"/>
                      <a:pt x="54" y="96"/>
                      <a:pt x="51" y="99"/>
                    </a:cubicBezTo>
                    <a:cubicBezTo>
                      <a:pt x="51" y="102"/>
                      <a:pt x="51" y="105"/>
                      <a:pt x="54" y="108"/>
                    </a:cubicBezTo>
                    <a:cubicBezTo>
                      <a:pt x="57" y="108"/>
                      <a:pt x="60" y="108"/>
                      <a:pt x="57" y="111"/>
                    </a:cubicBezTo>
                    <a:cubicBezTo>
                      <a:pt x="57" y="114"/>
                      <a:pt x="57" y="120"/>
                      <a:pt x="57" y="123"/>
                    </a:cubicBezTo>
                    <a:cubicBezTo>
                      <a:pt x="54" y="123"/>
                      <a:pt x="45" y="123"/>
                      <a:pt x="45" y="123"/>
                    </a:cubicBezTo>
                    <a:cubicBezTo>
                      <a:pt x="45" y="120"/>
                      <a:pt x="39" y="123"/>
                      <a:pt x="42" y="123"/>
                    </a:cubicBezTo>
                    <a:cubicBezTo>
                      <a:pt x="42" y="126"/>
                      <a:pt x="36" y="129"/>
                      <a:pt x="39" y="132"/>
                    </a:cubicBezTo>
                    <a:cubicBezTo>
                      <a:pt x="39" y="132"/>
                      <a:pt x="45" y="132"/>
                      <a:pt x="45" y="135"/>
                    </a:cubicBezTo>
                    <a:cubicBezTo>
                      <a:pt x="45" y="138"/>
                      <a:pt x="39" y="141"/>
                      <a:pt x="33" y="144"/>
                    </a:cubicBezTo>
                    <a:cubicBezTo>
                      <a:pt x="27" y="144"/>
                      <a:pt x="36" y="150"/>
                      <a:pt x="39" y="147"/>
                    </a:cubicBezTo>
                    <a:cubicBezTo>
                      <a:pt x="42" y="144"/>
                      <a:pt x="39" y="150"/>
                      <a:pt x="45" y="150"/>
                    </a:cubicBezTo>
                    <a:cubicBezTo>
                      <a:pt x="48" y="150"/>
                      <a:pt x="51" y="153"/>
                      <a:pt x="57" y="150"/>
                    </a:cubicBezTo>
                    <a:cubicBezTo>
                      <a:pt x="60" y="150"/>
                      <a:pt x="60" y="150"/>
                      <a:pt x="57" y="153"/>
                    </a:cubicBezTo>
                    <a:cubicBezTo>
                      <a:pt x="54" y="156"/>
                      <a:pt x="48" y="153"/>
                      <a:pt x="45" y="156"/>
                    </a:cubicBezTo>
                    <a:cubicBezTo>
                      <a:pt x="42" y="156"/>
                      <a:pt x="27" y="171"/>
                      <a:pt x="30" y="174"/>
                    </a:cubicBezTo>
                    <a:cubicBezTo>
                      <a:pt x="33" y="174"/>
                      <a:pt x="33" y="171"/>
                      <a:pt x="39" y="168"/>
                    </a:cubicBezTo>
                    <a:cubicBezTo>
                      <a:pt x="45" y="165"/>
                      <a:pt x="45" y="171"/>
                      <a:pt x="48" y="171"/>
                    </a:cubicBezTo>
                    <a:cubicBezTo>
                      <a:pt x="51" y="171"/>
                      <a:pt x="51" y="165"/>
                      <a:pt x="51" y="165"/>
                    </a:cubicBezTo>
                    <a:cubicBezTo>
                      <a:pt x="54" y="165"/>
                      <a:pt x="57" y="162"/>
                      <a:pt x="60" y="165"/>
                    </a:cubicBezTo>
                    <a:cubicBezTo>
                      <a:pt x="63" y="165"/>
                      <a:pt x="66" y="162"/>
                      <a:pt x="69" y="162"/>
                    </a:cubicBezTo>
                    <a:cubicBezTo>
                      <a:pt x="72" y="159"/>
                      <a:pt x="78" y="165"/>
                      <a:pt x="78" y="162"/>
                    </a:cubicBezTo>
                    <a:cubicBezTo>
                      <a:pt x="81" y="162"/>
                      <a:pt x="87" y="162"/>
                      <a:pt x="90" y="162"/>
                    </a:cubicBezTo>
                    <a:cubicBezTo>
                      <a:pt x="96" y="162"/>
                      <a:pt x="105" y="156"/>
                      <a:pt x="108" y="156"/>
                    </a:cubicBezTo>
                    <a:cubicBezTo>
                      <a:pt x="108" y="153"/>
                      <a:pt x="105" y="153"/>
                      <a:pt x="102" y="153"/>
                    </a:cubicBezTo>
                    <a:cubicBezTo>
                      <a:pt x="99" y="153"/>
                      <a:pt x="99" y="150"/>
                      <a:pt x="102" y="147"/>
                    </a:cubicBezTo>
                    <a:cubicBezTo>
                      <a:pt x="105" y="141"/>
                      <a:pt x="111" y="141"/>
                      <a:pt x="111" y="135"/>
                    </a:cubicBezTo>
                    <a:close/>
                    <a:moveTo>
                      <a:pt x="12" y="51"/>
                    </a:moveTo>
                    <a:cubicBezTo>
                      <a:pt x="15" y="51"/>
                      <a:pt x="21" y="42"/>
                      <a:pt x="18" y="42"/>
                    </a:cubicBezTo>
                    <a:cubicBezTo>
                      <a:pt x="18" y="39"/>
                      <a:pt x="9" y="51"/>
                      <a:pt x="12" y="51"/>
                    </a:cubicBezTo>
                    <a:close/>
                    <a:moveTo>
                      <a:pt x="75" y="15"/>
                    </a:moveTo>
                    <a:cubicBezTo>
                      <a:pt x="78" y="12"/>
                      <a:pt x="81" y="0"/>
                      <a:pt x="78" y="3"/>
                    </a:cubicBezTo>
                    <a:cubicBezTo>
                      <a:pt x="75" y="3"/>
                      <a:pt x="75" y="15"/>
                      <a:pt x="75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69" name="Freeform 142">
                <a:extLst>
                  <a:ext uri="{FF2B5EF4-FFF2-40B4-BE49-F238E27FC236}">
                    <a16:creationId xmlns:a16="http://schemas.microsoft.com/office/drawing/2014/main" id="{3609B893-F7CF-08CD-3168-489C1A6C5C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1170" y="1821671"/>
                <a:ext cx="104087" cy="97328"/>
              </a:xfrm>
              <a:custGeom>
                <a:avLst/>
                <a:gdLst>
                  <a:gd name="T0" fmla="*/ 27 w 54"/>
                  <a:gd name="T1" fmla="*/ 21 h 51"/>
                  <a:gd name="T2" fmla="*/ 27 w 54"/>
                  <a:gd name="T3" fmla="*/ 12 h 51"/>
                  <a:gd name="T4" fmla="*/ 27 w 54"/>
                  <a:gd name="T5" fmla="*/ 3 h 51"/>
                  <a:gd name="T6" fmla="*/ 18 w 54"/>
                  <a:gd name="T7" fmla="*/ 6 h 51"/>
                  <a:gd name="T8" fmla="*/ 12 w 54"/>
                  <a:gd name="T9" fmla="*/ 9 h 51"/>
                  <a:gd name="T10" fmla="*/ 12 w 54"/>
                  <a:gd name="T11" fmla="*/ 15 h 51"/>
                  <a:gd name="T12" fmla="*/ 6 w 54"/>
                  <a:gd name="T13" fmla="*/ 12 h 51"/>
                  <a:gd name="T14" fmla="*/ 0 w 54"/>
                  <a:gd name="T15" fmla="*/ 21 h 51"/>
                  <a:gd name="T16" fmla="*/ 0 w 54"/>
                  <a:gd name="T17" fmla="*/ 33 h 51"/>
                  <a:gd name="T18" fmla="*/ 6 w 54"/>
                  <a:gd name="T19" fmla="*/ 42 h 51"/>
                  <a:gd name="T20" fmla="*/ 6 w 54"/>
                  <a:gd name="T21" fmla="*/ 48 h 51"/>
                  <a:gd name="T22" fmla="*/ 18 w 54"/>
                  <a:gd name="T23" fmla="*/ 48 h 51"/>
                  <a:gd name="T24" fmla="*/ 21 w 54"/>
                  <a:gd name="T25" fmla="*/ 48 h 51"/>
                  <a:gd name="T26" fmla="*/ 18 w 54"/>
                  <a:gd name="T27" fmla="*/ 42 h 51"/>
                  <a:gd name="T28" fmla="*/ 24 w 54"/>
                  <a:gd name="T29" fmla="*/ 45 h 51"/>
                  <a:gd name="T30" fmla="*/ 30 w 54"/>
                  <a:gd name="T31" fmla="*/ 42 h 51"/>
                  <a:gd name="T32" fmla="*/ 27 w 54"/>
                  <a:gd name="T33" fmla="*/ 36 h 51"/>
                  <a:gd name="T34" fmla="*/ 21 w 54"/>
                  <a:gd name="T35" fmla="*/ 36 h 51"/>
                  <a:gd name="T36" fmla="*/ 24 w 54"/>
                  <a:gd name="T37" fmla="*/ 30 h 51"/>
                  <a:gd name="T38" fmla="*/ 33 w 54"/>
                  <a:gd name="T39" fmla="*/ 24 h 51"/>
                  <a:gd name="T40" fmla="*/ 27 w 54"/>
                  <a:gd name="T41" fmla="*/ 21 h 51"/>
                  <a:gd name="T42" fmla="*/ 51 w 54"/>
                  <a:gd name="T43" fmla="*/ 30 h 51"/>
                  <a:gd name="T44" fmla="*/ 48 w 54"/>
                  <a:gd name="T45" fmla="*/ 33 h 51"/>
                  <a:gd name="T46" fmla="*/ 45 w 54"/>
                  <a:gd name="T47" fmla="*/ 30 h 51"/>
                  <a:gd name="T48" fmla="*/ 36 w 54"/>
                  <a:gd name="T49" fmla="*/ 33 h 51"/>
                  <a:gd name="T50" fmla="*/ 42 w 54"/>
                  <a:gd name="T51" fmla="*/ 42 h 51"/>
                  <a:gd name="T52" fmla="*/ 39 w 54"/>
                  <a:gd name="T53" fmla="*/ 45 h 51"/>
                  <a:gd name="T54" fmla="*/ 42 w 54"/>
                  <a:gd name="T55" fmla="*/ 51 h 51"/>
                  <a:gd name="T56" fmla="*/ 48 w 54"/>
                  <a:gd name="T57" fmla="*/ 42 h 51"/>
                  <a:gd name="T58" fmla="*/ 51 w 54"/>
                  <a:gd name="T59" fmla="*/ 3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4" h="51">
                    <a:moveTo>
                      <a:pt x="27" y="21"/>
                    </a:moveTo>
                    <a:cubicBezTo>
                      <a:pt x="24" y="18"/>
                      <a:pt x="24" y="12"/>
                      <a:pt x="27" y="12"/>
                    </a:cubicBezTo>
                    <a:cubicBezTo>
                      <a:pt x="27" y="9"/>
                      <a:pt x="30" y="3"/>
                      <a:pt x="27" y="3"/>
                    </a:cubicBezTo>
                    <a:cubicBezTo>
                      <a:pt x="27" y="0"/>
                      <a:pt x="21" y="3"/>
                      <a:pt x="18" y="6"/>
                    </a:cubicBezTo>
                    <a:cubicBezTo>
                      <a:pt x="18" y="12"/>
                      <a:pt x="15" y="9"/>
                      <a:pt x="12" y="9"/>
                    </a:cubicBezTo>
                    <a:cubicBezTo>
                      <a:pt x="12" y="12"/>
                      <a:pt x="15" y="12"/>
                      <a:pt x="12" y="15"/>
                    </a:cubicBezTo>
                    <a:cubicBezTo>
                      <a:pt x="12" y="18"/>
                      <a:pt x="9" y="12"/>
                      <a:pt x="6" y="12"/>
                    </a:cubicBezTo>
                    <a:cubicBezTo>
                      <a:pt x="3" y="12"/>
                      <a:pt x="3" y="18"/>
                      <a:pt x="0" y="21"/>
                    </a:cubicBezTo>
                    <a:cubicBezTo>
                      <a:pt x="0" y="24"/>
                      <a:pt x="0" y="30"/>
                      <a:pt x="0" y="33"/>
                    </a:cubicBezTo>
                    <a:cubicBezTo>
                      <a:pt x="0" y="36"/>
                      <a:pt x="6" y="39"/>
                      <a:pt x="6" y="42"/>
                    </a:cubicBezTo>
                    <a:cubicBezTo>
                      <a:pt x="6" y="45"/>
                      <a:pt x="6" y="45"/>
                      <a:pt x="6" y="48"/>
                    </a:cubicBezTo>
                    <a:cubicBezTo>
                      <a:pt x="12" y="48"/>
                      <a:pt x="15" y="48"/>
                      <a:pt x="18" y="48"/>
                    </a:cubicBezTo>
                    <a:cubicBezTo>
                      <a:pt x="18" y="48"/>
                      <a:pt x="18" y="48"/>
                      <a:pt x="21" y="48"/>
                    </a:cubicBezTo>
                    <a:cubicBezTo>
                      <a:pt x="21" y="45"/>
                      <a:pt x="15" y="45"/>
                      <a:pt x="18" y="42"/>
                    </a:cubicBezTo>
                    <a:cubicBezTo>
                      <a:pt x="18" y="39"/>
                      <a:pt x="21" y="42"/>
                      <a:pt x="24" y="45"/>
                    </a:cubicBezTo>
                    <a:cubicBezTo>
                      <a:pt x="24" y="45"/>
                      <a:pt x="30" y="45"/>
                      <a:pt x="30" y="42"/>
                    </a:cubicBezTo>
                    <a:cubicBezTo>
                      <a:pt x="30" y="42"/>
                      <a:pt x="30" y="36"/>
                      <a:pt x="27" y="36"/>
                    </a:cubicBezTo>
                    <a:cubicBezTo>
                      <a:pt x="24" y="39"/>
                      <a:pt x="24" y="36"/>
                      <a:pt x="21" y="36"/>
                    </a:cubicBezTo>
                    <a:cubicBezTo>
                      <a:pt x="21" y="33"/>
                      <a:pt x="24" y="30"/>
                      <a:pt x="24" y="30"/>
                    </a:cubicBezTo>
                    <a:cubicBezTo>
                      <a:pt x="24" y="27"/>
                      <a:pt x="30" y="27"/>
                      <a:pt x="33" y="24"/>
                    </a:cubicBezTo>
                    <a:cubicBezTo>
                      <a:pt x="27" y="21"/>
                      <a:pt x="27" y="21"/>
                      <a:pt x="27" y="21"/>
                    </a:cubicBezTo>
                    <a:close/>
                    <a:moveTo>
                      <a:pt x="51" y="30"/>
                    </a:moveTo>
                    <a:cubicBezTo>
                      <a:pt x="48" y="33"/>
                      <a:pt x="48" y="33"/>
                      <a:pt x="48" y="33"/>
                    </a:cubicBezTo>
                    <a:cubicBezTo>
                      <a:pt x="45" y="33"/>
                      <a:pt x="45" y="27"/>
                      <a:pt x="45" y="30"/>
                    </a:cubicBezTo>
                    <a:cubicBezTo>
                      <a:pt x="42" y="33"/>
                      <a:pt x="39" y="27"/>
                      <a:pt x="36" y="33"/>
                    </a:cubicBezTo>
                    <a:cubicBezTo>
                      <a:pt x="33" y="39"/>
                      <a:pt x="39" y="42"/>
                      <a:pt x="42" y="42"/>
                    </a:cubicBezTo>
                    <a:cubicBezTo>
                      <a:pt x="42" y="45"/>
                      <a:pt x="42" y="48"/>
                      <a:pt x="39" y="45"/>
                    </a:cubicBezTo>
                    <a:cubicBezTo>
                      <a:pt x="36" y="45"/>
                      <a:pt x="36" y="51"/>
                      <a:pt x="42" y="51"/>
                    </a:cubicBezTo>
                    <a:cubicBezTo>
                      <a:pt x="45" y="51"/>
                      <a:pt x="48" y="45"/>
                      <a:pt x="48" y="42"/>
                    </a:cubicBezTo>
                    <a:cubicBezTo>
                      <a:pt x="48" y="39"/>
                      <a:pt x="54" y="30"/>
                      <a:pt x="51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0" name="Freeform 143">
                <a:extLst>
                  <a:ext uri="{FF2B5EF4-FFF2-40B4-BE49-F238E27FC236}">
                    <a16:creationId xmlns:a16="http://schemas.microsoft.com/office/drawing/2014/main" id="{DD46CDFA-99B1-7BDE-C9F5-1461E48BF8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0111" y="1424248"/>
                <a:ext cx="270356" cy="477178"/>
              </a:xfrm>
              <a:custGeom>
                <a:avLst/>
                <a:gdLst>
                  <a:gd name="T0" fmla="*/ 138 w 141"/>
                  <a:gd name="T1" fmla="*/ 54 h 249"/>
                  <a:gd name="T2" fmla="*/ 135 w 141"/>
                  <a:gd name="T3" fmla="*/ 33 h 249"/>
                  <a:gd name="T4" fmla="*/ 117 w 141"/>
                  <a:gd name="T5" fmla="*/ 12 h 249"/>
                  <a:gd name="T6" fmla="*/ 99 w 141"/>
                  <a:gd name="T7" fmla="*/ 12 h 249"/>
                  <a:gd name="T8" fmla="*/ 78 w 141"/>
                  <a:gd name="T9" fmla="*/ 12 h 249"/>
                  <a:gd name="T10" fmla="*/ 69 w 141"/>
                  <a:gd name="T11" fmla="*/ 24 h 249"/>
                  <a:gd name="T12" fmla="*/ 57 w 141"/>
                  <a:gd name="T13" fmla="*/ 39 h 249"/>
                  <a:gd name="T14" fmla="*/ 48 w 141"/>
                  <a:gd name="T15" fmla="*/ 51 h 249"/>
                  <a:gd name="T16" fmla="*/ 36 w 141"/>
                  <a:gd name="T17" fmla="*/ 60 h 249"/>
                  <a:gd name="T18" fmla="*/ 30 w 141"/>
                  <a:gd name="T19" fmla="*/ 87 h 249"/>
                  <a:gd name="T20" fmla="*/ 30 w 141"/>
                  <a:gd name="T21" fmla="*/ 99 h 249"/>
                  <a:gd name="T22" fmla="*/ 12 w 141"/>
                  <a:gd name="T23" fmla="*/ 105 h 249"/>
                  <a:gd name="T24" fmla="*/ 12 w 141"/>
                  <a:gd name="T25" fmla="*/ 129 h 249"/>
                  <a:gd name="T26" fmla="*/ 18 w 141"/>
                  <a:gd name="T27" fmla="*/ 147 h 249"/>
                  <a:gd name="T28" fmla="*/ 15 w 141"/>
                  <a:gd name="T29" fmla="*/ 159 h 249"/>
                  <a:gd name="T30" fmla="*/ 9 w 141"/>
                  <a:gd name="T31" fmla="*/ 171 h 249"/>
                  <a:gd name="T32" fmla="*/ 3 w 141"/>
                  <a:gd name="T33" fmla="*/ 189 h 249"/>
                  <a:gd name="T34" fmla="*/ 0 w 141"/>
                  <a:gd name="T35" fmla="*/ 189 h 249"/>
                  <a:gd name="T36" fmla="*/ 9 w 141"/>
                  <a:gd name="T37" fmla="*/ 213 h 249"/>
                  <a:gd name="T38" fmla="*/ 18 w 141"/>
                  <a:gd name="T39" fmla="*/ 231 h 249"/>
                  <a:gd name="T40" fmla="*/ 21 w 141"/>
                  <a:gd name="T41" fmla="*/ 246 h 249"/>
                  <a:gd name="T42" fmla="*/ 33 w 141"/>
                  <a:gd name="T43" fmla="*/ 240 h 249"/>
                  <a:gd name="T44" fmla="*/ 45 w 141"/>
                  <a:gd name="T45" fmla="*/ 234 h 249"/>
                  <a:gd name="T46" fmla="*/ 57 w 141"/>
                  <a:gd name="T47" fmla="*/ 231 h 249"/>
                  <a:gd name="T48" fmla="*/ 60 w 141"/>
                  <a:gd name="T49" fmla="*/ 222 h 249"/>
                  <a:gd name="T50" fmla="*/ 60 w 141"/>
                  <a:gd name="T51" fmla="*/ 198 h 249"/>
                  <a:gd name="T52" fmla="*/ 78 w 141"/>
                  <a:gd name="T53" fmla="*/ 180 h 249"/>
                  <a:gd name="T54" fmla="*/ 72 w 141"/>
                  <a:gd name="T55" fmla="*/ 159 h 249"/>
                  <a:gd name="T56" fmla="*/ 63 w 141"/>
                  <a:gd name="T57" fmla="*/ 144 h 249"/>
                  <a:gd name="T58" fmla="*/ 72 w 141"/>
                  <a:gd name="T59" fmla="*/ 126 h 249"/>
                  <a:gd name="T60" fmla="*/ 84 w 141"/>
                  <a:gd name="T61" fmla="*/ 111 h 249"/>
                  <a:gd name="T62" fmla="*/ 111 w 141"/>
                  <a:gd name="T63" fmla="*/ 93 h 249"/>
                  <a:gd name="T64" fmla="*/ 114 w 141"/>
                  <a:gd name="T65" fmla="*/ 72 h 249"/>
                  <a:gd name="T66" fmla="*/ 135 w 141"/>
                  <a:gd name="T67" fmla="*/ 66 h 249"/>
                  <a:gd name="T68" fmla="*/ 138 w 141"/>
                  <a:gd name="T69" fmla="*/ 60 h 249"/>
                  <a:gd name="T70" fmla="*/ 75 w 141"/>
                  <a:gd name="T71" fmla="*/ 22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1" h="249">
                    <a:moveTo>
                      <a:pt x="138" y="60"/>
                    </a:moveTo>
                    <a:cubicBezTo>
                      <a:pt x="138" y="57"/>
                      <a:pt x="135" y="54"/>
                      <a:pt x="138" y="54"/>
                    </a:cubicBezTo>
                    <a:cubicBezTo>
                      <a:pt x="138" y="54"/>
                      <a:pt x="141" y="45"/>
                      <a:pt x="138" y="45"/>
                    </a:cubicBezTo>
                    <a:cubicBezTo>
                      <a:pt x="135" y="42"/>
                      <a:pt x="138" y="36"/>
                      <a:pt x="135" y="33"/>
                    </a:cubicBezTo>
                    <a:cubicBezTo>
                      <a:pt x="132" y="33"/>
                      <a:pt x="135" y="27"/>
                      <a:pt x="135" y="24"/>
                    </a:cubicBezTo>
                    <a:cubicBezTo>
                      <a:pt x="135" y="18"/>
                      <a:pt x="123" y="15"/>
                      <a:pt x="117" y="12"/>
                    </a:cubicBezTo>
                    <a:cubicBezTo>
                      <a:pt x="111" y="12"/>
                      <a:pt x="108" y="6"/>
                      <a:pt x="105" y="3"/>
                    </a:cubicBezTo>
                    <a:cubicBezTo>
                      <a:pt x="99" y="0"/>
                      <a:pt x="99" y="9"/>
                      <a:pt x="99" y="12"/>
                    </a:cubicBezTo>
                    <a:cubicBezTo>
                      <a:pt x="99" y="18"/>
                      <a:pt x="93" y="18"/>
                      <a:pt x="90" y="15"/>
                    </a:cubicBezTo>
                    <a:cubicBezTo>
                      <a:pt x="87" y="12"/>
                      <a:pt x="84" y="15"/>
                      <a:pt x="78" y="12"/>
                    </a:cubicBezTo>
                    <a:cubicBezTo>
                      <a:pt x="75" y="9"/>
                      <a:pt x="75" y="18"/>
                      <a:pt x="75" y="21"/>
                    </a:cubicBezTo>
                    <a:cubicBezTo>
                      <a:pt x="75" y="24"/>
                      <a:pt x="72" y="24"/>
                      <a:pt x="69" y="24"/>
                    </a:cubicBezTo>
                    <a:cubicBezTo>
                      <a:pt x="63" y="24"/>
                      <a:pt x="60" y="27"/>
                      <a:pt x="60" y="30"/>
                    </a:cubicBezTo>
                    <a:cubicBezTo>
                      <a:pt x="60" y="33"/>
                      <a:pt x="54" y="36"/>
                      <a:pt x="57" y="39"/>
                    </a:cubicBezTo>
                    <a:cubicBezTo>
                      <a:pt x="57" y="39"/>
                      <a:pt x="54" y="42"/>
                      <a:pt x="54" y="45"/>
                    </a:cubicBezTo>
                    <a:cubicBezTo>
                      <a:pt x="51" y="45"/>
                      <a:pt x="48" y="51"/>
                      <a:pt x="48" y="51"/>
                    </a:cubicBezTo>
                    <a:cubicBezTo>
                      <a:pt x="45" y="54"/>
                      <a:pt x="48" y="57"/>
                      <a:pt x="45" y="60"/>
                    </a:cubicBezTo>
                    <a:cubicBezTo>
                      <a:pt x="42" y="60"/>
                      <a:pt x="39" y="60"/>
                      <a:pt x="36" y="60"/>
                    </a:cubicBezTo>
                    <a:cubicBezTo>
                      <a:pt x="36" y="63"/>
                      <a:pt x="36" y="66"/>
                      <a:pt x="36" y="72"/>
                    </a:cubicBezTo>
                    <a:cubicBezTo>
                      <a:pt x="36" y="75"/>
                      <a:pt x="33" y="81"/>
                      <a:pt x="30" y="87"/>
                    </a:cubicBezTo>
                    <a:cubicBezTo>
                      <a:pt x="24" y="90"/>
                      <a:pt x="30" y="90"/>
                      <a:pt x="30" y="93"/>
                    </a:cubicBezTo>
                    <a:cubicBezTo>
                      <a:pt x="33" y="93"/>
                      <a:pt x="33" y="96"/>
                      <a:pt x="30" y="99"/>
                    </a:cubicBezTo>
                    <a:cubicBezTo>
                      <a:pt x="30" y="102"/>
                      <a:pt x="27" y="99"/>
                      <a:pt x="24" y="99"/>
                    </a:cubicBezTo>
                    <a:cubicBezTo>
                      <a:pt x="21" y="99"/>
                      <a:pt x="15" y="102"/>
                      <a:pt x="12" y="105"/>
                    </a:cubicBezTo>
                    <a:cubicBezTo>
                      <a:pt x="9" y="111"/>
                      <a:pt x="9" y="114"/>
                      <a:pt x="12" y="117"/>
                    </a:cubicBezTo>
                    <a:cubicBezTo>
                      <a:pt x="12" y="120"/>
                      <a:pt x="9" y="123"/>
                      <a:pt x="12" y="129"/>
                    </a:cubicBezTo>
                    <a:cubicBezTo>
                      <a:pt x="15" y="135"/>
                      <a:pt x="9" y="135"/>
                      <a:pt x="12" y="138"/>
                    </a:cubicBezTo>
                    <a:cubicBezTo>
                      <a:pt x="12" y="144"/>
                      <a:pt x="18" y="144"/>
                      <a:pt x="18" y="147"/>
                    </a:cubicBezTo>
                    <a:cubicBezTo>
                      <a:pt x="18" y="153"/>
                      <a:pt x="15" y="153"/>
                      <a:pt x="15" y="153"/>
                    </a:cubicBezTo>
                    <a:cubicBezTo>
                      <a:pt x="12" y="153"/>
                      <a:pt x="12" y="156"/>
                      <a:pt x="15" y="159"/>
                    </a:cubicBezTo>
                    <a:cubicBezTo>
                      <a:pt x="18" y="159"/>
                      <a:pt x="15" y="168"/>
                      <a:pt x="15" y="168"/>
                    </a:cubicBezTo>
                    <a:cubicBezTo>
                      <a:pt x="15" y="171"/>
                      <a:pt x="6" y="168"/>
                      <a:pt x="9" y="171"/>
                    </a:cubicBezTo>
                    <a:cubicBezTo>
                      <a:pt x="9" y="174"/>
                      <a:pt x="6" y="180"/>
                      <a:pt x="6" y="180"/>
                    </a:cubicBezTo>
                    <a:cubicBezTo>
                      <a:pt x="6" y="183"/>
                      <a:pt x="6" y="189"/>
                      <a:pt x="3" y="189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92"/>
                      <a:pt x="0" y="198"/>
                      <a:pt x="6" y="201"/>
                    </a:cubicBezTo>
                    <a:cubicBezTo>
                      <a:pt x="9" y="204"/>
                      <a:pt x="6" y="207"/>
                      <a:pt x="9" y="213"/>
                    </a:cubicBezTo>
                    <a:cubicBezTo>
                      <a:pt x="12" y="216"/>
                      <a:pt x="12" y="219"/>
                      <a:pt x="15" y="222"/>
                    </a:cubicBezTo>
                    <a:cubicBezTo>
                      <a:pt x="18" y="225"/>
                      <a:pt x="18" y="228"/>
                      <a:pt x="18" y="231"/>
                    </a:cubicBezTo>
                    <a:cubicBezTo>
                      <a:pt x="15" y="234"/>
                      <a:pt x="21" y="234"/>
                      <a:pt x="21" y="237"/>
                    </a:cubicBezTo>
                    <a:cubicBezTo>
                      <a:pt x="21" y="237"/>
                      <a:pt x="18" y="243"/>
                      <a:pt x="21" y="246"/>
                    </a:cubicBezTo>
                    <a:cubicBezTo>
                      <a:pt x="21" y="249"/>
                      <a:pt x="24" y="246"/>
                      <a:pt x="30" y="246"/>
                    </a:cubicBezTo>
                    <a:cubicBezTo>
                      <a:pt x="33" y="246"/>
                      <a:pt x="33" y="243"/>
                      <a:pt x="33" y="240"/>
                    </a:cubicBezTo>
                    <a:cubicBezTo>
                      <a:pt x="33" y="234"/>
                      <a:pt x="36" y="237"/>
                      <a:pt x="36" y="234"/>
                    </a:cubicBezTo>
                    <a:cubicBezTo>
                      <a:pt x="36" y="234"/>
                      <a:pt x="42" y="231"/>
                      <a:pt x="45" y="234"/>
                    </a:cubicBezTo>
                    <a:cubicBezTo>
                      <a:pt x="51" y="237"/>
                      <a:pt x="51" y="234"/>
                      <a:pt x="54" y="228"/>
                    </a:cubicBezTo>
                    <a:cubicBezTo>
                      <a:pt x="54" y="225"/>
                      <a:pt x="54" y="231"/>
                      <a:pt x="57" y="231"/>
                    </a:cubicBezTo>
                    <a:cubicBezTo>
                      <a:pt x="57" y="231"/>
                      <a:pt x="60" y="225"/>
                      <a:pt x="63" y="219"/>
                    </a:cubicBezTo>
                    <a:cubicBezTo>
                      <a:pt x="66" y="216"/>
                      <a:pt x="63" y="216"/>
                      <a:pt x="60" y="222"/>
                    </a:cubicBezTo>
                    <a:cubicBezTo>
                      <a:pt x="54" y="225"/>
                      <a:pt x="57" y="216"/>
                      <a:pt x="60" y="213"/>
                    </a:cubicBezTo>
                    <a:cubicBezTo>
                      <a:pt x="60" y="210"/>
                      <a:pt x="60" y="198"/>
                      <a:pt x="60" y="198"/>
                    </a:cubicBezTo>
                    <a:cubicBezTo>
                      <a:pt x="60" y="195"/>
                      <a:pt x="63" y="192"/>
                      <a:pt x="66" y="189"/>
                    </a:cubicBezTo>
                    <a:cubicBezTo>
                      <a:pt x="72" y="189"/>
                      <a:pt x="78" y="183"/>
                      <a:pt x="78" y="180"/>
                    </a:cubicBezTo>
                    <a:cubicBezTo>
                      <a:pt x="75" y="177"/>
                      <a:pt x="84" y="174"/>
                      <a:pt x="84" y="171"/>
                    </a:cubicBezTo>
                    <a:cubicBezTo>
                      <a:pt x="84" y="168"/>
                      <a:pt x="75" y="162"/>
                      <a:pt x="72" y="159"/>
                    </a:cubicBezTo>
                    <a:cubicBezTo>
                      <a:pt x="69" y="159"/>
                      <a:pt x="66" y="159"/>
                      <a:pt x="66" y="156"/>
                    </a:cubicBezTo>
                    <a:cubicBezTo>
                      <a:pt x="66" y="156"/>
                      <a:pt x="63" y="147"/>
                      <a:pt x="63" y="144"/>
                    </a:cubicBezTo>
                    <a:cubicBezTo>
                      <a:pt x="63" y="141"/>
                      <a:pt x="69" y="138"/>
                      <a:pt x="69" y="135"/>
                    </a:cubicBezTo>
                    <a:cubicBezTo>
                      <a:pt x="69" y="129"/>
                      <a:pt x="69" y="126"/>
                      <a:pt x="72" y="126"/>
                    </a:cubicBezTo>
                    <a:cubicBezTo>
                      <a:pt x="75" y="123"/>
                      <a:pt x="72" y="120"/>
                      <a:pt x="75" y="120"/>
                    </a:cubicBezTo>
                    <a:cubicBezTo>
                      <a:pt x="81" y="120"/>
                      <a:pt x="81" y="114"/>
                      <a:pt x="84" y="111"/>
                    </a:cubicBezTo>
                    <a:cubicBezTo>
                      <a:pt x="90" y="108"/>
                      <a:pt x="90" y="108"/>
                      <a:pt x="96" y="105"/>
                    </a:cubicBezTo>
                    <a:cubicBezTo>
                      <a:pt x="102" y="102"/>
                      <a:pt x="111" y="96"/>
                      <a:pt x="111" y="93"/>
                    </a:cubicBezTo>
                    <a:cubicBezTo>
                      <a:pt x="114" y="87"/>
                      <a:pt x="105" y="84"/>
                      <a:pt x="111" y="81"/>
                    </a:cubicBezTo>
                    <a:cubicBezTo>
                      <a:pt x="117" y="78"/>
                      <a:pt x="111" y="72"/>
                      <a:pt x="114" y="72"/>
                    </a:cubicBezTo>
                    <a:cubicBezTo>
                      <a:pt x="120" y="69"/>
                      <a:pt x="120" y="69"/>
                      <a:pt x="123" y="66"/>
                    </a:cubicBezTo>
                    <a:cubicBezTo>
                      <a:pt x="126" y="63"/>
                      <a:pt x="129" y="66"/>
                      <a:pt x="135" y="66"/>
                    </a:cubicBezTo>
                    <a:cubicBezTo>
                      <a:pt x="138" y="63"/>
                      <a:pt x="138" y="66"/>
                      <a:pt x="141" y="66"/>
                    </a:cubicBezTo>
                    <a:cubicBezTo>
                      <a:pt x="141" y="63"/>
                      <a:pt x="141" y="60"/>
                      <a:pt x="138" y="60"/>
                    </a:cubicBezTo>
                    <a:close/>
                    <a:moveTo>
                      <a:pt x="84" y="207"/>
                    </a:moveTo>
                    <a:cubicBezTo>
                      <a:pt x="75" y="207"/>
                      <a:pt x="72" y="219"/>
                      <a:pt x="75" y="222"/>
                    </a:cubicBezTo>
                    <a:cubicBezTo>
                      <a:pt x="75" y="222"/>
                      <a:pt x="90" y="207"/>
                      <a:pt x="84" y="20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1" name="Freeform 144">
                <a:extLst>
                  <a:ext uri="{FF2B5EF4-FFF2-40B4-BE49-F238E27FC236}">
                    <a16:creationId xmlns:a16="http://schemas.microsoft.com/office/drawing/2014/main" id="{A71BE819-A5AD-90DF-3D7C-93963EFB11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4506" y="1758138"/>
                <a:ext cx="132474" cy="68941"/>
              </a:xfrm>
              <a:custGeom>
                <a:avLst/>
                <a:gdLst>
                  <a:gd name="T0" fmla="*/ 63 w 69"/>
                  <a:gd name="T1" fmla="*/ 12 h 36"/>
                  <a:gd name="T2" fmla="*/ 66 w 69"/>
                  <a:gd name="T3" fmla="*/ 3 h 36"/>
                  <a:gd name="T4" fmla="*/ 63 w 69"/>
                  <a:gd name="T5" fmla="*/ 6 h 36"/>
                  <a:gd name="T6" fmla="*/ 42 w 69"/>
                  <a:gd name="T7" fmla="*/ 3 h 36"/>
                  <a:gd name="T8" fmla="*/ 21 w 69"/>
                  <a:gd name="T9" fmla="*/ 6 h 36"/>
                  <a:gd name="T10" fmla="*/ 15 w 69"/>
                  <a:gd name="T11" fmla="*/ 12 h 36"/>
                  <a:gd name="T12" fmla="*/ 18 w 69"/>
                  <a:gd name="T13" fmla="*/ 21 h 36"/>
                  <a:gd name="T14" fmla="*/ 24 w 69"/>
                  <a:gd name="T15" fmla="*/ 24 h 36"/>
                  <a:gd name="T16" fmla="*/ 27 w 69"/>
                  <a:gd name="T17" fmla="*/ 30 h 36"/>
                  <a:gd name="T18" fmla="*/ 27 w 69"/>
                  <a:gd name="T19" fmla="*/ 30 h 36"/>
                  <a:gd name="T20" fmla="*/ 39 w 69"/>
                  <a:gd name="T21" fmla="*/ 30 h 36"/>
                  <a:gd name="T22" fmla="*/ 51 w 69"/>
                  <a:gd name="T23" fmla="*/ 36 h 36"/>
                  <a:gd name="T24" fmla="*/ 60 w 69"/>
                  <a:gd name="T25" fmla="*/ 36 h 36"/>
                  <a:gd name="T26" fmla="*/ 60 w 69"/>
                  <a:gd name="T27" fmla="*/ 33 h 36"/>
                  <a:gd name="T28" fmla="*/ 63 w 69"/>
                  <a:gd name="T29" fmla="*/ 30 h 36"/>
                  <a:gd name="T30" fmla="*/ 60 w 69"/>
                  <a:gd name="T31" fmla="*/ 24 h 36"/>
                  <a:gd name="T32" fmla="*/ 60 w 69"/>
                  <a:gd name="T33" fmla="*/ 18 h 36"/>
                  <a:gd name="T34" fmla="*/ 63 w 69"/>
                  <a:gd name="T35" fmla="*/ 12 h 36"/>
                  <a:gd name="T36" fmla="*/ 6 w 69"/>
                  <a:gd name="T37" fmla="*/ 18 h 36"/>
                  <a:gd name="T38" fmla="*/ 0 w 69"/>
                  <a:gd name="T39" fmla="*/ 30 h 36"/>
                  <a:gd name="T40" fmla="*/ 12 w 69"/>
                  <a:gd name="T41" fmla="*/ 21 h 36"/>
                  <a:gd name="T42" fmla="*/ 6 w 69"/>
                  <a:gd name="T43" fmla="*/ 18 h 36"/>
                  <a:gd name="T44" fmla="*/ 9 w 69"/>
                  <a:gd name="T45" fmla="*/ 15 h 36"/>
                  <a:gd name="T46" fmla="*/ 3 w 69"/>
                  <a:gd name="T47" fmla="*/ 15 h 36"/>
                  <a:gd name="T48" fmla="*/ 9 w 69"/>
                  <a:gd name="T49" fmla="*/ 1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9" h="36">
                    <a:moveTo>
                      <a:pt x="63" y="12"/>
                    </a:moveTo>
                    <a:cubicBezTo>
                      <a:pt x="66" y="9"/>
                      <a:pt x="69" y="6"/>
                      <a:pt x="66" y="3"/>
                    </a:cubicBezTo>
                    <a:cubicBezTo>
                      <a:pt x="66" y="3"/>
                      <a:pt x="66" y="3"/>
                      <a:pt x="63" y="6"/>
                    </a:cubicBezTo>
                    <a:cubicBezTo>
                      <a:pt x="60" y="6"/>
                      <a:pt x="48" y="0"/>
                      <a:pt x="42" y="3"/>
                    </a:cubicBezTo>
                    <a:cubicBezTo>
                      <a:pt x="36" y="3"/>
                      <a:pt x="24" y="3"/>
                      <a:pt x="21" y="6"/>
                    </a:cubicBezTo>
                    <a:cubicBezTo>
                      <a:pt x="18" y="9"/>
                      <a:pt x="12" y="9"/>
                      <a:pt x="15" y="12"/>
                    </a:cubicBezTo>
                    <a:cubicBezTo>
                      <a:pt x="18" y="15"/>
                      <a:pt x="15" y="18"/>
                      <a:pt x="18" y="21"/>
                    </a:cubicBezTo>
                    <a:cubicBezTo>
                      <a:pt x="21" y="24"/>
                      <a:pt x="21" y="24"/>
                      <a:pt x="24" y="24"/>
                    </a:cubicBezTo>
                    <a:cubicBezTo>
                      <a:pt x="27" y="24"/>
                      <a:pt x="30" y="24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33" y="27"/>
                      <a:pt x="39" y="27"/>
                      <a:pt x="39" y="30"/>
                    </a:cubicBezTo>
                    <a:cubicBezTo>
                      <a:pt x="39" y="30"/>
                      <a:pt x="48" y="36"/>
                      <a:pt x="51" y="36"/>
                    </a:cubicBezTo>
                    <a:cubicBezTo>
                      <a:pt x="51" y="36"/>
                      <a:pt x="57" y="36"/>
                      <a:pt x="60" y="36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3" y="33"/>
                      <a:pt x="66" y="33"/>
                      <a:pt x="63" y="30"/>
                    </a:cubicBezTo>
                    <a:cubicBezTo>
                      <a:pt x="63" y="27"/>
                      <a:pt x="63" y="27"/>
                      <a:pt x="60" y="24"/>
                    </a:cubicBezTo>
                    <a:cubicBezTo>
                      <a:pt x="60" y="21"/>
                      <a:pt x="60" y="18"/>
                      <a:pt x="60" y="18"/>
                    </a:cubicBezTo>
                    <a:cubicBezTo>
                      <a:pt x="60" y="15"/>
                      <a:pt x="63" y="15"/>
                      <a:pt x="63" y="12"/>
                    </a:cubicBezTo>
                    <a:close/>
                    <a:moveTo>
                      <a:pt x="6" y="18"/>
                    </a:moveTo>
                    <a:cubicBezTo>
                      <a:pt x="0" y="21"/>
                      <a:pt x="0" y="30"/>
                      <a:pt x="0" y="30"/>
                    </a:cubicBezTo>
                    <a:cubicBezTo>
                      <a:pt x="3" y="30"/>
                      <a:pt x="12" y="24"/>
                      <a:pt x="12" y="21"/>
                    </a:cubicBezTo>
                    <a:cubicBezTo>
                      <a:pt x="15" y="18"/>
                      <a:pt x="12" y="18"/>
                      <a:pt x="6" y="18"/>
                    </a:cubicBezTo>
                    <a:close/>
                    <a:moveTo>
                      <a:pt x="9" y="15"/>
                    </a:moveTo>
                    <a:cubicBezTo>
                      <a:pt x="12" y="12"/>
                      <a:pt x="0" y="12"/>
                      <a:pt x="3" y="15"/>
                    </a:cubicBezTo>
                    <a:cubicBezTo>
                      <a:pt x="6" y="18"/>
                      <a:pt x="9" y="18"/>
                      <a:pt x="9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2" name="Freeform 145">
                <a:extLst>
                  <a:ext uri="{FF2B5EF4-FFF2-40B4-BE49-F238E27FC236}">
                    <a16:creationId xmlns:a16="http://schemas.microsoft.com/office/drawing/2014/main" id="{421BBE35-D836-C4DD-FBA5-F8951FA1D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882" y="3138305"/>
                <a:ext cx="171676" cy="212229"/>
              </a:xfrm>
              <a:custGeom>
                <a:avLst/>
                <a:gdLst>
                  <a:gd name="T0" fmla="*/ 81 w 90"/>
                  <a:gd name="T1" fmla="*/ 24 h 111"/>
                  <a:gd name="T2" fmla="*/ 84 w 90"/>
                  <a:gd name="T3" fmla="*/ 18 h 111"/>
                  <a:gd name="T4" fmla="*/ 90 w 90"/>
                  <a:gd name="T5" fmla="*/ 9 h 111"/>
                  <a:gd name="T6" fmla="*/ 84 w 90"/>
                  <a:gd name="T7" fmla="*/ 12 h 111"/>
                  <a:gd name="T8" fmla="*/ 81 w 90"/>
                  <a:gd name="T9" fmla="*/ 9 h 111"/>
                  <a:gd name="T10" fmla="*/ 69 w 90"/>
                  <a:gd name="T11" fmla="*/ 9 h 111"/>
                  <a:gd name="T12" fmla="*/ 63 w 90"/>
                  <a:gd name="T13" fmla="*/ 15 h 111"/>
                  <a:gd name="T14" fmla="*/ 48 w 90"/>
                  <a:gd name="T15" fmla="*/ 15 h 111"/>
                  <a:gd name="T16" fmla="*/ 36 w 90"/>
                  <a:gd name="T17" fmla="*/ 6 h 111"/>
                  <a:gd name="T18" fmla="*/ 24 w 90"/>
                  <a:gd name="T19" fmla="*/ 3 h 111"/>
                  <a:gd name="T20" fmla="*/ 18 w 90"/>
                  <a:gd name="T21" fmla="*/ 0 h 111"/>
                  <a:gd name="T22" fmla="*/ 12 w 90"/>
                  <a:gd name="T23" fmla="*/ 0 h 111"/>
                  <a:gd name="T24" fmla="*/ 3 w 90"/>
                  <a:gd name="T25" fmla="*/ 6 h 111"/>
                  <a:gd name="T26" fmla="*/ 0 w 90"/>
                  <a:gd name="T27" fmla="*/ 9 h 111"/>
                  <a:gd name="T28" fmla="*/ 6 w 90"/>
                  <a:gd name="T29" fmla="*/ 12 h 111"/>
                  <a:gd name="T30" fmla="*/ 6 w 90"/>
                  <a:gd name="T31" fmla="*/ 21 h 111"/>
                  <a:gd name="T32" fmla="*/ 12 w 90"/>
                  <a:gd name="T33" fmla="*/ 24 h 111"/>
                  <a:gd name="T34" fmla="*/ 12 w 90"/>
                  <a:gd name="T35" fmla="*/ 33 h 111"/>
                  <a:gd name="T36" fmla="*/ 3 w 90"/>
                  <a:gd name="T37" fmla="*/ 48 h 111"/>
                  <a:gd name="T38" fmla="*/ 0 w 90"/>
                  <a:gd name="T39" fmla="*/ 54 h 111"/>
                  <a:gd name="T40" fmla="*/ 9 w 90"/>
                  <a:gd name="T41" fmla="*/ 60 h 111"/>
                  <a:gd name="T42" fmla="*/ 0 w 90"/>
                  <a:gd name="T43" fmla="*/ 66 h 111"/>
                  <a:gd name="T44" fmla="*/ 0 w 90"/>
                  <a:gd name="T45" fmla="*/ 66 h 111"/>
                  <a:gd name="T46" fmla="*/ 42 w 90"/>
                  <a:gd name="T47" fmla="*/ 90 h 111"/>
                  <a:gd name="T48" fmla="*/ 42 w 90"/>
                  <a:gd name="T49" fmla="*/ 96 h 111"/>
                  <a:gd name="T50" fmla="*/ 60 w 90"/>
                  <a:gd name="T51" fmla="*/ 111 h 111"/>
                  <a:gd name="T52" fmla="*/ 72 w 90"/>
                  <a:gd name="T53" fmla="*/ 84 h 111"/>
                  <a:gd name="T54" fmla="*/ 78 w 90"/>
                  <a:gd name="T55" fmla="*/ 81 h 111"/>
                  <a:gd name="T56" fmla="*/ 84 w 90"/>
                  <a:gd name="T57" fmla="*/ 75 h 111"/>
                  <a:gd name="T58" fmla="*/ 87 w 90"/>
                  <a:gd name="T59" fmla="*/ 75 h 111"/>
                  <a:gd name="T60" fmla="*/ 81 w 90"/>
                  <a:gd name="T61" fmla="*/ 66 h 111"/>
                  <a:gd name="T62" fmla="*/ 81 w 90"/>
                  <a:gd name="T63" fmla="*/ 24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0" h="111">
                    <a:moveTo>
                      <a:pt x="81" y="24"/>
                    </a:moveTo>
                    <a:cubicBezTo>
                      <a:pt x="84" y="18"/>
                      <a:pt x="84" y="18"/>
                      <a:pt x="84" y="18"/>
                    </a:cubicBezTo>
                    <a:cubicBezTo>
                      <a:pt x="90" y="9"/>
                      <a:pt x="90" y="9"/>
                      <a:pt x="90" y="9"/>
                    </a:cubicBezTo>
                    <a:cubicBezTo>
                      <a:pt x="87" y="9"/>
                      <a:pt x="87" y="9"/>
                      <a:pt x="84" y="12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78" y="6"/>
                      <a:pt x="75" y="9"/>
                      <a:pt x="69" y="9"/>
                    </a:cubicBezTo>
                    <a:cubicBezTo>
                      <a:pt x="66" y="12"/>
                      <a:pt x="63" y="18"/>
                      <a:pt x="63" y="15"/>
                    </a:cubicBezTo>
                    <a:cubicBezTo>
                      <a:pt x="60" y="15"/>
                      <a:pt x="51" y="15"/>
                      <a:pt x="48" y="15"/>
                    </a:cubicBezTo>
                    <a:cubicBezTo>
                      <a:pt x="48" y="15"/>
                      <a:pt x="39" y="9"/>
                      <a:pt x="36" y="6"/>
                    </a:cubicBezTo>
                    <a:cubicBezTo>
                      <a:pt x="33" y="3"/>
                      <a:pt x="27" y="6"/>
                      <a:pt x="24" y="3"/>
                    </a:cubicBezTo>
                    <a:cubicBezTo>
                      <a:pt x="24" y="3"/>
                      <a:pt x="21" y="3"/>
                      <a:pt x="18" y="0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9" y="0"/>
                      <a:pt x="3" y="3"/>
                      <a:pt x="3" y="6"/>
                    </a:cubicBezTo>
                    <a:cubicBezTo>
                      <a:pt x="3" y="6"/>
                      <a:pt x="3" y="9"/>
                      <a:pt x="0" y="9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2" y="30"/>
                      <a:pt x="12" y="33"/>
                    </a:cubicBezTo>
                    <a:cubicBezTo>
                      <a:pt x="12" y="39"/>
                      <a:pt x="6" y="45"/>
                      <a:pt x="3" y="48"/>
                    </a:cubicBezTo>
                    <a:cubicBezTo>
                      <a:pt x="3" y="48"/>
                      <a:pt x="3" y="51"/>
                      <a:pt x="0" y="54"/>
                    </a:cubicBezTo>
                    <a:cubicBezTo>
                      <a:pt x="6" y="57"/>
                      <a:pt x="9" y="57"/>
                      <a:pt x="9" y="60"/>
                    </a:cubicBezTo>
                    <a:cubicBezTo>
                      <a:pt x="9" y="60"/>
                      <a:pt x="0" y="60"/>
                      <a:pt x="0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42" y="90"/>
                      <a:pt x="42" y="90"/>
                      <a:pt x="42" y="90"/>
                    </a:cubicBezTo>
                    <a:cubicBezTo>
                      <a:pt x="42" y="96"/>
                      <a:pt x="42" y="96"/>
                      <a:pt x="42" y="96"/>
                    </a:cubicBezTo>
                    <a:cubicBezTo>
                      <a:pt x="42" y="96"/>
                      <a:pt x="51" y="102"/>
                      <a:pt x="60" y="111"/>
                    </a:cubicBezTo>
                    <a:cubicBezTo>
                      <a:pt x="66" y="99"/>
                      <a:pt x="72" y="87"/>
                      <a:pt x="72" y="84"/>
                    </a:cubicBezTo>
                    <a:cubicBezTo>
                      <a:pt x="75" y="81"/>
                      <a:pt x="78" y="81"/>
                      <a:pt x="78" y="81"/>
                    </a:cubicBezTo>
                    <a:cubicBezTo>
                      <a:pt x="81" y="78"/>
                      <a:pt x="81" y="81"/>
                      <a:pt x="84" y="75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1" y="66"/>
                      <a:pt x="81" y="66"/>
                      <a:pt x="81" y="66"/>
                    </a:cubicBezTo>
                    <a:lnTo>
                      <a:pt x="81" y="24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3" name="Freeform 146">
                <a:extLst>
                  <a:ext uri="{FF2B5EF4-FFF2-40B4-BE49-F238E27FC236}">
                    <a16:creationId xmlns:a16="http://schemas.microsoft.com/office/drawing/2014/main" id="{C2110662-2F24-7015-5659-E6F69CC6B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9961" y="3155878"/>
                <a:ext cx="114901" cy="120308"/>
              </a:xfrm>
              <a:custGeom>
                <a:avLst/>
                <a:gdLst>
                  <a:gd name="T0" fmla="*/ 54 w 60"/>
                  <a:gd name="T1" fmla="*/ 12 h 63"/>
                  <a:gd name="T2" fmla="*/ 54 w 60"/>
                  <a:gd name="T3" fmla="*/ 3 h 63"/>
                  <a:gd name="T4" fmla="*/ 48 w 60"/>
                  <a:gd name="T5" fmla="*/ 0 h 63"/>
                  <a:gd name="T6" fmla="*/ 45 w 60"/>
                  <a:gd name="T7" fmla="*/ 3 h 63"/>
                  <a:gd name="T8" fmla="*/ 39 w 60"/>
                  <a:gd name="T9" fmla="*/ 3 h 63"/>
                  <a:gd name="T10" fmla="*/ 30 w 60"/>
                  <a:gd name="T11" fmla="*/ 6 h 63"/>
                  <a:gd name="T12" fmla="*/ 24 w 60"/>
                  <a:gd name="T13" fmla="*/ 3 h 63"/>
                  <a:gd name="T14" fmla="*/ 15 w 60"/>
                  <a:gd name="T15" fmla="*/ 6 h 63"/>
                  <a:gd name="T16" fmla="*/ 15 w 60"/>
                  <a:gd name="T17" fmla="*/ 15 h 63"/>
                  <a:gd name="T18" fmla="*/ 18 w 60"/>
                  <a:gd name="T19" fmla="*/ 21 h 63"/>
                  <a:gd name="T20" fmla="*/ 15 w 60"/>
                  <a:gd name="T21" fmla="*/ 27 h 63"/>
                  <a:gd name="T22" fmla="*/ 9 w 60"/>
                  <a:gd name="T23" fmla="*/ 30 h 63"/>
                  <a:gd name="T24" fmla="*/ 6 w 60"/>
                  <a:gd name="T25" fmla="*/ 36 h 63"/>
                  <a:gd name="T26" fmla="*/ 3 w 60"/>
                  <a:gd name="T27" fmla="*/ 45 h 63"/>
                  <a:gd name="T28" fmla="*/ 0 w 60"/>
                  <a:gd name="T29" fmla="*/ 54 h 63"/>
                  <a:gd name="T30" fmla="*/ 0 w 60"/>
                  <a:gd name="T31" fmla="*/ 63 h 63"/>
                  <a:gd name="T32" fmla="*/ 3 w 60"/>
                  <a:gd name="T33" fmla="*/ 60 h 63"/>
                  <a:gd name="T34" fmla="*/ 15 w 60"/>
                  <a:gd name="T35" fmla="*/ 57 h 63"/>
                  <a:gd name="T36" fmla="*/ 24 w 60"/>
                  <a:gd name="T37" fmla="*/ 57 h 63"/>
                  <a:gd name="T38" fmla="*/ 33 w 60"/>
                  <a:gd name="T39" fmla="*/ 45 h 63"/>
                  <a:gd name="T40" fmla="*/ 48 w 60"/>
                  <a:gd name="T41" fmla="*/ 45 h 63"/>
                  <a:gd name="T42" fmla="*/ 51 w 60"/>
                  <a:gd name="T43" fmla="*/ 39 h 63"/>
                  <a:gd name="T44" fmla="*/ 60 w 60"/>
                  <a:gd name="T45" fmla="*/ 24 h 63"/>
                  <a:gd name="T46" fmla="*/ 60 w 60"/>
                  <a:gd name="T47" fmla="*/ 15 h 63"/>
                  <a:gd name="T48" fmla="*/ 54 w 60"/>
                  <a:gd name="T49" fmla="*/ 1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0" h="63">
                    <a:moveTo>
                      <a:pt x="54" y="12"/>
                    </a:moveTo>
                    <a:cubicBezTo>
                      <a:pt x="54" y="3"/>
                      <a:pt x="54" y="3"/>
                      <a:pt x="54" y="3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5" y="6"/>
                      <a:pt x="39" y="3"/>
                      <a:pt x="39" y="3"/>
                    </a:cubicBezTo>
                    <a:cubicBezTo>
                      <a:pt x="36" y="3"/>
                      <a:pt x="30" y="6"/>
                      <a:pt x="30" y="6"/>
                    </a:cubicBezTo>
                    <a:cubicBezTo>
                      <a:pt x="30" y="9"/>
                      <a:pt x="27" y="3"/>
                      <a:pt x="24" y="3"/>
                    </a:cubicBezTo>
                    <a:cubicBezTo>
                      <a:pt x="21" y="3"/>
                      <a:pt x="15" y="6"/>
                      <a:pt x="15" y="6"/>
                    </a:cubicBezTo>
                    <a:cubicBezTo>
                      <a:pt x="15" y="6"/>
                      <a:pt x="15" y="12"/>
                      <a:pt x="15" y="15"/>
                    </a:cubicBezTo>
                    <a:cubicBezTo>
                      <a:pt x="15" y="18"/>
                      <a:pt x="18" y="18"/>
                      <a:pt x="18" y="21"/>
                    </a:cubicBezTo>
                    <a:cubicBezTo>
                      <a:pt x="18" y="24"/>
                      <a:pt x="15" y="27"/>
                      <a:pt x="15" y="27"/>
                    </a:cubicBezTo>
                    <a:cubicBezTo>
                      <a:pt x="15" y="30"/>
                      <a:pt x="12" y="30"/>
                      <a:pt x="9" y="30"/>
                    </a:cubicBezTo>
                    <a:cubicBezTo>
                      <a:pt x="6" y="30"/>
                      <a:pt x="6" y="36"/>
                      <a:pt x="6" y="36"/>
                    </a:cubicBezTo>
                    <a:cubicBezTo>
                      <a:pt x="3" y="39"/>
                      <a:pt x="3" y="42"/>
                      <a:pt x="3" y="45"/>
                    </a:cubicBezTo>
                    <a:cubicBezTo>
                      <a:pt x="0" y="48"/>
                      <a:pt x="0" y="51"/>
                      <a:pt x="0" y="54"/>
                    </a:cubicBezTo>
                    <a:cubicBezTo>
                      <a:pt x="0" y="57"/>
                      <a:pt x="0" y="60"/>
                      <a:pt x="0" y="63"/>
                    </a:cubicBezTo>
                    <a:cubicBezTo>
                      <a:pt x="3" y="63"/>
                      <a:pt x="3" y="63"/>
                      <a:pt x="3" y="60"/>
                    </a:cubicBezTo>
                    <a:cubicBezTo>
                      <a:pt x="6" y="60"/>
                      <a:pt x="15" y="57"/>
                      <a:pt x="15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7" y="51"/>
                      <a:pt x="30" y="45"/>
                      <a:pt x="33" y="45"/>
                    </a:cubicBezTo>
                    <a:cubicBezTo>
                      <a:pt x="39" y="45"/>
                      <a:pt x="45" y="45"/>
                      <a:pt x="48" y="45"/>
                    </a:cubicBezTo>
                    <a:cubicBezTo>
                      <a:pt x="51" y="42"/>
                      <a:pt x="51" y="39"/>
                      <a:pt x="51" y="39"/>
                    </a:cubicBezTo>
                    <a:cubicBezTo>
                      <a:pt x="54" y="36"/>
                      <a:pt x="60" y="30"/>
                      <a:pt x="60" y="24"/>
                    </a:cubicBezTo>
                    <a:cubicBezTo>
                      <a:pt x="60" y="21"/>
                      <a:pt x="60" y="15"/>
                      <a:pt x="60" y="15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4" name="Freeform 147">
                <a:extLst>
                  <a:ext uri="{FF2B5EF4-FFF2-40B4-BE49-F238E27FC236}">
                    <a16:creationId xmlns:a16="http://schemas.microsoft.com/office/drawing/2014/main" id="{DF4983EC-B8B5-0145-65B0-2A533F14C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9875" y="2177189"/>
                <a:ext cx="379850" cy="224395"/>
              </a:xfrm>
              <a:custGeom>
                <a:avLst/>
                <a:gdLst>
                  <a:gd name="T0" fmla="*/ 192 w 198"/>
                  <a:gd name="T1" fmla="*/ 66 h 117"/>
                  <a:gd name="T2" fmla="*/ 177 w 198"/>
                  <a:gd name="T3" fmla="*/ 60 h 117"/>
                  <a:gd name="T4" fmla="*/ 168 w 198"/>
                  <a:gd name="T5" fmla="*/ 60 h 117"/>
                  <a:gd name="T6" fmla="*/ 159 w 198"/>
                  <a:gd name="T7" fmla="*/ 57 h 117"/>
                  <a:gd name="T8" fmla="*/ 147 w 198"/>
                  <a:gd name="T9" fmla="*/ 66 h 117"/>
                  <a:gd name="T10" fmla="*/ 141 w 198"/>
                  <a:gd name="T11" fmla="*/ 66 h 117"/>
                  <a:gd name="T12" fmla="*/ 132 w 198"/>
                  <a:gd name="T13" fmla="*/ 60 h 117"/>
                  <a:gd name="T14" fmla="*/ 123 w 198"/>
                  <a:gd name="T15" fmla="*/ 60 h 117"/>
                  <a:gd name="T16" fmla="*/ 117 w 198"/>
                  <a:gd name="T17" fmla="*/ 48 h 117"/>
                  <a:gd name="T18" fmla="*/ 114 w 198"/>
                  <a:gd name="T19" fmla="*/ 36 h 117"/>
                  <a:gd name="T20" fmla="*/ 105 w 198"/>
                  <a:gd name="T21" fmla="*/ 30 h 117"/>
                  <a:gd name="T22" fmla="*/ 81 w 198"/>
                  <a:gd name="T23" fmla="*/ 30 h 117"/>
                  <a:gd name="T24" fmla="*/ 66 w 198"/>
                  <a:gd name="T25" fmla="*/ 30 h 117"/>
                  <a:gd name="T26" fmla="*/ 54 w 198"/>
                  <a:gd name="T27" fmla="*/ 15 h 117"/>
                  <a:gd name="T28" fmla="*/ 51 w 198"/>
                  <a:gd name="T29" fmla="*/ 21 h 117"/>
                  <a:gd name="T30" fmla="*/ 36 w 198"/>
                  <a:gd name="T31" fmla="*/ 18 h 117"/>
                  <a:gd name="T32" fmla="*/ 36 w 198"/>
                  <a:gd name="T33" fmla="*/ 3 h 117"/>
                  <a:gd name="T34" fmla="*/ 30 w 198"/>
                  <a:gd name="T35" fmla="*/ 18 h 117"/>
                  <a:gd name="T36" fmla="*/ 30 w 198"/>
                  <a:gd name="T37" fmla="*/ 0 h 117"/>
                  <a:gd name="T38" fmla="*/ 0 w 198"/>
                  <a:gd name="T39" fmla="*/ 9 h 117"/>
                  <a:gd name="T40" fmla="*/ 0 w 198"/>
                  <a:gd name="T41" fmla="*/ 57 h 117"/>
                  <a:gd name="T42" fmla="*/ 0 w 198"/>
                  <a:gd name="T43" fmla="*/ 57 h 117"/>
                  <a:gd name="T44" fmla="*/ 6 w 198"/>
                  <a:gd name="T45" fmla="*/ 60 h 117"/>
                  <a:gd name="T46" fmla="*/ 12 w 198"/>
                  <a:gd name="T47" fmla="*/ 54 h 117"/>
                  <a:gd name="T48" fmla="*/ 18 w 198"/>
                  <a:gd name="T49" fmla="*/ 48 h 117"/>
                  <a:gd name="T50" fmla="*/ 24 w 198"/>
                  <a:gd name="T51" fmla="*/ 45 h 117"/>
                  <a:gd name="T52" fmla="*/ 27 w 198"/>
                  <a:gd name="T53" fmla="*/ 42 h 117"/>
                  <a:gd name="T54" fmla="*/ 36 w 198"/>
                  <a:gd name="T55" fmla="*/ 45 h 117"/>
                  <a:gd name="T56" fmla="*/ 45 w 198"/>
                  <a:gd name="T57" fmla="*/ 48 h 117"/>
                  <a:gd name="T58" fmla="*/ 48 w 198"/>
                  <a:gd name="T59" fmla="*/ 60 h 117"/>
                  <a:gd name="T60" fmla="*/ 66 w 198"/>
                  <a:gd name="T61" fmla="*/ 60 h 117"/>
                  <a:gd name="T62" fmla="*/ 69 w 198"/>
                  <a:gd name="T63" fmla="*/ 69 h 117"/>
                  <a:gd name="T64" fmla="*/ 75 w 198"/>
                  <a:gd name="T65" fmla="*/ 78 h 117"/>
                  <a:gd name="T66" fmla="*/ 87 w 198"/>
                  <a:gd name="T67" fmla="*/ 87 h 117"/>
                  <a:gd name="T68" fmla="*/ 99 w 198"/>
                  <a:gd name="T69" fmla="*/ 93 h 117"/>
                  <a:gd name="T70" fmla="*/ 111 w 198"/>
                  <a:gd name="T71" fmla="*/ 102 h 117"/>
                  <a:gd name="T72" fmla="*/ 120 w 198"/>
                  <a:gd name="T73" fmla="*/ 105 h 117"/>
                  <a:gd name="T74" fmla="*/ 123 w 198"/>
                  <a:gd name="T75" fmla="*/ 111 h 117"/>
                  <a:gd name="T76" fmla="*/ 123 w 198"/>
                  <a:gd name="T77" fmla="*/ 111 h 117"/>
                  <a:gd name="T78" fmla="*/ 132 w 198"/>
                  <a:gd name="T79" fmla="*/ 114 h 117"/>
                  <a:gd name="T80" fmla="*/ 135 w 198"/>
                  <a:gd name="T81" fmla="*/ 117 h 117"/>
                  <a:gd name="T82" fmla="*/ 141 w 198"/>
                  <a:gd name="T83" fmla="*/ 105 h 117"/>
                  <a:gd name="T84" fmla="*/ 141 w 198"/>
                  <a:gd name="T85" fmla="*/ 96 h 117"/>
                  <a:gd name="T86" fmla="*/ 132 w 198"/>
                  <a:gd name="T87" fmla="*/ 87 h 117"/>
                  <a:gd name="T88" fmla="*/ 144 w 198"/>
                  <a:gd name="T89" fmla="*/ 84 h 117"/>
                  <a:gd name="T90" fmla="*/ 147 w 198"/>
                  <a:gd name="T91" fmla="*/ 78 h 117"/>
                  <a:gd name="T92" fmla="*/ 153 w 198"/>
                  <a:gd name="T93" fmla="*/ 72 h 117"/>
                  <a:gd name="T94" fmla="*/ 162 w 198"/>
                  <a:gd name="T95" fmla="*/ 69 h 117"/>
                  <a:gd name="T96" fmla="*/ 168 w 198"/>
                  <a:gd name="T97" fmla="*/ 66 h 117"/>
                  <a:gd name="T98" fmla="*/ 165 w 198"/>
                  <a:gd name="T99" fmla="*/ 75 h 117"/>
                  <a:gd name="T100" fmla="*/ 177 w 198"/>
                  <a:gd name="T101" fmla="*/ 75 h 117"/>
                  <a:gd name="T102" fmla="*/ 189 w 198"/>
                  <a:gd name="T103" fmla="*/ 72 h 117"/>
                  <a:gd name="T104" fmla="*/ 192 w 198"/>
                  <a:gd name="T105" fmla="*/ 6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8" h="117">
                    <a:moveTo>
                      <a:pt x="192" y="66"/>
                    </a:moveTo>
                    <a:cubicBezTo>
                      <a:pt x="189" y="63"/>
                      <a:pt x="180" y="57"/>
                      <a:pt x="177" y="60"/>
                    </a:cubicBezTo>
                    <a:cubicBezTo>
                      <a:pt x="177" y="63"/>
                      <a:pt x="171" y="63"/>
                      <a:pt x="168" y="60"/>
                    </a:cubicBezTo>
                    <a:cubicBezTo>
                      <a:pt x="168" y="57"/>
                      <a:pt x="165" y="54"/>
                      <a:pt x="159" y="57"/>
                    </a:cubicBezTo>
                    <a:cubicBezTo>
                      <a:pt x="150" y="60"/>
                      <a:pt x="147" y="63"/>
                      <a:pt x="147" y="66"/>
                    </a:cubicBezTo>
                    <a:cubicBezTo>
                      <a:pt x="147" y="69"/>
                      <a:pt x="141" y="72"/>
                      <a:pt x="141" y="66"/>
                    </a:cubicBezTo>
                    <a:cubicBezTo>
                      <a:pt x="141" y="63"/>
                      <a:pt x="135" y="63"/>
                      <a:pt x="132" y="60"/>
                    </a:cubicBezTo>
                    <a:cubicBezTo>
                      <a:pt x="129" y="60"/>
                      <a:pt x="123" y="63"/>
                      <a:pt x="123" y="60"/>
                    </a:cubicBezTo>
                    <a:cubicBezTo>
                      <a:pt x="123" y="54"/>
                      <a:pt x="117" y="51"/>
                      <a:pt x="117" y="48"/>
                    </a:cubicBezTo>
                    <a:cubicBezTo>
                      <a:pt x="114" y="42"/>
                      <a:pt x="117" y="36"/>
                      <a:pt x="114" y="36"/>
                    </a:cubicBezTo>
                    <a:cubicBezTo>
                      <a:pt x="111" y="36"/>
                      <a:pt x="108" y="30"/>
                      <a:pt x="105" y="30"/>
                    </a:cubicBezTo>
                    <a:cubicBezTo>
                      <a:pt x="102" y="30"/>
                      <a:pt x="84" y="30"/>
                      <a:pt x="81" y="30"/>
                    </a:cubicBezTo>
                    <a:cubicBezTo>
                      <a:pt x="78" y="27"/>
                      <a:pt x="69" y="33"/>
                      <a:pt x="66" y="30"/>
                    </a:cubicBezTo>
                    <a:cubicBezTo>
                      <a:pt x="66" y="27"/>
                      <a:pt x="57" y="18"/>
                      <a:pt x="54" y="15"/>
                    </a:cubicBezTo>
                    <a:cubicBezTo>
                      <a:pt x="54" y="18"/>
                      <a:pt x="51" y="18"/>
                      <a:pt x="51" y="21"/>
                    </a:cubicBezTo>
                    <a:cubicBezTo>
                      <a:pt x="42" y="27"/>
                      <a:pt x="33" y="24"/>
                      <a:pt x="36" y="18"/>
                    </a:cubicBezTo>
                    <a:cubicBezTo>
                      <a:pt x="39" y="12"/>
                      <a:pt x="39" y="3"/>
                      <a:pt x="36" y="3"/>
                    </a:cubicBezTo>
                    <a:cubicBezTo>
                      <a:pt x="30" y="3"/>
                      <a:pt x="33" y="18"/>
                      <a:pt x="30" y="18"/>
                    </a:cubicBezTo>
                    <a:cubicBezTo>
                      <a:pt x="27" y="18"/>
                      <a:pt x="27" y="6"/>
                      <a:pt x="3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60"/>
                      <a:pt x="6" y="60"/>
                      <a:pt x="6" y="60"/>
                    </a:cubicBezTo>
                    <a:cubicBezTo>
                      <a:pt x="12" y="60"/>
                      <a:pt x="12" y="57"/>
                      <a:pt x="12" y="54"/>
                    </a:cubicBezTo>
                    <a:cubicBezTo>
                      <a:pt x="12" y="54"/>
                      <a:pt x="15" y="48"/>
                      <a:pt x="18" y="48"/>
                    </a:cubicBezTo>
                    <a:cubicBezTo>
                      <a:pt x="21" y="48"/>
                      <a:pt x="21" y="45"/>
                      <a:pt x="24" y="45"/>
                    </a:cubicBezTo>
                    <a:cubicBezTo>
                      <a:pt x="24" y="45"/>
                      <a:pt x="27" y="45"/>
                      <a:pt x="27" y="42"/>
                    </a:cubicBezTo>
                    <a:cubicBezTo>
                      <a:pt x="30" y="42"/>
                      <a:pt x="33" y="42"/>
                      <a:pt x="36" y="45"/>
                    </a:cubicBezTo>
                    <a:cubicBezTo>
                      <a:pt x="36" y="45"/>
                      <a:pt x="42" y="48"/>
                      <a:pt x="45" y="48"/>
                    </a:cubicBezTo>
                    <a:cubicBezTo>
                      <a:pt x="48" y="48"/>
                      <a:pt x="48" y="57"/>
                      <a:pt x="48" y="60"/>
                    </a:cubicBezTo>
                    <a:cubicBezTo>
                      <a:pt x="48" y="60"/>
                      <a:pt x="63" y="60"/>
                      <a:pt x="66" y="60"/>
                    </a:cubicBezTo>
                    <a:cubicBezTo>
                      <a:pt x="66" y="63"/>
                      <a:pt x="66" y="66"/>
                      <a:pt x="69" y="69"/>
                    </a:cubicBezTo>
                    <a:cubicBezTo>
                      <a:pt x="72" y="72"/>
                      <a:pt x="75" y="75"/>
                      <a:pt x="75" y="78"/>
                    </a:cubicBezTo>
                    <a:cubicBezTo>
                      <a:pt x="75" y="81"/>
                      <a:pt x="84" y="84"/>
                      <a:pt x="87" y="87"/>
                    </a:cubicBezTo>
                    <a:cubicBezTo>
                      <a:pt x="87" y="90"/>
                      <a:pt x="93" y="93"/>
                      <a:pt x="99" y="93"/>
                    </a:cubicBezTo>
                    <a:cubicBezTo>
                      <a:pt x="105" y="96"/>
                      <a:pt x="108" y="102"/>
                      <a:pt x="111" y="102"/>
                    </a:cubicBezTo>
                    <a:cubicBezTo>
                      <a:pt x="114" y="102"/>
                      <a:pt x="120" y="105"/>
                      <a:pt x="120" y="105"/>
                    </a:cubicBezTo>
                    <a:cubicBezTo>
                      <a:pt x="123" y="111"/>
                      <a:pt x="123" y="111"/>
                      <a:pt x="123" y="111"/>
                    </a:cubicBezTo>
                    <a:cubicBezTo>
                      <a:pt x="123" y="111"/>
                      <a:pt x="123" y="111"/>
                      <a:pt x="123" y="111"/>
                    </a:cubicBezTo>
                    <a:cubicBezTo>
                      <a:pt x="126" y="111"/>
                      <a:pt x="129" y="114"/>
                      <a:pt x="132" y="114"/>
                    </a:cubicBezTo>
                    <a:cubicBezTo>
                      <a:pt x="135" y="117"/>
                      <a:pt x="135" y="117"/>
                      <a:pt x="135" y="117"/>
                    </a:cubicBezTo>
                    <a:cubicBezTo>
                      <a:pt x="135" y="111"/>
                      <a:pt x="138" y="108"/>
                      <a:pt x="141" y="105"/>
                    </a:cubicBezTo>
                    <a:cubicBezTo>
                      <a:pt x="144" y="102"/>
                      <a:pt x="138" y="99"/>
                      <a:pt x="141" y="96"/>
                    </a:cubicBezTo>
                    <a:cubicBezTo>
                      <a:pt x="141" y="93"/>
                      <a:pt x="132" y="90"/>
                      <a:pt x="132" y="87"/>
                    </a:cubicBezTo>
                    <a:cubicBezTo>
                      <a:pt x="132" y="84"/>
                      <a:pt x="141" y="84"/>
                      <a:pt x="144" y="84"/>
                    </a:cubicBezTo>
                    <a:cubicBezTo>
                      <a:pt x="147" y="81"/>
                      <a:pt x="144" y="78"/>
                      <a:pt x="147" y="78"/>
                    </a:cubicBezTo>
                    <a:cubicBezTo>
                      <a:pt x="150" y="78"/>
                      <a:pt x="150" y="75"/>
                      <a:pt x="153" y="72"/>
                    </a:cubicBezTo>
                    <a:cubicBezTo>
                      <a:pt x="153" y="69"/>
                      <a:pt x="159" y="72"/>
                      <a:pt x="162" y="69"/>
                    </a:cubicBezTo>
                    <a:cubicBezTo>
                      <a:pt x="165" y="66"/>
                      <a:pt x="168" y="66"/>
                      <a:pt x="168" y="66"/>
                    </a:cubicBezTo>
                    <a:cubicBezTo>
                      <a:pt x="171" y="69"/>
                      <a:pt x="165" y="75"/>
                      <a:pt x="165" y="75"/>
                    </a:cubicBezTo>
                    <a:cubicBezTo>
                      <a:pt x="168" y="75"/>
                      <a:pt x="177" y="75"/>
                      <a:pt x="177" y="75"/>
                    </a:cubicBezTo>
                    <a:cubicBezTo>
                      <a:pt x="180" y="72"/>
                      <a:pt x="186" y="75"/>
                      <a:pt x="189" y="72"/>
                    </a:cubicBezTo>
                    <a:cubicBezTo>
                      <a:pt x="192" y="69"/>
                      <a:pt x="198" y="72"/>
                      <a:pt x="192" y="6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5" name="Freeform 148">
                <a:extLst>
                  <a:ext uri="{FF2B5EF4-FFF2-40B4-BE49-F238E27FC236}">
                    <a16:creationId xmlns:a16="http://schemas.microsoft.com/office/drawing/2014/main" id="{9128DB31-0E2A-7EA1-6E48-062B99EF0A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2229" y="929497"/>
                <a:ext cx="558285" cy="885416"/>
              </a:xfrm>
              <a:custGeom>
                <a:avLst/>
                <a:gdLst>
                  <a:gd name="T0" fmla="*/ 276 w 291"/>
                  <a:gd name="T1" fmla="*/ 240 h 462"/>
                  <a:gd name="T2" fmla="*/ 276 w 291"/>
                  <a:gd name="T3" fmla="*/ 228 h 462"/>
                  <a:gd name="T4" fmla="*/ 261 w 291"/>
                  <a:gd name="T5" fmla="*/ 225 h 462"/>
                  <a:gd name="T6" fmla="*/ 243 w 291"/>
                  <a:gd name="T7" fmla="*/ 225 h 462"/>
                  <a:gd name="T8" fmla="*/ 234 w 291"/>
                  <a:gd name="T9" fmla="*/ 222 h 462"/>
                  <a:gd name="T10" fmla="*/ 216 w 291"/>
                  <a:gd name="T11" fmla="*/ 228 h 462"/>
                  <a:gd name="T12" fmla="*/ 201 w 291"/>
                  <a:gd name="T13" fmla="*/ 243 h 462"/>
                  <a:gd name="T14" fmla="*/ 201 w 291"/>
                  <a:gd name="T15" fmla="*/ 225 h 462"/>
                  <a:gd name="T16" fmla="*/ 183 w 291"/>
                  <a:gd name="T17" fmla="*/ 237 h 462"/>
                  <a:gd name="T18" fmla="*/ 174 w 291"/>
                  <a:gd name="T19" fmla="*/ 240 h 462"/>
                  <a:gd name="T20" fmla="*/ 165 w 291"/>
                  <a:gd name="T21" fmla="*/ 240 h 462"/>
                  <a:gd name="T22" fmla="*/ 150 w 291"/>
                  <a:gd name="T23" fmla="*/ 249 h 462"/>
                  <a:gd name="T24" fmla="*/ 138 w 291"/>
                  <a:gd name="T25" fmla="*/ 258 h 462"/>
                  <a:gd name="T26" fmla="*/ 129 w 291"/>
                  <a:gd name="T27" fmla="*/ 264 h 462"/>
                  <a:gd name="T28" fmla="*/ 111 w 291"/>
                  <a:gd name="T29" fmla="*/ 267 h 462"/>
                  <a:gd name="T30" fmla="*/ 105 w 291"/>
                  <a:gd name="T31" fmla="*/ 279 h 462"/>
                  <a:gd name="T32" fmla="*/ 129 w 291"/>
                  <a:gd name="T33" fmla="*/ 279 h 462"/>
                  <a:gd name="T34" fmla="*/ 111 w 291"/>
                  <a:gd name="T35" fmla="*/ 291 h 462"/>
                  <a:gd name="T36" fmla="*/ 87 w 291"/>
                  <a:gd name="T37" fmla="*/ 318 h 462"/>
                  <a:gd name="T38" fmla="*/ 69 w 291"/>
                  <a:gd name="T39" fmla="*/ 339 h 462"/>
                  <a:gd name="T40" fmla="*/ 57 w 291"/>
                  <a:gd name="T41" fmla="*/ 360 h 462"/>
                  <a:gd name="T42" fmla="*/ 36 w 291"/>
                  <a:gd name="T43" fmla="*/ 372 h 462"/>
                  <a:gd name="T44" fmla="*/ 15 w 291"/>
                  <a:gd name="T45" fmla="*/ 387 h 462"/>
                  <a:gd name="T46" fmla="*/ 6 w 291"/>
                  <a:gd name="T47" fmla="*/ 402 h 462"/>
                  <a:gd name="T48" fmla="*/ 3 w 291"/>
                  <a:gd name="T49" fmla="*/ 423 h 462"/>
                  <a:gd name="T50" fmla="*/ 12 w 291"/>
                  <a:gd name="T51" fmla="*/ 432 h 462"/>
                  <a:gd name="T52" fmla="*/ 9 w 291"/>
                  <a:gd name="T53" fmla="*/ 438 h 462"/>
                  <a:gd name="T54" fmla="*/ 21 w 291"/>
                  <a:gd name="T55" fmla="*/ 456 h 462"/>
                  <a:gd name="T56" fmla="*/ 66 w 291"/>
                  <a:gd name="T57" fmla="*/ 435 h 462"/>
                  <a:gd name="T58" fmla="*/ 78 w 291"/>
                  <a:gd name="T59" fmla="*/ 438 h 462"/>
                  <a:gd name="T60" fmla="*/ 87 w 291"/>
                  <a:gd name="T61" fmla="*/ 411 h 462"/>
                  <a:gd name="T62" fmla="*/ 84 w 291"/>
                  <a:gd name="T63" fmla="*/ 375 h 462"/>
                  <a:gd name="T64" fmla="*/ 102 w 291"/>
                  <a:gd name="T65" fmla="*/ 351 h 462"/>
                  <a:gd name="T66" fmla="*/ 117 w 291"/>
                  <a:gd name="T67" fmla="*/ 318 h 462"/>
                  <a:gd name="T68" fmla="*/ 132 w 291"/>
                  <a:gd name="T69" fmla="*/ 288 h 462"/>
                  <a:gd name="T70" fmla="*/ 162 w 291"/>
                  <a:gd name="T71" fmla="*/ 273 h 462"/>
                  <a:gd name="T72" fmla="*/ 186 w 291"/>
                  <a:gd name="T73" fmla="*/ 258 h 462"/>
                  <a:gd name="T74" fmla="*/ 225 w 291"/>
                  <a:gd name="T75" fmla="*/ 270 h 462"/>
                  <a:gd name="T76" fmla="*/ 249 w 291"/>
                  <a:gd name="T77" fmla="*/ 243 h 462"/>
                  <a:gd name="T78" fmla="*/ 276 w 291"/>
                  <a:gd name="T79" fmla="*/ 255 h 462"/>
                  <a:gd name="T80" fmla="*/ 81 w 291"/>
                  <a:gd name="T81" fmla="*/ 33 h 462"/>
                  <a:gd name="T82" fmla="*/ 108 w 291"/>
                  <a:gd name="T83" fmla="*/ 48 h 462"/>
                  <a:gd name="T84" fmla="*/ 129 w 291"/>
                  <a:gd name="T85" fmla="*/ 54 h 462"/>
                  <a:gd name="T86" fmla="*/ 132 w 291"/>
                  <a:gd name="T87" fmla="*/ 69 h 462"/>
                  <a:gd name="T88" fmla="*/ 111 w 291"/>
                  <a:gd name="T89" fmla="*/ 87 h 462"/>
                  <a:gd name="T90" fmla="*/ 132 w 291"/>
                  <a:gd name="T91" fmla="*/ 96 h 462"/>
                  <a:gd name="T92" fmla="*/ 159 w 291"/>
                  <a:gd name="T93" fmla="*/ 51 h 462"/>
                  <a:gd name="T94" fmla="*/ 180 w 291"/>
                  <a:gd name="T95" fmla="*/ 63 h 462"/>
                  <a:gd name="T96" fmla="*/ 210 w 291"/>
                  <a:gd name="T97" fmla="*/ 75 h 462"/>
                  <a:gd name="T98" fmla="*/ 201 w 291"/>
                  <a:gd name="T99" fmla="*/ 60 h 462"/>
                  <a:gd name="T100" fmla="*/ 177 w 291"/>
                  <a:gd name="T101" fmla="*/ 39 h 462"/>
                  <a:gd name="T102" fmla="*/ 150 w 291"/>
                  <a:gd name="T103" fmla="*/ 24 h 462"/>
                  <a:gd name="T104" fmla="*/ 126 w 291"/>
                  <a:gd name="T105" fmla="*/ 12 h 462"/>
                  <a:gd name="T106" fmla="*/ 117 w 291"/>
                  <a:gd name="T107" fmla="*/ 24 h 462"/>
                  <a:gd name="T108" fmla="*/ 93 w 291"/>
                  <a:gd name="T109" fmla="*/ 24 h 462"/>
                  <a:gd name="T110" fmla="*/ 78 w 291"/>
                  <a:gd name="T111" fmla="*/ 18 h 462"/>
                  <a:gd name="T112" fmla="*/ 72 w 291"/>
                  <a:gd name="T113" fmla="*/ 54 h 462"/>
                  <a:gd name="T114" fmla="*/ 72 w 291"/>
                  <a:gd name="T115" fmla="*/ 54 h 462"/>
                  <a:gd name="T116" fmla="*/ 168 w 291"/>
                  <a:gd name="T117" fmla="*/ 27 h 462"/>
                  <a:gd name="T118" fmla="*/ 234 w 291"/>
                  <a:gd name="T119" fmla="*/ 24 h 462"/>
                  <a:gd name="T120" fmla="*/ 204 w 291"/>
                  <a:gd name="T121" fmla="*/ 9 h 462"/>
                  <a:gd name="T122" fmla="*/ 177 w 291"/>
                  <a:gd name="T123" fmla="*/ 6 h 462"/>
                  <a:gd name="T124" fmla="*/ 159 w 291"/>
                  <a:gd name="T125" fmla="*/ 9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91" h="462">
                    <a:moveTo>
                      <a:pt x="282" y="246"/>
                    </a:moveTo>
                    <a:cubicBezTo>
                      <a:pt x="282" y="249"/>
                      <a:pt x="279" y="249"/>
                      <a:pt x="279" y="246"/>
                    </a:cubicBezTo>
                    <a:cubicBezTo>
                      <a:pt x="279" y="243"/>
                      <a:pt x="270" y="240"/>
                      <a:pt x="270" y="240"/>
                    </a:cubicBezTo>
                    <a:cubicBezTo>
                      <a:pt x="270" y="240"/>
                      <a:pt x="273" y="240"/>
                      <a:pt x="276" y="240"/>
                    </a:cubicBezTo>
                    <a:cubicBezTo>
                      <a:pt x="279" y="243"/>
                      <a:pt x="282" y="240"/>
                      <a:pt x="285" y="237"/>
                    </a:cubicBezTo>
                    <a:cubicBezTo>
                      <a:pt x="288" y="234"/>
                      <a:pt x="291" y="237"/>
                      <a:pt x="291" y="234"/>
                    </a:cubicBezTo>
                    <a:cubicBezTo>
                      <a:pt x="285" y="231"/>
                      <a:pt x="285" y="231"/>
                      <a:pt x="285" y="231"/>
                    </a:cubicBezTo>
                    <a:cubicBezTo>
                      <a:pt x="285" y="228"/>
                      <a:pt x="282" y="225"/>
                      <a:pt x="276" y="228"/>
                    </a:cubicBezTo>
                    <a:cubicBezTo>
                      <a:pt x="273" y="228"/>
                      <a:pt x="273" y="225"/>
                      <a:pt x="270" y="225"/>
                    </a:cubicBezTo>
                    <a:cubicBezTo>
                      <a:pt x="270" y="222"/>
                      <a:pt x="261" y="225"/>
                      <a:pt x="261" y="231"/>
                    </a:cubicBezTo>
                    <a:cubicBezTo>
                      <a:pt x="261" y="234"/>
                      <a:pt x="258" y="234"/>
                      <a:pt x="258" y="231"/>
                    </a:cubicBezTo>
                    <a:cubicBezTo>
                      <a:pt x="261" y="228"/>
                      <a:pt x="258" y="225"/>
                      <a:pt x="261" y="225"/>
                    </a:cubicBezTo>
                    <a:cubicBezTo>
                      <a:pt x="264" y="225"/>
                      <a:pt x="261" y="219"/>
                      <a:pt x="255" y="219"/>
                    </a:cubicBezTo>
                    <a:cubicBezTo>
                      <a:pt x="249" y="219"/>
                      <a:pt x="249" y="222"/>
                      <a:pt x="249" y="225"/>
                    </a:cubicBezTo>
                    <a:cubicBezTo>
                      <a:pt x="252" y="225"/>
                      <a:pt x="246" y="234"/>
                      <a:pt x="243" y="234"/>
                    </a:cubicBezTo>
                    <a:cubicBezTo>
                      <a:pt x="240" y="234"/>
                      <a:pt x="243" y="228"/>
                      <a:pt x="243" y="225"/>
                    </a:cubicBezTo>
                    <a:cubicBezTo>
                      <a:pt x="243" y="222"/>
                      <a:pt x="240" y="222"/>
                      <a:pt x="234" y="228"/>
                    </a:cubicBezTo>
                    <a:cubicBezTo>
                      <a:pt x="231" y="234"/>
                      <a:pt x="228" y="237"/>
                      <a:pt x="225" y="237"/>
                    </a:cubicBezTo>
                    <a:cubicBezTo>
                      <a:pt x="222" y="240"/>
                      <a:pt x="222" y="234"/>
                      <a:pt x="228" y="231"/>
                    </a:cubicBezTo>
                    <a:cubicBezTo>
                      <a:pt x="231" y="228"/>
                      <a:pt x="231" y="222"/>
                      <a:pt x="234" y="222"/>
                    </a:cubicBezTo>
                    <a:cubicBezTo>
                      <a:pt x="237" y="222"/>
                      <a:pt x="237" y="219"/>
                      <a:pt x="234" y="219"/>
                    </a:cubicBezTo>
                    <a:cubicBezTo>
                      <a:pt x="228" y="216"/>
                      <a:pt x="228" y="222"/>
                      <a:pt x="225" y="222"/>
                    </a:cubicBezTo>
                    <a:cubicBezTo>
                      <a:pt x="225" y="225"/>
                      <a:pt x="219" y="222"/>
                      <a:pt x="219" y="222"/>
                    </a:cubicBezTo>
                    <a:cubicBezTo>
                      <a:pt x="219" y="225"/>
                      <a:pt x="216" y="225"/>
                      <a:pt x="216" y="228"/>
                    </a:cubicBezTo>
                    <a:cubicBezTo>
                      <a:pt x="219" y="228"/>
                      <a:pt x="216" y="231"/>
                      <a:pt x="213" y="228"/>
                    </a:cubicBezTo>
                    <a:cubicBezTo>
                      <a:pt x="213" y="225"/>
                      <a:pt x="207" y="228"/>
                      <a:pt x="207" y="231"/>
                    </a:cubicBezTo>
                    <a:cubicBezTo>
                      <a:pt x="204" y="234"/>
                      <a:pt x="201" y="234"/>
                      <a:pt x="204" y="234"/>
                    </a:cubicBezTo>
                    <a:cubicBezTo>
                      <a:pt x="204" y="237"/>
                      <a:pt x="204" y="240"/>
                      <a:pt x="201" y="243"/>
                    </a:cubicBezTo>
                    <a:cubicBezTo>
                      <a:pt x="198" y="243"/>
                      <a:pt x="201" y="234"/>
                      <a:pt x="198" y="234"/>
                    </a:cubicBezTo>
                    <a:cubicBezTo>
                      <a:pt x="195" y="234"/>
                      <a:pt x="198" y="231"/>
                      <a:pt x="201" y="231"/>
                    </a:cubicBezTo>
                    <a:cubicBezTo>
                      <a:pt x="204" y="231"/>
                      <a:pt x="207" y="225"/>
                      <a:pt x="207" y="225"/>
                    </a:cubicBezTo>
                    <a:cubicBezTo>
                      <a:pt x="207" y="222"/>
                      <a:pt x="201" y="222"/>
                      <a:pt x="201" y="225"/>
                    </a:cubicBezTo>
                    <a:cubicBezTo>
                      <a:pt x="201" y="228"/>
                      <a:pt x="198" y="228"/>
                      <a:pt x="192" y="228"/>
                    </a:cubicBezTo>
                    <a:cubicBezTo>
                      <a:pt x="189" y="228"/>
                      <a:pt x="189" y="231"/>
                      <a:pt x="195" y="234"/>
                    </a:cubicBezTo>
                    <a:cubicBezTo>
                      <a:pt x="198" y="237"/>
                      <a:pt x="192" y="240"/>
                      <a:pt x="192" y="237"/>
                    </a:cubicBezTo>
                    <a:cubicBezTo>
                      <a:pt x="189" y="234"/>
                      <a:pt x="186" y="237"/>
                      <a:pt x="183" y="237"/>
                    </a:cubicBezTo>
                    <a:cubicBezTo>
                      <a:pt x="180" y="237"/>
                      <a:pt x="189" y="240"/>
                      <a:pt x="189" y="243"/>
                    </a:cubicBezTo>
                    <a:cubicBezTo>
                      <a:pt x="189" y="243"/>
                      <a:pt x="183" y="240"/>
                      <a:pt x="183" y="243"/>
                    </a:cubicBezTo>
                    <a:cubicBezTo>
                      <a:pt x="183" y="243"/>
                      <a:pt x="177" y="240"/>
                      <a:pt x="177" y="237"/>
                    </a:cubicBezTo>
                    <a:cubicBezTo>
                      <a:pt x="177" y="237"/>
                      <a:pt x="168" y="240"/>
                      <a:pt x="174" y="240"/>
                    </a:cubicBezTo>
                    <a:cubicBezTo>
                      <a:pt x="177" y="243"/>
                      <a:pt x="177" y="243"/>
                      <a:pt x="177" y="249"/>
                    </a:cubicBezTo>
                    <a:cubicBezTo>
                      <a:pt x="177" y="252"/>
                      <a:pt x="171" y="249"/>
                      <a:pt x="171" y="246"/>
                    </a:cubicBezTo>
                    <a:cubicBezTo>
                      <a:pt x="174" y="243"/>
                      <a:pt x="168" y="243"/>
                      <a:pt x="165" y="246"/>
                    </a:cubicBezTo>
                    <a:cubicBezTo>
                      <a:pt x="162" y="246"/>
                      <a:pt x="168" y="240"/>
                      <a:pt x="165" y="240"/>
                    </a:cubicBezTo>
                    <a:cubicBezTo>
                      <a:pt x="165" y="237"/>
                      <a:pt x="162" y="240"/>
                      <a:pt x="156" y="240"/>
                    </a:cubicBezTo>
                    <a:cubicBezTo>
                      <a:pt x="153" y="240"/>
                      <a:pt x="153" y="240"/>
                      <a:pt x="153" y="243"/>
                    </a:cubicBezTo>
                    <a:cubicBezTo>
                      <a:pt x="156" y="246"/>
                      <a:pt x="156" y="249"/>
                      <a:pt x="153" y="249"/>
                    </a:cubicBezTo>
                    <a:cubicBezTo>
                      <a:pt x="150" y="246"/>
                      <a:pt x="150" y="249"/>
                      <a:pt x="150" y="249"/>
                    </a:cubicBezTo>
                    <a:cubicBezTo>
                      <a:pt x="150" y="252"/>
                      <a:pt x="147" y="252"/>
                      <a:pt x="147" y="252"/>
                    </a:cubicBezTo>
                    <a:cubicBezTo>
                      <a:pt x="144" y="249"/>
                      <a:pt x="141" y="249"/>
                      <a:pt x="138" y="252"/>
                    </a:cubicBezTo>
                    <a:cubicBezTo>
                      <a:pt x="135" y="255"/>
                      <a:pt x="132" y="255"/>
                      <a:pt x="132" y="258"/>
                    </a:cubicBezTo>
                    <a:cubicBezTo>
                      <a:pt x="132" y="261"/>
                      <a:pt x="135" y="258"/>
                      <a:pt x="138" y="258"/>
                    </a:cubicBezTo>
                    <a:cubicBezTo>
                      <a:pt x="141" y="261"/>
                      <a:pt x="138" y="261"/>
                      <a:pt x="141" y="264"/>
                    </a:cubicBezTo>
                    <a:cubicBezTo>
                      <a:pt x="141" y="267"/>
                      <a:pt x="141" y="267"/>
                      <a:pt x="141" y="267"/>
                    </a:cubicBezTo>
                    <a:cubicBezTo>
                      <a:pt x="138" y="264"/>
                      <a:pt x="135" y="264"/>
                      <a:pt x="135" y="267"/>
                    </a:cubicBezTo>
                    <a:cubicBezTo>
                      <a:pt x="132" y="270"/>
                      <a:pt x="132" y="267"/>
                      <a:pt x="129" y="264"/>
                    </a:cubicBezTo>
                    <a:cubicBezTo>
                      <a:pt x="126" y="261"/>
                      <a:pt x="126" y="267"/>
                      <a:pt x="123" y="267"/>
                    </a:cubicBezTo>
                    <a:cubicBezTo>
                      <a:pt x="120" y="264"/>
                      <a:pt x="126" y="261"/>
                      <a:pt x="126" y="258"/>
                    </a:cubicBezTo>
                    <a:cubicBezTo>
                      <a:pt x="123" y="255"/>
                      <a:pt x="123" y="258"/>
                      <a:pt x="120" y="264"/>
                    </a:cubicBezTo>
                    <a:cubicBezTo>
                      <a:pt x="114" y="267"/>
                      <a:pt x="111" y="267"/>
                      <a:pt x="111" y="267"/>
                    </a:cubicBezTo>
                    <a:cubicBezTo>
                      <a:pt x="114" y="270"/>
                      <a:pt x="108" y="270"/>
                      <a:pt x="108" y="273"/>
                    </a:cubicBezTo>
                    <a:cubicBezTo>
                      <a:pt x="105" y="276"/>
                      <a:pt x="99" y="279"/>
                      <a:pt x="93" y="282"/>
                    </a:cubicBezTo>
                    <a:cubicBezTo>
                      <a:pt x="87" y="285"/>
                      <a:pt x="93" y="285"/>
                      <a:pt x="96" y="282"/>
                    </a:cubicBezTo>
                    <a:cubicBezTo>
                      <a:pt x="99" y="279"/>
                      <a:pt x="102" y="282"/>
                      <a:pt x="105" y="279"/>
                    </a:cubicBezTo>
                    <a:cubicBezTo>
                      <a:pt x="111" y="276"/>
                      <a:pt x="114" y="273"/>
                      <a:pt x="117" y="273"/>
                    </a:cubicBezTo>
                    <a:cubicBezTo>
                      <a:pt x="117" y="276"/>
                      <a:pt x="120" y="276"/>
                      <a:pt x="123" y="273"/>
                    </a:cubicBezTo>
                    <a:cubicBezTo>
                      <a:pt x="126" y="270"/>
                      <a:pt x="129" y="270"/>
                      <a:pt x="129" y="273"/>
                    </a:cubicBezTo>
                    <a:cubicBezTo>
                      <a:pt x="132" y="273"/>
                      <a:pt x="126" y="276"/>
                      <a:pt x="129" y="279"/>
                    </a:cubicBezTo>
                    <a:cubicBezTo>
                      <a:pt x="132" y="282"/>
                      <a:pt x="126" y="282"/>
                      <a:pt x="126" y="279"/>
                    </a:cubicBezTo>
                    <a:cubicBezTo>
                      <a:pt x="126" y="279"/>
                      <a:pt x="123" y="276"/>
                      <a:pt x="120" y="279"/>
                    </a:cubicBezTo>
                    <a:cubicBezTo>
                      <a:pt x="117" y="282"/>
                      <a:pt x="117" y="282"/>
                      <a:pt x="117" y="282"/>
                    </a:cubicBezTo>
                    <a:cubicBezTo>
                      <a:pt x="114" y="282"/>
                      <a:pt x="111" y="288"/>
                      <a:pt x="111" y="291"/>
                    </a:cubicBezTo>
                    <a:cubicBezTo>
                      <a:pt x="111" y="294"/>
                      <a:pt x="108" y="291"/>
                      <a:pt x="108" y="294"/>
                    </a:cubicBezTo>
                    <a:cubicBezTo>
                      <a:pt x="108" y="297"/>
                      <a:pt x="102" y="303"/>
                      <a:pt x="96" y="309"/>
                    </a:cubicBezTo>
                    <a:cubicBezTo>
                      <a:pt x="93" y="312"/>
                      <a:pt x="96" y="315"/>
                      <a:pt x="96" y="318"/>
                    </a:cubicBezTo>
                    <a:cubicBezTo>
                      <a:pt x="93" y="321"/>
                      <a:pt x="87" y="318"/>
                      <a:pt x="87" y="318"/>
                    </a:cubicBezTo>
                    <a:cubicBezTo>
                      <a:pt x="84" y="321"/>
                      <a:pt x="87" y="327"/>
                      <a:pt x="84" y="330"/>
                    </a:cubicBezTo>
                    <a:cubicBezTo>
                      <a:pt x="81" y="330"/>
                      <a:pt x="84" y="333"/>
                      <a:pt x="84" y="336"/>
                    </a:cubicBezTo>
                    <a:cubicBezTo>
                      <a:pt x="84" y="339"/>
                      <a:pt x="78" y="336"/>
                      <a:pt x="78" y="336"/>
                    </a:cubicBezTo>
                    <a:cubicBezTo>
                      <a:pt x="78" y="339"/>
                      <a:pt x="72" y="339"/>
                      <a:pt x="69" y="339"/>
                    </a:cubicBezTo>
                    <a:cubicBezTo>
                      <a:pt x="69" y="342"/>
                      <a:pt x="72" y="345"/>
                      <a:pt x="75" y="348"/>
                    </a:cubicBezTo>
                    <a:cubicBezTo>
                      <a:pt x="78" y="348"/>
                      <a:pt x="72" y="351"/>
                      <a:pt x="72" y="348"/>
                    </a:cubicBezTo>
                    <a:cubicBezTo>
                      <a:pt x="72" y="345"/>
                      <a:pt x="69" y="351"/>
                      <a:pt x="63" y="351"/>
                    </a:cubicBezTo>
                    <a:cubicBezTo>
                      <a:pt x="57" y="354"/>
                      <a:pt x="60" y="360"/>
                      <a:pt x="57" y="360"/>
                    </a:cubicBezTo>
                    <a:cubicBezTo>
                      <a:pt x="51" y="360"/>
                      <a:pt x="54" y="366"/>
                      <a:pt x="51" y="369"/>
                    </a:cubicBezTo>
                    <a:cubicBezTo>
                      <a:pt x="48" y="369"/>
                      <a:pt x="48" y="363"/>
                      <a:pt x="45" y="363"/>
                    </a:cubicBezTo>
                    <a:cubicBezTo>
                      <a:pt x="39" y="363"/>
                      <a:pt x="39" y="366"/>
                      <a:pt x="42" y="369"/>
                    </a:cubicBezTo>
                    <a:cubicBezTo>
                      <a:pt x="45" y="372"/>
                      <a:pt x="39" y="369"/>
                      <a:pt x="36" y="372"/>
                    </a:cubicBezTo>
                    <a:cubicBezTo>
                      <a:pt x="33" y="375"/>
                      <a:pt x="27" y="375"/>
                      <a:pt x="27" y="378"/>
                    </a:cubicBezTo>
                    <a:cubicBezTo>
                      <a:pt x="24" y="381"/>
                      <a:pt x="30" y="381"/>
                      <a:pt x="33" y="381"/>
                    </a:cubicBezTo>
                    <a:cubicBezTo>
                      <a:pt x="33" y="384"/>
                      <a:pt x="27" y="384"/>
                      <a:pt x="21" y="381"/>
                    </a:cubicBezTo>
                    <a:cubicBezTo>
                      <a:pt x="18" y="381"/>
                      <a:pt x="18" y="387"/>
                      <a:pt x="15" y="387"/>
                    </a:cubicBezTo>
                    <a:cubicBezTo>
                      <a:pt x="12" y="384"/>
                      <a:pt x="9" y="390"/>
                      <a:pt x="12" y="390"/>
                    </a:cubicBezTo>
                    <a:cubicBezTo>
                      <a:pt x="12" y="393"/>
                      <a:pt x="9" y="393"/>
                      <a:pt x="6" y="393"/>
                    </a:cubicBezTo>
                    <a:cubicBezTo>
                      <a:pt x="3" y="390"/>
                      <a:pt x="3" y="396"/>
                      <a:pt x="0" y="396"/>
                    </a:cubicBezTo>
                    <a:cubicBezTo>
                      <a:pt x="0" y="399"/>
                      <a:pt x="6" y="402"/>
                      <a:pt x="6" y="402"/>
                    </a:cubicBezTo>
                    <a:cubicBezTo>
                      <a:pt x="6" y="405"/>
                      <a:pt x="0" y="408"/>
                      <a:pt x="3" y="408"/>
                    </a:cubicBezTo>
                    <a:cubicBezTo>
                      <a:pt x="6" y="408"/>
                      <a:pt x="6" y="411"/>
                      <a:pt x="3" y="411"/>
                    </a:cubicBezTo>
                    <a:cubicBezTo>
                      <a:pt x="0" y="411"/>
                      <a:pt x="0" y="414"/>
                      <a:pt x="3" y="417"/>
                    </a:cubicBezTo>
                    <a:cubicBezTo>
                      <a:pt x="6" y="420"/>
                      <a:pt x="0" y="420"/>
                      <a:pt x="3" y="423"/>
                    </a:cubicBezTo>
                    <a:cubicBezTo>
                      <a:pt x="6" y="426"/>
                      <a:pt x="6" y="423"/>
                      <a:pt x="9" y="426"/>
                    </a:cubicBezTo>
                    <a:cubicBezTo>
                      <a:pt x="9" y="429"/>
                      <a:pt x="12" y="426"/>
                      <a:pt x="15" y="423"/>
                    </a:cubicBezTo>
                    <a:cubicBezTo>
                      <a:pt x="21" y="420"/>
                      <a:pt x="21" y="426"/>
                      <a:pt x="18" y="426"/>
                    </a:cubicBezTo>
                    <a:cubicBezTo>
                      <a:pt x="15" y="426"/>
                      <a:pt x="12" y="429"/>
                      <a:pt x="12" y="432"/>
                    </a:cubicBezTo>
                    <a:cubicBezTo>
                      <a:pt x="12" y="435"/>
                      <a:pt x="9" y="432"/>
                      <a:pt x="9" y="429"/>
                    </a:cubicBezTo>
                    <a:cubicBezTo>
                      <a:pt x="9" y="426"/>
                      <a:pt x="3" y="429"/>
                      <a:pt x="3" y="432"/>
                    </a:cubicBezTo>
                    <a:cubicBezTo>
                      <a:pt x="6" y="435"/>
                      <a:pt x="3" y="438"/>
                      <a:pt x="3" y="438"/>
                    </a:cubicBezTo>
                    <a:cubicBezTo>
                      <a:pt x="3" y="441"/>
                      <a:pt x="9" y="441"/>
                      <a:pt x="9" y="438"/>
                    </a:cubicBezTo>
                    <a:cubicBezTo>
                      <a:pt x="12" y="435"/>
                      <a:pt x="15" y="435"/>
                      <a:pt x="15" y="438"/>
                    </a:cubicBezTo>
                    <a:cubicBezTo>
                      <a:pt x="18" y="441"/>
                      <a:pt x="12" y="441"/>
                      <a:pt x="12" y="444"/>
                    </a:cubicBezTo>
                    <a:cubicBezTo>
                      <a:pt x="12" y="447"/>
                      <a:pt x="9" y="444"/>
                      <a:pt x="9" y="447"/>
                    </a:cubicBezTo>
                    <a:cubicBezTo>
                      <a:pt x="6" y="450"/>
                      <a:pt x="18" y="456"/>
                      <a:pt x="21" y="456"/>
                    </a:cubicBezTo>
                    <a:cubicBezTo>
                      <a:pt x="24" y="456"/>
                      <a:pt x="27" y="462"/>
                      <a:pt x="33" y="459"/>
                    </a:cubicBezTo>
                    <a:cubicBezTo>
                      <a:pt x="39" y="459"/>
                      <a:pt x="51" y="447"/>
                      <a:pt x="54" y="444"/>
                    </a:cubicBezTo>
                    <a:cubicBezTo>
                      <a:pt x="57" y="441"/>
                      <a:pt x="60" y="444"/>
                      <a:pt x="63" y="444"/>
                    </a:cubicBezTo>
                    <a:cubicBezTo>
                      <a:pt x="63" y="441"/>
                      <a:pt x="63" y="435"/>
                      <a:pt x="66" y="435"/>
                    </a:cubicBezTo>
                    <a:cubicBezTo>
                      <a:pt x="69" y="441"/>
                      <a:pt x="69" y="441"/>
                      <a:pt x="69" y="441"/>
                    </a:cubicBezTo>
                    <a:cubicBezTo>
                      <a:pt x="72" y="441"/>
                      <a:pt x="72" y="444"/>
                      <a:pt x="72" y="447"/>
                    </a:cubicBezTo>
                    <a:cubicBezTo>
                      <a:pt x="75" y="447"/>
                      <a:pt x="75" y="447"/>
                      <a:pt x="75" y="447"/>
                    </a:cubicBezTo>
                    <a:cubicBezTo>
                      <a:pt x="78" y="447"/>
                      <a:pt x="78" y="441"/>
                      <a:pt x="78" y="438"/>
                    </a:cubicBezTo>
                    <a:cubicBezTo>
                      <a:pt x="78" y="438"/>
                      <a:pt x="81" y="432"/>
                      <a:pt x="81" y="429"/>
                    </a:cubicBezTo>
                    <a:cubicBezTo>
                      <a:pt x="78" y="426"/>
                      <a:pt x="87" y="429"/>
                      <a:pt x="87" y="426"/>
                    </a:cubicBezTo>
                    <a:cubicBezTo>
                      <a:pt x="87" y="426"/>
                      <a:pt x="90" y="417"/>
                      <a:pt x="87" y="417"/>
                    </a:cubicBezTo>
                    <a:cubicBezTo>
                      <a:pt x="84" y="414"/>
                      <a:pt x="84" y="411"/>
                      <a:pt x="87" y="411"/>
                    </a:cubicBezTo>
                    <a:cubicBezTo>
                      <a:pt x="87" y="411"/>
                      <a:pt x="90" y="411"/>
                      <a:pt x="90" y="405"/>
                    </a:cubicBezTo>
                    <a:cubicBezTo>
                      <a:pt x="90" y="402"/>
                      <a:pt x="84" y="402"/>
                      <a:pt x="84" y="396"/>
                    </a:cubicBezTo>
                    <a:cubicBezTo>
                      <a:pt x="81" y="393"/>
                      <a:pt x="87" y="393"/>
                      <a:pt x="84" y="387"/>
                    </a:cubicBezTo>
                    <a:cubicBezTo>
                      <a:pt x="81" y="381"/>
                      <a:pt x="84" y="378"/>
                      <a:pt x="84" y="375"/>
                    </a:cubicBezTo>
                    <a:cubicBezTo>
                      <a:pt x="81" y="372"/>
                      <a:pt x="81" y="369"/>
                      <a:pt x="84" y="363"/>
                    </a:cubicBezTo>
                    <a:cubicBezTo>
                      <a:pt x="87" y="360"/>
                      <a:pt x="93" y="357"/>
                      <a:pt x="96" y="357"/>
                    </a:cubicBezTo>
                    <a:cubicBezTo>
                      <a:pt x="99" y="357"/>
                      <a:pt x="102" y="360"/>
                      <a:pt x="102" y="357"/>
                    </a:cubicBezTo>
                    <a:cubicBezTo>
                      <a:pt x="105" y="354"/>
                      <a:pt x="105" y="351"/>
                      <a:pt x="102" y="351"/>
                    </a:cubicBezTo>
                    <a:cubicBezTo>
                      <a:pt x="102" y="348"/>
                      <a:pt x="96" y="348"/>
                      <a:pt x="102" y="345"/>
                    </a:cubicBezTo>
                    <a:cubicBezTo>
                      <a:pt x="105" y="339"/>
                      <a:pt x="108" y="333"/>
                      <a:pt x="108" y="330"/>
                    </a:cubicBezTo>
                    <a:cubicBezTo>
                      <a:pt x="108" y="324"/>
                      <a:pt x="108" y="321"/>
                      <a:pt x="108" y="318"/>
                    </a:cubicBezTo>
                    <a:cubicBezTo>
                      <a:pt x="111" y="318"/>
                      <a:pt x="114" y="318"/>
                      <a:pt x="117" y="318"/>
                    </a:cubicBezTo>
                    <a:cubicBezTo>
                      <a:pt x="120" y="315"/>
                      <a:pt x="117" y="312"/>
                      <a:pt x="120" y="309"/>
                    </a:cubicBezTo>
                    <a:cubicBezTo>
                      <a:pt x="120" y="309"/>
                      <a:pt x="123" y="303"/>
                      <a:pt x="126" y="303"/>
                    </a:cubicBezTo>
                    <a:cubicBezTo>
                      <a:pt x="126" y="300"/>
                      <a:pt x="129" y="297"/>
                      <a:pt x="129" y="297"/>
                    </a:cubicBezTo>
                    <a:cubicBezTo>
                      <a:pt x="126" y="294"/>
                      <a:pt x="132" y="291"/>
                      <a:pt x="132" y="288"/>
                    </a:cubicBezTo>
                    <a:cubicBezTo>
                      <a:pt x="132" y="285"/>
                      <a:pt x="135" y="282"/>
                      <a:pt x="141" y="282"/>
                    </a:cubicBezTo>
                    <a:cubicBezTo>
                      <a:pt x="144" y="282"/>
                      <a:pt x="147" y="282"/>
                      <a:pt x="147" y="279"/>
                    </a:cubicBezTo>
                    <a:cubicBezTo>
                      <a:pt x="147" y="276"/>
                      <a:pt x="147" y="267"/>
                      <a:pt x="150" y="270"/>
                    </a:cubicBezTo>
                    <a:cubicBezTo>
                      <a:pt x="156" y="273"/>
                      <a:pt x="159" y="270"/>
                      <a:pt x="162" y="273"/>
                    </a:cubicBezTo>
                    <a:cubicBezTo>
                      <a:pt x="165" y="276"/>
                      <a:pt x="171" y="276"/>
                      <a:pt x="171" y="270"/>
                    </a:cubicBezTo>
                    <a:cubicBezTo>
                      <a:pt x="171" y="267"/>
                      <a:pt x="171" y="258"/>
                      <a:pt x="177" y="261"/>
                    </a:cubicBezTo>
                    <a:cubicBezTo>
                      <a:pt x="177" y="261"/>
                      <a:pt x="177" y="261"/>
                      <a:pt x="177" y="261"/>
                    </a:cubicBezTo>
                    <a:cubicBezTo>
                      <a:pt x="180" y="258"/>
                      <a:pt x="183" y="258"/>
                      <a:pt x="186" y="258"/>
                    </a:cubicBezTo>
                    <a:cubicBezTo>
                      <a:pt x="189" y="258"/>
                      <a:pt x="192" y="264"/>
                      <a:pt x="198" y="267"/>
                    </a:cubicBezTo>
                    <a:cubicBezTo>
                      <a:pt x="204" y="267"/>
                      <a:pt x="207" y="270"/>
                      <a:pt x="210" y="267"/>
                    </a:cubicBezTo>
                    <a:cubicBezTo>
                      <a:pt x="210" y="264"/>
                      <a:pt x="216" y="267"/>
                      <a:pt x="219" y="267"/>
                    </a:cubicBezTo>
                    <a:cubicBezTo>
                      <a:pt x="222" y="267"/>
                      <a:pt x="222" y="273"/>
                      <a:pt x="225" y="270"/>
                    </a:cubicBezTo>
                    <a:cubicBezTo>
                      <a:pt x="228" y="264"/>
                      <a:pt x="225" y="261"/>
                      <a:pt x="231" y="261"/>
                    </a:cubicBezTo>
                    <a:cubicBezTo>
                      <a:pt x="234" y="264"/>
                      <a:pt x="231" y="255"/>
                      <a:pt x="231" y="252"/>
                    </a:cubicBezTo>
                    <a:cubicBezTo>
                      <a:pt x="231" y="249"/>
                      <a:pt x="240" y="249"/>
                      <a:pt x="240" y="246"/>
                    </a:cubicBezTo>
                    <a:cubicBezTo>
                      <a:pt x="240" y="243"/>
                      <a:pt x="249" y="246"/>
                      <a:pt x="249" y="243"/>
                    </a:cubicBezTo>
                    <a:cubicBezTo>
                      <a:pt x="252" y="240"/>
                      <a:pt x="258" y="240"/>
                      <a:pt x="258" y="243"/>
                    </a:cubicBezTo>
                    <a:cubicBezTo>
                      <a:pt x="261" y="246"/>
                      <a:pt x="270" y="246"/>
                      <a:pt x="270" y="249"/>
                    </a:cubicBezTo>
                    <a:cubicBezTo>
                      <a:pt x="270" y="252"/>
                      <a:pt x="270" y="255"/>
                      <a:pt x="270" y="258"/>
                    </a:cubicBezTo>
                    <a:cubicBezTo>
                      <a:pt x="273" y="255"/>
                      <a:pt x="273" y="255"/>
                      <a:pt x="276" y="255"/>
                    </a:cubicBezTo>
                    <a:cubicBezTo>
                      <a:pt x="279" y="255"/>
                      <a:pt x="282" y="249"/>
                      <a:pt x="285" y="249"/>
                    </a:cubicBezTo>
                    <a:cubicBezTo>
                      <a:pt x="288" y="249"/>
                      <a:pt x="291" y="249"/>
                      <a:pt x="291" y="246"/>
                    </a:cubicBezTo>
                    <a:cubicBezTo>
                      <a:pt x="288" y="243"/>
                      <a:pt x="282" y="243"/>
                      <a:pt x="282" y="246"/>
                    </a:cubicBezTo>
                    <a:close/>
                    <a:moveTo>
                      <a:pt x="81" y="33"/>
                    </a:moveTo>
                    <a:cubicBezTo>
                      <a:pt x="87" y="33"/>
                      <a:pt x="75" y="39"/>
                      <a:pt x="75" y="45"/>
                    </a:cubicBezTo>
                    <a:cubicBezTo>
                      <a:pt x="72" y="48"/>
                      <a:pt x="81" y="54"/>
                      <a:pt x="87" y="57"/>
                    </a:cubicBezTo>
                    <a:cubicBezTo>
                      <a:pt x="90" y="60"/>
                      <a:pt x="99" y="60"/>
                      <a:pt x="102" y="57"/>
                    </a:cubicBezTo>
                    <a:cubicBezTo>
                      <a:pt x="105" y="54"/>
                      <a:pt x="105" y="48"/>
                      <a:pt x="108" y="48"/>
                    </a:cubicBezTo>
                    <a:cubicBezTo>
                      <a:pt x="114" y="48"/>
                      <a:pt x="111" y="45"/>
                      <a:pt x="114" y="42"/>
                    </a:cubicBezTo>
                    <a:cubicBezTo>
                      <a:pt x="117" y="42"/>
                      <a:pt x="117" y="48"/>
                      <a:pt x="114" y="51"/>
                    </a:cubicBezTo>
                    <a:cubicBezTo>
                      <a:pt x="111" y="54"/>
                      <a:pt x="120" y="54"/>
                      <a:pt x="126" y="48"/>
                    </a:cubicBezTo>
                    <a:cubicBezTo>
                      <a:pt x="129" y="45"/>
                      <a:pt x="129" y="48"/>
                      <a:pt x="129" y="54"/>
                    </a:cubicBezTo>
                    <a:cubicBezTo>
                      <a:pt x="129" y="57"/>
                      <a:pt x="120" y="54"/>
                      <a:pt x="117" y="60"/>
                    </a:cubicBezTo>
                    <a:cubicBezTo>
                      <a:pt x="111" y="63"/>
                      <a:pt x="102" y="60"/>
                      <a:pt x="99" y="66"/>
                    </a:cubicBezTo>
                    <a:cubicBezTo>
                      <a:pt x="93" y="69"/>
                      <a:pt x="102" y="69"/>
                      <a:pt x="108" y="69"/>
                    </a:cubicBezTo>
                    <a:cubicBezTo>
                      <a:pt x="114" y="69"/>
                      <a:pt x="126" y="66"/>
                      <a:pt x="132" y="69"/>
                    </a:cubicBezTo>
                    <a:cubicBezTo>
                      <a:pt x="135" y="69"/>
                      <a:pt x="129" y="72"/>
                      <a:pt x="120" y="72"/>
                    </a:cubicBezTo>
                    <a:cubicBezTo>
                      <a:pt x="114" y="72"/>
                      <a:pt x="111" y="72"/>
                      <a:pt x="111" y="75"/>
                    </a:cubicBezTo>
                    <a:cubicBezTo>
                      <a:pt x="111" y="78"/>
                      <a:pt x="99" y="72"/>
                      <a:pt x="99" y="78"/>
                    </a:cubicBezTo>
                    <a:cubicBezTo>
                      <a:pt x="99" y="81"/>
                      <a:pt x="111" y="84"/>
                      <a:pt x="111" y="87"/>
                    </a:cubicBezTo>
                    <a:cubicBezTo>
                      <a:pt x="111" y="90"/>
                      <a:pt x="120" y="87"/>
                      <a:pt x="123" y="87"/>
                    </a:cubicBezTo>
                    <a:cubicBezTo>
                      <a:pt x="126" y="87"/>
                      <a:pt x="117" y="90"/>
                      <a:pt x="117" y="93"/>
                    </a:cubicBezTo>
                    <a:cubicBezTo>
                      <a:pt x="114" y="93"/>
                      <a:pt x="123" y="96"/>
                      <a:pt x="126" y="96"/>
                    </a:cubicBezTo>
                    <a:cubicBezTo>
                      <a:pt x="126" y="99"/>
                      <a:pt x="132" y="99"/>
                      <a:pt x="132" y="96"/>
                    </a:cubicBezTo>
                    <a:cubicBezTo>
                      <a:pt x="132" y="90"/>
                      <a:pt x="138" y="78"/>
                      <a:pt x="147" y="75"/>
                    </a:cubicBezTo>
                    <a:cubicBezTo>
                      <a:pt x="153" y="72"/>
                      <a:pt x="150" y="69"/>
                      <a:pt x="150" y="66"/>
                    </a:cubicBezTo>
                    <a:cubicBezTo>
                      <a:pt x="150" y="60"/>
                      <a:pt x="156" y="63"/>
                      <a:pt x="156" y="60"/>
                    </a:cubicBezTo>
                    <a:cubicBezTo>
                      <a:pt x="153" y="57"/>
                      <a:pt x="156" y="57"/>
                      <a:pt x="159" y="51"/>
                    </a:cubicBezTo>
                    <a:cubicBezTo>
                      <a:pt x="165" y="48"/>
                      <a:pt x="168" y="51"/>
                      <a:pt x="174" y="48"/>
                    </a:cubicBezTo>
                    <a:cubicBezTo>
                      <a:pt x="180" y="45"/>
                      <a:pt x="183" y="48"/>
                      <a:pt x="174" y="51"/>
                    </a:cubicBezTo>
                    <a:cubicBezTo>
                      <a:pt x="171" y="51"/>
                      <a:pt x="174" y="57"/>
                      <a:pt x="177" y="57"/>
                    </a:cubicBezTo>
                    <a:cubicBezTo>
                      <a:pt x="183" y="60"/>
                      <a:pt x="177" y="63"/>
                      <a:pt x="180" y="63"/>
                    </a:cubicBezTo>
                    <a:cubicBezTo>
                      <a:pt x="186" y="63"/>
                      <a:pt x="183" y="69"/>
                      <a:pt x="180" y="72"/>
                    </a:cubicBezTo>
                    <a:cubicBezTo>
                      <a:pt x="174" y="78"/>
                      <a:pt x="180" y="78"/>
                      <a:pt x="189" y="75"/>
                    </a:cubicBezTo>
                    <a:cubicBezTo>
                      <a:pt x="198" y="72"/>
                      <a:pt x="192" y="78"/>
                      <a:pt x="195" y="81"/>
                    </a:cubicBezTo>
                    <a:cubicBezTo>
                      <a:pt x="198" y="84"/>
                      <a:pt x="207" y="78"/>
                      <a:pt x="210" y="75"/>
                    </a:cubicBezTo>
                    <a:cubicBezTo>
                      <a:pt x="213" y="69"/>
                      <a:pt x="219" y="69"/>
                      <a:pt x="219" y="69"/>
                    </a:cubicBezTo>
                    <a:cubicBezTo>
                      <a:pt x="219" y="66"/>
                      <a:pt x="216" y="63"/>
                      <a:pt x="213" y="66"/>
                    </a:cubicBezTo>
                    <a:cubicBezTo>
                      <a:pt x="210" y="66"/>
                      <a:pt x="201" y="66"/>
                      <a:pt x="204" y="63"/>
                    </a:cubicBezTo>
                    <a:cubicBezTo>
                      <a:pt x="207" y="60"/>
                      <a:pt x="204" y="60"/>
                      <a:pt x="201" y="60"/>
                    </a:cubicBezTo>
                    <a:cubicBezTo>
                      <a:pt x="195" y="60"/>
                      <a:pt x="189" y="57"/>
                      <a:pt x="192" y="57"/>
                    </a:cubicBezTo>
                    <a:cubicBezTo>
                      <a:pt x="195" y="54"/>
                      <a:pt x="189" y="48"/>
                      <a:pt x="186" y="51"/>
                    </a:cubicBezTo>
                    <a:cubicBezTo>
                      <a:pt x="183" y="51"/>
                      <a:pt x="183" y="45"/>
                      <a:pt x="183" y="42"/>
                    </a:cubicBezTo>
                    <a:cubicBezTo>
                      <a:pt x="183" y="39"/>
                      <a:pt x="174" y="39"/>
                      <a:pt x="177" y="39"/>
                    </a:cubicBezTo>
                    <a:cubicBezTo>
                      <a:pt x="177" y="36"/>
                      <a:pt x="171" y="36"/>
                      <a:pt x="171" y="36"/>
                    </a:cubicBezTo>
                    <a:cubicBezTo>
                      <a:pt x="168" y="39"/>
                      <a:pt x="165" y="39"/>
                      <a:pt x="165" y="36"/>
                    </a:cubicBezTo>
                    <a:cubicBezTo>
                      <a:pt x="165" y="33"/>
                      <a:pt x="159" y="33"/>
                      <a:pt x="156" y="33"/>
                    </a:cubicBezTo>
                    <a:cubicBezTo>
                      <a:pt x="153" y="33"/>
                      <a:pt x="153" y="27"/>
                      <a:pt x="150" y="24"/>
                    </a:cubicBezTo>
                    <a:cubicBezTo>
                      <a:pt x="147" y="21"/>
                      <a:pt x="144" y="30"/>
                      <a:pt x="141" y="30"/>
                    </a:cubicBezTo>
                    <a:cubicBezTo>
                      <a:pt x="138" y="27"/>
                      <a:pt x="144" y="24"/>
                      <a:pt x="144" y="21"/>
                    </a:cubicBezTo>
                    <a:cubicBezTo>
                      <a:pt x="144" y="18"/>
                      <a:pt x="135" y="15"/>
                      <a:pt x="132" y="18"/>
                    </a:cubicBezTo>
                    <a:cubicBezTo>
                      <a:pt x="132" y="21"/>
                      <a:pt x="129" y="12"/>
                      <a:pt x="126" y="12"/>
                    </a:cubicBezTo>
                    <a:cubicBezTo>
                      <a:pt x="123" y="12"/>
                      <a:pt x="126" y="15"/>
                      <a:pt x="123" y="18"/>
                    </a:cubicBezTo>
                    <a:cubicBezTo>
                      <a:pt x="120" y="18"/>
                      <a:pt x="117" y="21"/>
                      <a:pt x="123" y="21"/>
                    </a:cubicBezTo>
                    <a:cubicBezTo>
                      <a:pt x="126" y="24"/>
                      <a:pt x="129" y="36"/>
                      <a:pt x="129" y="39"/>
                    </a:cubicBezTo>
                    <a:cubicBezTo>
                      <a:pt x="129" y="42"/>
                      <a:pt x="117" y="30"/>
                      <a:pt x="117" y="24"/>
                    </a:cubicBezTo>
                    <a:cubicBezTo>
                      <a:pt x="117" y="21"/>
                      <a:pt x="111" y="15"/>
                      <a:pt x="108" y="18"/>
                    </a:cubicBezTo>
                    <a:cubicBezTo>
                      <a:pt x="108" y="24"/>
                      <a:pt x="102" y="24"/>
                      <a:pt x="105" y="27"/>
                    </a:cubicBezTo>
                    <a:cubicBezTo>
                      <a:pt x="105" y="33"/>
                      <a:pt x="102" y="33"/>
                      <a:pt x="102" y="30"/>
                    </a:cubicBezTo>
                    <a:cubicBezTo>
                      <a:pt x="102" y="27"/>
                      <a:pt x="96" y="24"/>
                      <a:pt x="93" y="24"/>
                    </a:cubicBezTo>
                    <a:cubicBezTo>
                      <a:pt x="90" y="24"/>
                      <a:pt x="99" y="21"/>
                      <a:pt x="102" y="21"/>
                    </a:cubicBezTo>
                    <a:cubicBezTo>
                      <a:pt x="105" y="18"/>
                      <a:pt x="99" y="15"/>
                      <a:pt x="96" y="18"/>
                    </a:cubicBezTo>
                    <a:cubicBezTo>
                      <a:pt x="93" y="21"/>
                      <a:pt x="87" y="15"/>
                      <a:pt x="87" y="18"/>
                    </a:cubicBezTo>
                    <a:cubicBezTo>
                      <a:pt x="84" y="21"/>
                      <a:pt x="81" y="18"/>
                      <a:pt x="78" y="18"/>
                    </a:cubicBezTo>
                    <a:cubicBezTo>
                      <a:pt x="75" y="18"/>
                      <a:pt x="72" y="24"/>
                      <a:pt x="69" y="21"/>
                    </a:cubicBezTo>
                    <a:cubicBezTo>
                      <a:pt x="66" y="21"/>
                      <a:pt x="66" y="27"/>
                      <a:pt x="69" y="33"/>
                    </a:cubicBezTo>
                    <a:cubicBezTo>
                      <a:pt x="72" y="39"/>
                      <a:pt x="75" y="33"/>
                      <a:pt x="81" y="33"/>
                    </a:cubicBezTo>
                    <a:close/>
                    <a:moveTo>
                      <a:pt x="72" y="54"/>
                    </a:moveTo>
                    <a:cubicBezTo>
                      <a:pt x="75" y="54"/>
                      <a:pt x="75" y="60"/>
                      <a:pt x="78" y="57"/>
                    </a:cubicBezTo>
                    <a:cubicBezTo>
                      <a:pt x="81" y="57"/>
                      <a:pt x="75" y="51"/>
                      <a:pt x="72" y="48"/>
                    </a:cubicBezTo>
                    <a:cubicBezTo>
                      <a:pt x="69" y="45"/>
                      <a:pt x="69" y="42"/>
                      <a:pt x="63" y="42"/>
                    </a:cubicBezTo>
                    <a:cubicBezTo>
                      <a:pt x="60" y="45"/>
                      <a:pt x="69" y="51"/>
                      <a:pt x="72" y="54"/>
                    </a:cubicBezTo>
                    <a:close/>
                    <a:moveTo>
                      <a:pt x="150" y="12"/>
                    </a:moveTo>
                    <a:cubicBezTo>
                      <a:pt x="153" y="15"/>
                      <a:pt x="147" y="15"/>
                      <a:pt x="150" y="18"/>
                    </a:cubicBezTo>
                    <a:cubicBezTo>
                      <a:pt x="156" y="24"/>
                      <a:pt x="186" y="15"/>
                      <a:pt x="189" y="18"/>
                    </a:cubicBezTo>
                    <a:cubicBezTo>
                      <a:pt x="195" y="21"/>
                      <a:pt x="165" y="24"/>
                      <a:pt x="168" y="27"/>
                    </a:cubicBezTo>
                    <a:cubicBezTo>
                      <a:pt x="168" y="30"/>
                      <a:pt x="192" y="30"/>
                      <a:pt x="192" y="30"/>
                    </a:cubicBezTo>
                    <a:cubicBezTo>
                      <a:pt x="195" y="27"/>
                      <a:pt x="198" y="33"/>
                      <a:pt x="207" y="33"/>
                    </a:cubicBezTo>
                    <a:cubicBezTo>
                      <a:pt x="213" y="33"/>
                      <a:pt x="213" y="30"/>
                      <a:pt x="219" y="30"/>
                    </a:cubicBezTo>
                    <a:cubicBezTo>
                      <a:pt x="225" y="30"/>
                      <a:pt x="234" y="27"/>
                      <a:pt x="234" y="24"/>
                    </a:cubicBezTo>
                    <a:cubicBezTo>
                      <a:pt x="234" y="21"/>
                      <a:pt x="252" y="18"/>
                      <a:pt x="249" y="12"/>
                    </a:cubicBezTo>
                    <a:cubicBezTo>
                      <a:pt x="249" y="6"/>
                      <a:pt x="231" y="9"/>
                      <a:pt x="228" y="9"/>
                    </a:cubicBezTo>
                    <a:cubicBezTo>
                      <a:pt x="222" y="6"/>
                      <a:pt x="213" y="3"/>
                      <a:pt x="210" y="6"/>
                    </a:cubicBezTo>
                    <a:cubicBezTo>
                      <a:pt x="210" y="9"/>
                      <a:pt x="207" y="9"/>
                      <a:pt x="204" y="9"/>
                    </a:cubicBezTo>
                    <a:cubicBezTo>
                      <a:pt x="204" y="6"/>
                      <a:pt x="204" y="0"/>
                      <a:pt x="198" y="3"/>
                    </a:cubicBezTo>
                    <a:cubicBezTo>
                      <a:pt x="189" y="3"/>
                      <a:pt x="198" y="12"/>
                      <a:pt x="195" y="12"/>
                    </a:cubicBezTo>
                    <a:cubicBezTo>
                      <a:pt x="195" y="15"/>
                      <a:pt x="186" y="12"/>
                      <a:pt x="186" y="9"/>
                    </a:cubicBezTo>
                    <a:cubicBezTo>
                      <a:pt x="186" y="3"/>
                      <a:pt x="177" y="12"/>
                      <a:pt x="177" y="6"/>
                    </a:cubicBezTo>
                    <a:cubicBezTo>
                      <a:pt x="177" y="3"/>
                      <a:pt x="168" y="0"/>
                      <a:pt x="165" y="0"/>
                    </a:cubicBezTo>
                    <a:cubicBezTo>
                      <a:pt x="162" y="0"/>
                      <a:pt x="168" y="3"/>
                      <a:pt x="165" y="6"/>
                    </a:cubicBezTo>
                    <a:cubicBezTo>
                      <a:pt x="159" y="3"/>
                      <a:pt x="159" y="3"/>
                      <a:pt x="159" y="3"/>
                    </a:cubicBezTo>
                    <a:cubicBezTo>
                      <a:pt x="156" y="3"/>
                      <a:pt x="159" y="6"/>
                      <a:pt x="159" y="9"/>
                    </a:cubicBezTo>
                    <a:cubicBezTo>
                      <a:pt x="156" y="12"/>
                      <a:pt x="153" y="3"/>
                      <a:pt x="150" y="3"/>
                    </a:cubicBezTo>
                    <a:cubicBezTo>
                      <a:pt x="147" y="3"/>
                      <a:pt x="147" y="6"/>
                      <a:pt x="144" y="6"/>
                    </a:cubicBezTo>
                    <a:cubicBezTo>
                      <a:pt x="141" y="9"/>
                      <a:pt x="147" y="12"/>
                      <a:pt x="150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4" name="Freeform 149">
                <a:extLst>
                  <a:ext uri="{FF2B5EF4-FFF2-40B4-BE49-F238E27FC236}">
                    <a16:creationId xmlns:a16="http://schemas.microsoft.com/office/drawing/2014/main" id="{9BF66B20-0992-B7CC-0EE4-FBA6A96A0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0779" y="1636478"/>
                <a:ext cx="74348" cy="22980"/>
              </a:xfrm>
              <a:custGeom>
                <a:avLst/>
                <a:gdLst>
                  <a:gd name="T0" fmla="*/ 18 w 39"/>
                  <a:gd name="T1" fmla="*/ 0 h 12"/>
                  <a:gd name="T2" fmla="*/ 3 w 39"/>
                  <a:gd name="T3" fmla="*/ 6 h 12"/>
                  <a:gd name="T4" fmla="*/ 24 w 39"/>
                  <a:gd name="T5" fmla="*/ 9 h 12"/>
                  <a:gd name="T6" fmla="*/ 39 w 39"/>
                  <a:gd name="T7" fmla="*/ 9 h 12"/>
                  <a:gd name="T8" fmla="*/ 18 w 39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2">
                    <a:moveTo>
                      <a:pt x="18" y="0"/>
                    </a:moveTo>
                    <a:cubicBezTo>
                      <a:pt x="15" y="3"/>
                      <a:pt x="0" y="0"/>
                      <a:pt x="3" y="6"/>
                    </a:cubicBezTo>
                    <a:cubicBezTo>
                      <a:pt x="6" y="9"/>
                      <a:pt x="18" y="6"/>
                      <a:pt x="24" y="9"/>
                    </a:cubicBezTo>
                    <a:cubicBezTo>
                      <a:pt x="30" y="12"/>
                      <a:pt x="39" y="9"/>
                      <a:pt x="39" y="9"/>
                    </a:cubicBezTo>
                    <a:cubicBezTo>
                      <a:pt x="39" y="6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5" name="Freeform 150">
                <a:extLst>
                  <a:ext uri="{FF2B5EF4-FFF2-40B4-BE49-F238E27FC236}">
                    <a16:creationId xmlns:a16="http://schemas.microsoft.com/office/drawing/2014/main" id="{299ED3F7-420C-D985-DF65-11B42E9F80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09291" y="2183948"/>
                <a:ext cx="373091" cy="367684"/>
              </a:xfrm>
              <a:custGeom>
                <a:avLst/>
                <a:gdLst>
                  <a:gd name="T0" fmla="*/ 171 w 195"/>
                  <a:gd name="T1" fmla="*/ 24 h 192"/>
                  <a:gd name="T2" fmla="*/ 141 w 195"/>
                  <a:gd name="T3" fmla="*/ 9 h 192"/>
                  <a:gd name="T4" fmla="*/ 135 w 195"/>
                  <a:gd name="T5" fmla="*/ 30 h 192"/>
                  <a:gd name="T6" fmla="*/ 123 w 195"/>
                  <a:gd name="T7" fmla="*/ 39 h 192"/>
                  <a:gd name="T8" fmla="*/ 120 w 195"/>
                  <a:gd name="T9" fmla="*/ 57 h 192"/>
                  <a:gd name="T10" fmla="*/ 132 w 195"/>
                  <a:gd name="T11" fmla="*/ 51 h 192"/>
                  <a:gd name="T12" fmla="*/ 135 w 195"/>
                  <a:gd name="T13" fmla="*/ 42 h 192"/>
                  <a:gd name="T14" fmla="*/ 159 w 195"/>
                  <a:gd name="T15" fmla="*/ 45 h 192"/>
                  <a:gd name="T16" fmla="*/ 180 w 195"/>
                  <a:gd name="T17" fmla="*/ 30 h 192"/>
                  <a:gd name="T18" fmla="*/ 183 w 195"/>
                  <a:gd name="T19" fmla="*/ 21 h 192"/>
                  <a:gd name="T20" fmla="*/ 120 w 195"/>
                  <a:gd name="T21" fmla="*/ 81 h 192"/>
                  <a:gd name="T22" fmla="*/ 108 w 195"/>
                  <a:gd name="T23" fmla="*/ 108 h 192"/>
                  <a:gd name="T24" fmla="*/ 90 w 195"/>
                  <a:gd name="T25" fmla="*/ 111 h 192"/>
                  <a:gd name="T26" fmla="*/ 75 w 195"/>
                  <a:gd name="T27" fmla="*/ 132 h 192"/>
                  <a:gd name="T28" fmla="*/ 54 w 195"/>
                  <a:gd name="T29" fmla="*/ 135 h 192"/>
                  <a:gd name="T30" fmla="*/ 21 w 195"/>
                  <a:gd name="T31" fmla="*/ 150 h 192"/>
                  <a:gd name="T32" fmla="*/ 33 w 195"/>
                  <a:gd name="T33" fmla="*/ 153 h 192"/>
                  <a:gd name="T34" fmla="*/ 66 w 195"/>
                  <a:gd name="T35" fmla="*/ 156 h 192"/>
                  <a:gd name="T36" fmla="*/ 81 w 195"/>
                  <a:gd name="T37" fmla="*/ 147 h 192"/>
                  <a:gd name="T38" fmla="*/ 99 w 195"/>
                  <a:gd name="T39" fmla="*/ 144 h 192"/>
                  <a:gd name="T40" fmla="*/ 114 w 195"/>
                  <a:gd name="T41" fmla="*/ 138 h 192"/>
                  <a:gd name="T42" fmla="*/ 129 w 195"/>
                  <a:gd name="T43" fmla="*/ 120 h 192"/>
                  <a:gd name="T44" fmla="*/ 141 w 195"/>
                  <a:gd name="T45" fmla="*/ 93 h 192"/>
                  <a:gd name="T46" fmla="*/ 123 w 195"/>
                  <a:gd name="T47" fmla="*/ 66 h 192"/>
                  <a:gd name="T48" fmla="*/ 39 w 195"/>
                  <a:gd name="T49" fmla="*/ 156 h 192"/>
                  <a:gd name="T50" fmla="*/ 42 w 195"/>
                  <a:gd name="T51" fmla="*/ 168 h 192"/>
                  <a:gd name="T52" fmla="*/ 60 w 195"/>
                  <a:gd name="T53" fmla="*/ 153 h 192"/>
                  <a:gd name="T54" fmla="*/ 27 w 195"/>
                  <a:gd name="T55" fmla="*/ 165 h 192"/>
                  <a:gd name="T56" fmla="*/ 9 w 195"/>
                  <a:gd name="T57" fmla="*/ 162 h 192"/>
                  <a:gd name="T58" fmla="*/ 9 w 195"/>
                  <a:gd name="T59" fmla="*/ 168 h 192"/>
                  <a:gd name="T60" fmla="*/ 15 w 195"/>
                  <a:gd name="T61" fmla="*/ 192 h 192"/>
                  <a:gd name="T62" fmla="*/ 27 w 195"/>
                  <a:gd name="T63" fmla="*/ 165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5" h="192">
                    <a:moveTo>
                      <a:pt x="183" y="21"/>
                    </a:moveTo>
                    <a:cubicBezTo>
                      <a:pt x="180" y="18"/>
                      <a:pt x="177" y="21"/>
                      <a:pt x="171" y="24"/>
                    </a:cubicBezTo>
                    <a:cubicBezTo>
                      <a:pt x="168" y="24"/>
                      <a:pt x="150" y="12"/>
                      <a:pt x="147" y="6"/>
                    </a:cubicBezTo>
                    <a:cubicBezTo>
                      <a:pt x="144" y="0"/>
                      <a:pt x="138" y="3"/>
                      <a:pt x="141" y="9"/>
                    </a:cubicBezTo>
                    <a:cubicBezTo>
                      <a:pt x="144" y="12"/>
                      <a:pt x="138" y="15"/>
                      <a:pt x="138" y="21"/>
                    </a:cubicBezTo>
                    <a:cubicBezTo>
                      <a:pt x="138" y="27"/>
                      <a:pt x="135" y="27"/>
                      <a:pt x="135" y="30"/>
                    </a:cubicBezTo>
                    <a:cubicBezTo>
                      <a:pt x="138" y="33"/>
                      <a:pt x="132" y="33"/>
                      <a:pt x="126" y="33"/>
                    </a:cubicBezTo>
                    <a:cubicBezTo>
                      <a:pt x="123" y="33"/>
                      <a:pt x="126" y="39"/>
                      <a:pt x="123" y="39"/>
                    </a:cubicBezTo>
                    <a:cubicBezTo>
                      <a:pt x="117" y="42"/>
                      <a:pt x="117" y="45"/>
                      <a:pt x="120" y="48"/>
                    </a:cubicBezTo>
                    <a:cubicBezTo>
                      <a:pt x="123" y="48"/>
                      <a:pt x="120" y="54"/>
                      <a:pt x="120" y="57"/>
                    </a:cubicBezTo>
                    <a:cubicBezTo>
                      <a:pt x="120" y="60"/>
                      <a:pt x="123" y="57"/>
                      <a:pt x="126" y="54"/>
                    </a:cubicBezTo>
                    <a:cubicBezTo>
                      <a:pt x="129" y="51"/>
                      <a:pt x="132" y="54"/>
                      <a:pt x="132" y="51"/>
                    </a:cubicBezTo>
                    <a:cubicBezTo>
                      <a:pt x="132" y="48"/>
                      <a:pt x="126" y="48"/>
                      <a:pt x="126" y="45"/>
                    </a:cubicBezTo>
                    <a:cubicBezTo>
                      <a:pt x="126" y="39"/>
                      <a:pt x="132" y="45"/>
                      <a:pt x="135" y="42"/>
                    </a:cubicBezTo>
                    <a:cubicBezTo>
                      <a:pt x="138" y="42"/>
                      <a:pt x="147" y="42"/>
                      <a:pt x="153" y="48"/>
                    </a:cubicBezTo>
                    <a:cubicBezTo>
                      <a:pt x="156" y="51"/>
                      <a:pt x="159" y="48"/>
                      <a:pt x="159" y="45"/>
                    </a:cubicBezTo>
                    <a:cubicBezTo>
                      <a:pt x="159" y="39"/>
                      <a:pt x="168" y="36"/>
                      <a:pt x="174" y="36"/>
                    </a:cubicBezTo>
                    <a:cubicBezTo>
                      <a:pt x="183" y="36"/>
                      <a:pt x="183" y="33"/>
                      <a:pt x="180" y="30"/>
                    </a:cubicBezTo>
                    <a:cubicBezTo>
                      <a:pt x="180" y="30"/>
                      <a:pt x="195" y="21"/>
                      <a:pt x="195" y="18"/>
                    </a:cubicBezTo>
                    <a:cubicBezTo>
                      <a:pt x="192" y="15"/>
                      <a:pt x="186" y="24"/>
                      <a:pt x="183" y="21"/>
                    </a:cubicBezTo>
                    <a:close/>
                    <a:moveTo>
                      <a:pt x="123" y="66"/>
                    </a:moveTo>
                    <a:cubicBezTo>
                      <a:pt x="120" y="66"/>
                      <a:pt x="117" y="78"/>
                      <a:pt x="120" y="81"/>
                    </a:cubicBezTo>
                    <a:cubicBezTo>
                      <a:pt x="123" y="84"/>
                      <a:pt x="114" y="90"/>
                      <a:pt x="114" y="96"/>
                    </a:cubicBezTo>
                    <a:cubicBezTo>
                      <a:pt x="114" y="102"/>
                      <a:pt x="108" y="102"/>
                      <a:pt x="108" y="108"/>
                    </a:cubicBezTo>
                    <a:cubicBezTo>
                      <a:pt x="105" y="111"/>
                      <a:pt x="102" y="111"/>
                      <a:pt x="96" y="114"/>
                    </a:cubicBezTo>
                    <a:cubicBezTo>
                      <a:pt x="90" y="120"/>
                      <a:pt x="87" y="114"/>
                      <a:pt x="90" y="111"/>
                    </a:cubicBezTo>
                    <a:cubicBezTo>
                      <a:pt x="90" y="108"/>
                      <a:pt x="81" y="114"/>
                      <a:pt x="81" y="120"/>
                    </a:cubicBezTo>
                    <a:cubicBezTo>
                      <a:pt x="81" y="126"/>
                      <a:pt x="72" y="129"/>
                      <a:pt x="75" y="132"/>
                    </a:cubicBezTo>
                    <a:cubicBezTo>
                      <a:pt x="78" y="135"/>
                      <a:pt x="66" y="138"/>
                      <a:pt x="66" y="135"/>
                    </a:cubicBezTo>
                    <a:cubicBezTo>
                      <a:pt x="69" y="132"/>
                      <a:pt x="60" y="132"/>
                      <a:pt x="54" y="135"/>
                    </a:cubicBezTo>
                    <a:cubicBezTo>
                      <a:pt x="45" y="138"/>
                      <a:pt x="42" y="132"/>
                      <a:pt x="36" y="135"/>
                    </a:cubicBezTo>
                    <a:cubicBezTo>
                      <a:pt x="33" y="141"/>
                      <a:pt x="24" y="147"/>
                      <a:pt x="21" y="150"/>
                    </a:cubicBezTo>
                    <a:cubicBezTo>
                      <a:pt x="15" y="150"/>
                      <a:pt x="18" y="156"/>
                      <a:pt x="21" y="156"/>
                    </a:cubicBezTo>
                    <a:cubicBezTo>
                      <a:pt x="24" y="153"/>
                      <a:pt x="30" y="156"/>
                      <a:pt x="33" y="153"/>
                    </a:cubicBezTo>
                    <a:cubicBezTo>
                      <a:pt x="33" y="150"/>
                      <a:pt x="51" y="147"/>
                      <a:pt x="60" y="147"/>
                    </a:cubicBezTo>
                    <a:cubicBezTo>
                      <a:pt x="69" y="147"/>
                      <a:pt x="63" y="150"/>
                      <a:pt x="66" y="156"/>
                    </a:cubicBezTo>
                    <a:cubicBezTo>
                      <a:pt x="66" y="162"/>
                      <a:pt x="75" y="159"/>
                      <a:pt x="78" y="156"/>
                    </a:cubicBezTo>
                    <a:cubicBezTo>
                      <a:pt x="84" y="150"/>
                      <a:pt x="87" y="150"/>
                      <a:pt x="81" y="147"/>
                    </a:cubicBezTo>
                    <a:cubicBezTo>
                      <a:pt x="78" y="144"/>
                      <a:pt x="84" y="141"/>
                      <a:pt x="87" y="147"/>
                    </a:cubicBezTo>
                    <a:cubicBezTo>
                      <a:pt x="87" y="150"/>
                      <a:pt x="96" y="150"/>
                      <a:pt x="99" y="144"/>
                    </a:cubicBezTo>
                    <a:cubicBezTo>
                      <a:pt x="102" y="141"/>
                      <a:pt x="105" y="147"/>
                      <a:pt x="108" y="147"/>
                    </a:cubicBezTo>
                    <a:cubicBezTo>
                      <a:pt x="111" y="144"/>
                      <a:pt x="114" y="135"/>
                      <a:pt x="114" y="138"/>
                    </a:cubicBezTo>
                    <a:cubicBezTo>
                      <a:pt x="114" y="144"/>
                      <a:pt x="123" y="141"/>
                      <a:pt x="126" y="138"/>
                    </a:cubicBezTo>
                    <a:cubicBezTo>
                      <a:pt x="129" y="132"/>
                      <a:pt x="126" y="126"/>
                      <a:pt x="129" y="120"/>
                    </a:cubicBezTo>
                    <a:cubicBezTo>
                      <a:pt x="132" y="117"/>
                      <a:pt x="135" y="108"/>
                      <a:pt x="132" y="105"/>
                    </a:cubicBezTo>
                    <a:cubicBezTo>
                      <a:pt x="129" y="99"/>
                      <a:pt x="138" y="96"/>
                      <a:pt x="141" y="93"/>
                    </a:cubicBezTo>
                    <a:cubicBezTo>
                      <a:pt x="147" y="87"/>
                      <a:pt x="138" y="69"/>
                      <a:pt x="135" y="63"/>
                    </a:cubicBezTo>
                    <a:cubicBezTo>
                      <a:pt x="135" y="57"/>
                      <a:pt x="126" y="63"/>
                      <a:pt x="123" y="66"/>
                    </a:cubicBezTo>
                    <a:close/>
                    <a:moveTo>
                      <a:pt x="48" y="153"/>
                    </a:moveTo>
                    <a:cubicBezTo>
                      <a:pt x="48" y="156"/>
                      <a:pt x="42" y="153"/>
                      <a:pt x="39" y="156"/>
                    </a:cubicBezTo>
                    <a:cubicBezTo>
                      <a:pt x="33" y="156"/>
                      <a:pt x="33" y="168"/>
                      <a:pt x="36" y="171"/>
                    </a:cubicBezTo>
                    <a:cubicBezTo>
                      <a:pt x="39" y="171"/>
                      <a:pt x="42" y="171"/>
                      <a:pt x="42" y="168"/>
                    </a:cubicBezTo>
                    <a:cubicBezTo>
                      <a:pt x="45" y="162"/>
                      <a:pt x="48" y="162"/>
                      <a:pt x="51" y="165"/>
                    </a:cubicBezTo>
                    <a:cubicBezTo>
                      <a:pt x="57" y="165"/>
                      <a:pt x="60" y="159"/>
                      <a:pt x="60" y="153"/>
                    </a:cubicBezTo>
                    <a:cubicBezTo>
                      <a:pt x="60" y="150"/>
                      <a:pt x="51" y="150"/>
                      <a:pt x="48" y="153"/>
                    </a:cubicBezTo>
                    <a:close/>
                    <a:moveTo>
                      <a:pt x="27" y="165"/>
                    </a:moveTo>
                    <a:cubicBezTo>
                      <a:pt x="27" y="162"/>
                      <a:pt x="18" y="162"/>
                      <a:pt x="18" y="159"/>
                    </a:cubicBezTo>
                    <a:cubicBezTo>
                      <a:pt x="18" y="156"/>
                      <a:pt x="12" y="159"/>
                      <a:pt x="9" y="162"/>
                    </a:cubicBezTo>
                    <a:cubicBezTo>
                      <a:pt x="3" y="165"/>
                      <a:pt x="0" y="165"/>
                      <a:pt x="3" y="171"/>
                    </a:cubicBezTo>
                    <a:cubicBezTo>
                      <a:pt x="6" y="174"/>
                      <a:pt x="9" y="171"/>
                      <a:pt x="9" y="168"/>
                    </a:cubicBezTo>
                    <a:cubicBezTo>
                      <a:pt x="12" y="162"/>
                      <a:pt x="15" y="171"/>
                      <a:pt x="12" y="177"/>
                    </a:cubicBezTo>
                    <a:cubicBezTo>
                      <a:pt x="9" y="183"/>
                      <a:pt x="12" y="192"/>
                      <a:pt x="15" y="192"/>
                    </a:cubicBezTo>
                    <a:cubicBezTo>
                      <a:pt x="18" y="192"/>
                      <a:pt x="24" y="180"/>
                      <a:pt x="27" y="174"/>
                    </a:cubicBezTo>
                    <a:cubicBezTo>
                      <a:pt x="33" y="165"/>
                      <a:pt x="27" y="168"/>
                      <a:pt x="27" y="16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6" name="Freeform 151">
                <a:extLst>
                  <a:ext uri="{FF2B5EF4-FFF2-40B4-BE49-F238E27FC236}">
                    <a16:creationId xmlns:a16="http://schemas.microsoft.com/office/drawing/2014/main" id="{E6D06266-D791-1B3D-1DFD-B85BFFD6B4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38935" y="2839562"/>
                <a:ext cx="212229" cy="293336"/>
              </a:xfrm>
              <a:custGeom>
                <a:avLst/>
                <a:gdLst>
                  <a:gd name="T0" fmla="*/ 60 w 111"/>
                  <a:gd name="T1" fmla="*/ 60 h 153"/>
                  <a:gd name="T2" fmla="*/ 72 w 111"/>
                  <a:gd name="T3" fmla="*/ 69 h 153"/>
                  <a:gd name="T4" fmla="*/ 75 w 111"/>
                  <a:gd name="T5" fmla="*/ 78 h 153"/>
                  <a:gd name="T6" fmla="*/ 81 w 111"/>
                  <a:gd name="T7" fmla="*/ 84 h 153"/>
                  <a:gd name="T8" fmla="*/ 87 w 111"/>
                  <a:gd name="T9" fmla="*/ 99 h 153"/>
                  <a:gd name="T10" fmla="*/ 90 w 111"/>
                  <a:gd name="T11" fmla="*/ 96 h 153"/>
                  <a:gd name="T12" fmla="*/ 96 w 111"/>
                  <a:gd name="T13" fmla="*/ 87 h 153"/>
                  <a:gd name="T14" fmla="*/ 93 w 111"/>
                  <a:gd name="T15" fmla="*/ 75 h 153"/>
                  <a:gd name="T16" fmla="*/ 78 w 111"/>
                  <a:gd name="T17" fmla="*/ 66 h 153"/>
                  <a:gd name="T18" fmla="*/ 72 w 111"/>
                  <a:gd name="T19" fmla="*/ 57 h 153"/>
                  <a:gd name="T20" fmla="*/ 57 w 111"/>
                  <a:gd name="T21" fmla="*/ 54 h 153"/>
                  <a:gd name="T22" fmla="*/ 51 w 111"/>
                  <a:gd name="T23" fmla="*/ 42 h 153"/>
                  <a:gd name="T24" fmla="*/ 57 w 111"/>
                  <a:gd name="T25" fmla="*/ 27 h 153"/>
                  <a:gd name="T26" fmla="*/ 57 w 111"/>
                  <a:gd name="T27" fmla="*/ 9 h 153"/>
                  <a:gd name="T28" fmla="*/ 54 w 111"/>
                  <a:gd name="T29" fmla="*/ 3 h 153"/>
                  <a:gd name="T30" fmla="*/ 39 w 111"/>
                  <a:gd name="T31" fmla="*/ 3 h 153"/>
                  <a:gd name="T32" fmla="*/ 36 w 111"/>
                  <a:gd name="T33" fmla="*/ 30 h 153"/>
                  <a:gd name="T34" fmla="*/ 30 w 111"/>
                  <a:gd name="T35" fmla="*/ 27 h 153"/>
                  <a:gd name="T36" fmla="*/ 33 w 111"/>
                  <a:gd name="T37" fmla="*/ 42 h 153"/>
                  <a:gd name="T38" fmla="*/ 36 w 111"/>
                  <a:gd name="T39" fmla="*/ 51 h 153"/>
                  <a:gd name="T40" fmla="*/ 48 w 111"/>
                  <a:gd name="T41" fmla="*/ 57 h 153"/>
                  <a:gd name="T42" fmla="*/ 60 w 111"/>
                  <a:gd name="T43" fmla="*/ 60 h 153"/>
                  <a:gd name="T44" fmla="*/ 39 w 111"/>
                  <a:gd name="T45" fmla="*/ 63 h 153"/>
                  <a:gd name="T46" fmla="*/ 48 w 111"/>
                  <a:gd name="T47" fmla="*/ 75 h 153"/>
                  <a:gd name="T48" fmla="*/ 39 w 111"/>
                  <a:gd name="T49" fmla="*/ 63 h 153"/>
                  <a:gd name="T50" fmla="*/ 57 w 111"/>
                  <a:gd name="T51" fmla="*/ 93 h 153"/>
                  <a:gd name="T52" fmla="*/ 63 w 111"/>
                  <a:gd name="T53" fmla="*/ 90 h 153"/>
                  <a:gd name="T54" fmla="*/ 63 w 111"/>
                  <a:gd name="T55" fmla="*/ 99 h 153"/>
                  <a:gd name="T56" fmla="*/ 66 w 111"/>
                  <a:gd name="T57" fmla="*/ 111 h 153"/>
                  <a:gd name="T58" fmla="*/ 78 w 111"/>
                  <a:gd name="T59" fmla="*/ 93 h 153"/>
                  <a:gd name="T60" fmla="*/ 72 w 111"/>
                  <a:gd name="T61" fmla="*/ 93 h 153"/>
                  <a:gd name="T62" fmla="*/ 57 w 111"/>
                  <a:gd name="T63" fmla="*/ 78 h 153"/>
                  <a:gd name="T64" fmla="*/ 57 w 111"/>
                  <a:gd name="T65" fmla="*/ 93 h 153"/>
                  <a:gd name="T66" fmla="*/ 18 w 111"/>
                  <a:gd name="T67" fmla="*/ 102 h 153"/>
                  <a:gd name="T68" fmla="*/ 3 w 111"/>
                  <a:gd name="T69" fmla="*/ 120 h 153"/>
                  <a:gd name="T70" fmla="*/ 24 w 111"/>
                  <a:gd name="T71" fmla="*/ 99 h 153"/>
                  <a:gd name="T72" fmla="*/ 27 w 111"/>
                  <a:gd name="T73" fmla="*/ 87 h 153"/>
                  <a:gd name="T74" fmla="*/ 18 w 111"/>
                  <a:gd name="T75" fmla="*/ 102 h 153"/>
                  <a:gd name="T76" fmla="*/ 75 w 111"/>
                  <a:gd name="T77" fmla="*/ 108 h 153"/>
                  <a:gd name="T78" fmla="*/ 84 w 111"/>
                  <a:gd name="T79" fmla="*/ 102 h 153"/>
                  <a:gd name="T80" fmla="*/ 75 w 111"/>
                  <a:gd name="T81" fmla="*/ 108 h 153"/>
                  <a:gd name="T82" fmla="*/ 105 w 111"/>
                  <a:gd name="T83" fmla="*/ 132 h 153"/>
                  <a:gd name="T84" fmla="*/ 105 w 111"/>
                  <a:gd name="T85" fmla="*/ 108 h 153"/>
                  <a:gd name="T86" fmla="*/ 96 w 111"/>
                  <a:gd name="T87" fmla="*/ 108 h 153"/>
                  <a:gd name="T88" fmla="*/ 90 w 111"/>
                  <a:gd name="T89" fmla="*/ 114 h 153"/>
                  <a:gd name="T90" fmla="*/ 84 w 111"/>
                  <a:gd name="T91" fmla="*/ 120 h 153"/>
                  <a:gd name="T92" fmla="*/ 72 w 111"/>
                  <a:gd name="T93" fmla="*/ 117 h 153"/>
                  <a:gd name="T94" fmla="*/ 60 w 111"/>
                  <a:gd name="T95" fmla="*/ 123 h 153"/>
                  <a:gd name="T96" fmla="*/ 54 w 111"/>
                  <a:gd name="T97" fmla="*/ 135 h 153"/>
                  <a:gd name="T98" fmla="*/ 66 w 111"/>
                  <a:gd name="T99" fmla="*/ 129 h 153"/>
                  <a:gd name="T100" fmla="*/ 75 w 111"/>
                  <a:gd name="T101" fmla="*/ 126 h 153"/>
                  <a:gd name="T102" fmla="*/ 84 w 111"/>
                  <a:gd name="T103" fmla="*/ 147 h 153"/>
                  <a:gd name="T104" fmla="*/ 96 w 111"/>
                  <a:gd name="T105" fmla="*/ 153 h 153"/>
                  <a:gd name="T106" fmla="*/ 93 w 111"/>
                  <a:gd name="T107" fmla="*/ 138 h 153"/>
                  <a:gd name="T108" fmla="*/ 105 w 111"/>
                  <a:gd name="T109" fmla="*/ 132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1" h="153">
                    <a:moveTo>
                      <a:pt x="60" y="60"/>
                    </a:moveTo>
                    <a:cubicBezTo>
                      <a:pt x="66" y="57"/>
                      <a:pt x="75" y="66"/>
                      <a:pt x="72" y="69"/>
                    </a:cubicBezTo>
                    <a:cubicBezTo>
                      <a:pt x="72" y="72"/>
                      <a:pt x="72" y="81"/>
                      <a:pt x="75" y="78"/>
                    </a:cubicBezTo>
                    <a:cubicBezTo>
                      <a:pt x="78" y="75"/>
                      <a:pt x="84" y="81"/>
                      <a:pt x="81" y="84"/>
                    </a:cubicBezTo>
                    <a:cubicBezTo>
                      <a:pt x="78" y="87"/>
                      <a:pt x="84" y="93"/>
                      <a:pt x="87" y="99"/>
                    </a:cubicBezTo>
                    <a:cubicBezTo>
                      <a:pt x="87" y="102"/>
                      <a:pt x="90" y="99"/>
                      <a:pt x="90" y="96"/>
                    </a:cubicBezTo>
                    <a:cubicBezTo>
                      <a:pt x="90" y="90"/>
                      <a:pt x="90" y="90"/>
                      <a:pt x="96" y="87"/>
                    </a:cubicBezTo>
                    <a:cubicBezTo>
                      <a:pt x="99" y="84"/>
                      <a:pt x="96" y="81"/>
                      <a:pt x="93" y="75"/>
                    </a:cubicBezTo>
                    <a:cubicBezTo>
                      <a:pt x="90" y="69"/>
                      <a:pt x="78" y="72"/>
                      <a:pt x="78" y="66"/>
                    </a:cubicBezTo>
                    <a:cubicBezTo>
                      <a:pt x="78" y="60"/>
                      <a:pt x="72" y="60"/>
                      <a:pt x="72" y="57"/>
                    </a:cubicBezTo>
                    <a:cubicBezTo>
                      <a:pt x="72" y="54"/>
                      <a:pt x="63" y="51"/>
                      <a:pt x="57" y="54"/>
                    </a:cubicBezTo>
                    <a:cubicBezTo>
                      <a:pt x="51" y="57"/>
                      <a:pt x="54" y="48"/>
                      <a:pt x="51" y="42"/>
                    </a:cubicBezTo>
                    <a:cubicBezTo>
                      <a:pt x="45" y="39"/>
                      <a:pt x="54" y="33"/>
                      <a:pt x="57" y="27"/>
                    </a:cubicBezTo>
                    <a:cubicBezTo>
                      <a:pt x="63" y="21"/>
                      <a:pt x="57" y="12"/>
                      <a:pt x="57" y="9"/>
                    </a:cubicBezTo>
                    <a:cubicBezTo>
                      <a:pt x="57" y="3"/>
                      <a:pt x="57" y="3"/>
                      <a:pt x="54" y="3"/>
                    </a:cubicBezTo>
                    <a:cubicBezTo>
                      <a:pt x="54" y="6"/>
                      <a:pt x="42" y="0"/>
                      <a:pt x="39" y="3"/>
                    </a:cubicBezTo>
                    <a:cubicBezTo>
                      <a:pt x="36" y="6"/>
                      <a:pt x="39" y="27"/>
                      <a:pt x="36" y="30"/>
                    </a:cubicBezTo>
                    <a:cubicBezTo>
                      <a:pt x="36" y="30"/>
                      <a:pt x="33" y="27"/>
                      <a:pt x="30" y="27"/>
                    </a:cubicBezTo>
                    <a:cubicBezTo>
                      <a:pt x="30" y="30"/>
                      <a:pt x="33" y="42"/>
                      <a:pt x="33" y="42"/>
                    </a:cubicBezTo>
                    <a:cubicBezTo>
                      <a:pt x="36" y="42"/>
                      <a:pt x="39" y="48"/>
                      <a:pt x="36" y="51"/>
                    </a:cubicBezTo>
                    <a:cubicBezTo>
                      <a:pt x="36" y="57"/>
                      <a:pt x="42" y="57"/>
                      <a:pt x="48" y="57"/>
                    </a:cubicBezTo>
                    <a:cubicBezTo>
                      <a:pt x="54" y="54"/>
                      <a:pt x="54" y="60"/>
                      <a:pt x="60" y="60"/>
                    </a:cubicBezTo>
                    <a:close/>
                    <a:moveTo>
                      <a:pt x="39" y="63"/>
                    </a:moveTo>
                    <a:cubicBezTo>
                      <a:pt x="39" y="66"/>
                      <a:pt x="42" y="75"/>
                      <a:pt x="48" y="75"/>
                    </a:cubicBezTo>
                    <a:cubicBezTo>
                      <a:pt x="57" y="72"/>
                      <a:pt x="36" y="57"/>
                      <a:pt x="39" y="63"/>
                    </a:cubicBezTo>
                    <a:close/>
                    <a:moveTo>
                      <a:pt x="57" y="93"/>
                    </a:moveTo>
                    <a:cubicBezTo>
                      <a:pt x="57" y="93"/>
                      <a:pt x="63" y="93"/>
                      <a:pt x="63" y="90"/>
                    </a:cubicBezTo>
                    <a:cubicBezTo>
                      <a:pt x="63" y="87"/>
                      <a:pt x="66" y="96"/>
                      <a:pt x="63" y="99"/>
                    </a:cubicBezTo>
                    <a:cubicBezTo>
                      <a:pt x="60" y="102"/>
                      <a:pt x="60" y="111"/>
                      <a:pt x="66" y="111"/>
                    </a:cubicBezTo>
                    <a:cubicBezTo>
                      <a:pt x="69" y="114"/>
                      <a:pt x="78" y="96"/>
                      <a:pt x="78" y="93"/>
                    </a:cubicBezTo>
                    <a:cubicBezTo>
                      <a:pt x="75" y="90"/>
                      <a:pt x="72" y="96"/>
                      <a:pt x="72" y="93"/>
                    </a:cubicBezTo>
                    <a:cubicBezTo>
                      <a:pt x="75" y="87"/>
                      <a:pt x="60" y="78"/>
                      <a:pt x="57" y="78"/>
                    </a:cubicBezTo>
                    <a:cubicBezTo>
                      <a:pt x="51" y="81"/>
                      <a:pt x="51" y="96"/>
                      <a:pt x="57" y="93"/>
                    </a:cubicBezTo>
                    <a:close/>
                    <a:moveTo>
                      <a:pt x="18" y="102"/>
                    </a:moveTo>
                    <a:cubicBezTo>
                      <a:pt x="12" y="108"/>
                      <a:pt x="0" y="117"/>
                      <a:pt x="3" y="120"/>
                    </a:cubicBezTo>
                    <a:cubicBezTo>
                      <a:pt x="6" y="123"/>
                      <a:pt x="18" y="105"/>
                      <a:pt x="24" y="99"/>
                    </a:cubicBezTo>
                    <a:cubicBezTo>
                      <a:pt x="30" y="96"/>
                      <a:pt x="27" y="93"/>
                      <a:pt x="27" y="87"/>
                    </a:cubicBezTo>
                    <a:cubicBezTo>
                      <a:pt x="24" y="84"/>
                      <a:pt x="21" y="96"/>
                      <a:pt x="18" y="102"/>
                    </a:cubicBezTo>
                    <a:close/>
                    <a:moveTo>
                      <a:pt x="75" y="108"/>
                    </a:moveTo>
                    <a:cubicBezTo>
                      <a:pt x="78" y="111"/>
                      <a:pt x="87" y="105"/>
                      <a:pt x="84" y="102"/>
                    </a:cubicBezTo>
                    <a:cubicBezTo>
                      <a:pt x="81" y="99"/>
                      <a:pt x="75" y="105"/>
                      <a:pt x="75" y="108"/>
                    </a:cubicBezTo>
                    <a:close/>
                    <a:moveTo>
                      <a:pt x="105" y="132"/>
                    </a:moveTo>
                    <a:cubicBezTo>
                      <a:pt x="111" y="129"/>
                      <a:pt x="105" y="117"/>
                      <a:pt x="105" y="108"/>
                    </a:cubicBezTo>
                    <a:cubicBezTo>
                      <a:pt x="105" y="99"/>
                      <a:pt x="93" y="102"/>
                      <a:pt x="96" y="108"/>
                    </a:cubicBezTo>
                    <a:cubicBezTo>
                      <a:pt x="99" y="114"/>
                      <a:pt x="90" y="108"/>
                      <a:pt x="90" y="114"/>
                    </a:cubicBezTo>
                    <a:cubicBezTo>
                      <a:pt x="90" y="120"/>
                      <a:pt x="81" y="114"/>
                      <a:pt x="84" y="120"/>
                    </a:cubicBezTo>
                    <a:cubicBezTo>
                      <a:pt x="84" y="123"/>
                      <a:pt x="75" y="120"/>
                      <a:pt x="72" y="117"/>
                    </a:cubicBezTo>
                    <a:cubicBezTo>
                      <a:pt x="69" y="114"/>
                      <a:pt x="66" y="123"/>
                      <a:pt x="60" y="123"/>
                    </a:cubicBezTo>
                    <a:cubicBezTo>
                      <a:pt x="54" y="126"/>
                      <a:pt x="51" y="135"/>
                      <a:pt x="54" y="135"/>
                    </a:cubicBezTo>
                    <a:cubicBezTo>
                      <a:pt x="60" y="135"/>
                      <a:pt x="60" y="129"/>
                      <a:pt x="66" y="129"/>
                    </a:cubicBezTo>
                    <a:cubicBezTo>
                      <a:pt x="69" y="132"/>
                      <a:pt x="69" y="126"/>
                      <a:pt x="75" y="126"/>
                    </a:cubicBezTo>
                    <a:cubicBezTo>
                      <a:pt x="78" y="129"/>
                      <a:pt x="75" y="144"/>
                      <a:pt x="84" y="147"/>
                    </a:cubicBezTo>
                    <a:cubicBezTo>
                      <a:pt x="90" y="147"/>
                      <a:pt x="90" y="153"/>
                      <a:pt x="96" y="153"/>
                    </a:cubicBezTo>
                    <a:cubicBezTo>
                      <a:pt x="99" y="153"/>
                      <a:pt x="93" y="141"/>
                      <a:pt x="93" y="138"/>
                    </a:cubicBezTo>
                    <a:cubicBezTo>
                      <a:pt x="96" y="135"/>
                      <a:pt x="102" y="138"/>
                      <a:pt x="105" y="13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7" name="Freeform 152">
                <a:extLst>
                  <a:ext uri="{FF2B5EF4-FFF2-40B4-BE49-F238E27FC236}">
                    <a16:creationId xmlns:a16="http://schemas.microsoft.com/office/drawing/2014/main" id="{DEDBFAA1-D936-72F2-54FA-0F8195E84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56667" y="3311333"/>
                <a:ext cx="275763" cy="171676"/>
              </a:xfrm>
              <a:custGeom>
                <a:avLst/>
                <a:gdLst>
                  <a:gd name="T0" fmla="*/ 102 w 144"/>
                  <a:gd name="T1" fmla="*/ 84 h 90"/>
                  <a:gd name="T2" fmla="*/ 96 w 144"/>
                  <a:gd name="T3" fmla="*/ 75 h 90"/>
                  <a:gd name="T4" fmla="*/ 84 w 144"/>
                  <a:gd name="T5" fmla="*/ 72 h 90"/>
                  <a:gd name="T6" fmla="*/ 75 w 144"/>
                  <a:gd name="T7" fmla="*/ 57 h 90"/>
                  <a:gd name="T8" fmla="*/ 72 w 144"/>
                  <a:gd name="T9" fmla="*/ 48 h 90"/>
                  <a:gd name="T10" fmla="*/ 75 w 144"/>
                  <a:gd name="T11" fmla="*/ 39 h 90"/>
                  <a:gd name="T12" fmla="*/ 54 w 144"/>
                  <a:gd name="T13" fmla="*/ 27 h 90"/>
                  <a:gd name="T14" fmla="*/ 9 w 144"/>
                  <a:gd name="T15" fmla="*/ 3 h 90"/>
                  <a:gd name="T16" fmla="*/ 0 w 144"/>
                  <a:gd name="T17" fmla="*/ 0 h 90"/>
                  <a:gd name="T18" fmla="*/ 0 w 144"/>
                  <a:gd name="T19" fmla="*/ 72 h 90"/>
                  <a:gd name="T20" fmla="*/ 12 w 144"/>
                  <a:gd name="T21" fmla="*/ 75 h 90"/>
                  <a:gd name="T22" fmla="*/ 27 w 144"/>
                  <a:gd name="T23" fmla="*/ 69 h 90"/>
                  <a:gd name="T24" fmla="*/ 33 w 144"/>
                  <a:gd name="T25" fmla="*/ 60 h 90"/>
                  <a:gd name="T26" fmla="*/ 57 w 144"/>
                  <a:gd name="T27" fmla="*/ 66 h 90"/>
                  <a:gd name="T28" fmla="*/ 81 w 144"/>
                  <a:gd name="T29" fmla="*/ 87 h 90"/>
                  <a:gd name="T30" fmla="*/ 105 w 144"/>
                  <a:gd name="T31" fmla="*/ 90 h 90"/>
                  <a:gd name="T32" fmla="*/ 102 w 144"/>
                  <a:gd name="T33" fmla="*/ 84 h 90"/>
                  <a:gd name="T34" fmla="*/ 123 w 144"/>
                  <a:gd name="T35" fmla="*/ 24 h 90"/>
                  <a:gd name="T36" fmla="*/ 108 w 144"/>
                  <a:gd name="T37" fmla="*/ 33 h 90"/>
                  <a:gd name="T38" fmla="*/ 84 w 144"/>
                  <a:gd name="T39" fmla="*/ 33 h 90"/>
                  <a:gd name="T40" fmla="*/ 102 w 144"/>
                  <a:gd name="T41" fmla="*/ 42 h 90"/>
                  <a:gd name="T42" fmla="*/ 126 w 144"/>
                  <a:gd name="T43" fmla="*/ 30 h 90"/>
                  <a:gd name="T44" fmla="*/ 129 w 144"/>
                  <a:gd name="T45" fmla="*/ 21 h 90"/>
                  <a:gd name="T46" fmla="*/ 123 w 144"/>
                  <a:gd name="T47" fmla="*/ 24 h 90"/>
                  <a:gd name="T48" fmla="*/ 135 w 144"/>
                  <a:gd name="T49" fmla="*/ 12 h 90"/>
                  <a:gd name="T50" fmla="*/ 129 w 144"/>
                  <a:gd name="T51" fmla="*/ 12 h 90"/>
                  <a:gd name="T52" fmla="*/ 138 w 144"/>
                  <a:gd name="T53" fmla="*/ 24 h 90"/>
                  <a:gd name="T54" fmla="*/ 135 w 144"/>
                  <a:gd name="T55" fmla="*/ 1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4" h="90">
                    <a:moveTo>
                      <a:pt x="102" y="84"/>
                    </a:moveTo>
                    <a:cubicBezTo>
                      <a:pt x="102" y="84"/>
                      <a:pt x="96" y="78"/>
                      <a:pt x="96" y="75"/>
                    </a:cubicBezTo>
                    <a:cubicBezTo>
                      <a:pt x="96" y="75"/>
                      <a:pt x="90" y="75"/>
                      <a:pt x="84" y="72"/>
                    </a:cubicBezTo>
                    <a:cubicBezTo>
                      <a:pt x="78" y="69"/>
                      <a:pt x="81" y="57"/>
                      <a:pt x="75" y="57"/>
                    </a:cubicBezTo>
                    <a:cubicBezTo>
                      <a:pt x="72" y="54"/>
                      <a:pt x="66" y="45"/>
                      <a:pt x="72" y="48"/>
                    </a:cubicBezTo>
                    <a:cubicBezTo>
                      <a:pt x="78" y="48"/>
                      <a:pt x="81" y="45"/>
                      <a:pt x="75" y="39"/>
                    </a:cubicBezTo>
                    <a:cubicBezTo>
                      <a:pt x="72" y="36"/>
                      <a:pt x="54" y="33"/>
                      <a:pt x="54" y="27"/>
                    </a:cubicBezTo>
                    <a:cubicBezTo>
                      <a:pt x="54" y="21"/>
                      <a:pt x="21" y="6"/>
                      <a:pt x="9" y="3"/>
                    </a:cubicBezTo>
                    <a:cubicBezTo>
                      <a:pt x="6" y="3"/>
                      <a:pt x="3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" y="72"/>
                      <a:pt x="9" y="75"/>
                      <a:pt x="12" y="75"/>
                    </a:cubicBezTo>
                    <a:cubicBezTo>
                      <a:pt x="27" y="75"/>
                      <a:pt x="24" y="69"/>
                      <a:pt x="27" y="69"/>
                    </a:cubicBezTo>
                    <a:cubicBezTo>
                      <a:pt x="30" y="69"/>
                      <a:pt x="30" y="63"/>
                      <a:pt x="33" y="60"/>
                    </a:cubicBezTo>
                    <a:cubicBezTo>
                      <a:pt x="36" y="57"/>
                      <a:pt x="48" y="60"/>
                      <a:pt x="57" y="66"/>
                    </a:cubicBezTo>
                    <a:cubicBezTo>
                      <a:pt x="63" y="72"/>
                      <a:pt x="72" y="87"/>
                      <a:pt x="81" y="87"/>
                    </a:cubicBezTo>
                    <a:cubicBezTo>
                      <a:pt x="90" y="84"/>
                      <a:pt x="99" y="90"/>
                      <a:pt x="105" y="90"/>
                    </a:cubicBezTo>
                    <a:cubicBezTo>
                      <a:pt x="111" y="90"/>
                      <a:pt x="105" y="84"/>
                      <a:pt x="102" y="84"/>
                    </a:cubicBezTo>
                    <a:close/>
                    <a:moveTo>
                      <a:pt x="123" y="24"/>
                    </a:moveTo>
                    <a:cubicBezTo>
                      <a:pt x="123" y="27"/>
                      <a:pt x="117" y="30"/>
                      <a:pt x="108" y="33"/>
                    </a:cubicBezTo>
                    <a:cubicBezTo>
                      <a:pt x="99" y="36"/>
                      <a:pt x="84" y="30"/>
                      <a:pt x="84" y="33"/>
                    </a:cubicBezTo>
                    <a:cubicBezTo>
                      <a:pt x="84" y="36"/>
                      <a:pt x="93" y="42"/>
                      <a:pt x="102" y="42"/>
                    </a:cubicBezTo>
                    <a:cubicBezTo>
                      <a:pt x="111" y="42"/>
                      <a:pt x="126" y="33"/>
                      <a:pt x="126" y="30"/>
                    </a:cubicBezTo>
                    <a:cubicBezTo>
                      <a:pt x="126" y="27"/>
                      <a:pt x="132" y="24"/>
                      <a:pt x="129" y="21"/>
                    </a:cubicBezTo>
                    <a:cubicBezTo>
                      <a:pt x="126" y="18"/>
                      <a:pt x="123" y="21"/>
                      <a:pt x="123" y="24"/>
                    </a:cubicBezTo>
                    <a:close/>
                    <a:moveTo>
                      <a:pt x="135" y="12"/>
                    </a:moveTo>
                    <a:cubicBezTo>
                      <a:pt x="129" y="9"/>
                      <a:pt x="123" y="6"/>
                      <a:pt x="129" y="12"/>
                    </a:cubicBezTo>
                    <a:cubicBezTo>
                      <a:pt x="138" y="18"/>
                      <a:pt x="132" y="24"/>
                      <a:pt x="138" y="24"/>
                    </a:cubicBezTo>
                    <a:cubicBezTo>
                      <a:pt x="144" y="21"/>
                      <a:pt x="138" y="15"/>
                      <a:pt x="135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8" name="Freeform 153">
                <a:extLst>
                  <a:ext uri="{FF2B5EF4-FFF2-40B4-BE49-F238E27FC236}">
                    <a16:creationId xmlns:a16="http://schemas.microsoft.com/office/drawing/2014/main" id="{3C5DA439-EA10-87D7-342D-ACE0AC867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2199" y="3040977"/>
                <a:ext cx="45961" cy="85162"/>
              </a:xfrm>
              <a:custGeom>
                <a:avLst/>
                <a:gdLst>
                  <a:gd name="T0" fmla="*/ 6 w 24"/>
                  <a:gd name="T1" fmla="*/ 0 h 45"/>
                  <a:gd name="T2" fmla="*/ 3 w 24"/>
                  <a:gd name="T3" fmla="*/ 9 h 45"/>
                  <a:gd name="T4" fmla="*/ 3 w 24"/>
                  <a:gd name="T5" fmla="*/ 24 h 45"/>
                  <a:gd name="T6" fmla="*/ 6 w 24"/>
                  <a:gd name="T7" fmla="*/ 42 h 45"/>
                  <a:gd name="T8" fmla="*/ 24 w 24"/>
                  <a:gd name="T9" fmla="*/ 27 h 45"/>
                  <a:gd name="T10" fmla="*/ 6 w 24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45">
                    <a:moveTo>
                      <a:pt x="6" y="0"/>
                    </a:moveTo>
                    <a:cubicBezTo>
                      <a:pt x="3" y="0"/>
                      <a:pt x="3" y="6"/>
                      <a:pt x="3" y="9"/>
                    </a:cubicBezTo>
                    <a:cubicBezTo>
                      <a:pt x="0" y="15"/>
                      <a:pt x="0" y="18"/>
                      <a:pt x="3" y="24"/>
                    </a:cubicBezTo>
                    <a:cubicBezTo>
                      <a:pt x="3" y="30"/>
                      <a:pt x="3" y="39"/>
                      <a:pt x="6" y="42"/>
                    </a:cubicBezTo>
                    <a:cubicBezTo>
                      <a:pt x="15" y="45"/>
                      <a:pt x="24" y="36"/>
                      <a:pt x="24" y="27"/>
                    </a:cubicBezTo>
                    <a:cubicBezTo>
                      <a:pt x="24" y="15"/>
                      <a:pt x="9" y="0"/>
                      <a:pt x="6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9" name="Freeform 154">
                <a:extLst>
                  <a:ext uri="{FF2B5EF4-FFF2-40B4-BE49-F238E27FC236}">
                    <a16:creationId xmlns:a16="http://schemas.microsoft.com/office/drawing/2014/main" id="{DCE45D4F-EC3B-8874-9622-1385BB83A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7890" y="3500582"/>
                <a:ext cx="160862" cy="316316"/>
              </a:xfrm>
              <a:custGeom>
                <a:avLst/>
                <a:gdLst>
                  <a:gd name="T0" fmla="*/ 72 w 84"/>
                  <a:gd name="T1" fmla="*/ 6 h 165"/>
                  <a:gd name="T2" fmla="*/ 69 w 84"/>
                  <a:gd name="T3" fmla="*/ 9 h 165"/>
                  <a:gd name="T4" fmla="*/ 66 w 84"/>
                  <a:gd name="T5" fmla="*/ 18 h 165"/>
                  <a:gd name="T6" fmla="*/ 60 w 84"/>
                  <a:gd name="T7" fmla="*/ 21 h 165"/>
                  <a:gd name="T8" fmla="*/ 54 w 84"/>
                  <a:gd name="T9" fmla="*/ 27 h 165"/>
                  <a:gd name="T10" fmla="*/ 54 w 84"/>
                  <a:gd name="T11" fmla="*/ 33 h 165"/>
                  <a:gd name="T12" fmla="*/ 45 w 84"/>
                  <a:gd name="T13" fmla="*/ 39 h 165"/>
                  <a:gd name="T14" fmla="*/ 30 w 84"/>
                  <a:gd name="T15" fmla="*/ 48 h 165"/>
                  <a:gd name="T16" fmla="*/ 15 w 84"/>
                  <a:gd name="T17" fmla="*/ 51 h 165"/>
                  <a:gd name="T18" fmla="*/ 12 w 84"/>
                  <a:gd name="T19" fmla="*/ 66 h 165"/>
                  <a:gd name="T20" fmla="*/ 12 w 84"/>
                  <a:gd name="T21" fmla="*/ 87 h 165"/>
                  <a:gd name="T22" fmla="*/ 9 w 84"/>
                  <a:gd name="T23" fmla="*/ 108 h 165"/>
                  <a:gd name="T24" fmla="*/ 6 w 84"/>
                  <a:gd name="T25" fmla="*/ 135 h 165"/>
                  <a:gd name="T26" fmla="*/ 12 w 84"/>
                  <a:gd name="T27" fmla="*/ 156 h 165"/>
                  <a:gd name="T28" fmla="*/ 33 w 84"/>
                  <a:gd name="T29" fmla="*/ 162 h 165"/>
                  <a:gd name="T30" fmla="*/ 45 w 84"/>
                  <a:gd name="T31" fmla="*/ 159 h 165"/>
                  <a:gd name="T32" fmla="*/ 60 w 84"/>
                  <a:gd name="T33" fmla="*/ 111 h 165"/>
                  <a:gd name="T34" fmla="*/ 72 w 84"/>
                  <a:gd name="T35" fmla="*/ 66 h 165"/>
                  <a:gd name="T36" fmla="*/ 75 w 84"/>
                  <a:gd name="T37" fmla="*/ 54 h 165"/>
                  <a:gd name="T38" fmla="*/ 78 w 84"/>
                  <a:gd name="T39" fmla="*/ 48 h 165"/>
                  <a:gd name="T40" fmla="*/ 84 w 84"/>
                  <a:gd name="T41" fmla="*/ 45 h 165"/>
                  <a:gd name="T42" fmla="*/ 81 w 84"/>
                  <a:gd name="T43" fmla="*/ 24 h 165"/>
                  <a:gd name="T44" fmla="*/ 72 w 84"/>
                  <a:gd name="T45" fmla="*/ 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4" h="165">
                    <a:moveTo>
                      <a:pt x="72" y="6"/>
                    </a:moveTo>
                    <a:cubicBezTo>
                      <a:pt x="72" y="0"/>
                      <a:pt x="69" y="6"/>
                      <a:pt x="69" y="9"/>
                    </a:cubicBezTo>
                    <a:cubicBezTo>
                      <a:pt x="66" y="9"/>
                      <a:pt x="66" y="15"/>
                      <a:pt x="66" y="18"/>
                    </a:cubicBezTo>
                    <a:cubicBezTo>
                      <a:pt x="66" y="18"/>
                      <a:pt x="63" y="21"/>
                      <a:pt x="60" y="21"/>
                    </a:cubicBezTo>
                    <a:cubicBezTo>
                      <a:pt x="57" y="21"/>
                      <a:pt x="54" y="24"/>
                      <a:pt x="54" y="27"/>
                    </a:cubicBezTo>
                    <a:cubicBezTo>
                      <a:pt x="54" y="30"/>
                      <a:pt x="51" y="30"/>
                      <a:pt x="54" y="33"/>
                    </a:cubicBezTo>
                    <a:cubicBezTo>
                      <a:pt x="54" y="36"/>
                      <a:pt x="51" y="39"/>
                      <a:pt x="45" y="39"/>
                    </a:cubicBezTo>
                    <a:cubicBezTo>
                      <a:pt x="42" y="39"/>
                      <a:pt x="36" y="48"/>
                      <a:pt x="30" y="48"/>
                    </a:cubicBezTo>
                    <a:cubicBezTo>
                      <a:pt x="24" y="48"/>
                      <a:pt x="21" y="51"/>
                      <a:pt x="15" y="51"/>
                    </a:cubicBezTo>
                    <a:cubicBezTo>
                      <a:pt x="12" y="51"/>
                      <a:pt x="15" y="60"/>
                      <a:pt x="12" y="66"/>
                    </a:cubicBezTo>
                    <a:cubicBezTo>
                      <a:pt x="6" y="72"/>
                      <a:pt x="9" y="78"/>
                      <a:pt x="12" y="87"/>
                    </a:cubicBezTo>
                    <a:cubicBezTo>
                      <a:pt x="15" y="93"/>
                      <a:pt x="18" y="99"/>
                      <a:pt x="9" y="108"/>
                    </a:cubicBezTo>
                    <a:cubicBezTo>
                      <a:pt x="0" y="117"/>
                      <a:pt x="3" y="129"/>
                      <a:pt x="6" y="135"/>
                    </a:cubicBezTo>
                    <a:cubicBezTo>
                      <a:pt x="9" y="141"/>
                      <a:pt x="9" y="153"/>
                      <a:pt x="12" y="156"/>
                    </a:cubicBezTo>
                    <a:cubicBezTo>
                      <a:pt x="18" y="162"/>
                      <a:pt x="30" y="165"/>
                      <a:pt x="33" y="162"/>
                    </a:cubicBezTo>
                    <a:cubicBezTo>
                      <a:pt x="36" y="159"/>
                      <a:pt x="39" y="162"/>
                      <a:pt x="45" y="159"/>
                    </a:cubicBezTo>
                    <a:cubicBezTo>
                      <a:pt x="48" y="153"/>
                      <a:pt x="54" y="126"/>
                      <a:pt x="60" y="111"/>
                    </a:cubicBezTo>
                    <a:cubicBezTo>
                      <a:pt x="66" y="93"/>
                      <a:pt x="72" y="72"/>
                      <a:pt x="72" y="66"/>
                    </a:cubicBezTo>
                    <a:cubicBezTo>
                      <a:pt x="72" y="63"/>
                      <a:pt x="78" y="60"/>
                      <a:pt x="75" y="54"/>
                    </a:cubicBezTo>
                    <a:cubicBezTo>
                      <a:pt x="72" y="48"/>
                      <a:pt x="75" y="42"/>
                      <a:pt x="78" y="48"/>
                    </a:cubicBezTo>
                    <a:cubicBezTo>
                      <a:pt x="81" y="51"/>
                      <a:pt x="84" y="51"/>
                      <a:pt x="84" y="45"/>
                    </a:cubicBezTo>
                    <a:cubicBezTo>
                      <a:pt x="84" y="39"/>
                      <a:pt x="81" y="33"/>
                      <a:pt x="81" y="24"/>
                    </a:cubicBezTo>
                    <a:cubicBezTo>
                      <a:pt x="81" y="15"/>
                      <a:pt x="72" y="9"/>
                      <a:pt x="7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0" name="Freeform 155">
                <a:extLst>
                  <a:ext uri="{FF2B5EF4-FFF2-40B4-BE49-F238E27FC236}">
                    <a16:creationId xmlns:a16="http://schemas.microsoft.com/office/drawing/2014/main" id="{6981109E-0B44-90DA-436A-2BBFEE5CEF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1131" y="2827396"/>
                <a:ext cx="259542" cy="155455"/>
              </a:xfrm>
              <a:custGeom>
                <a:avLst/>
                <a:gdLst>
                  <a:gd name="T0" fmla="*/ 96 w 135"/>
                  <a:gd name="T1" fmla="*/ 3 h 81"/>
                  <a:gd name="T2" fmla="*/ 75 w 135"/>
                  <a:gd name="T3" fmla="*/ 3 h 81"/>
                  <a:gd name="T4" fmla="*/ 57 w 135"/>
                  <a:gd name="T5" fmla="*/ 21 h 81"/>
                  <a:gd name="T6" fmla="*/ 48 w 135"/>
                  <a:gd name="T7" fmla="*/ 21 h 81"/>
                  <a:gd name="T8" fmla="*/ 33 w 135"/>
                  <a:gd name="T9" fmla="*/ 21 h 81"/>
                  <a:gd name="T10" fmla="*/ 21 w 135"/>
                  <a:gd name="T11" fmla="*/ 18 h 81"/>
                  <a:gd name="T12" fmla="*/ 12 w 135"/>
                  <a:gd name="T13" fmla="*/ 18 h 81"/>
                  <a:gd name="T14" fmla="*/ 6 w 135"/>
                  <a:gd name="T15" fmla="*/ 21 h 81"/>
                  <a:gd name="T16" fmla="*/ 6 w 135"/>
                  <a:gd name="T17" fmla="*/ 27 h 81"/>
                  <a:gd name="T18" fmla="*/ 0 w 135"/>
                  <a:gd name="T19" fmla="*/ 30 h 81"/>
                  <a:gd name="T20" fmla="*/ 3 w 135"/>
                  <a:gd name="T21" fmla="*/ 36 h 81"/>
                  <a:gd name="T22" fmla="*/ 6 w 135"/>
                  <a:gd name="T23" fmla="*/ 54 h 81"/>
                  <a:gd name="T24" fmla="*/ 9 w 135"/>
                  <a:gd name="T25" fmla="*/ 72 h 81"/>
                  <a:gd name="T26" fmla="*/ 30 w 135"/>
                  <a:gd name="T27" fmla="*/ 69 h 81"/>
                  <a:gd name="T28" fmla="*/ 45 w 135"/>
                  <a:gd name="T29" fmla="*/ 66 h 81"/>
                  <a:gd name="T30" fmla="*/ 57 w 135"/>
                  <a:gd name="T31" fmla="*/ 60 h 81"/>
                  <a:gd name="T32" fmla="*/ 69 w 135"/>
                  <a:gd name="T33" fmla="*/ 57 h 81"/>
                  <a:gd name="T34" fmla="*/ 78 w 135"/>
                  <a:gd name="T35" fmla="*/ 51 h 81"/>
                  <a:gd name="T36" fmla="*/ 102 w 135"/>
                  <a:gd name="T37" fmla="*/ 42 h 81"/>
                  <a:gd name="T38" fmla="*/ 111 w 135"/>
                  <a:gd name="T39" fmla="*/ 33 h 81"/>
                  <a:gd name="T40" fmla="*/ 120 w 135"/>
                  <a:gd name="T41" fmla="*/ 27 h 81"/>
                  <a:gd name="T42" fmla="*/ 108 w 135"/>
                  <a:gd name="T43" fmla="*/ 0 h 81"/>
                  <a:gd name="T44" fmla="*/ 96 w 135"/>
                  <a:gd name="T45" fmla="*/ 3 h 81"/>
                  <a:gd name="T46" fmla="*/ 123 w 135"/>
                  <a:gd name="T47" fmla="*/ 78 h 81"/>
                  <a:gd name="T48" fmla="*/ 135 w 135"/>
                  <a:gd name="T49" fmla="*/ 75 h 81"/>
                  <a:gd name="T50" fmla="*/ 123 w 135"/>
                  <a:gd name="T51" fmla="*/ 7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35" h="81">
                    <a:moveTo>
                      <a:pt x="96" y="3"/>
                    </a:moveTo>
                    <a:cubicBezTo>
                      <a:pt x="90" y="3"/>
                      <a:pt x="75" y="3"/>
                      <a:pt x="75" y="3"/>
                    </a:cubicBezTo>
                    <a:cubicBezTo>
                      <a:pt x="72" y="6"/>
                      <a:pt x="60" y="15"/>
                      <a:pt x="57" y="21"/>
                    </a:cubicBezTo>
                    <a:cubicBezTo>
                      <a:pt x="54" y="24"/>
                      <a:pt x="51" y="24"/>
                      <a:pt x="48" y="21"/>
                    </a:cubicBezTo>
                    <a:cubicBezTo>
                      <a:pt x="45" y="21"/>
                      <a:pt x="33" y="21"/>
                      <a:pt x="33" y="21"/>
                    </a:cubicBezTo>
                    <a:cubicBezTo>
                      <a:pt x="33" y="18"/>
                      <a:pt x="24" y="18"/>
                      <a:pt x="21" y="18"/>
                    </a:cubicBezTo>
                    <a:cubicBezTo>
                      <a:pt x="15" y="18"/>
                      <a:pt x="12" y="18"/>
                      <a:pt x="12" y="18"/>
                    </a:cubicBezTo>
                    <a:cubicBezTo>
                      <a:pt x="9" y="18"/>
                      <a:pt x="6" y="21"/>
                      <a:pt x="6" y="21"/>
                    </a:cubicBezTo>
                    <a:cubicBezTo>
                      <a:pt x="6" y="24"/>
                      <a:pt x="6" y="27"/>
                      <a:pt x="6" y="27"/>
                    </a:cubicBezTo>
                    <a:cubicBezTo>
                      <a:pt x="6" y="27"/>
                      <a:pt x="3" y="30"/>
                      <a:pt x="0" y="30"/>
                    </a:cubicBezTo>
                    <a:cubicBezTo>
                      <a:pt x="3" y="33"/>
                      <a:pt x="3" y="36"/>
                      <a:pt x="3" y="36"/>
                    </a:cubicBezTo>
                    <a:cubicBezTo>
                      <a:pt x="0" y="42"/>
                      <a:pt x="3" y="51"/>
                      <a:pt x="6" y="54"/>
                    </a:cubicBezTo>
                    <a:cubicBezTo>
                      <a:pt x="9" y="60"/>
                      <a:pt x="9" y="69"/>
                      <a:pt x="9" y="72"/>
                    </a:cubicBezTo>
                    <a:cubicBezTo>
                      <a:pt x="12" y="75"/>
                      <a:pt x="24" y="72"/>
                      <a:pt x="30" y="69"/>
                    </a:cubicBezTo>
                    <a:cubicBezTo>
                      <a:pt x="36" y="66"/>
                      <a:pt x="39" y="66"/>
                      <a:pt x="45" y="66"/>
                    </a:cubicBezTo>
                    <a:cubicBezTo>
                      <a:pt x="48" y="66"/>
                      <a:pt x="54" y="60"/>
                      <a:pt x="57" y="60"/>
                    </a:cubicBezTo>
                    <a:cubicBezTo>
                      <a:pt x="57" y="57"/>
                      <a:pt x="66" y="57"/>
                      <a:pt x="69" y="57"/>
                    </a:cubicBezTo>
                    <a:cubicBezTo>
                      <a:pt x="72" y="57"/>
                      <a:pt x="75" y="54"/>
                      <a:pt x="78" y="51"/>
                    </a:cubicBezTo>
                    <a:cubicBezTo>
                      <a:pt x="81" y="48"/>
                      <a:pt x="90" y="48"/>
                      <a:pt x="102" y="42"/>
                    </a:cubicBezTo>
                    <a:cubicBezTo>
                      <a:pt x="111" y="39"/>
                      <a:pt x="108" y="36"/>
                      <a:pt x="111" y="33"/>
                    </a:cubicBezTo>
                    <a:cubicBezTo>
                      <a:pt x="114" y="30"/>
                      <a:pt x="117" y="30"/>
                      <a:pt x="120" y="27"/>
                    </a:cubicBezTo>
                    <a:cubicBezTo>
                      <a:pt x="117" y="18"/>
                      <a:pt x="111" y="6"/>
                      <a:pt x="108" y="0"/>
                    </a:cubicBezTo>
                    <a:cubicBezTo>
                      <a:pt x="102" y="0"/>
                      <a:pt x="99" y="3"/>
                      <a:pt x="96" y="3"/>
                    </a:cubicBezTo>
                    <a:close/>
                    <a:moveTo>
                      <a:pt x="123" y="78"/>
                    </a:moveTo>
                    <a:cubicBezTo>
                      <a:pt x="129" y="81"/>
                      <a:pt x="135" y="78"/>
                      <a:pt x="135" y="75"/>
                    </a:cubicBezTo>
                    <a:cubicBezTo>
                      <a:pt x="135" y="75"/>
                      <a:pt x="120" y="72"/>
                      <a:pt x="123" y="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1" name="Freeform 156">
                <a:extLst>
                  <a:ext uri="{FF2B5EF4-FFF2-40B4-BE49-F238E27FC236}">
                    <a16:creationId xmlns:a16="http://schemas.microsoft.com/office/drawing/2014/main" id="{B558F915-72D9-9E28-8F7E-97B32C36F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2658" y="4403571"/>
                <a:ext cx="58127" cy="33794"/>
              </a:xfrm>
              <a:custGeom>
                <a:avLst/>
                <a:gdLst>
                  <a:gd name="T0" fmla="*/ 12 w 30"/>
                  <a:gd name="T1" fmla="*/ 3 h 18"/>
                  <a:gd name="T2" fmla="*/ 9 w 30"/>
                  <a:gd name="T3" fmla="*/ 15 h 18"/>
                  <a:gd name="T4" fmla="*/ 18 w 30"/>
                  <a:gd name="T5" fmla="*/ 15 h 18"/>
                  <a:gd name="T6" fmla="*/ 27 w 30"/>
                  <a:gd name="T7" fmla="*/ 12 h 18"/>
                  <a:gd name="T8" fmla="*/ 12 w 30"/>
                  <a:gd name="T9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8">
                    <a:moveTo>
                      <a:pt x="12" y="3"/>
                    </a:moveTo>
                    <a:cubicBezTo>
                      <a:pt x="12" y="0"/>
                      <a:pt x="0" y="12"/>
                      <a:pt x="9" y="15"/>
                    </a:cubicBezTo>
                    <a:cubicBezTo>
                      <a:pt x="12" y="18"/>
                      <a:pt x="15" y="12"/>
                      <a:pt x="18" y="15"/>
                    </a:cubicBezTo>
                    <a:cubicBezTo>
                      <a:pt x="21" y="18"/>
                      <a:pt x="27" y="18"/>
                      <a:pt x="27" y="12"/>
                    </a:cubicBezTo>
                    <a:cubicBezTo>
                      <a:pt x="30" y="6"/>
                      <a:pt x="15" y="6"/>
                      <a:pt x="12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2" name="Freeform 157">
                <a:extLst>
                  <a:ext uri="{FF2B5EF4-FFF2-40B4-BE49-F238E27FC236}">
                    <a16:creationId xmlns:a16="http://schemas.microsoft.com/office/drawing/2014/main" id="{04FB3A36-B81F-5F9C-A8AD-D0B7638FD8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55411" y="3368107"/>
                <a:ext cx="177083" cy="127067"/>
              </a:xfrm>
              <a:custGeom>
                <a:avLst/>
                <a:gdLst>
                  <a:gd name="T0" fmla="*/ 0 w 93"/>
                  <a:gd name="T1" fmla="*/ 3 h 66"/>
                  <a:gd name="T2" fmla="*/ 15 w 93"/>
                  <a:gd name="T3" fmla="*/ 18 h 66"/>
                  <a:gd name="T4" fmla="*/ 0 w 93"/>
                  <a:gd name="T5" fmla="*/ 3 h 66"/>
                  <a:gd name="T6" fmla="*/ 21 w 93"/>
                  <a:gd name="T7" fmla="*/ 18 h 66"/>
                  <a:gd name="T8" fmla="*/ 33 w 93"/>
                  <a:gd name="T9" fmla="*/ 24 h 66"/>
                  <a:gd name="T10" fmla="*/ 21 w 93"/>
                  <a:gd name="T11" fmla="*/ 18 h 66"/>
                  <a:gd name="T12" fmla="*/ 60 w 93"/>
                  <a:gd name="T13" fmla="*/ 36 h 66"/>
                  <a:gd name="T14" fmla="*/ 45 w 93"/>
                  <a:gd name="T15" fmla="*/ 27 h 66"/>
                  <a:gd name="T16" fmla="*/ 60 w 93"/>
                  <a:gd name="T17" fmla="*/ 36 h 66"/>
                  <a:gd name="T18" fmla="*/ 57 w 93"/>
                  <a:gd name="T19" fmla="*/ 48 h 66"/>
                  <a:gd name="T20" fmla="*/ 69 w 93"/>
                  <a:gd name="T21" fmla="*/ 54 h 66"/>
                  <a:gd name="T22" fmla="*/ 57 w 93"/>
                  <a:gd name="T23" fmla="*/ 48 h 66"/>
                  <a:gd name="T24" fmla="*/ 78 w 93"/>
                  <a:gd name="T25" fmla="*/ 57 h 66"/>
                  <a:gd name="T26" fmla="*/ 90 w 93"/>
                  <a:gd name="T27" fmla="*/ 63 h 66"/>
                  <a:gd name="T28" fmla="*/ 78 w 93"/>
                  <a:gd name="T29" fmla="*/ 57 h 66"/>
                  <a:gd name="T30" fmla="*/ 69 w 93"/>
                  <a:gd name="T31" fmla="*/ 36 h 66"/>
                  <a:gd name="T32" fmla="*/ 78 w 93"/>
                  <a:gd name="T33" fmla="*/ 51 h 66"/>
                  <a:gd name="T34" fmla="*/ 69 w 93"/>
                  <a:gd name="T35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3" h="66">
                    <a:moveTo>
                      <a:pt x="0" y="3"/>
                    </a:moveTo>
                    <a:cubicBezTo>
                      <a:pt x="0" y="6"/>
                      <a:pt x="12" y="21"/>
                      <a:pt x="15" y="18"/>
                    </a:cubicBezTo>
                    <a:cubicBezTo>
                      <a:pt x="21" y="15"/>
                      <a:pt x="3" y="0"/>
                      <a:pt x="0" y="3"/>
                    </a:cubicBezTo>
                    <a:close/>
                    <a:moveTo>
                      <a:pt x="21" y="18"/>
                    </a:moveTo>
                    <a:cubicBezTo>
                      <a:pt x="21" y="18"/>
                      <a:pt x="30" y="27"/>
                      <a:pt x="33" y="24"/>
                    </a:cubicBezTo>
                    <a:cubicBezTo>
                      <a:pt x="33" y="24"/>
                      <a:pt x="24" y="15"/>
                      <a:pt x="21" y="18"/>
                    </a:cubicBezTo>
                    <a:close/>
                    <a:moveTo>
                      <a:pt x="60" y="36"/>
                    </a:moveTo>
                    <a:cubicBezTo>
                      <a:pt x="63" y="36"/>
                      <a:pt x="45" y="24"/>
                      <a:pt x="45" y="27"/>
                    </a:cubicBezTo>
                    <a:cubicBezTo>
                      <a:pt x="45" y="30"/>
                      <a:pt x="57" y="39"/>
                      <a:pt x="60" y="36"/>
                    </a:cubicBezTo>
                    <a:close/>
                    <a:moveTo>
                      <a:pt x="57" y="48"/>
                    </a:moveTo>
                    <a:cubicBezTo>
                      <a:pt x="60" y="51"/>
                      <a:pt x="66" y="54"/>
                      <a:pt x="69" y="54"/>
                    </a:cubicBezTo>
                    <a:cubicBezTo>
                      <a:pt x="72" y="51"/>
                      <a:pt x="57" y="42"/>
                      <a:pt x="57" y="48"/>
                    </a:cubicBezTo>
                    <a:close/>
                    <a:moveTo>
                      <a:pt x="78" y="57"/>
                    </a:moveTo>
                    <a:cubicBezTo>
                      <a:pt x="78" y="60"/>
                      <a:pt x="84" y="66"/>
                      <a:pt x="90" y="63"/>
                    </a:cubicBezTo>
                    <a:cubicBezTo>
                      <a:pt x="93" y="60"/>
                      <a:pt x="78" y="57"/>
                      <a:pt x="78" y="57"/>
                    </a:cubicBezTo>
                    <a:close/>
                    <a:moveTo>
                      <a:pt x="69" y="36"/>
                    </a:moveTo>
                    <a:cubicBezTo>
                      <a:pt x="66" y="42"/>
                      <a:pt x="78" y="51"/>
                      <a:pt x="78" y="51"/>
                    </a:cubicBezTo>
                    <a:cubicBezTo>
                      <a:pt x="81" y="51"/>
                      <a:pt x="72" y="33"/>
                      <a:pt x="69" y="36"/>
                    </a:cubicBezTo>
                    <a:close/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3" name="Freeform 158">
                <a:extLst>
                  <a:ext uri="{FF2B5EF4-FFF2-40B4-BE49-F238E27FC236}">
                    <a16:creationId xmlns:a16="http://schemas.microsoft.com/office/drawing/2014/main" id="{9F325292-3608-89F8-1B97-9F550E2EA8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55411" y="3368107"/>
                <a:ext cx="177083" cy="127067"/>
              </a:xfrm>
              <a:custGeom>
                <a:avLst/>
                <a:gdLst>
                  <a:gd name="T0" fmla="*/ 0 w 93"/>
                  <a:gd name="T1" fmla="*/ 3 h 66"/>
                  <a:gd name="T2" fmla="*/ 15 w 93"/>
                  <a:gd name="T3" fmla="*/ 18 h 66"/>
                  <a:gd name="T4" fmla="*/ 0 w 93"/>
                  <a:gd name="T5" fmla="*/ 3 h 66"/>
                  <a:gd name="T6" fmla="*/ 21 w 93"/>
                  <a:gd name="T7" fmla="*/ 18 h 66"/>
                  <a:gd name="T8" fmla="*/ 33 w 93"/>
                  <a:gd name="T9" fmla="*/ 24 h 66"/>
                  <a:gd name="T10" fmla="*/ 21 w 93"/>
                  <a:gd name="T11" fmla="*/ 18 h 66"/>
                  <a:gd name="T12" fmla="*/ 60 w 93"/>
                  <a:gd name="T13" fmla="*/ 36 h 66"/>
                  <a:gd name="T14" fmla="*/ 45 w 93"/>
                  <a:gd name="T15" fmla="*/ 27 h 66"/>
                  <a:gd name="T16" fmla="*/ 60 w 93"/>
                  <a:gd name="T17" fmla="*/ 36 h 66"/>
                  <a:gd name="T18" fmla="*/ 57 w 93"/>
                  <a:gd name="T19" fmla="*/ 48 h 66"/>
                  <a:gd name="T20" fmla="*/ 69 w 93"/>
                  <a:gd name="T21" fmla="*/ 54 h 66"/>
                  <a:gd name="T22" fmla="*/ 57 w 93"/>
                  <a:gd name="T23" fmla="*/ 48 h 66"/>
                  <a:gd name="T24" fmla="*/ 78 w 93"/>
                  <a:gd name="T25" fmla="*/ 57 h 66"/>
                  <a:gd name="T26" fmla="*/ 90 w 93"/>
                  <a:gd name="T27" fmla="*/ 63 h 66"/>
                  <a:gd name="T28" fmla="*/ 78 w 93"/>
                  <a:gd name="T29" fmla="*/ 57 h 66"/>
                  <a:gd name="T30" fmla="*/ 69 w 93"/>
                  <a:gd name="T31" fmla="*/ 36 h 66"/>
                  <a:gd name="T32" fmla="*/ 78 w 93"/>
                  <a:gd name="T33" fmla="*/ 51 h 66"/>
                  <a:gd name="T34" fmla="*/ 69 w 93"/>
                  <a:gd name="T35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3" h="66">
                    <a:moveTo>
                      <a:pt x="0" y="3"/>
                    </a:moveTo>
                    <a:cubicBezTo>
                      <a:pt x="0" y="6"/>
                      <a:pt x="12" y="21"/>
                      <a:pt x="15" y="18"/>
                    </a:cubicBezTo>
                    <a:cubicBezTo>
                      <a:pt x="21" y="15"/>
                      <a:pt x="3" y="0"/>
                      <a:pt x="0" y="3"/>
                    </a:cubicBezTo>
                    <a:close/>
                    <a:moveTo>
                      <a:pt x="21" y="18"/>
                    </a:moveTo>
                    <a:cubicBezTo>
                      <a:pt x="21" y="18"/>
                      <a:pt x="30" y="27"/>
                      <a:pt x="33" y="24"/>
                    </a:cubicBezTo>
                    <a:cubicBezTo>
                      <a:pt x="33" y="24"/>
                      <a:pt x="24" y="15"/>
                      <a:pt x="21" y="18"/>
                    </a:cubicBezTo>
                    <a:close/>
                    <a:moveTo>
                      <a:pt x="60" y="36"/>
                    </a:moveTo>
                    <a:cubicBezTo>
                      <a:pt x="63" y="36"/>
                      <a:pt x="45" y="24"/>
                      <a:pt x="45" y="27"/>
                    </a:cubicBezTo>
                    <a:cubicBezTo>
                      <a:pt x="45" y="30"/>
                      <a:pt x="57" y="39"/>
                      <a:pt x="60" y="36"/>
                    </a:cubicBezTo>
                    <a:close/>
                    <a:moveTo>
                      <a:pt x="57" y="48"/>
                    </a:moveTo>
                    <a:cubicBezTo>
                      <a:pt x="60" y="51"/>
                      <a:pt x="66" y="54"/>
                      <a:pt x="69" y="54"/>
                    </a:cubicBezTo>
                    <a:cubicBezTo>
                      <a:pt x="72" y="51"/>
                      <a:pt x="57" y="42"/>
                      <a:pt x="57" y="48"/>
                    </a:cubicBezTo>
                    <a:close/>
                    <a:moveTo>
                      <a:pt x="78" y="57"/>
                    </a:moveTo>
                    <a:cubicBezTo>
                      <a:pt x="78" y="60"/>
                      <a:pt x="84" y="66"/>
                      <a:pt x="90" y="63"/>
                    </a:cubicBezTo>
                    <a:cubicBezTo>
                      <a:pt x="93" y="60"/>
                      <a:pt x="78" y="57"/>
                      <a:pt x="78" y="57"/>
                    </a:cubicBezTo>
                    <a:close/>
                    <a:moveTo>
                      <a:pt x="69" y="36"/>
                    </a:moveTo>
                    <a:cubicBezTo>
                      <a:pt x="66" y="42"/>
                      <a:pt x="78" y="51"/>
                      <a:pt x="78" y="51"/>
                    </a:cubicBezTo>
                    <a:cubicBezTo>
                      <a:pt x="81" y="51"/>
                      <a:pt x="72" y="33"/>
                      <a:pt x="69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4" name="Freeform 159">
                <a:extLst>
                  <a:ext uri="{FF2B5EF4-FFF2-40B4-BE49-F238E27FC236}">
                    <a16:creationId xmlns:a16="http://schemas.microsoft.com/office/drawing/2014/main" id="{1AC02693-B6A5-FC33-073A-CE7699ED6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47014" y="3483009"/>
                <a:ext cx="885416" cy="788088"/>
              </a:xfrm>
              <a:custGeom>
                <a:avLst/>
                <a:gdLst>
                  <a:gd name="T0" fmla="*/ 456 w 462"/>
                  <a:gd name="T1" fmla="*/ 180 h 411"/>
                  <a:gd name="T2" fmla="*/ 438 w 462"/>
                  <a:gd name="T3" fmla="*/ 159 h 411"/>
                  <a:gd name="T4" fmla="*/ 423 w 462"/>
                  <a:gd name="T5" fmla="*/ 138 h 411"/>
                  <a:gd name="T6" fmla="*/ 411 w 462"/>
                  <a:gd name="T7" fmla="*/ 123 h 411"/>
                  <a:gd name="T8" fmla="*/ 378 w 462"/>
                  <a:gd name="T9" fmla="*/ 93 h 411"/>
                  <a:gd name="T10" fmla="*/ 366 w 462"/>
                  <a:gd name="T11" fmla="*/ 54 h 411"/>
                  <a:gd name="T12" fmla="*/ 348 w 462"/>
                  <a:gd name="T13" fmla="*/ 33 h 411"/>
                  <a:gd name="T14" fmla="*/ 330 w 462"/>
                  <a:gd name="T15" fmla="*/ 9 h 411"/>
                  <a:gd name="T16" fmla="*/ 324 w 462"/>
                  <a:gd name="T17" fmla="*/ 51 h 411"/>
                  <a:gd name="T18" fmla="*/ 297 w 462"/>
                  <a:gd name="T19" fmla="*/ 75 h 411"/>
                  <a:gd name="T20" fmla="*/ 264 w 462"/>
                  <a:gd name="T21" fmla="*/ 60 h 411"/>
                  <a:gd name="T22" fmla="*/ 258 w 462"/>
                  <a:gd name="T23" fmla="*/ 36 h 411"/>
                  <a:gd name="T24" fmla="*/ 267 w 462"/>
                  <a:gd name="T25" fmla="*/ 18 h 411"/>
                  <a:gd name="T26" fmla="*/ 252 w 462"/>
                  <a:gd name="T27" fmla="*/ 18 h 411"/>
                  <a:gd name="T28" fmla="*/ 222 w 462"/>
                  <a:gd name="T29" fmla="*/ 12 h 411"/>
                  <a:gd name="T30" fmla="*/ 195 w 462"/>
                  <a:gd name="T31" fmla="*/ 33 h 411"/>
                  <a:gd name="T32" fmla="*/ 183 w 462"/>
                  <a:gd name="T33" fmla="*/ 51 h 411"/>
                  <a:gd name="T34" fmla="*/ 168 w 462"/>
                  <a:gd name="T35" fmla="*/ 45 h 411"/>
                  <a:gd name="T36" fmla="*/ 147 w 462"/>
                  <a:gd name="T37" fmla="*/ 45 h 411"/>
                  <a:gd name="T38" fmla="*/ 132 w 462"/>
                  <a:gd name="T39" fmla="*/ 54 h 411"/>
                  <a:gd name="T40" fmla="*/ 123 w 462"/>
                  <a:gd name="T41" fmla="*/ 72 h 411"/>
                  <a:gd name="T42" fmla="*/ 105 w 462"/>
                  <a:gd name="T43" fmla="*/ 75 h 411"/>
                  <a:gd name="T44" fmla="*/ 69 w 462"/>
                  <a:gd name="T45" fmla="*/ 111 h 411"/>
                  <a:gd name="T46" fmla="*/ 33 w 462"/>
                  <a:gd name="T47" fmla="*/ 120 h 411"/>
                  <a:gd name="T48" fmla="*/ 12 w 462"/>
                  <a:gd name="T49" fmla="*/ 129 h 411"/>
                  <a:gd name="T50" fmla="*/ 6 w 462"/>
                  <a:gd name="T51" fmla="*/ 168 h 411"/>
                  <a:gd name="T52" fmla="*/ 9 w 462"/>
                  <a:gd name="T53" fmla="*/ 186 h 411"/>
                  <a:gd name="T54" fmla="*/ 21 w 462"/>
                  <a:gd name="T55" fmla="*/ 228 h 411"/>
                  <a:gd name="T56" fmla="*/ 24 w 462"/>
                  <a:gd name="T57" fmla="*/ 276 h 411"/>
                  <a:gd name="T58" fmla="*/ 57 w 462"/>
                  <a:gd name="T59" fmla="*/ 294 h 411"/>
                  <a:gd name="T60" fmla="*/ 105 w 462"/>
                  <a:gd name="T61" fmla="*/ 279 h 411"/>
                  <a:gd name="T62" fmla="*/ 156 w 462"/>
                  <a:gd name="T63" fmla="*/ 261 h 411"/>
                  <a:gd name="T64" fmla="*/ 219 w 462"/>
                  <a:gd name="T65" fmla="*/ 255 h 411"/>
                  <a:gd name="T66" fmla="*/ 240 w 462"/>
                  <a:gd name="T67" fmla="*/ 267 h 411"/>
                  <a:gd name="T68" fmla="*/ 261 w 462"/>
                  <a:gd name="T69" fmla="*/ 288 h 411"/>
                  <a:gd name="T70" fmla="*/ 279 w 462"/>
                  <a:gd name="T71" fmla="*/ 285 h 411"/>
                  <a:gd name="T72" fmla="*/ 288 w 462"/>
                  <a:gd name="T73" fmla="*/ 288 h 411"/>
                  <a:gd name="T74" fmla="*/ 303 w 462"/>
                  <a:gd name="T75" fmla="*/ 318 h 411"/>
                  <a:gd name="T76" fmla="*/ 345 w 462"/>
                  <a:gd name="T77" fmla="*/ 345 h 411"/>
                  <a:gd name="T78" fmla="*/ 366 w 462"/>
                  <a:gd name="T79" fmla="*/ 342 h 411"/>
                  <a:gd name="T80" fmla="*/ 378 w 462"/>
                  <a:gd name="T81" fmla="*/ 348 h 411"/>
                  <a:gd name="T82" fmla="*/ 420 w 462"/>
                  <a:gd name="T83" fmla="*/ 330 h 411"/>
                  <a:gd name="T84" fmla="*/ 444 w 462"/>
                  <a:gd name="T85" fmla="*/ 267 h 411"/>
                  <a:gd name="T86" fmla="*/ 459 w 462"/>
                  <a:gd name="T87" fmla="*/ 228 h 411"/>
                  <a:gd name="T88" fmla="*/ 210 w 462"/>
                  <a:gd name="T89" fmla="*/ 12 h 411"/>
                  <a:gd name="T90" fmla="*/ 267 w 462"/>
                  <a:gd name="T91" fmla="*/ 306 h 411"/>
                  <a:gd name="T92" fmla="*/ 378 w 462"/>
                  <a:gd name="T93" fmla="*/ 375 h 411"/>
                  <a:gd name="T94" fmla="*/ 381 w 462"/>
                  <a:gd name="T95" fmla="*/ 411 h 411"/>
                  <a:gd name="T96" fmla="*/ 396 w 462"/>
                  <a:gd name="T97" fmla="*/ 402 h 411"/>
                  <a:gd name="T98" fmla="*/ 378 w 462"/>
                  <a:gd name="T99" fmla="*/ 375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2" h="411">
                    <a:moveTo>
                      <a:pt x="459" y="207"/>
                    </a:moveTo>
                    <a:cubicBezTo>
                      <a:pt x="462" y="204"/>
                      <a:pt x="459" y="198"/>
                      <a:pt x="456" y="198"/>
                    </a:cubicBezTo>
                    <a:cubicBezTo>
                      <a:pt x="456" y="201"/>
                      <a:pt x="456" y="186"/>
                      <a:pt x="456" y="180"/>
                    </a:cubicBezTo>
                    <a:cubicBezTo>
                      <a:pt x="459" y="174"/>
                      <a:pt x="456" y="174"/>
                      <a:pt x="453" y="177"/>
                    </a:cubicBezTo>
                    <a:cubicBezTo>
                      <a:pt x="450" y="180"/>
                      <a:pt x="447" y="171"/>
                      <a:pt x="447" y="168"/>
                    </a:cubicBezTo>
                    <a:cubicBezTo>
                      <a:pt x="447" y="165"/>
                      <a:pt x="441" y="159"/>
                      <a:pt x="438" y="159"/>
                    </a:cubicBezTo>
                    <a:cubicBezTo>
                      <a:pt x="435" y="162"/>
                      <a:pt x="435" y="153"/>
                      <a:pt x="432" y="156"/>
                    </a:cubicBezTo>
                    <a:cubicBezTo>
                      <a:pt x="429" y="156"/>
                      <a:pt x="429" y="150"/>
                      <a:pt x="429" y="144"/>
                    </a:cubicBezTo>
                    <a:cubicBezTo>
                      <a:pt x="429" y="138"/>
                      <a:pt x="426" y="141"/>
                      <a:pt x="423" y="138"/>
                    </a:cubicBezTo>
                    <a:cubicBezTo>
                      <a:pt x="423" y="138"/>
                      <a:pt x="420" y="138"/>
                      <a:pt x="417" y="141"/>
                    </a:cubicBezTo>
                    <a:cubicBezTo>
                      <a:pt x="414" y="141"/>
                      <a:pt x="414" y="135"/>
                      <a:pt x="414" y="132"/>
                    </a:cubicBezTo>
                    <a:cubicBezTo>
                      <a:pt x="414" y="129"/>
                      <a:pt x="414" y="126"/>
                      <a:pt x="411" y="123"/>
                    </a:cubicBezTo>
                    <a:cubicBezTo>
                      <a:pt x="408" y="120"/>
                      <a:pt x="405" y="120"/>
                      <a:pt x="408" y="117"/>
                    </a:cubicBezTo>
                    <a:cubicBezTo>
                      <a:pt x="408" y="111"/>
                      <a:pt x="384" y="102"/>
                      <a:pt x="381" y="99"/>
                    </a:cubicBezTo>
                    <a:cubicBezTo>
                      <a:pt x="375" y="99"/>
                      <a:pt x="381" y="93"/>
                      <a:pt x="378" y="93"/>
                    </a:cubicBezTo>
                    <a:cubicBezTo>
                      <a:pt x="375" y="90"/>
                      <a:pt x="375" y="84"/>
                      <a:pt x="375" y="78"/>
                    </a:cubicBezTo>
                    <a:cubicBezTo>
                      <a:pt x="375" y="72"/>
                      <a:pt x="369" y="72"/>
                      <a:pt x="369" y="66"/>
                    </a:cubicBezTo>
                    <a:cubicBezTo>
                      <a:pt x="369" y="63"/>
                      <a:pt x="366" y="57"/>
                      <a:pt x="366" y="54"/>
                    </a:cubicBezTo>
                    <a:cubicBezTo>
                      <a:pt x="366" y="48"/>
                      <a:pt x="360" y="48"/>
                      <a:pt x="360" y="45"/>
                    </a:cubicBezTo>
                    <a:cubicBezTo>
                      <a:pt x="360" y="42"/>
                      <a:pt x="354" y="45"/>
                      <a:pt x="351" y="45"/>
                    </a:cubicBezTo>
                    <a:cubicBezTo>
                      <a:pt x="345" y="45"/>
                      <a:pt x="348" y="39"/>
                      <a:pt x="348" y="33"/>
                    </a:cubicBezTo>
                    <a:cubicBezTo>
                      <a:pt x="348" y="27"/>
                      <a:pt x="345" y="18"/>
                      <a:pt x="342" y="15"/>
                    </a:cubicBezTo>
                    <a:cubicBezTo>
                      <a:pt x="339" y="12"/>
                      <a:pt x="339" y="3"/>
                      <a:pt x="336" y="3"/>
                    </a:cubicBezTo>
                    <a:cubicBezTo>
                      <a:pt x="336" y="0"/>
                      <a:pt x="330" y="6"/>
                      <a:pt x="330" y="9"/>
                    </a:cubicBezTo>
                    <a:cubicBezTo>
                      <a:pt x="330" y="12"/>
                      <a:pt x="330" y="18"/>
                      <a:pt x="327" y="18"/>
                    </a:cubicBezTo>
                    <a:cubicBezTo>
                      <a:pt x="324" y="21"/>
                      <a:pt x="327" y="30"/>
                      <a:pt x="324" y="30"/>
                    </a:cubicBezTo>
                    <a:cubicBezTo>
                      <a:pt x="321" y="33"/>
                      <a:pt x="324" y="45"/>
                      <a:pt x="324" y="51"/>
                    </a:cubicBezTo>
                    <a:cubicBezTo>
                      <a:pt x="324" y="57"/>
                      <a:pt x="324" y="63"/>
                      <a:pt x="321" y="69"/>
                    </a:cubicBezTo>
                    <a:cubicBezTo>
                      <a:pt x="318" y="72"/>
                      <a:pt x="318" y="81"/>
                      <a:pt x="312" y="81"/>
                    </a:cubicBezTo>
                    <a:cubicBezTo>
                      <a:pt x="306" y="84"/>
                      <a:pt x="297" y="78"/>
                      <a:pt x="297" y="75"/>
                    </a:cubicBezTo>
                    <a:cubicBezTo>
                      <a:pt x="297" y="72"/>
                      <a:pt x="291" y="72"/>
                      <a:pt x="288" y="72"/>
                    </a:cubicBezTo>
                    <a:cubicBezTo>
                      <a:pt x="285" y="72"/>
                      <a:pt x="282" y="66"/>
                      <a:pt x="276" y="63"/>
                    </a:cubicBezTo>
                    <a:cubicBezTo>
                      <a:pt x="270" y="57"/>
                      <a:pt x="267" y="63"/>
                      <a:pt x="264" y="60"/>
                    </a:cubicBezTo>
                    <a:cubicBezTo>
                      <a:pt x="264" y="54"/>
                      <a:pt x="261" y="54"/>
                      <a:pt x="258" y="51"/>
                    </a:cubicBezTo>
                    <a:cubicBezTo>
                      <a:pt x="252" y="48"/>
                      <a:pt x="255" y="48"/>
                      <a:pt x="258" y="45"/>
                    </a:cubicBezTo>
                    <a:cubicBezTo>
                      <a:pt x="261" y="42"/>
                      <a:pt x="261" y="39"/>
                      <a:pt x="258" y="36"/>
                    </a:cubicBezTo>
                    <a:cubicBezTo>
                      <a:pt x="258" y="33"/>
                      <a:pt x="261" y="33"/>
                      <a:pt x="267" y="30"/>
                    </a:cubicBezTo>
                    <a:cubicBezTo>
                      <a:pt x="270" y="27"/>
                      <a:pt x="267" y="24"/>
                      <a:pt x="270" y="21"/>
                    </a:cubicBezTo>
                    <a:cubicBezTo>
                      <a:pt x="273" y="21"/>
                      <a:pt x="273" y="18"/>
                      <a:pt x="267" y="18"/>
                    </a:cubicBezTo>
                    <a:cubicBezTo>
                      <a:pt x="264" y="15"/>
                      <a:pt x="264" y="21"/>
                      <a:pt x="264" y="21"/>
                    </a:cubicBezTo>
                    <a:cubicBezTo>
                      <a:pt x="261" y="21"/>
                      <a:pt x="261" y="15"/>
                      <a:pt x="258" y="15"/>
                    </a:cubicBezTo>
                    <a:cubicBezTo>
                      <a:pt x="258" y="15"/>
                      <a:pt x="252" y="21"/>
                      <a:pt x="252" y="18"/>
                    </a:cubicBezTo>
                    <a:cubicBezTo>
                      <a:pt x="249" y="15"/>
                      <a:pt x="234" y="12"/>
                      <a:pt x="228" y="12"/>
                    </a:cubicBezTo>
                    <a:cubicBezTo>
                      <a:pt x="222" y="12"/>
                      <a:pt x="222" y="3"/>
                      <a:pt x="219" y="6"/>
                    </a:cubicBezTo>
                    <a:cubicBezTo>
                      <a:pt x="216" y="6"/>
                      <a:pt x="219" y="9"/>
                      <a:pt x="222" y="12"/>
                    </a:cubicBezTo>
                    <a:cubicBezTo>
                      <a:pt x="225" y="18"/>
                      <a:pt x="210" y="21"/>
                      <a:pt x="204" y="18"/>
                    </a:cubicBezTo>
                    <a:cubicBezTo>
                      <a:pt x="201" y="18"/>
                      <a:pt x="207" y="21"/>
                      <a:pt x="201" y="21"/>
                    </a:cubicBezTo>
                    <a:cubicBezTo>
                      <a:pt x="198" y="21"/>
                      <a:pt x="198" y="27"/>
                      <a:pt x="195" y="33"/>
                    </a:cubicBezTo>
                    <a:cubicBezTo>
                      <a:pt x="192" y="36"/>
                      <a:pt x="192" y="39"/>
                      <a:pt x="189" y="39"/>
                    </a:cubicBezTo>
                    <a:cubicBezTo>
                      <a:pt x="186" y="42"/>
                      <a:pt x="186" y="45"/>
                      <a:pt x="189" y="51"/>
                    </a:cubicBezTo>
                    <a:cubicBezTo>
                      <a:pt x="195" y="54"/>
                      <a:pt x="189" y="54"/>
                      <a:pt x="183" y="51"/>
                    </a:cubicBezTo>
                    <a:cubicBezTo>
                      <a:pt x="180" y="48"/>
                      <a:pt x="177" y="48"/>
                      <a:pt x="177" y="51"/>
                    </a:cubicBezTo>
                    <a:cubicBezTo>
                      <a:pt x="177" y="57"/>
                      <a:pt x="171" y="54"/>
                      <a:pt x="174" y="48"/>
                    </a:cubicBezTo>
                    <a:cubicBezTo>
                      <a:pt x="174" y="45"/>
                      <a:pt x="168" y="45"/>
                      <a:pt x="168" y="45"/>
                    </a:cubicBezTo>
                    <a:cubicBezTo>
                      <a:pt x="165" y="42"/>
                      <a:pt x="162" y="36"/>
                      <a:pt x="156" y="36"/>
                    </a:cubicBezTo>
                    <a:cubicBezTo>
                      <a:pt x="153" y="36"/>
                      <a:pt x="153" y="39"/>
                      <a:pt x="150" y="39"/>
                    </a:cubicBezTo>
                    <a:cubicBezTo>
                      <a:pt x="147" y="39"/>
                      <a:pt x="147" y="42"/>
                      <a:pt x="147" y="45"/>
                    </a:cubicBezTo>
                    <a:cubicBezTo>
                      <a:pt x="147" y="48"/>
                      <a:pt x="141" y="45"/>
                      <a:pt x="138" y="45"/>
                    </a:cubicBezTo>
                    <a:cubicBezTo>
                      <a:pt x="135" y="45"/>
                      <a:pt x="138" y="51"/>
                      <a:pt x="138" y="51"/>
                    </a:cubicBezTo>
                    <a:cubicBezTo>
                      <a:pt x="135" y="51"/>
                      <a:pt x="135" y="54"/>
                      <a:pt x="132" y="54"/>
                    </a:cubicBezTo>
                    <a:cubicBezTo>
                      <a:pt x="129" y="54"/>
                      <a:pt x="129" y="63"/>
                      <a:pt x="129" y="66"/>
                    </a:cubicBezTo>
                    <a:cubicBezTo>
                      <a:pt x="129" y="69"/>
                      <a:pt x="123" y="63"/>
                      <a:pt x="120" y="66"/>
                    </a:cubicBezTo>
                    <a:cubicBezTo>
                      <a:pt x="117" y="66"/>
                      <a:pt x="123" y="69"/>
                      <a:pt x="123" y="72"/>
                    </a:cubicBezTo>
                    <a:cubicBezTo>
                      <a:pt x="123" y="78"/>
                      <a:pt x="120" y="78"/>
                      <a:pt x="120" y="78"/>
                    </a:cubicBezTo>
                    <a:cubicBezTo>
                      <a:pt x="117" y="81"/>
                      <a:pt x="114" y="75"/>
                      <a:pt x="114" y="72"/>
                    </a:cubicBezTo>
                    <a:cubicBezTo>
                      <a:pt x="114" y="66"/>
                      <a:pt x="111" y="69"/>
                      <a:pt x="105" y="75"/>
                    </a:cubicBezTo>
                    <a:cubicBezTo>
                      <a:pt x="102" y="81"/>
                      <a:pt x="108" y="87"/>
                      <a:pt x="105" y="87"/>
                    </a:cubicBezTo>
                    <a:cubicBezTo>
                      <a:pt x="102" y="90"/>
                      <a:pt x="93" y="99"/>
                      <a:pt x="90" y="105"/>
                    </a:cubicBezTo>
                    <a:cubicBezTo>
                      <a:pt x="84" y="111"/>
                      <a:pt x="72" y="108"/>
                      <a:pt x="69" y="111"/>
                    </a:cubicBezTo>
                    <a:cubicBezTo>
                      <a:pt x="66" y="114"/>
                      <a:pt x="63" y="111"/>
                      <a:pt x="57" y="114"/>
                    </a:cubicBezTo>
                    <a:cubicBezTo>
                      <a:pt x="54" y="117"/>
                      <a:pt x="48" y="120"/>
                      <a:pt x="48" y="117"/>
                    </a:cubicBezTo>
                    <a:cubicBezTo>
                      <a:pt x="48" y="114"/>
                      <a:pt x="39" y="117"/>
                      <a:pt x="33" y="120"/>
                    </a:cubicBezTo>
                    <a:cubicBezTo>
                      <a:pt x="30" y="126"/>
                      <a:pt x="24" y="129"/>
                      <a:pt x="21" y="129"/>
                    </a:cubicBezTo>
                    <a:cubicBezTo>
                      <a:pt x="15" y="129"/>
                      <a:pt x="15" y="135"/>
                      <a:pt x="15" y="138"/>
                    </a:cubicBezTo>
                    <a:cubicBezTo>
                      <a:pt x="12" y="138"/>
                      <a:pt x="12" y="132"/>
                      <a:pt x="12" y="129"/>
                    </a:cubicBezTo>
                    <a:cubicBezTo>
                      <a:pt x="12" y="129"/>
                      <a:pt x="9" y="132"/>
                      <a:pt x="6" y="138"/>
                    </a:cubicBezTo>
                    <a:cubicBezTo>
                      <a:pt x="6" y="144"/>
                      <a:pt x="12" y="147"/>
                      <a:pt x="9" y="150"/>
                    </a:cubicBezTo>
                    <a:cubicBezTo>
                      <a:pt x="3" y="156"/>
                      <a:pt x="0" y="162"/>
                      <a:pt x="6" y="168"/>
                    </a:cubicBezTo>
                    <a:cubicBezTo>
                      <a:pt x="12" y="177"/>
                      <a:pt x="15" y="180"/>
                      <a:pt x="12" y="183"/>
                    </a:cubicBezTo>
                    <a:cubicBezTo>
                      <a:pt x="9" y="189"/>
                      <a:pt x="6" y="177"/>
                      <a:pt x="6" y="180"/>
                    </a:cubicBezTo>
                    <a:cubicBezTo>
                      <a:pt x="3" y="180"/>
                      <a:pt x="9" y="183"/>
                      <a:pt x="9" y="186"/>
                    </a:cubicBezTo>
                    <a:cubicBezTo>
                      <a:pt x="6" y="189"/>
                      <a:pt x="3" y="177"/>
                      <a:pt x="0" y="180"/>
                    </a:cubicBezTo>
                    <a:cubicBezTo>
                      <a:pt x="0" y="183"/>
                      <a:pt x="12" y="201"/>
                      <a:pt x="12" y="207"/>
                    </a:cubicBezTo>
                    <a:cubicBezTo>
                      <a:pt x="12" y="213"/>
                      <a:pt x="21" y="219"/>
                      <a:pt x="21" y="228"/>
                    </a:cubicBezTo>
                    <a:cubicBezTo>
                      <a:pt x="21" y="237"/>
                      <a:pt x="30" y="252"/>
                      <a:pt x="33" y="252"/>
                    </a:cubicBezTo>
                    <a:cubicBezTo>
                      <a:pt x="33" y="255"/>
                      <a:pt x="27" y="261"/>
                      <a:pt x="30" y="267"/>
                    </a:cubicBezTo>
                    <a:cubicBezTo>
                      <a:pt x="30" y="276"/>
                      <a:pt x="27" y="276"/>
                      <a:pt x="24" y="276"/>
                    </a:cubicBezTo>
                    <a:cubicBezTo>
                      <a:pt x="18" y="276"/>
                      <a:pt x="21" y="285"/>
                      <a:pt x="27" y="285"/>
                    </a:cubicBezTo>
                    <a:cubicBezTo>
                      <a:pt x="30" y="285"/>
                      <a:pt x="30" y="288"/>
                      <a:pt x="33" y="291"/>
                    </a:cubicBezTo>
                    <a:cubicBezTo>
                      <a:pt x="39" y="297"/>
                      <a:pt x="51" y="294"/>
                      <a:pt x="57" y="294"/>
                    </a:cubicBezTo>
                    <a:cubicBezTo>
                      <a:pt x="60" y="294"/>
                      <a:pt x="60" y="288"/>
                      <a:pt x="66" y="288"/>
                    </a:cubicBezTo>
                    <a:cubicBezTo>
                      <a:pt x="72" y="288"/>
                      <a:pt x="72" y="285"/>
                      <a:pt x="75" y="282"/>
                    </a:cubicBezTo>
                    <a:cubicBezTo>
                      <a:pt x="78" y="279"/>
                      <a:pt x="90" y="279"/>
                      <a:pt x="105" y="279"/>
                    </a:cubicBezTo>
                    <a:cubicBezTo>
                      <a:pt x="117" y="282"/>
                      <a:pt x="123" y="276"/>
                      <a:pt x="126" y="273"/>
                    </a:cubicBezTo>
                    <a:cubicBezTo>
                      <a:pt x="126" y="267"/>
                      <a:pt x="135" y="267"/>
                      <a:pt x="141" y="264"/>
                    </a:cubicBezTo>
                    <a:cubicBezTo>
                      <a:pt x="144" y="261"/>
                      <a:pt x="147" y="258"/>
                      <a:pt x="156" y="261"/>
                    </a:cubicBezTo>
                    <a:cubicBezTo>
                      <a:pt x="168" y="261"/>
                      <a:pt x="177" y="255"/>
                      <a:pt x="183" y="252"/>
                    </a:cubicBezTo>
                    <a:cubicBezTo>
                      <a:pt x="189" y="249"/>
                      <a:pt x="201" y="252"/>
                      <a:pt x="207" y="249"/>
                    </a:cubicBezTo>
                    <a:cubicBezTo>
                      <a:pt x="213" y="249"/>
                      <a:pt x="213" y="258"/>
                      <a:pt x="219" y="255"/>
                    </a:cubicBezTo>
                    <a:cubicBezTo>
                      <a:pt x="225" y="255"/>
                      <a:pt x="228" y="258"/>
                      <a:pt x="234" y="258"/>
                    </a:cubicBezTo>
                    <a:cubicBezTo>
                      <a:pt x="237" y="258"/>
                      <a:pt x="237" y="261"/>
                      <a:pt x="240" y="261"/>
                    </a:cubicBezTo>
                    <a:cubicBezTo>
                      <a:pt x="243" y="261"/>
                      <a:pt x="243" y="264"/>
                      <a:pt x="240" y="267"/>
                    </a:cubicBezTo>
                    <a:cubicBezTo>
                      <a:pt x="237" y="273"/>
                      <a:pt x="246" y="270"/>
                      <a:pt x="249" y="279"/>
                    </a:cubicBezTo>
                    <a:cubicBezTo>
                      <a:pt x="255" y="285"/>
                      <a:pt x="249" y="285"/>
                      <a:pt x="252" y="291"/>
                    </a:cubicBezTo>
                    <a:cubicBezTo>
                      <a:pt x="255" y="294"/>
                      <a:pt x="258" y="294"/>
                      <a:pt x="261" y="288"/>
                    </a:cubicBezTo>
                    <a:cubicBezTo>
                      <a:pt x="267" y="279"/>
                      <a:pt x="273" y="285"/>
                      <a:pt x="273" y="279"/>
                    </a:cubicBezTo>
                    <a:cubicBezTo>
                      <a:pt x="273" y="273"/>
                      <a:pt x="279" y="267"/>
                      <a:pt x="282" y="270"/>
                    </a:cubicBezTo>
                    <a:cubicBezTo>
                      <a:pt x="285" y="273"/>
                      <a:pt x="279" y="273"/>
                      <a:pt x="279" y="285"/>
                    </a:cubicBezTo>
                    <a:cubicBezTo>
                      <a:pt x="276" y="297"/>
                      <a:pt x="273" y="291"/>
                      <a:pt x="270" y="294"/>
                    </a:cubicBezTo>
                    <a:cubicBezTo>
                      <a:pt x="270" y="297"/>
                      <a:pt x="282" y="297"/>
                      <a:pt x="282" y="291"/>
                    </a:cubicBezTo>
                    <a:cubicBezTo>
                      <a:pt x="282" y="285"/>
                      <a:pt x="282" y="285"/>
                      <a:pt x="288" y="288"/>
                    </a:cubicBezTo>
                    <a:cubicBezTo>
                      <a:pt x="291" y="294"/>
                      <a:pt x="285" y="300"/>
                      <a:pt x="285" y="303"/>
                    </a:cubicBezTo>
                    <a:cubicBezTo>
                      <a:pt x="288" y="303"/>
                      <a:pt x="291" y="300"/>
                      <a:pt x="294" y="300"/>
                    </a:cubicBezTo>
                    <a:cubicBezTo>
                      <a:pt x="300" y="300"/>
                      <a:pt x="306" y="312"/>
                      <a:pt x="303" y="318"/>
                    </a:cubicBezTo>
                    <a:cubicBezTo>
                      <a:pt x="303" y="321"/>
                      <a:pt x="300" y="327"/>
                      <a:pt x="309" y="330"/>
                    </a:cubicBezTo>
                    <a:cubicBezTo>
                      <a:pt x="318" y="336"/>
                      <a:pt x="315" y="336"/>
                      <a:pt x="321" y="336"/>
                    </a:cubicBezTo>
                    <a:cubicBezTo>
                      <a:pt x="327" y="336"/>
                      <a:pt x="342" y="342"/>
                      <a:pt x="345" y="345"/>
                    </a:cubicBezTo>
                    <a:cubicBezTo>
                      <a:pt x="348" y="348"/>
                      <a:pt x="357" y="342"/>
                      <a:pt x="357" y="336"/>
                    </a:cubicBezTo>
                    <a:cubicBezTo>
                      <a:pt x="360" y="330"/>
                      <a:pt x="366" y="336"/>
                      <a:pt x="363" y="339"/>
                    </a:cubicBezTo>
                    <a:cubicBezTo>
                      <a:pt x="360" y="339"/>
                      <a:pt x="366" y="345"/>
                      <a:pt x="366" y="342"/>
                    </a:cubicBezTo>
                    <a:cubicBezTo>
                      <a:pt x="366" y="339"/>
                      <a:pt x="366" y="336"/>
                      <a:pt x="369" y="339"/>
                    </a:cubicBezTo>
                    <a:cubicBezTo>
                      <a:pt x="369" y="342"/>
                      <a:pt x="375" y="342"/>
                      <a:pt x="375" y="345"/>
                    </a:cubicBezTo>
                    <a:cubicBezTo>
                      <a:pt x="378" y="348"/>
                      <a:pt x="378" y="351"/>
                      <a:pt x="378" y="348"/>
                    </a:cubicBezTo>
                    <a:cubicBezTo>
                      <a:pt x="378" y="345"/>
                      <a:pt x="381" y="345"/>
                      <a:pt x="384" y="342"/>
                    </a:cubicBezTo>
                    <a:cubicBezTo>
                      <a:pt x="387" y="342"/>
                      <a:pt x="390" y="339"/>
                      <a:pt x="396" y="333"/>
                    </a:cubicBezTo>
                    <a:cubicBezTo>
                      <a:pt x="399" y="330"/>
                      <a:pt x="417" y="330"/>
                      <a:pt x="420" y="330"/>
                    </a:cubicBezTo>
                    <a:cubicBezTo>
                      <a:pt x="420" y="330"/>
                      <a:pt x="420" y="315"/>
                      <a:pt x="423" y="306"/>
                    </a:cubicBezTo>
                    <a:cubicBezTo>
                      <a:pt x="423" y="300"/>
                      <a:pt x="429" y="297"/>
                      <a:pt x="432" y="291"/>
                    </a:cubicBezTo>
                    <a:cubicBezTo>
                      <a:pt x="432" y="282"/>
                      <a:pt x="441" y="267"/>
                      <a:pt x="444" y="267"/>
                    </a:cubicBezTo>
                    <a:cubicBezTo>
                      <a:pt x="444" y="264"/>
                      <a:pt x="450" y="264"/>
                      <a:pt x="450" y="258"/>
                    </a:cubicBezTo>
                    <a:cubicBezTo>
                      <a:pt x="450" y="252"/>
                      <a:pt x="456" y="249"/>
                      <a:pt x="456" y="243"/>
                    </a:cubicBezTo>
                    <a:cubicBezTo>
                      <a:pt x="456" y="237"/>
                      <a:pt x="459" y="231"/>
                      <a:pt x="459" y="228"/>
                    </a:cubicBezTo>
                    <a:cubicBezTo>
                      <a:pt x="459" y="225"/>
                      <a:pt x="456" y="222"/>
                      <a:pt x="459" y="216"/>
                    </a:cubicBezTo>
                    <a:cubicBezTo>
                      <a:pt x="462" y="213"/>
                      <a:pt x="459" y="207"/>
                      <a:pt x="459" y="207"/>
                    </a:cubicBezTo>
                    <a:close/>
                    <a:moveTo>
                      <a:pt x="210" y="12"/>
                    </a:moveTo>
                    <a:cubicBezTo>
                      <a:pt x="210" y="9"/>
                      <a:pt x="192" y="12"/>
                      <a:pt x="195" y="15"/>
                    </a:cubicBezTo>
                    <a:cubicBezTo>
                      <a:pt x="198" y="15"/>
                      <a:pt x="210" y="15"/>
                      <a:pt x="210" y="12"/>
                    </a:cubicBezTo>
                    <a:close/>
                    <a:moveTo>
                      <a:pt x="267" y="306"/>
                    </a:moveTo>
                    <a:cubicBezTo>
                      <a:pt x="270" y="309"/>
                      <a:pt x="279" y="309"/>
                      <a:pt x="279" y="306"/>
                    </a:cubicBezTo>
                    <a:cubicBezTo>
                      <a:pt x="282" y="303"/>
                      <a:pt x="264" y="306"/>
                      <a:pt x="267" y="306"/>
                    </a:cubicBezTo>
                    <a:close/>
                    <a:moveTo>
                      <a:pt x="378" y="375"/>
                    </a:moveTo>
                    <a:cubicBezTo>
                      <a:pt x="372" y="378"/>
                      <a:pt x="363" y="369"/>
                      <a:pt x="360" y="372"/>
                    </a:cubicBezTo>
                    <a:cubicBezTo>
                      <a:pt x="357" y="372"/>
                      <a:pt x="369" y="390"/>
                      <a:pt x="366" y="393"/>
                    </a:cubicBezTo>
                    <a:cubicBezTo>
                      <a:pt x="360" y="399"/>
                      <a:pt x="375" y="411"/>
                      <a:pt x="381" y="411"/>
                    </a:cubicBezTo>
                    <a:cubicBezTo>
                      <a:pt x="384" y="411"/>
                      <a:pt x="384" y="405"/>
                      <a:pt x="387" y="405"/>
                    </a:cubicBezTo>
                    <a:cubicBezTo>
                      <a:pt x="390" y="408"/>
                      <a:pt x="387" y="402"/>
                      <a:pt x="390" y="402"/>
                    </a:cubicBezTo>
                    <a:cubicBezTo>
                      <a:pt x="390" y="399"/>
                      <a:pt x="393" y="402"/>
                      <a:pt x="396" y="402"/>
                    </a:cubicBezTo>
                    <a:cubicBezTo>
                      <a:pt x="399" y="399"/>
                      <a:pt x="393" y="390"/>
                      <a:pt x="399" y="390"/>
                    </a:cubicBezTo>
                    <a:cubicBezTo>
                      <a:pt x="402" y="390"/>
                      <a:pt x="399" y="378"/>
                      <a:pt x="399" y="372"/>
                    </a:cubicBezTo>
                    <a:cubicBezTo>
                      <a:pt x="396" y="369"/>
                      <a:pt x="387" y="375"/>
                      <a:pt x="378" y="3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5" name="Freeform 160">
                <a:extLst>
                  <a:ext uri="{FF2B5EF4-FFF2-40B4-BE49-F238E27FC236}">
                    <a16:creationId xmlns:a16="http://schemas.microsoft.com/office/drawing/2014/main" id="{89FE0AEA-CE79-0F28-10C6-F673398027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08194" y="4046701"/>
                <a:ext cx="269004" cy="321724"/>
              </a:xfrm>
              <a:custGeom>
                <a:avLst/>
                <a:gdLst>
                  <a:gd name="T0" fmla="*/ 87 w 141"/>
                  <a:gd name="T1" fmla="*/ 81 h 168"/>
                  <a:gd name="T2" fmla="*/ 78 w 141"/>
                  <a:gd name="T3" fmla="*/ 84 h 168"/>
                  <a:gd name="T4" fmla="*/ 66 w 141"/>
                  <a:gd name="T5" fmla="*/ 78 h 168"/>
                  <a:gd name="T6" fmla="*/ 60 w 141"/>
                  <a:gd name="T7" fmla="*/ 87 h 168"/>
                  <a:gd name="T8" fmla="*/ 51 w 141"/>
                  <a:gd name="T9" fmla="*/ 105 h 168"/>
                  <a:gd name="T10" fmla="*/ 21 w 141"/>
                  <a:gd name="T11" fmla="*/ 123 h 168"/>
                  <a:gd name="T12" fmla="*/ 6 w 141"/>
                  <a:gd name="T13" fmla="*/ 138 h 168"/>
                  <a:gd name="T14" fmla="*/ 3 w 141"/>
                  <a:gd name="T15" fmla="*/ 150 h 168"/>
                  <a:gd name="T16" fmla="*/ 15 w 141"/>
                  <a:gd name="T17" fmla="*/ 156 h 168"/>
                  <a:gd name="T18" fmla="*/ 21 w 141"/>
                  <a:gd name="T19" fmla="*/ 159 h 168"/>
                  <a:gd name="T20" fmla="*/ 42 w 141"/>
                  <a:gd name="T21" fmla="*/ 153 h 168"/>
                  <a:gd name="T22" fmla="*/ 51 w 141"/>
                  <a:gd name="T23" fmla="*/ 141 h 168"/>
                  <a:gd name="T24" fmla="*/ 57 w 141"/>
                  <a:gd name="T25" fmla="*/ 129 h 168"/>
                  <a:gd name="T26" fmla="*/ 69 w 141"/>
                  <a:gd name="T27" fmla="*/ 120 h 168"/>
                  <a:gd name="T28" fmla="*/ 72 w 141"/>
                  <a:gd name="T29" fmla="*/ 114 h 168"/>
                  <a:gd name="T30" fmla="*/ 81 w 141"/>
                  <a:gd name="T31" fmla="*/ 105 h 168"/>
                  <a:gd name="T32" fmla="*/ 90 w 141"/>
                  <a:gd name="T33" fmla="*/ 90 h 168"/>
                  <a:gd name="T34" fmla="*/ 87 w 141"/>
                  <a:gd name="T35" fmla="*/ 81 h 168"/>
                  <a:gd name="T36" fmla="*/ 15 w 141"/>
                  <a:gd name="T37" fmla="*/ 165 h 168"/>
                  <a:gd name="T38" fmla="*/ 18 w 141"/>
                  <a:gd name="T39" fmla="*/ 162 h 168"/>
                  <a:gd name="T40" fmla="*/ 15 w 141"/>
                  <a:gd name="T41" fmla="*/ 165 h 168"/>
                  <a:gd name="T42" fmla="*/ 129 w 141"/>
                  <a:gd name="T43" fmla="*/ 39 h 168"/>
                  <a:gd name="T44" fmla="*/ 117 w 141"/>
                  <a:gd name="T45" fmla="*/ 39 h 168"/>
                  <a:gd name="T46" fmla="*/ 111 w 141"/>
                  <a:gd name="T47" fmla="*/ 33 h 168"/>
                  <a:gd name="T48" fmla="*/ 105 w 141"/>
                  <a:gd name="T49" fmla="*/ 24 h 168"/>
                  <a:gd name="T50" fmla="*/ 105 w 141"/>
                  <a:gd name="T51" fmla="*/ 30 h 168"/>
                  <a:gd name="T52" fmla="*/ 99 w 141"/>
                  <a:gd name="T53" fmla="*/ 27 h 168"/>
                  <a:gd name="T54" fmla="*/ 96 w 141"/>
                  <a:gd name="T55" fmla="*/ 18 h 168"/>
                  <a:gd name="T56" fmla="*/ 93 w 141"/>
                  <a:gd name="T57" fmla="*/ 9 h 168"/>
                  <a:gd name="T58" fmla="*/ 78 w 141"/>
                  <a:gd name="T59" fmla="*/ 0 h 168"/>
                  <a:gd name="T60" fmla="*/ 81 w 141"/>
                  <a:gd name="T61" fmla="*/ 12 h 168"/>
                  <a:gd name="T62" fmla="*/ 90 w 141"/>
                  <a:gd name="T63" fmla="*/ 18 h 168"/>
                  <a:gd name="T64" fmla="*/ 96 w 141"/>
                  <a:gd name="T65" fmla="*/ 27 h 168"/>
                  <a:gd name="T66" fmla="*/ 93 w 141"/>
                  <a:gd name="T67" fmla="*/ 45 h 168"/>
                  <a:gd name="T68" fmla="*/ 84 w 141"/>
                  <a:gd name="T69" fmla="*/ 54 h 168"/>
                  <a:gd name="T70" fmla="*/ 99 w 141"/>
                  <a:gd name="T71" fmla="*/ 69 h 168"/>
                  <a:gd name="T72" fmla="*/ 96 w 141"/>
                  <a:gd name="T73" fmla="*/ 87 h 168"/>
                  <a:gd name="T74" fmla="*/ 108 w 141"/>
                  <a:gd name="T75" fmla="*/ 87 h 168"/>
                  <a:gd name="T76" fmla="*/ 120 w 141"/>
                  <a:gd name="T77" fmla="*/ 69 h 168"/>
                  <a:gd name="T78" fmla="*/ 123 w 141"/>
                  <a:gd name="T79" fmla="*/ 60 h 168"/>
                  <a:gd name="T80" fmla="*/ 129 w 141"/>
                  <a:gd name="T81" fmla="*/ 57 h 168"/>
                  <a:gd name="T82" fmla="*/ 135 w 141"/>
                  <a:gd name="T83" fmla="*/ 48 h 168"/>
                  <a:gd name="T84" fmla="*/ 138 w 141"/>
                  <a:gd name="T85" fmla="*/ 39 h 168"/>
                  <a:gd name="T86" fmla="*/ 129 w 141"/>
                  <a:gd name="T87" fmla="*/ 39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1" h="168">
                    <a:moveTo>
                      <a:pt x="87" y="81"/>
                    </a:moveTo>
                    <a:cubicBezTo>
                      <a:pt x="84" y="78"/>
                      <a:pt x="81" y="81"/>
                      <a:pt x="78" y="84"/>
                    </a:cubicBezTo>
                    <a:cubicBezTo>
                      <a:pt x="75" y="84"/>
                      <a:pt x="72" y="75"/>
                      <a:pt x="66" y="78"/>
                    </a:cubicBezTo>
                    <a:cubicBezTo>
                      <a:pt x="63" y="81"/>
                      <a:pt x="66" y="84"/>
                      <a:pt x="60" y="87"/>
                    </a:cubicBezTo>
                    <a:cubicBezTo>
                      <a:pt x="57" y="93"/>
                      <a:pt x="57" y="93"/>
                      <a:pt x="51" y="105"/>
                    </a:cubicBezTo>
                    <a:cubicBezTo>
                      <a:pt x="45" y="114"/>
                      <a:pt x="24" y="120"/>
                      <a:pt x="21" y="123"/>
                    </a:cubicBezTo>
                    <a:cubicBezTo>
                      <a:pt x="18" y="129"/>
                      <a:pt x="6" y="135"/>
                      <a:pt x="6" y="138"/>
                    </a:cubicBezTo>
                    <a:cubicBezTo>
                      <a:pt x="6" y="141"/>
                      <a:pt x="0" y="144"/>
                      <a:pt x="3" y="150"/>
                    </a:cubicBezTo>
                    <a:cubicBezTo>
                      <a:pt x="6" y="153"/>
                      <a:pt x="12" y="150"/>
                      <a:pt x="15" y="156"/>
                    </a:cubicBezTo>
                    <a:cubicBezTo>
                      <a:pt x="18" y="159"/>
                      <a:pt x="21" y="156"/>
                      <a:pt x="21" y="159"/>
                    </a:cubicBezTo>
                    <a:cubicBezTo>
                      <a:pt x="24" y="162"/>
                      <a:pt x="36" y="162"/>
                      <a:pt x="42" y="153"/>
                    </a:cubicBezTo>
                    <a:cubicBezTo>
                      <a:pt x="51" y="147"/>
                      <a:pt x="48" y="141"/>
                      <a:pt x="51" y="141"/>
                    </a:cubicBezTo>
                    <a:cubicBezTo>
                      <a:pt x="54" y="138"/>
                      <a:pt x="54" y="132"/>
                      <a:pt x="57" y="129"/>
                    </a:cubicBezTo>
                    <a:cubicBezTo>
                      <a:pt x="57" y="126"/>
                      <a:pt x="60" y="120"/>
                      <a:pt x="69" y="120"/>
                    </a:cubicBezTo>
                    <a:cubicBezTo>
                      <a:pt x="78" y="120"/>
                      <a:pt x="72" y="120"/>
                      <a:pt x="72" y="114"/>
                    </a:cubicBezTo>
                    <a:cubicBezTo>
                      <a:pt x="72" y="111"/>
                      <a:pt x="81" y="111"/>
                      <a:pt x="81" y="105"/>
                    </a:cubicBezTo>
                    <a:cubicBezTo>
                      <a:pt x="81" y="99"/>
                      <a:pt x="90" y="93"/>
                      <a:pt x="90" y="90"/>
                    </a:cubicBezTo>
                    <a:cubicBezTo>
                      <a:pt x="87" y="84"/>
                      <a:pt x="90" y="84"/>
                      <a:pt x="87" y="81"/>
                    </a:cubicBezTo>
                    <a:close/>
                    <a:moveTo>
                      <a:pt x="15" y="165"/>
                    </a:moveTo>
                    <a:cubicBezTo>
                      <a:pt x="18" y="168"/>
                      <a:pt x="21" y="165"/>
                      <a:pt x="18" y="162"/>
                    </a:cubicBezTo>
                    <a:cubicBezTo>
                      <a:pt x="15" y="156"/>
                      <a:pt x="12" y="165"/>
                      <a:pt x="15" y="165"/>
                    </a:cubicBezTo>
                    <a:close/>
                    <a:moveTo>
                      <a:pt x="129" y="39"/>
                    </a:moveTo>
                    <a:cubicBezTo>
                      <a:pt x="126" y="45"/>
                      <a:pt x="120" y="39"/>
                      <a:pt x="117" y="39"/>
                    </a:cubicBezTo>
                    <a:cubicBezTo>
                      <a:pt x="114" y="39"/>
                      <a:pt x="111" y="36"/>
                      <a:pt x="111" y="33"/>
                    </a:cubicBezTo>
                    <a:cubicBezTo>
                      <a:pt x="111" y="27"/>
                      <a:pt x="108" y="24"/>
                      <a:pt x="105" y="24"/>
                    </a:cubicBezTo>
                    <a:cubicBezTo>
                      <a:pt x="102" y="24"/>
                      <a:pt x="105" y="27"/>
                      <a:pt x="105" y="30"/>
                    </a:cubicBezTo>
                    <a:cubicBezTo>
                      <a:pt x="102" y="30"/>
                      <a:pt x="102" y="27"/>
                      <a:pt x="99" y="27"/>
                    </a:cubicBezTo>
                    <a:cubicBezTo>
                      <a:pt x="99" y="27"/>
                      <a:pt x="96" y="24"/>
                      <a:pt x="96" y="18"/>
                    </a:cubicBezTo>
                    <a:cubicBezTo>
                      <a:pt x="96" y="15"/>
                      <a:pt x="93" y="15"/>
                      <a:pt x="93" y="9"/>
                    </a:cubicBezTo>
                    <a:cubicBezTo>
                      <a:pt x="93" y="3"/>
                      <a:pt x="84" y="0"/>
                      <a:pt x="78" y="0"/>
                    </a:cubicBezTo>
                    <a:cubicBezTo>
                      <a:pt x="72" y="0"/>
                      <a:pt x="78" y="9"/>
                      <a:pt x="81" y="12"/>
                    </a:cubicBezTo>
                    <a:cubicBezTo>
                      <a:pt x="84" y="15"/>
                      <a:pt x="90" y="18"/>
                      <a:pt x="90" y="18"/>
                    </a:cubicBezTo>
                    <a:cubicBezTo>
                      <a:pt x="90" y="21"/>
                      <a:pt x="93" y="27"/>
                      <a:pt x="96" y="27"/>
                    </a:cubicBezTo>
                    <a:cubicBezTo>
                      <a:pt x="99" y="30"/>
                      <a:pt x="93" y="39"/>
                      <a:pt x="93" y="45"/>
                    </a:cubicBezTo>
                    <a:cubicBezTo>
                      <a:pt x="93" y="51"/>
                      <a:pt x="90" y="51"/>
                      <a:pt x="84" y="54"/>
                    </a:cubicBezTo>
                    <a:cubicBezTo>
                      <a:pt x="81" y="60"/>
                      <a:pt x="93" y="63"/>
                      <a:pt x="99" y="69"/>
                    </a:cubicBezTo>
                    <a:cubicBezTo>
                      <a:pt x="105" y="72"/>
                      <a:pt x="96" y="84"/>
                      <a:pt x="96" y="87"/>
                    </a:cubicBezTo>
                    <a:cubicBezTo>
                      <a:pt x="96" y="87"/>
                      <a:pt x="102" y="90"/>
                      <a:pt x="108" y="87"/>
                    </a:cubicBezTo>
                    <a:cubicBezTo>
                      <a:pt x="114" y="87"/>
                      <a:pt x="114" y="75"/>
                      <a:pt x="120" y="69"/>
                    </a:cubicBezTo>
                    <a:cubicBezTo>
                      <a:pt x="123" y="66"/>
                      <a:pt x="120" y="60"/>
                      <a:pt x="123" y="60"/>
                    </a:cubicBezTo>
                    <a:cubicBezTo>
                      <a:pt x="126" y="57"/>
                      <a:pt x="129" y="57"/>
                      <a:pt x="129" y="57"/>
                    </a:cubicBezTo>
                    <a:cubicBezTo>
                      <a:pt x="132" y="57"/>
                      <a:pt x="132" y="48"/>
                      <a:pt x="135" y="48"/>
                    </a:cubicBezTo>
                    <a:cubicBezTo>
                      <a:pt x="138" y="48"/>
                      <a:pt x="138" y="45"/>
                      <a:pt x="138" y="39"/>
                    </a:cubicBezTo>
                    <a:cubicBezTo>
                      <a:pt x="141" y="33"/>
                      <a:pt x="129" y="36"/>
                      <a:pt x="12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6" name="Freeform 161">
                <a:extLst>
                  <a:ext uri="{FF2B5EF4-FFF2-40B4-BE49-F238E27FC236}">
                    <a16:creationId xmlns:a16="http://schemas.microsoft.com/office/drawing/2014/main" id="{D7B30331-1BA3-52AD-5AD3-77C9F15471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43403" y="3610076"/>
                <a:ext cx="56775" cy="51368"/>
              </a:xfrm>
              <a:custGeom>
                <a:avLst/>
                <a:gdLst>
                  <a:gd name="T0" fmla="*/ 3 w 30"/>
                  <a:gd name="T1" fmla="*/ 24 h 27"/>
                  <a:gd name="T2" fmla="*/ 18 w 30"/>
                  <a:gd name="T3" fmla="*/ 18 h 27"/>
                  <a:gd name="T4" fmla="*/ 3 w 30"/>
                  <a:gd name="T5" fmla="*/ 24 h 27"/>
                  <a:gd name="T6" fmla="*/ 21 w 30"/>
                  <a:gd name="T7" fmla="*/ 9 h 27"/>
                  <a:gd name="T8" fmla="*/ 30 w 30"/>
                  <a:gd name="T9" fmla="*/ 3 h 27"/>
                  <a:gd name="T10" fmla="*/ 21 w 30"/>
                  <a:gd name="T11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7">
                    <a:moveTo>
                      <a:pt x="3" y="24"/>
                    </a:moveTo>
                    <a:cubicBezTo>
                      <a:pt x="9" y="27"/>
                      <a:pt x="18" y="27"/>
                      <a:pt x="18" y="18"/>
                    </a:cubicBezTo>
                    <a:cubicBezTo>
                      <a:pt x="18" y="12"/>
                      <a:pt x="0" y="18"/>
                      <a:pt x="3" y="24"/>
                    </a:cubicBezTo>
                    <a:close/>
                    <a:moveTo>
                      <a:pt x="21" y="9"/>
                    </a:moveTo>
                    <a:cubicBezTo>
                      <a:pt x="21" y="9"/>
                      <a:pt x="30" y="6"/>
                      <a:pt x="30" y="3"/>
                    </a:cubicBezTo>
                    <a:cubicBezTo>
                      <a:pt x="30" y="0"/>
                      <a:pt x="15" y="9"/>
                      <a:pt x="21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7" name="Freeform 162">
                <a:extLst>
                  <a:ext uri="{FF2B5EF4-FFF2-40B4-BE49-F238E27FC236}">
                    <a16:creationId xmlns:a16="http://schemas.microsoft.com/office/drawing/2014/main" id="{508851D5-5F84-09F2-7E38-EF0B12DB1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5527" y="2258296"/>
                <a:ext cx="310909" cy="196008"/>
              </a:xfrm>
              <a:custGeom>
                <a:avLst/>
                <a:gdLst>
                  <a:gd name="T0" fmla="*/ 159 w 162"/>
                  <a:gd name="T1" fmla="*/ 63 h 102"/>
                  <a:gd name="T2" fmla="*/ 150 w 162"/>
                  <a:gd name="T3" fmla="*/ 60 h 102"/>
                  <a:gd name="T4" fmla="*/ 138 w 162"/>
                  <a:gd name="T5" fmla="*/ 51 h 102"/>
                  <a:gd name="T6" fmla="*/ 126 w 162"/>
                  <a:gd name="T7" fmla="*/ 45 h 102"/>
                  <a:gd name="T8" fmla="*/ 114 w 162"/>
                  <a:gd name="T9" fmla="*/ 36 h 102"/>
                  <a:gd name="T10" fmla="*/ 108 w 162"/>
                  <a:gd name="T11" fmla="*/ 27 h 102"/>
                  <a:gd name="T12" fmla="*/ 105 w 162"/>
                  <a:gd name="T13" fmla="*/ 18 h 102"/>
                  <a:gd name="T14" fmla="*/ 87 w 162"/>
                  <a:gd name="T15" fmla="*/ 18 h 102"/>
                  <a:gd name="T16" fmla="*/ 84 w 162"/>
                  <a:gd name="T17" fmla="*/ 6 h 102"/>
                  <a:gd name="T18" fmla="*/ 75 w 162"/>
                  <a:gd name="T19" fmla="*/ 3 h 102"/>
                  <a:gd name="T20" fmla="*/ 66 w 162"/>
                  <a:gd name="T21" fmla="*/ 0 h 102"/>
                  <a:gd name="T22" fmla="*/ 63 w 162"/>
                  <a:gd name="T23" fmla="*/ 3 h 102"/>
                  <a:gd name="T24" fmla="*/ 57 w 162"/>
                  <a:gd name="T25" fmla="*/ 6 h 102"/>
                  <a:gd name="T26" fmla="*/ 51 w 162"/>
                  <a:gd name="T27" fmla="*/ 12 h 102"/>
                  <a:gd name="T28" fmla="*/ 45 w 162"/>
                  <a:gd name="T29" fmla="*/ 18 h 102"/>
                  <a:gd name="T30" fmla="*/ 39 w 162"/>
                  <a:gd name="T31" fmla="*/ 15 h 102"/>
                  <a:gd name="T32" fmla="*/ 30 w 162"/>
                  <a:gd name="T33" fmla="*/ 15 h 102"/>
                  <a:gd name="T34" fmla="*/ 15 w 162"/>
                  <a:gd name="T35" fmla="*/ 3 h 102"/>
                  <a:gd name="T36" fmla="*/ 6 w 162"/>
                  <a:gd name="T37" fmla="*/ 9 h 102"/>
                  <a:gd name="T38" fmla="*/ 9 w 162"/>
                  <a:gd name="T39" fmla="*/ 9 h 102"/>
                  <a:gd name="T40" fmla="*/ 18 w 162"/>
                  <a:gd name="T41" fmla="*/ 18 h 102"/>
                  <a:gd name="T42" fmla="*/ 24 w 162"/>
                  <a:gd name="T43" fmla="*/ 24 h 102"/>
                  <a:gd name="T44" fmla="*/ 12 w 162"/>
                  <a:gd name="T45" fmla="*/ 27 h 102"/>
                  <a:gd name="T46" fmla="*/ 3 w 162"/>
                  <a:gd name="T47" fmla="*/ 27 h 102"/>
                  <a:gd name="T48" fmla="*/ 6 w 162"/>
                  <a:gd name="T49" fmla="*/ 36 h 102"/>
                  <a:gd name="T50" fmla="*/ 6 w 162"/>
                  <a:gd name="T51" fmla="*/ 45 h 102"/>
                  <a:gd name="T52" fmla="*/ 12 w 162"/>
                  <a:gd name="T53" fmla="*/ 45 h 102"/>
                  <a:gd name="T54" fmla="*/ 15 w 162"/>
                  <a:gd name="T55" fmla="*/ 54 h 102"/>
                  <a:gd name="T56" fmla="*/ 15 w 162"/>
                  <a:gd name="T57" fmla="*/ 69 h 102"/>
                  <a:gd name="T58" fmla="*/ 24 w 162"/>
                  <a:gd name="T59" fmla="*/ 69 h 102"/>
                  <a:gd name="T60" fmla="*/ 33 w 162"/>
                  <a:gd name="T61" fmla="*/ 63 h 102"/>
                  <a:gd name="T62" fmla="*/ 42 w 162"/>
                  <a:gd name="T63" fmla="*/ 60 h 102"/>
                  <a:gd name="T64" fmla="*/ 54 w 162"/>
                  <a:gd name="T65" fmla="*/ 60 h 102"/>
                  <a:gd name="T66" fmla="*/ 63 w 162"/>
                  <a:gd name="T67" fmla="*/ 66 h 102"/>
                  <a:gd name="T68" fmla="*/ 69 w 162"/>
                  <a:gd name="T69" fmla="*/ 66 h 102"/>
                  <a:gd name="T70" fmla="*/ 78 w 162"/>
                  <a:gd name="T71" fmla="*/ 69 h 102"/>
                  <a:gd name="T72" fmla="*/ 84 w 162"/>
                  <a:gd name="T73" fmla="*/ 75 h 102"/>
                  <a:gd name="T74" fmla="*/ 90 w 162"/>
                  <a:gd name="T75" fmla="*/ 81 h 102"/>
                  <a:gd name="T76" fmla="*/ 99 w 162"/>
                  <a:gd name="T77" fmla="*/ 81 h 102"/>
                  <a:gd name="T78" fmla="*/ 99 w 162"/>
                  <a:gd name="T79" fmla="*/ 96 h 102"/>
                  <a:gd name="T80" fmla="*/ 102 w 162"/>
                  <a:gd name="T81" fmla="*/ 96 h 102"/>
                  <a:gd name="T82" fmla="*/ 111 w 162"/>
                  <a:gd name="T83" fmla="*/ 99 h 102"/>
                  <a:gd name="T84" fmla="*/ 120 w 162"/>
                  <a:gd name="T85" fmla="*/ 93 h 102"/>
                  <a:gd name="T86" fmla="*/ 138 w 162"/>
                  <a:gd name="T87" fmla="*/ 84 h 102"/>
                  <a:gd name="T88" fmla="*/ 144 w 162"/>
                  <a:gd name="T89" fmla="*/ 75 h 102"/>
                  <a:gd name="T90" fmla="*/ 153 w 162"/>
                  <a:gd name="T91" fmla="*/ 69 h 102"/>
                  <a:gd name="T92" fmla="*/ 162 w 162"/>
                  <a:gd name="T93" fmla="*/ 69 h 102"/>
                  <a:gd name="T94" fmla="*/ 159 w 162"/>
                  <a:gd name="T95" fmla="*/ 63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62" h="102">
                    <a:moveTo>
                      <a:pt x="159" y="63"/>
                    </a:moveTo>
                    <a:cubicBezTo>
                      <a:pt x="159" y="63"/>
                      <a:pt x="153" y="60"/>
                      <a:pt x="150" y="60"/>
                    </a:cubicBezTo>
                    <a:cubicBezTo>
                      <a:pt x="147" y="60"/>
                      <a:pt x="144" y="54"/>
                      <a:pt x="138" y="51"/>
                    </a:cubicBezTo>
                    <a:cubicBezTo>
                      <a:pt x="132" y="51"/>
                      <a:pt x="126" y="48"/>
                      <a:pt x="126" y="45"/>
                    </a:cubicBezTo>
                    <a:cubicBezTo>
                      <a:pt x="123" y="42"/>
                      <a:pt x="114" y="39"/>
                      <a:pt x="114" y="36"/>
                    </a:cubicBezTo>
                    <a:cubicBezTo>
                      <a:pt x="114" y="33"/>
                      <a:pt x="111" y="30"/>
                      <a:pt x="108" y="27"/>
                    </a:cubicBezTo>
                    <a:cubicBezTo>
                      <a:pt x="105" y="24"/>
                      <a:pt x="105" y="21"/>
                      <a:pt x="105" y="18"/>
                    </a:cubicBezTo>
                    <a:cubicBezTo>
                      <a:pt x="102" y="18"/>
                      <a:pt x="87" y="18"/>
                      <a:pt x="87" y="18"/>
                    </a:cubicBezTo>
                    <a:cubicBezTo>
                      <a:pt x="87" y="15"/>
                      <a:pt x="87" y="6"/>
                      <a:pt x="84" y="6"/>
                    </a:cubicBezTo>
                    <a:cubicBezTo>
                      <a:pt x="81" y="6"/>
                      <a:pt x="75" y="3"/>
                      <a:pt x="75" y="3"/>
                    </a:cubicBezTo>
                    <a:cubicBezTo>
                      <a:pt x="72" y="0"/>
                      <a:pt x="69" y="0"/>
                      <a:pt x="66" y="0"/>
                    </a:cubicBezTo>
                    <a:cubicBezTo>
                      <a:pt x="66" y="3"/>
                      <a:pt x="63" y="3"/>
                      <a:pt x="63" y="3"/>
                    </a:cubicBezTo>
                    <a:cubicBezTo>
                      <a:pt x="60" y="3"/>
                      <a:pt x="60" y="6"/>
                      <a:pt x="57" y="6"/>
                    </a:cubicBezTo>
                    <a:cubicBezTo>
                      <a:pt x="54" y="6"/>
                      <a:pt x="51" y="12"/>
                      <a:pt x="51" y="12"/>
                    </a:cubicBezTo>
                    <a:cubicBezTo>
                      <a:pt x="51" y="15"/>
                      <a:pt x="51" y="18"/>
                      <a:pt x="45" y="18"/>
                    </a:cubicBezTo>
                    <a:cubicBezTo>
                      <a:pt x="45" y="18"/>
                      <a:pt x="42" y="18"/>
                      <a:pt x="39" y="15"/>
                    </a:cubicBezTo>
                    <a:cubicBezTo>
                      <a:pt x="39" y="18"/>
                      <a:pt x="33" y="18"/>
                      <a:pt x="30" y="15"/>
                    </a:cubicBezTo>
                    <a:cubicBezTo>
                      <a:pt x="27" y="9"/>
                      <a:pt x="21" y="3"/>
                      <a:pt x="15" y="3"/>
                    </a:cubicBezTo>
                    <a:cubicBezTo>
                      <a:pt x="12" y="3"/>
                      <a:pt x="3" y="3"/>
                      <a:pt x="6" y="9"/>
                    </a:cubicBezTo>
                    <a:cubicBezTo>
                      <a:pt x="6" y="9"/>
                      <a:pt x="6" y="9"/>
                      <a:pt x="9" y="9"/>
                    </a:cubicBezTo>
                    <a:cubicBezTo>
                      <a:pt x="18" y="9"/>
                      <a:pt x="15" y="18"/>
                      <a:pt x="18" y="18"/>
                    </a:cubicBezTo>
                    <a:cubicBezTo>
                      <a:pt x="24" y="18"/>
                      <a:pt x="27" y="24"/>
                      <a:pt x="24" y="24"/>
                    </a:cubicBezTo>
                    <a:cubicBezTo>
                      <a:pt x="21" y="24"/>
                      <a:pt x="18" y="30"/>
                      <a:pt x="12" y="27"/>
                    </a:cubicBezTo>
                    <a:cubicBezTo>
                      <a:pt x="9" y="27"/>
                      <a:pt x="3" y="24"/>
                      <a:pt x="3" y="27"/>
                    </a:cubicBezTo>
                    <a:cubicBezTo>
                      <a:pt x="0" y="33"/>
                      <a:pt x="0" y="36"/>
                      <a:pt x="6" y="36"/>
                    </a:cubicBezTo>
                    <a:cubicBezTo>
                      <a:pt x="9" y="36"/>
                      <a:pt x="9" y="39"/>
                      <a:pt x="6" y="45"/>
                    </a:cubicBezTo>
                    <a:cubicBezTo>
                      <a:pt x="3" y="48"/>
                      <a:pt x="12" y="42"/>
                      <a:pt x="12" y="45"/>
                    </a:cubicBezTo>
                    <a:cubicBezTo>
                      <a:pt x="12" y="51"/>
                      <a:pt x="15" y="51"/>
                      <a:pt x="15" y="54"/>
                    </a:cubicBezTo>
                    <a:cubicBezTo>
                      <a:pt x="12" y="60"/>
                      <a:pt x="15" y="66"/>
                      <a:pt x="15" y="69"/>
                    </a:cubicBezTo>
                    <a:cubicBezTo>
                      <a:pt x="18" y="69"/>
                      <a:pt x="21" y="69"/>
                      <a:pt x="24" y="69"/>
                    </a:cubicBezTo>
                    <a:cubicBezTo>
                      <a:pt x="24" y="66"/>
                      <a:pt x="30" y="63"/>
                      <a:pt x="33" y="63"/>
                    </a:cubicBezTo>
                    <a:cubicBezTo>
                      <a:pt x="36" y="63"/>
                      <a:pt x="39" y="63"/>
                      <a:pt x="42" y="60"/>
                    </a:cubicBezTo>
                    <a:cubicBezTo>
                      <a:pt x="42" y="57"/>
                      <a:pt x="54" y="60"/>
                      <a:pt x="54" y="60"/>
                    </a:cubicBezTo>
                    <a:cubicBezTo>
                      <a:pt x="57" y="63"/>
                      <a:pt x="60" y="66"/>
                      <a:pt x="63" y="66"/>
                    </a:cubicBezTo>
                    <a:cubicBezTo>
                      <a:pt x="63" y="66"/>
                      <a:pt x="66" y="69"/>
                      <a:pt x="69" y="66"/>
                    </a:cubicBezTo>
                    <a:cubicBezTo>
                      <a:pt x="72" y="66"/>
                      <a:pt x="78" y="69"/>
                      <a:pt x="78" y="69"/>
                    </a:cubicBezTo>
                    <a:cubicBezTo>
                      <a:pt x="78" y="72"/>
                      <a:pt x="81" y="75"/>
                      <a:pt x="84" y="75"/>
                    </a:cubicBezTo>
                    <a:cubicBezTo>
                      <a:pt x="84" y="75"/>
                      <a:pt x="87" y="81"/>
                      <a:pt x="90" y="81"/>
                    </a:cubicBezTo>
                    <a:cubicBezTo>
                      <a:pt x="93" y="81"/>
                      <a:pt x="99" y="81"/>
                      <a:pt x="99" y="81"/>
                    </a:cubicBezTo>
                    <a:cubicBezTo>
                      <a:pt x="99" y="84"/>
                      <a:pt x="99" y="90"/>
                      <a:pt x="99" y="96"/>
                    </a:cubicBezTo>
                    <a:cubicBezTo>
                      <a:pt x="102" y="96"/>
                      <a:pt x="102" y="96"/>
                      <a:pt x="102" y="96"/>
                    </a:cubicBezTo>
                    <a:cubicBezTo>
                      <a:pt x="105" y="96"/>
                      <a:pt x="111" y="96"/>
                      <a:pt x="111" y="99"/>
                    </a:cubicBezTo>
                    <a:cubicBezTo>
                      <a:pt x="111" y="102"/>
                      <a:pt x="120" y="99"/>
                      <a:pt x="120" y="93"/>
                    </a:cubicBezTo>
                    <a:cubicBezTo>
                      <a:pt x="120" y="90"/>
                      <a:pt x="135" y="90"/>
                      <a:pt x="138" y="84"/>
                    </a:cubicBezTo>
                    <a:cubicBezTo>
                      <a:pt x="138" y="81"/>
                      <a:pt x="141" y="72"/>
                      <a:pt x="144" y="75"/>
                    </a:cubicBezTo>
                    <a:cubicBezTo>
                      <a:pt x="147" y="75"/>
                      <a:pt x="150" y="69"/>
                      <a:pt x="153" y="69"/>
                    </a:cubicBezTo>
                    <a:cubicBezTo>
                      <a:pt x="156" y="69"/>
                      <a:pt x="156" y="72"/>
                      <a:pt x="162" y="69"/>
                    </a:cubicBezTo>
                    <a:lnTo>
                      <a:pt x="159" y="63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" name="Freeform 163">
                <a:extLst>
                  <a:ext uri="{FF2B5EF4-FFF2-40B4-BE49-F238E27FC236}">
                    <a16:creationId xmlns:a16="http://schemas.microsoft.com/office/drawing/2014/main" id="{78D62D75-CD02-AE14-44D2-59CF85714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6277" y="2327237"/>
                <a:ext cx="424459" cy="362277"/>
              </a:xfrm>
              <a:custGeom>
                <a:avLst/>
                <a:gdLst>
                  <a:gd name="T0" fmla="*/ 216 w 222"/>
                  <a:gd name="T1" fmla="*/ 162 h 189"/>
                  <a:gd name="T2" fmla="*/ 213 w 222"/>
                  <a:gd name="T3" fmla="*/ 150 h 189"/>
                  <a:gd name="T4" fmla="*/ 201 w 222"/>
                  <a:gd name="T5" fmla="*/ 141 h 189"/>
                  <a:gd name="T6" fmla="*/ 192 w 222"/>
                  <a:gd name="T7" fmla="*/ 129 h 189"/>
                  <a:gd name="T8" fmla="*/ 204 w 222"/>
                  <a:gd name="T9" fmla="*/ 114 h 189"/>
                  <a:gd name="T10" fmla="*/ 192 w 222"/>
                  <a:gd name="T11" fmla="*/ 108 h 189"/>
                  <a:gd name="T12" fmla="*/ 192 w 222"/>
                  <a:gd name="T13" fmla="*/ 96 h 189"/>
                  <a:gd name="T14" fmla="*/ 192 w 222"/>
                  <a:gd name="T15" fmla="*/ 84 h 189"/>
                  <a:gd name="T16" fmla="*/ 192 w 222"/>
                  <a:gd name="T17" fmla="*/ 75 h 189"/>
                  <a:gd name="T18" fmla="*/ 198 w 222"/>
                  <a:gd name="T19" fmla="*/ 66 h 189"/>
                  <a:gd name="T20" fmla="*/ 198 w 222"/>
                  <a:gd name="T21" fmla="*/ 60 h 189"/>
                  <a:gd name="T22" fmla="*/ 198 w 222"/>
                  <a:gd name="T23" fmla="*/ 45 h 189"/>
                  <a:gd name="T24" fmla="*/ 189 w 222"/>
                  <a:gd name="T25" fmla="*/ 45 h 189"/>
                  <a:gd name="T26" fmla="*/ 183 w 222"/>
                  <a:gd name="T27" fmla="*/ 39 h 189"/>
                  <a:gd name="T28" fmla="*/ 177 w 222"/>
                  <a:gd name="T29" fmla="*/ 33 h 189"/>
                  <a:gd name="T30" fmla="*/ 168 w 222"/>
                  <a:gd name="T31" fmla="*/ 30 h 189"/>
                  <a:gd name="T32" fmla="*/ 162 w 222"/>
                  <a:gd name="T33" fmla="*/ 30 h 189"/>
                  <a:gd name="T34" fmla="*/ 153 w 222"/>
                  <a:gd name="T35" fmla="*/ 24 h 189"/>
                  <a:gd name="T36" fmla="*/ 141 w 222"/>
                  <a:gd name="T37" fmla="*/ 24 h 189"/>
                  <a:gd name="T38" fmla="*/ 132 w 222"/>
                  <a:gd name="T39" fmla="*/ 27 h 189"/>
                  <a:gd name="T40" fmla="*/ 123 w 222"/>
                  <a:gd name="T41" fmla="*/ 33 h 189"/>
                  <a:gd name="T42" fmla="*/ 114 w 222"/>
                  <a:gd name="T43" fmla="*/ 33 h 189"/>
                  <a:gd name="T44" fmla="*/ 114 w 222"/>
                  <a:gd name="T45" fmla="*/ 39 h 189"/>
                  <a:gd name="T46" fmla="*/ 87 w 222"/>
                  <a:gd name="T47" fmla="*/ 45 h 189"/>
                  <a:gd name="T48" fmla="*/ 69 w 222"/>
                  <a:gd name="T49" fmla="*/ 33 h 189"/>
                  <a:gd name="T50" fmla="*/ 54 w 222"/>
                  <a:gd name="T51" fmla="*/ 21 h 189"/>
                  <a:gd name="T52" fmla="*/ 45 w 222"/>
                  <a:gd name="T53" fmla="*/ 15 h 189"/>
                  <a:gd name="T54" fmla="*/ 45 w 222"/>
                  <a:gd name="T55" fmla="*/ 3 h 189"/>
                  <a:gd name="T56" fmla="*/ 21 w 222"/>
                  <a:gd name="T57" fmla="*/ 15 h 189"/>
                  <a:gd name="T58" fmla="*/ 15 w 222"/>
                  <a:gd name="T59" fmla="*/ 9 h 189"/>
                  <a:gd name="T60" fmla="*/ 6 w 222"/>
                  <a:gd name="T61" fmla="*/ 0 h 189"/>
                  <a:gd name="T62" fmla="*/ 3 w 222"/>
                  <a:gd name="T63" fmla="*/ 6 h 189"/>
                  <a:gd name="T64" fmla="*/ 3 w 222"/>
                  <a:gd name="T65" fmla="*/ 15 h 189"/>
                  <a:gd name="T66" fmla="*/ 3 w 222"/>
                  <a:gd name="T67" fmla="*/ 27 h 189"/>
                  <a:gd name="T68" fmla="*/ 9 w 222"/>
                  <a:gd name="T69" fmla="*/ 36 h 189"/>
                  <a:gd name="T70" fmla="*/ 12 w 222"/>
                  <a:gd name="T71" fmla="*/ 45 h 189"/>
                  <a:gd name="T72" fmla="*/ 18 w 222"/>
                  <a:gd name="T73" fmla="*/ 51 h 189"/>
                  <a:gd name="T74" fmla="*/ 24 w 222"/>
                  <a:gd name="T75" fmla="*/ 57 h 189"/>
                  <a:gd name="T76" fmla="*/ 21 w 222"/>
                  <a:gd name="T77" fmla="*/ 63 h 189"/>
                  <a:gd name="T78" fmla="*/ 18 w 222"/>
                  <a:gd name="T79" fmla="*/ 72 h 189"/>
                  <a:gd name="T80" fmla="*/ 18 w 222"/>
                  <a:gd name="T81" fmla="*/ 81 h 189"/>
                  <a:gd name="T82" fmla="*/ 24 w 222"/>
                  <a:gd name="T83" fmla="*/ 87 h 189"/>
                  <a:gd name="T84" fmla="*/ 36 w 222"/>
                  <a:gd name="T85" fmla="*/ 96 h 189"/>
                  <a:gd name="T86" fmla="*/ 42 w 222"/>
                  <a:gd name="T87" fmla="*/ 102 h 189"/>
                  <a:gd name="T88" fmla="*/ 42 w 222"/>
                  <a:gd name="T89" fmla="*/ 111 h 189"/>
                  <a:gd name="T90" fmla="*/ 45 w 222"/>
                  <a:gd name="T91" fmla="*/ 120 h 189"/>
                  <a:gd name="T92" fmla="*/ 51 w 222"/>
                  <a:gd name="T93" fmla="*/ 126 h 189"/>
                  <a:gd name="T94" fmla="*/ 54 w 222"/>
                  <a:gd name="T95" fmla="*/ 126 h 189"/>
                  <a:gd name="T96" fmla="*/ 60 w 222"/>
                  <a:gd name="T97" fmla="*/ 126 h 189"/>
                  <a:gd name="T98" fmla="*/ 66 w 222"/>
                  <a:gd name="T99" fmla="*/ 126 h 189"/>
                  <a:gd name="T100" fmla="*/ 78 w 222"/>
                  <a:gd name="T101" fmla="*/ 144 h 189"/>
                  <a:gd name="T102" fmla="*/ 84 w 222"/>
                  <a:gd name="T103" fmla="*/ 153 h 189"/>
                  <a:gd name="T104" fmla="*/ 99 w 222"/>
                  <a:gd name="T105" fmla="*/ 159 h 189"/>
                  <a:gd name="T106" fmla="*/ 126 w 222"/>
                  <a:gd name="T107" fmla="*/ 171 h 189"/>
                  <a:gd name="T108" fmla="*/ 144 w 222"/>
                  <a:gd name="T109" fmla="*/ 165 h 189"/>
                  <a:gd name="T110" fmla="*/ 150 w 222"/>
                  <a:gd name="T111" fmla="*/ 180 h 189"/>
                  <a:gd name="T112" fmla="*/ 192 w 222"/>
                  <a:gd name="T113" fmla="*/ 186 h 189"/>
                  <a:gd name="T114" fmla="*/ 204 w 222"/>
                  <a:gd name="T115" fmla="*/ 189 h 189"/>
                  <a:gd name="T116" fmla="*/ 201 w 222"/>
                  <a:gd name="T117" fmla="*/ 186 h 189"/>
                  <a:gd name="T118" fmla="*/ 210 w 222"/>
                  <a:gd name="T119" fmla="*/ 174 h 189"/>
                  <a:gd name="T120" fmla="*/ 219 w 222"/>
                  <a:gd name="T121" fmla="*/ 171 h 189"/>
                  <a:gd name="T122" fmla="*/ 216 w 222"/>
                  <a:gd name="T123" fmla="*/ 162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2" h="189">
                    <a:moveTo>
                      <a:pt x="216" y="162"/>
                    </a:moveTo>
                    <a:cubicBezTo>
                      <a:pt x="213" y="162"/>
                      <a:pt x="216" y="153"/>
                      <a:pt x="213" y="150"/>
                    </a:cubicBezTo>
                    <a:cubicBezTo>
                      <a:pt x="207" y="147"/>
                      <a:pt x="201" y="144"/>
                      <a:pt x="201" y="141"/>
                    </a:cubicBezTo>
                    <a:cubicBezTo>
                      <a:pt x="198" y="135"/>
                      <a:pt x="192" y="132"/>
                      <a:pt x="192" y="129"/>
                    </a:cubicBezTo>
                    <a:cubicBezTo>
                      <a:pt x="192" y="129"/>
                      <a:pt x="207" y="120"/>
                      <a:pt x="204" y="114"/>
                    </a:cubicBezTo>
                    <a:cubicBezTo>
                      <a:pt x="201" y="108"/>
                      <a:pt x="195" y="111"/>
                      <a:pt x="192" y="108"/>
                    </a:cubicBezTo>
                    <a:cubicBezTo>
                      <a:pt x="192" y="108"/>
                      <a:pt x="192" y="99"/>
                      <a:pt x="192" y="96"/>
                    </a:cubicBezTo>
                    <a:cubicBezTo>
                      <a:pt x="189" y="90"/>
                      <a:pt x="192" y="87"/>
                      <a:pt x="192" y="84"/>
                    </a:cubicBezTo>
                    <a:cubicBezTo>
                      <a:pt x="189" y="81"/>
                      <a:pt x="192" y="75"/>
                      <a:pt x="192" y="75"/>
                    </a:cubicBezTo>
                    <a:cubicBezTo>
                      <a:pt x="192" y="72"/>
                      <a:pt x="198" y="69"/>
                      <a:pt x="198" y="66"/>
                    </a:cubicBezTo>
                    <a:cubicBezTo>
                      <a:pt x="198" y="63"/>
                      <a:pt x="198" y="60"/>
                      <a:pt x="198" y="60"/>
                    </a:cubicBezTo>
                    <a:cubicBezTo>
                      <a:pt x="198" y="54"/>
                      <a:pt x="198" y="48"/>
                      <a:pt x="198" y="45"/>
                    </a:cubicBezTo>
                    <a:cubicBezTo>
                      <a:pt x="198" y="45"/>
                      <a:pt x="192" y="45"/>
                      <a:pt x="189" y="45"/>
                    </a:cubicBezTo>
                    <a:cubicBezTo>
                      <a:pt x="186" y="45"/>
                      <a:pt x="183" y="39"/>
                      <a:pt x="183" y="39"/>
                    </a:cubicBezTo>
                    <a:cubicBezTo>
                      <a:pt x="180" y="39"/>
                      <a:pt x="177" y="36"/>
                      <a:pt x="177" y="33"/>
                    </a:cubicBezTo>
                    <a:cubicBezTo>
                      <a:pt x="177" y="33"/>
                      <a:pt x="171" y="30"/>
                      <a:pt x="168" y="30"/>
                    </a:cubicBezTo>
                    <a:cubicBezTo>
                      <a:pt x="165" y="33"/>
                      <a:pt x="162" y="30"/>
                      <a:pt x="162" y="30"/>
                    </a:cubicBezTo>
                    <a:cubicBezTo>
                      <a:pt x="159" y="30"/>
                      <a:pt x="156" y="27"/>
                      <a:pt x="153" y="24"/>
                    </a:cubicBezTo>
                    <a:cubicBezTo>
                      <a:pt x="153" y="24"/>
                      <a:pt x="141" y="21"/>
                      <a:pt x="141" y="24"/>
                    </a:cubicBezTo>
                    <a:cubicBezTo>
                      <a:pt x="138" y="27"/>
                      <a:pt x="135" y="27"/>
                      <a:pt x="132" y="27"/>
                    </a:cubicBezTo>
                    <a:cubicBezTo>
                      <a:pt x="129" y="27"/>
                      <a:pt x="123" y="30"/>
                      <a:pt x="123" y="33"/>
                    </a:cubicBezTo>
                    <a:cubicBezTo>
                      <a:pt x="120" y="33"/>
                      <a:pt x="117" y="33"/>
                      <a:pt x="114" y="33"/>
                    </a:cubicBezTo>
                    <a:cubicBezTo>
                      <a:pt x="114" y="36"/>
                      <a:pt x="114" y="39"/>
                      <a:pt x="114" y="39"/>
                    </a:cubicBezTo>
                    <a:cubicBezTo>
                      <a:pt x="111" y="42"/>
                      <a:pt x="99" y="45"/>
                      <a:pt x="87" y="45"/>
                    </a:cubicBezTo>
                    <a:cubicBezTo>
                      <a:pt x="78" y="45"/>
                      <a:pt x="78" y="33"/>
                      <a:pt x="69" y="33"/>
                    </a:cubicBezTo>
                    <a:cubicBezTo>
                      <a:pt x="60" y="33"/>
                      <a:pt x="54" y="27"/>
                      <a:pt x="54" y="21"/>
                    </a:cubicBezTo>
                    <a:cubicBezTo>
                      <a:pt x="51" y="18"/>
                      <a:pt x="45" y="15"/>
                      <a:pt x="45" y="15"/>
                    </a:cubicBezTo>
                    <a:cubicBezTo>
                      <a:pt x="48" y="12"/>
                      <a:pt x="48" y="0"/>
                      <a:pt x="45" y="3"/>
                    </a:cubicBezTo>
                    <a:cubicBezTo>
                      <a:pt x="39" y="6"/>
                      <a:pt x="30" y="15"/>
                      <a:pt x="21" y="15"/>
                    </a:cubicBezTo>
                    <a:cubicBezTo>
                      <a:pt x="12" y="12"/>
                      <a:pt x="18" y="12"/>
                      <a:pt x="15" y="9"/>
                    </a:cubicBezTo>
                    <a:cubicBezTo>
                      <a:pt x="9" y="6"/>
                      <a:pt x="12" y="3"/>
                      <a:pt x="6" y="0"/>
                    </a:cubicBezTo>
                    <a:cubicBezTo>
                      <a:pt x="3" y="0"/>
                      <a:pt x="6" y="6"/>
                      <a:pt x="3" y="6"/>
                    </a:cubicBezTo>
                    <a:cubicBezTo>
                      <a:pt x="0" y="6"/>
                      <a:pt x="3" y="15"/>
                      <a:pt x="3" y="15"/>
                    </a:cubicBezTo>
                    <a:cubicBezTo>
                      <a:pt x="3" y="18"/>
                      <a:pt x="3" y="27"/>
                      <a:pt x="3" y="27"/>
                    </a:cubicBezTo>
                    <a:cubicBezTo>
                      <a:pt x="6" y="27"/>
                      <a:pt x="9" y="36"/>
                      <a:pt x="9" y="36"/>
                    </a:cubicBezTo>
                    <a:cubicBezTo>
                      <a:pt x="9" y="39"/>
                      <a:pt x="12" y="42"/>
                      <a:pt x="12" y="45"/>
                    </a:cubicBezTo>
                    <a:cubicBezTo>
                      <a:pt x="12" y="48"/>
                      <a:pt x="18" y="51"/>
                      <a:pt x="18" y="51"/>
                    </a:cubicBezTo>
                    <a:cubicBezTo>
                      <a:pt x="21" y="51"/>
                      <a:pt x="24" y="54"/>
                      <a:pt x="24" y="57"/>
                    </a:cubicBezTo>
                    <a:cubicBezTo>
                      <a:pt x="21" y="60"/>
                      <a:pt x="24" y="63"/>
                      <a:pt x="21" y="63"/>
                    </a:cubicBezTo>
                    <a:cubicBezTo>
                      <a:pt x="18" y="63"/>
                      <a:pt x="21" y="72"/>
                      <a:pt x="18" y="72"/>
                    </a:cubicBezTo>
                    <a:cubicBezTo>
                      <a:pt x="15" y="72"/>
                      <a:pt x="18" y="81"/>
                      <a:pt x="18" y="81"/>
                    </a:cubicBezTo>
                    <a:cubicBezTo>
                      <a:pt x="21" y="84"/>
                      <a:pt x="24" y="84"/>
                      <a:pt x="24" y="87"/>
                    </a:cubicBezTo>
                    <a:cubicBezTo>
                      <a:pt x="24" y="90"/>
                      <a:pt x="33" y="96"/>
                      <a:pt x="36" y="96"/>
                    </a:cubicBezTo>
                    <a:cubicBezTo>
                      <a:pt x="39" y="96"/>
                      <a:pt x="39" y="102"/>
                      <a:pt x="42" y="102"/>
                    </a:cubicBezTo>
                    <a:cubicBezTo>
                      <a:pt x="45" y="105"/>
                      <a:pt x="42" y="108"/>
                      <a:pt x="42" y="111"/>
                    </a:cubicBezTo>
                    <a:cubicBezTo>
                      <a:pt x="42" y="114"/>
                      <a:pt x="45" y="114"/>
                      <a:pt x="45" y="120"/>
                    </a:cubicBezTo>
                    <a:cubicBezTo>
                      <a:pt x="45" y="120"/>
                      <a:pt x="48" y="123"/>
                      <a:pt x="51" y="126"/>
                    </a:cubicBezTo>
                    <a:cubicBezTo>
                      <a:pt x="54" y="126"/>
                      <a:pt x="54" y="126"/>
                      <a:pt x="54" y="126"/>
                    </a:cubicBezTo>
                    <a:cubicBezTo>
                      <a:pt x="57" y="126"/>
                      <a:pt x="57" y="123"/>
                      <a:pt x="60" y="126"/>
                    </a:cubicBezTo>
                    <a:cubicBezTo>
                      <a:pt x="63" y="129"/>
                      <a:pt x="66" y="126"/>
                      <a:pt x="66" y="126"/>
                    </a:cubicBezTo>
                    <a:cubicBezTo>
                      <a:pt x="69" y="126"/>
                      <a:pt x="75" y="138"/>
                      <a:pt x="78" y="144"/>
                    </a:cubicBezTo>
                    <a:cubicBezTo>
                      <a:pt x="81" y="150"/>
                      <a:pt x="81" y="150"/>
                      <a:pt x="84" y="153"/>
                    </a:cubicBezTo>
                    <a:cubicBezTo>
                      <a:pt x="90" y="156"/>
                      <a:pt x="93" y="156"/>
                      <a:pt x="99" y="159"/>
                    </a:cubicBezTo>
                    <a:cubicBezTo>
                      <a:pt x="105" y="165"/>
                      <a:pt x="120" y="171"/>
                      <a:pt x="126" y="171"/>
                    </a:cubicBezTo>
                    <a:cubicBezTo>
                      <a:pt x="132" y="171"/>
                      <a:pt x="135" y="165"/>
                      <a:pt x="144" y="165"/>
                    </a:cubicBezTo>
                    <a:cubicBezTo>
                      <a:pt x="150" y="168"/>
                      <a:pt x="150" y="177"/>
                      <a:pt x="150" y="180"/>
                    </a:cubicBezTo>
                    <a:cubicBezTo>
                      <a:pt x="153" y="183"/>
                      <a:pt x="186" y="186"/>
                      <a:pt x="192" y="186"/>
                    </a:cubicBezTo>
                    <a:cubicBezTo>
                      <a:pt x="192" y="189"/>
                      <a:pt x="198" y="189"/>
                      <a:pt x="204" y="189"/>
                    </a:cubicBezTo>
                    <a:cubicBezTo>
                      <a:pt x="201" y="186"/>
                      <a:pt x="201" y="186"/>
                      <a:pt x="201" y="186"/>
                    </a:cubicBezTo>
                    <a:cubicBezTo>
                      <a:pt x="201" y="180"/>
                      <a:pt x="207" y="177"/>
                      <a:pt x="210" y="174"/>
                    </a:cubicBezTo>
                    <a:cubicBezTo>
                      <a:pt x="213" y="171"/>
                      <a:pt x="216" y="171"/>
                      <a:pt x="219" y="171"/>
                    </a:cubicBezTo>
                    <a:cubicBezTo>
                      <a:pt x="222" y="171"/>
                      <a:pt x="219" y="162"/>
                      <a:pt x="216" y="16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" name="Freeform 164">
                <a:extLst>
                  <a:ext uri="{FF2B5EF4-FFF2-40B4-BE49-F238E27FC236}">
                    <a16:creationId xmlns:a16="http://schemas.microsoft.com/office/drawing/2014/main" id="{EDFB51C5-405A-F55F-B3EE-9F902B1070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33052" y="1901426"/>
                <a:ext cx="880009" cy="413645"/>
              </a:xfrm>
              <a:custGeom>
                <a:avLst/>
                <a:gdLst>
                  <a:gd name="T0" fmla="*/ 444 w 459"/>
                  <a:gd name="T1" fmla="*/ 87 h 216"/>
                  <a:gd name="T2" fmla="*/ 429 w 459"/>
                  <a:gd name="T3" fmla="*/ 75 h 216"/>
                  <a:gd name="T4" fmla="*/ 399 w 459"/>
                  <a:gd name="T5" fmla="*/ 69 h 216"/>
                  <a:gd name="T6" fmla="*/ 372 w 459"/>
                  <a:gd name="T7" fmla="*/ 51 h 216"/>
                  <a:gd name="T8" fmla="*/ 339 w 459"/>
                  <a:gd name="T9" fmla="*/ 15 h 216"/>
                  <a:gd name="T10" fmla="*/ 309 w 459"/>
                  <a:gd name="T11" fmla="*/ 30 h 216"/>
                  <a:gd name="T12" fmla="*/ 300 w 459"/>
                  <a:gd name="T13" fmla="*/ 21 h 216"/>
                  <a:gd name="T14" fmla="*/ 285 w 459"/>
                  <a:gd name="T15" fmla="*/ 18 h 216"/>
                  <a:gd name="T16" fmla="*/ 276 w 459"/>
                  <a:gd name="T17" fmla="*/ 0 h 216"/>
                  <a:gd name="T18" fmla="*/ 237 w 459"/>
                  <a:gd name="T19" fmla="*/ 9 h 216"/>
                  <a:gd name="T20" fmla="*/ 192 w 459"/>
                  <a:gd name="T21" fmla="*/ 18 h 216"/>
                  <a:gd name="T22" fmla="*/ 168 w 459"/>
                  <a:gd name="T23" fmla="*/ 30 h 216"/>
                  <a:gd name="T24" fmla="*/ 165 w 459"/>
                  <a:gd name="T25" fmla="*/ 45 h 216"/>
                  <a:gd name="T26" fmla="*/ 168 w 459"/>
                  <a:gd name="T27" fmla="*/ 60 h 216"/>
                  <a:gd name="T28" fmla="*/ 156 w 459"/>
                  <a:gd name="T29" fmla="*/ 69 h 216"/>
                  <a:gd name="T30" fmla="*/ 141 w 459"/>
                  <a:gd name="T31" fmla="*/ 66 h 216"/>
                  <a:gd name="T32" fmla="*/ 111 w 459"/>
                  <a:gd name="T33" fmla="*/ 69 h 216"/>
                  <a:gd name="T34" fmla="*/ 90 w 459"/>
                  <a:gd name="T35" fmla="*/ 69 h 216"/>
                  <a:gd name="T36" fmla="*/ 60 w 459"/>
                  <a:gd name="T37" fmla="*/ 57 h 216"/>
                  <a:gd name="T38" fmla="*/ 33 w 459"/>
                  <a:gd name="T39" fmla="*/ 66 h 216"/>
                  <a:gd name="T40" fmla="*/ 24 w 459"/>
                  <a:gd name="T41" fmla="*/ 84 h 216"/>
                  <a:gd name="T42" fmla="*/ 3 w 459"/>
                  <a:gd name="T43" fmla="*/ 87 h 216"/>
                  <a:gd name="T44" fmla="*/ 0 w 459"/>
                  <a:gd name="T45" fmla="*/ 102 h 216"/>
                  <a:gd name="T46" fmla="*/ 15 w 459"/>
                  <a:gd name="T47" fmla="*/ 114 h 216"/>
                  <a:gd name="T48" fmla="*/ 27 w 459"/>
                  <a:gd name="T49" fmla="*/ 132 h 216"/>
                  <a:gd name="T50" fmla="*/ 57 w 459"/>
                  <a:gd name="T51" fmla="*/ 126 h 216"/>
                  <a:gd name="T52" fmla="*/ 63 w 459"/>
                  <a:gd name="T53" fmla="*/ 150 h 216"/>
                  <a:gd name="T54" fmla="*/ 42 w 459"/>
                  <a:gd name="T55" fmla="*/ 165 h 216"/>
                  <a:gd name="T56" fmla="*/ 63 w 459"/>
                  <a:gd name="T57" fmla="*/ 183 h 216"/>
                  <a:gd name="T58" fmla="*/ 75 w 459"/>
                  <a:gd name="T59" fmla="*/ 195 h 216"/>
                  <a:gd name="T60" fmla="*/ 108 w 459"/>
                  <a:gd name="T61" fmla="*/ 201 h 216"/>
                  <a:gd name="T62" fmla="*/ 138 w 459"/>
                  <a:gd name="T63" fmla="*/ 144 h 216"/>
                  <a:gd name="T64" fmla="*/ 156 w 459"/>
                  <a:gd name="T65" fmla="*/ 144 h 216"/>
                  <a:gd name="T66" fmla="*/ 189 w 459"/>
                  <a:gd name="T67" fmla="*/ 174 h 216"/>
                  <a:gd name="T68" fmla="*/ 225 w 459"/>
                  <a:gd name="T69" fmla="*/ 192 h 216"/>
                  <a:gd name="T70" fmla="*/ 249 w 459"/>
                  <a:gd name="T71" fmla="*/ 210 h 216"/>
                  <a:gd name="T72" fmla="*/ 273 w 459"/>
                  <a:gd name="T73" fmla="*/ 201 h 216"/>
                  <a:gd name="T74" fmla="*/ 297 w 459"/>
                  <a:gd name="T75" fmla="*/ 186 h 216"/>
                  <a:gd name="T76" fmla="*/ 336 w 459"/>
                  <a:gd name="T77" fmla="*/ 183 h 216"/>
                  <a:gd name="T78" fmla="*/ 384 w 459"/>
                  <a:gd name="T79" fmla="*/ 192 h 216"/>
                  <a:gd name="T80" fmla="*/ 384 w 459"/>
                  <a:gd name="T81" fmla="*/ 165 h 216"/>
                  <a:gd name="T82" fmla="*/ 399 w 459"/>
                  <a:gd name="T83" fmla="*/ 150 h 216"/>
                  <a:gd name="T84" fmla="*/ 414 w 459"/>
                  <a:gd name="T85" fmla="*/ 126 h 216"/>
                  <a:gd name="T86" fmla="*/ 444 w 459"/>
                  <a:gd name="T87" fmla="*/ 123 h 216"/>
                  <a:gd name="T88" fmla="*/ 453 w 459"/>
                  <a:gd name="T89" fmla="*/ 99 h 216"/>
                  <a:gd name="T90" fmla="*/ 171 w 459"/>
                  <a:gd name="T91" fmla="*/ 135 h 216"/>
                  <a:gd name="T92" fmla="*/ 360 w 459"/>
                  <a:gd name="T93" fmla="*/ 135 h 216"/>
                  <a:gd name="T94" fmla="*/ 315 w 459"/>
                  <a:gd name="T95" fmla="*/ 135 h 216"/>
                  <a:gd name="T96" fmla="*/ 360 w 459"/>
                  <a:gd name="T97" fmla="*/ 13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59" h="216">
                    <a:moveTo>
                      <a:pt x="456" y="87"/>
                    </a:moveTo>
                    <a:cubicBezTo>
                      <a:pt x="456" y="84"/>
                      <a:pt x="453" y="87"/>
                      <a:pt x="453" y="87"/>
                    </a:cubicBezTo>
                    <a:cubicBezTo>
                      <a:pt x="450" y="87"/>
                      <a:pt x="444" y="87"/>
                      <a:pt x="444" y="87"/>
                    </a:cubicBezTo>
                    <a:cubicBezTo>
                      <a:pt x="441" y="87"/>
                      <a:pt x="438" y="87"/>
                      <a:pt x="438" y="84"/>
                    </a:cubicBezTo>
                    <a:cubicBezTo>
                      <a:pt x="438" y="81"/>
                      <a:pt x="438" y="78"/>
                      <a:pt x="435" y="78"/>
                    </a:cubicBezTo>
                    <a:cubicBezTo>
                      <a:pt x="432" y="78"/>
                      <a:pt x="429" y="78"/>
                      <a:pt x="429" y="75"/>
                    </a:cubicBezTo>
                    <a:cubicBezTo>
                      <a:pt x="426" y="69"/>
                      <a:pt x="423" y="69"/>
                      <a:pt x="420" y="69"/>
                    </a:cubicBezTo>
                    <a:cubicBezTo>
                      <a:pt x="417" y="66"/>
                      <a:pt x="411" y="69"/>
                      <a:pt x="408" y="72"/>
                    </a:cubicBezTo>
                    <a:cubicBezTo>
                      <a:pt x="405" y="72"/>
                      <a:pt x="402" y="69"/>
                      <a:pt x="399" y="69"/>
                    </a:cubicBezTo>
                    <a:cubicBezTo>
                      <a:pt x="396" y="69"/>
                      <a:pt x="393" y="63"/>
                      <a:pt x="390" y="63"/>
                    </a:cubicBezTo>
                    <a:cubicBezTo>
                      <a:pt x="387" y="63"/>
                      <a:pt x="384" y="69"/>
                      <a:pt x="384" y="69"/>
                    </a:cubicBezTo>
                    <a:cubicBezTo>
                      <a:pt x="381" y="69"/>
                      <a:pt x="375" y="57"/>
                      <a:pt x="372" y="51"/>
                    </a:cubicBezTo>
                    <a:cubicBezTo>
                      <a:pt x="366" y="42"/>
                      <a:pt x="357" y="27"/>
                      <a:pt x="351" y="24"/>
                    </a:cubicBezTo>
                    <a:cubicBezTo>
                      <a:pt x="342" y="24"/>
                      <a:pt x="345" y="18"/>
                      <a:pt x="348" y="18"/>
                    </a:cubicBezTo>
                    <a:cubicBezTo>
                      <a:pt x="348" y="15"/>
                      <a:pt x="342" y="15"/>
                      <a:pt x="339" y="15"/>
                    </a:cubicBezTo>
                    <a:cubicBezTo>
                      <a:pt x="336" y="18"/>
                      <a:pt x="333" y="21"/>
                      <a:pt x="330" y="21"/>
                    </a:cubicBezTo>
                    <a:cubicBezTo>
                      <a:pt x="327" y="24"/>
                      <a:pt x="321" y="27"/>
                      <a:pt x="318" y="27"/>
                    </a:cubicBezTo>
                    <a:cubicBezTo>
                      <a:pt x="312" y="27"/>
                      <a:pt x="312" y="33"/>
                      <a:pt x="309" y="30"/>
                    </a:cubicBezTo>
                    <a:cubicBezTo>
                      <a:pt x="306" y="27"/>
                      <a:pt x="312" y="24"/>
                      <a:pt x="312" y="21"/>
                    </a:cubicBezTo>
                    <a:cubicBezTo>
                      <a:pt x="312" y="18"/>
                      <a:pt x="309" y="21"/>
                      <a:pt x="306" y="21"/>
                    </a:cubicBezTo>
                    <a:cubicBezTo>
                      <a:pt x="306" y="18"/>
                      <a:pt x="300" y="18"/>
                      <a:pt x="300" y="21"/>
                    </a:cubicBezTo>
                    <a:cubicBezTo>
                      <a:pt x="300" y="21"/>
                      <a:pt x="297" y="21"/>
                      <a:pt x="297" y="18"/>
                    </a:cubicBezTo>
                    <a:cubicBezTo>
                      <a:pt x="297" y="18"/>
                      <a:pt x="297" y="15"/>
                      <a:pt x="294" y="18"/>
                    </a:cubicBezTo>
                    <a:cubicBezTo>
                      <a:pt x="291" y="18"/>
                      <a:pt x="285" y="21"/>
                      <a:pt x="285" y="18"/>
                    </a:cubicBezTo>
                    <a:cubicBezTo>
                      <a:pt x="282" y="18"/>
                      <a:pt x="285" y="15"/>
                      <a:pt x="285" y="15"/>
                    </a:cubicBezTo>
                    <a:cubicBezTo>
                      <a:pt x="285" y="12"/>
                      <a:pt x="282" y="9"/>
                      <a:pt x="282" y="6"/>
                    </a:cubicBezTo>
                    <a:cubicBezTo>
                      <a:pt x="282" y="3"/>
                      <a:pt x="279" y="0"/>
                      <a:pt x="276" y="0"/>
                    </a:cubicBezTo>
                    <a:cubicBezTo>
                      <a:pt x="273" y="3"/>
                      <a:pt x="270" y="0"/>
                      <a:pt x="267" y="0"/>
                    </a:cubicBezTo>
                    <a:cubicBezTo>
                      <a:pt x="264" y="0"/>
                      <a:pt x="252" y="0"/>
                      <a:pt x="252" y="3"/>
                    </a:cubicBezTo>
                    <a:cubicBezTo>
                      <a:pt x="252" y="6"/>
                      <a:pt x="240" y="9"/>
                      <a:pt x="237" y="9"/>
                    </a:cubicBezTo>
                    <a:cubicBezTo>
                      <a:pt x="234" y="9"/>
                      <a:pt x="225" y="12"/>
                      <a:pt x="219" y="12"/>
                    </a:cubicBezTo>
                    <a:cubicBezTo>
                      <a:pt x="216" y="12"/>
                      <a:pt x="213" y="15"/>
                      <a:pt x="210" y="15"/>
                    </a:cubicBezTo>
                    <a:cubicBezTo>
                      <a:pt x="204" y="15"/>
                      <a:pt x="195" y="15"/>
                      <a:pt x="192" y="18"/>
                    </a:cubicBezTo>
                    <a:cubicBezTo>
                      <a:pt x="189" y="21"/>
                      <a:pt x="180" y="18"/>
                      <a:pt x="177" y="21"/>
                    </a:cubicBezTo>
                    <a:cubicBezTo>
                      <a:pt x="174" y="21"/>
                      <a:pt x="171" y="21"/>
                      <a:pt x="168" y="21"/>
                    </a:cubicBezTo>
                    <a:cubicBezTo>
                      <a:pt x="168" y="21"/>
                      <a:pt x="168" y="27"/>
                      <a:pt x="168" y="30"/>
                    </a:cubicBezTo>
                    <a:cubicBezTo>
                      <a:pt x="171" y="33"/>
                      <a:pt x="180" y="33"/>
                      <a:pt x="180" y="36"/>
                    </a:cubicBezTo>
                    <a:cubicBezTo>
                      <a:pt x="180" y="36"/>
                      <a:pt x="171" y="36"/>
                      <a:pt x="168" y="36"/>
                    </a:cubicBezTo>
                    <a:cubicBezTo>
                      <a:pt x="162" y="39"/>
                      <a:pt x="165" y="42"/>
                      <a:pt x="165" y="45"/>
                    </a:cubicBezTo>
                    <a:cubicBezTo>
                      <a:pt x="165" y="48"/>
                      <a:pt x="162" y="51"/>
                      <a:pt x="159" y="51"/>
                    </a:cubicBezTo>
                    <a:cubicBezTo>
                      <a:pt x="156" y="51"/>
                      <a:pt x="159" y="57"/>
                      <a:pt x="162" y="57"/>
                    </a:cubicBezTo>
                    <a:cubicBezTo>
                      <a:pt x="165" y="57"/>
                      <a:pt x="168" y="60"/>
                      <a:pt x="168" y="60"/>
                    </a:cubicBezTo>
                    <a:cubicBezTo>
                      <a:pt x="171" y="60"/>
                      <a:pt x="171" y="66"/>
                      <a:pt x="171" y="69"/>
                    </a:cubicBezTo>
                    <a:cubicBezTo>
                      <a:pt x="171" y="72"/>
                      <a:pt x="168" y="72"/>
                      <a:pt x="165" y="72"/>
                    </a:cubicBezTo>
                    <a:cubicBezTo>
                      <a:pt x="162" y="72"/>
                      <a:pt x="159" y="69"/>
                      <a:pt x="156" y="69"/>
                    </a:cubicBezTo>
                    <a:cubicBezTo>
                      <a:pt x="153" y="69"/>
                      <a:pt x="156" y="72"/>
                      <a:pt x="153" y="75"/>
                    </a:cubicBezTo>
                    <a:cubicBezTo>
                      <a:pt x="150" y="75"/>
                      <a:pt x="150" y="69"/>
                      <a:pt x="147" y="69"/>
                    </a:cubicBezTo>
                    <a:cubicBezTo>
                      <a:pt x="144" y="69"/>
                      <a:pt x="141" y="69"/>
                      <a:pt x="141" y="66"/>
                    </a:cubicBezTo>
                    <a:cubicBezTo>
                      <a:pt x="138" y="63"/>
                      <a:pt x="132" y="63"/>
                      <a:pt x="129" y="66"/>
                    </a:cubicBezTo>
                    <a:cubicBezTo>
                      <a:pt x="126" y="69"/>
                      <a:pt x="126" y="69"/>
                      <a:pt x="123" y="66"/>
                    </a:cubicBezTo>
                    <a:cubicBezTo>
                      <a:pt x="120" y="63"/>
                      <a:pt x="111" y="66"/>
                      <a:pt x="111" y="69"/>
                    </a:cubicBezTo>
                    <a:cubicBezTo>
                      <a:pt x="111" y="72"/>
                      <a:pt x="105" y="72"/>
                      <a:pt x="102" y="69"/>
                    </a:cubicBezTo>
                    <a:cubicBezTo>
                      <a:pt x="96" y="69"/>
                      <a:pt x="93" y="66"/>
                      <a:pt x="93" y="69"/>
                    </a:cubicBezTo>
                    <a:cubicBezTo>
                      <a:pt x="93" y="75"/>
                      <a:pt x="90" y="72"/>
                      <a:pt x="90" y="69"/>
                    </a:cubicBezTo>
                    <a:cubicBezTo>
                      <a:pt x="90" y="66"/>
                      <a:pt x="84" y="63"/>
                      <a:pt x="81" y="60"/>
                    </a:cubicBezTo>
                    <a:cubicBezTo>
                      <a:pt x="78" y="60"/>
                      <a:pt x="69" y="60"/>
                      <a:pt x="69" y="57"/>
                    </a:cubicBezTo>
                    <a:cubicBezTo>
                      <a:pt x="69" y="54"/>
                      <a:pt x="63" y="54"/>
                      <a:pt x="60" y="57"/>
                    </a:cubicBezTo>
                    <a:cubicBezTo>
                      <a:pt x="60" y="60"/>
                      <a:pt x="57" y="57"/>
                      <a:pt x="54" y="57"/>
                    </a:cubicBezTo>
                    <a:cubicBezTo>
                      <a:pt x="54" y="57"/>
                      <a:pt x="48" y="57"/>
                      <a:pt x="45" y="60"/>
                    </a:cubicBezTo>
                    <a:cubicBezTo>
                      <a:pt x="45" y="60"/>
                      <a:pt x="39" y="66"/>
                      <a:pt x="33" y="66"/>
                    </a:cubicBezTo>
                    <a:cubicBezTo>
                      <a:pt x="30" y="66"/>
                      <a:pt x="33" y="69"/>
                      <a:pt x="27" y="69"/>
                    </a:cubicBezTo>
                    <a:cubicBezTo>
                      <a:pt x="24" y="72"/>
                      <a:pt x="24" y="75"/>
                      <a:pt x="24" y="75"/>
                    </a:cubicBezTo>
                    <a:cubicBezTo>
                      <a:pt x="27" y="78"/>
                      <a:pt x="27" y="81"/>
                      <a:pt x="24" y="84"/>
                    </a:cubicBezTo>
                    <a:cubicBezTo>
                      <a:pt x="21" y="84"/>
                      <a:pt x="18" y="78"/>
                      <a:pt x="15" y="75"/>
                    </a:cubicBezTo>
                    <a:cubicBezTo>
                      <a:pt x="12" y="72"/>
                      <a:pt x="9" y="75"/>
                      <a:pt x="9" y="81"/>
                    </a:cubicBezTo>
                    <a:cubicBezTo>
                      <a:pt x="9" y="84"/>
                      <a:pt x="6" y="84"/>
                      <a:pt x="3" y="87"/>
                    </a:cubicBezTo>
                    <a:cubicBezTo>
                      <a:pt x="0" y="90"/>
                      <a:pt x="6" y="90"/>
                      <a:pt x="6" y="9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0" y="96"/>
                      <a:pt x="0" y="102"/>
                      <a:pt x="0" y="102"/>
                    </a:cubicBezTo>
                    <a:cubicBezTo>
                      <a:pt x="0" y="105"/>
                      <a:pt x="6" y="105"/>
                      <a:pt x="6" y="108"/>
                    </a:cubicBezTo>
                    <a:cubicBezTo>
                      <a:pt x="6" y="111"/>
                      <a:pt x="6" y="114"/>
                      <a:pt x="9" y="114"/>
                    </a:cubicBezTo>
                    <a:cubicBezTo>
                      <a:pt x="12" y="111"/>
                      <a:pt x="15" y="114"/>
                      <a:pt x="15" y="114"/>
                    </a:cubicBezTo>
                    <a:cubicBezTo>
                      <a:pt x="18" y="114"/>
                      <a:pt x="21" y="117"/>
                      <a:pt x="24" y="120"/>
                    </a:cubicBezTo>
                    <a:cubicBezTo>
                      <a:pt x="27" y="126"/>
                      <a:pt x="27" y="126"/>
                      <a:pt x="24" y="129"/>
                    </a:cubicBezTo>
                    <a:cubicBezTo>
                      <a:pt x="21" y="129"/>
                      <a:pt x="24" y="132"/>
                      <a:pt x="27" y="132"/>
                    </a:cubicBezTo>
                    <a:cubicBezTo>
                      <a:pt x="30" y="132"/>
                      <a:pt x="30" y="135"/>
                      <a:pt x="30" y="135"/>
                    </a:cubicBezTo>
                    <a:cubicBezTo>
                      <a:pt x="33" y="135"/>
                      <a:pt x="33" y="135"/>
                      <a:pt x="33" y="132"/>
                    </a:cubicBezTo>
                    <a:cubicBezTo>
                      <a:pt x="39" y="129"/>
                      <a:pt x="48" y="123"/>
                      <a:pt x="57" y="126"/>
                    </a:cubicBezTo>
                    <a:cubicBezTo>
                      <a:pt x="63" y="129"/>
                      <a:pt x="72" y="123"/>
                      <a:pt x="75" y="129"/>
                    </a:cubicBezTo>
                    <a:cubicBezTo>
                      <a:pt x="78" y="135"/>
                      <a:pt x="75" y="141"/>
                      <a:pt x="75" y="147"/>
                    </a:cubicBezTo>
                    <a:cubicBezTo>
                      <a:pt x="78" y="150"/>
                      <a:pt x="69" y="150"/>
                      <a:pt x="63" y="150"/>
                    </a:cubicBezTo>
                    <a:cubicBezTo>
                      <a:pt x="60" y="147"/>
                      <a:pt x="48" y="150"/>
                      <a:pt x="51" y="153"/>
                    </a:cubicBezTo>
                    <a:cubicBezTo>
                      <a:pt x="51" y="156"/>
                      <a:pt x="54" y="165"/>
                      <a:pt x="48" y="159"/>
                    </a:cubicBezTo>
                    <a:cubicBezTo>
                      <a:pt x="42" y="156"/>
                      <a:pt x="39" y="165"/>
                      <a:pt x="42" y="165"/>
                    </a:cubicBezTo>
                    <a:cubicBezTo>
                      <a:pt x="48" y="165"/>
                      <a:pt x="51" y="168"/>
                      <a:pt x="51" y="171"/>
                    </a:cubicBezTo>
                    <a:cubicBezTo>
                      <a:pt x="51" y="174"/>
                      <a:pt x="51" y="180"/>
                      <a:pt x="54" y="180"/>
                    </a:cubicBezTo>
                    <a:cubicBezTo>
                      <a:pt x="60" y="180"/>
                      <a:pt x="60" y="186"/>
                      <a:pt x="63" y="183"/>
                    </a:cubicBezTo>
                    <a:cubicBezTo>
                      <a:pt x="69" y="183"/>
                      <a:pt x="72" y="186"/>
                      <a:pt x="69" y="189"/>
                    </a:cubicBezTo>
                    <a:cubicBezTo>
                      <a:pt x="66" y="195"/>
                      <a:pt x="72" y="207"/>
                      <a:pt x="72" y="204"/>
                    </a:cubicBezTo>
                    <a:cubicBezTo>
                      <a:pt x="72" y="201"/>
                      <a:pt x="72" y="198"/>
                      <a:pt x="75" y="195"/>
                    </a:cubicBezTo>
                    <a:cubicBezTo>
                      <a:pt x="72" y="189"/>
                      <a:pt x="81" y="189"/>
                      <a:pt x="84" y="189"/>
                    </a:cubicBezTo>
                    <a:cubicBezTo>
                      <a:pt x="90" y="189"/>
                      <a:pt x="96" y="195"/>
                      <a:pt x="99" y="201"/>
                    </a:cubicBezTo>
                    <a:cubicBezTo>
                      <a:pt x="102" y="207"/>
                      <a:pt x="108" y="201"/>
                      <a:pt x="108" y="201"/>
                    </a:cubicBezTo>
                    <a:cubicBezTo>
                      <a:pt x="108" y="153"/>
                      <a:pt x="108" y="153"/>
                      <a:pt x="108" y="153"/>
                    </a:cubicBezTo>
                    <a:cubicBezTo>
                      <a:pt x="138" y="144"/>
                      <a:pt x="138" y="144"/>
                      <a:pt x="138" y="144"/>
                    </a:cubicBezTo>
                    <a:cubicBezTo>
                      <a:pt x="138" y="144"/>
                      <a:pt x="138" y="144"/>
                      <a:pt x="138" y="144"/>
                    </a:cubicBezTo>
                    <a:cubicBezTo>
                      <a:pt x="141" y="138"/>
                      <a:pt x="147" y="141"/>
                      <a:pt x="147" y="144"/>
                    </a:cubicBezTo>
                    <a:cubicBezTo>
                      <a:pt x="150" y="144"/>
                      <a:pt x="150" y="138"/>
                      <a:pt x="153" y="138"/>
                    </a:cubicBezTo>
                    <a:cubicBezTo>
                      <a:pt x="156" y="138"/>
                      <a:pt x="153" y="144"/>
                      <a:pt x="156" y="144"/>
                    </a:cubicBezTo>
                    <a:cubicBezTo>
                      <a:pt x="159" y="144"/>
                      <a:pt x="162" y="153"/>
                      <a:pt x="162" y="159"/>
                    </a:cubicBezTo>
                    <a:cubicBezTo>
                      <a:pt x="165" y="162"/>
                      <a:pt x="174" y="171"/>
                      <a:pt x="174" y="174"/>
                    </a:cubicBezTo>
                    <a:cubicBezTo>
                      <a:pt x="177" y="177"/>
                      <a:pt x="186" y="171"/>
                      <a:pt x="189" y="174"/>
                    </a:cubicBezTo>
                    <a:cubicBezTo>
                      <a:pt x="192" y="174"/>
                      <a:pt x="210" y="174"/>
                      <a:pt x="213" y="174"/>
                    </a:cubicBezTo>
                    <a:cubicBezTo>
                      <a:pt x="216" y="174"/>
                      <a:pt x="219" y="180"/>
                      <a:pt x="222" y="180"/>
                    </a:cubicBezTo>
                    <a:cubicBezTo>
                      <a:pt x="225" y="180"/>
                      <a:pt x="222" y="186"/>
                      <a:pt x="225" y="192"/>
                    </a:cubicBezTo>
                    <a:cubicBezTo>
                      <a:pt x="225" y="195"/>
                      <a:pt x="231" y="198"/>
                      <a:pt x="231" y="204"/>
                    </a:cubicBezTo>
                    <a:cubicBezTo>
                      <a:pt x="231" y="207"/>
                      <a:pt x="237" y="204"/>
                      <a:pt x="240" y="204"/>
                    </a:cubicBezTo>
                    <a:cubicBezTo>
                      <a:pt x="243" y="207"/>
                      <a:pt x="249" y="207"/>
                      <a:pt x="249" y="210"/>
                    </a:cubicBezTo>
                    <a:cubicBezTo>
                      <a:pt x="249" y="216"/>
                      <a:pt x="255" y="213"/>
                      <a:pt x="255" y="210"/>
                    </a:cubicBezTo>
                    <a:cubicBezTo>
                      <a:pt x="255" y="207"/>
                      <a:pt x="258" y="204"/>
                      <a:pt x="267" y="201"/>
                    </a:cubicBezTo>
                    <a:cubicBezTo>
                      <a:pt x="270" y="198"/>
                      <a:pt x="270" y="198"/>
                      <a:pt x="273" y="201"/>
                    </a:cubicBezTo>
                    <a:cubicBezTo>
                      <a:pt x="273" y="198"/>
                      <a:pt x="276" y="195"/>
                      <a:pt x="276" y="195"/>
                    </a:cubicBezTo>
                    <a:cubicBezTo>
                      <a:pt x="279" y="192"/>
                      <a:pt x="282" y="189"/>
                      <a:pt x="282" y="186"/>
                    </a:cubicBezTo>
                    <a:cubicBezTo>
                      <a:pt x="282" y="183"/>
                      <a:pt x="291" y="183"/>
                      <a:pt x="297" y="186"/>
                    </a:cubicBezTo>
                    <a:cubicBezTo>
                      <a:pt x="303" y="189"/>
                      <a:pt x="309" y="189"/>
                      <a:pt x="309" y="183"/>
                    </a:cubicBezTo>
                    <a:cubicBezTo>
                      <a:pt x="309" y="180"/>
                      <a:pt x="318" y="177"/>
                      <a:pt x="321" y="180"/>
                    </a:cubicBezTo>
                    <a:cubicBezTo>
                      <a:pt x="324" y="180"/>
                      <a:pt x="330" y="186"/>
                      <a:pt x="336" y="183"/>
                    </a:cubicBezTo>
                    <a:cubicBezTo>
                      <a:pt x="339" y="183"/>
                      <a:pt x="360" y="183"/>
                      <a:pt x="363" y="186"/>
                    </a:cubicBezTo>
                    <a:cubicBezTo>
                      <a:pt x="369" y="186"/>
                      <a:pt x="369" y="183"/>
                      <a:pt x="375" y="189"/>
                    </a:cubicBezTo>
                    <a:cubicBezTo>
                      <a:pt x="378" y="192"/>
                      <a:pt x="381" y="189"/>
                      <a:pt x="384" y="192"/>
                    </a:cubicBezTo>
                    <a:cubicBezTo>
                      <a:pt x="384" y="192"/>
                      <a:pt x="384" y="189"/>
                      <a:pt x="384" y="186"/>
                    </a:cubicBezTo>
                    <a:cubicBezTo>
                      <a:pt x="384" y="183"/>
                      <a:pt x="390" y="180"/>
                      <a:pt x="390" y="180"/>
                    </a:cubicBezTo>
                    <a:cubicBezTo>
                      <a:pt x="390" y="177"/>
                      <a:pt x="384" y="168"/>
                      <a:pt x="384" y="165"/>
                    </a:cubicBezTo>
                    <a:cubicBezTo>
                      <a:pt x="384" y="165"/>
                      <a:pt x="384" y="159"/>
                      <a:pt x="384" y="156"/>
                    </a:cubicBezTo>
                    <a:cubicBezTo>
                      <a:pt x="381" y="156"/>
                      <a:pt x="387" y="153"/>
                      <a:pt x="390" y="153"/>
                    </a:cubicBezTo>
                    <a:cubicBezTo>
                      <a:pt x="393" y="153"/>
                      <a:pt x="399" y="147"/>
                      <a:pt x="399" y="150"/>
                    </a:cubicBezTo>
                    <a:cubicBezTo>
                      <a:pt x="402" y="153"/>
                      <a:pt x="405" y="153"/>
                      <a:pt x="408" y="153"/>
                    </a:cubicBezTo>
                    <a:cubicBezTo>
                      <a:pt x="411" y="153"/>
                      <a:pt x="411" y="147"/>
                      <a:pt x="408" y="147"/>
                    </a:cubicBezTo>
                    <a:cubicBezTo>
                      <a:pt x="405" y="144"/>
                      <a:pt x="414" y="129"/>
                      <a:pt x="414" y="126"/>
                    </a:cubicBezTo>
                    <a:cubicBezTo>
                      <a:pt x="417" y="120"/>
                      <a:pt x="420" y="126"/>
                      <a:pt x="423" y="126"/>
                    </a:cubicBezTo>
                    <a:cubicBezTo>
                      <a:pt x="426" y="126"/>
                      <a:pt x="432" y="126"/>
                      <a:pt x="432" y="126"/>
                    </a:cubicBezTo>
                    <a:cubicBezTo>
                      <a:pt x="435" y="126"/>
                      <a:pt x="441" y="126"/>
                      <a:pt x="444" y="123"/>
                    </a:cubicBezTo>
                    <a:cubicBezTo>
                      <a:pt x="444" y="120"/>
                      <a:pt x="441" y="120"/>
                      <a:pt x="441" y="114"/>
                    </a:cubicBezTo>
                    <a:cubicBezTo>
                      <a:pt x="441" y="108"/>
                      <a:pt x="447" y="105"/>
                      <a:pt x="450" y="105"/>
                    </a:cubicBezTo>
                    <a:cubicBezTo>
                      <a:pt x="453" y="105"/>
                      <a:pt x="453" y="102"/>
                      <a:pt x="453" y="99"/>
                    </a:cubicBezTo>
                    <a:cubicBezTo>
                      <a:pt x="453" y="96"/>
                      <a:pt x="456" y="93"/>
                      <a:pt x="459" y="90"/>
                    </a:cubicBezTo>
                    <a:cubicBezTo>
                      <a:pt x="456" y="90"/>
                      <a:pt x="456" y="87"/>
                      <a:pt x="456" y="87"/>
                    </a:cubicBezTo>
                    <a:close/>
                    <a:moveTo>
                      <a:pt x="171" y="135"/>
                    </a:moveTo>
                    <a:cubicBezTo>
                      <a:pt x="168" y="138"/>
                      <a:pt x="156" y="135"/>
                      <a:pt x="156" y="132"/>
                    </a:cubicBezTo>
                    <a:cubicBezTo>
                      <a:pt x="153" y="129"/>
                      <a:pt x="174" y="132"/>
                      <a:pt x="171" y="135"/>
                    </a:cubicBezTo>
                    <a:close/>
                    <a:moveTo>
                      <a:pt x="360" y="135"/>
                    </a:moveTo>
                    <a:cubicBezTo>
                      <a:pt x="351" y="135"/>
                      <a:pt x="330" y="129"/>
                      <a:pt x="321" y="138"/>
                    </a:cubicBezTo>
                    <a:cubicBezTo>
                      <a:pt x="312" y="147"/>
                      <a:pt x="318" y="153"/>
                      <a:pt x="315" y="153"/>
                    </a:cubicBezTo>
                    <a:cubicBezTo>
                      <a:pt x="312" y="153"/>
                      <a:pt x="309" y="141"/>
                      <a:pt x="315" y="135"/>
                    </a:cubicBezTo>
                    <a:cubicBezTo>
                      <a:pt x="318" y="129"/>
                      <a:pt x="333" y="129"/>
                      <a:pt x="342" y="132"/>
                    </a:cubicBezTo>
                    <a:cubicBezTo>
                      <a:pt x="351" y="132"/>
                      <a:pt x="369" y="129"/>
                      <a:pt x="372" y="129"/>
                    </a:cubicBezTo>
                    <a:cubicBezTo>
                      <a:pt x="375" y="129"/>
                      <a:pt x="369" y="135"/>
                      <a:pt x="360" y="13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" name="Freeform 165">
                <a:extLst>
                  <a:ext uri="{FF2B5EF4-FFF2-40B4-BE49-F238E27FC236}">
                    <a16:creationId xmlns:a16="http://schemas.microsoft.com/office/drawing/2014/main" id="{4533C8D9-4DD3-864C-1604-B8FB969465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3139" y="878129"/>
                <a:ext cx="3689008" cy="1420720"/>
              </a:xfrm>
              <a:custGeom>
                <a:avLst/>
                <a:gdLst>
                  <a:gd name="T0" fmla="*/ 960 w 1926"/>
                  <a:gd name="T1" fmla="*/ 78 h 741"/>
                  <a:gd name="T2" fmla="*/ 897 w 1926"/>
                  <a:gd name="T3" fmla="*/ 51 h 741"/>
                  <a:gd name="T4" fmla="*/ 822 w 1926"/>
                  <a:gd name="T5" fmla="*/ 30 h 741"/>
                  <a:gd name="T6" fmla="*/ 1794 w 1926"/>
                  <a:gd name="T7" fmla="*/ 255 h 741"/>
                  <a:gd name="T8" fmla="*/ 1377 w 1926"/>
                  <a:gd name="T9" fmla="*/ 153 h 741"/>
                  <a:gd name="T10" fmla="*/ 1365 w 1926"/>
                  <a:gd name="T11" fmla="*/ 183 h 741"/>
                  <a:gd name="T12" fmla="*/ 1377 w 1926"/>
                  <a:gd name="T13" fmla="*/ 600 h 741"/>
                  <a:gd name="T14" fmla="*/ 1923 w 1926"/>
                  <a:gd name="T15" fmla="*/ 348 h 741"/>
                  <a:gd name="T16" fmla="*/ 1737 w 1926"/>
                  <a:gd name="T17" fmla="*/ 276 h 741"/>
                  <a:gd name="T18" fmla="*/ 1593 w 1926"/>
                  <a:gd name="T19" fmla="*/ 282 h 741"/>
                  <a:gd name="T20" fmla="*/ 1410 w 1926"/>
                  <a:gd name="T21" fmla="*/ 234 h 741"/>
                  <a:gd name="T22" fmla="*/ 1332 w 1926"/>
                  <a:gd name="T23" fmla="*/ 240 h 741"/>
                  <a:gd name="T24" fmla="*/ 1230 w 1926"/>
                  <a:gd name="T25" fmla="*/ 222 h 741"/>
                  <a:gd name="T26" fmla="*/ 1122 w 1926"/>
                  <a:gd name="T27" fmla="*/ 207 h 741"/>
                  <a:gd name="T28" fmla="*/ 963 w 1926"/>
                  <a:gd name="T29" fmla="*/ 210 h 741"/>
                  <a:gd name="T30" fmla="*/ 1041 w 1926"/>
                  <a:gd name="T31" fmla="*/ 126 h 741"/>
                  <a:gd name="T32" fmla="*/ 927 w 1926"/>
                  <a:gd name="T33" fmla="*/ 102 h 741"/>
                  <a:gd name="T34" fmla="*/ 825 w 1926"/>
                  <a:gd name="T35" fmla="*/ 141 h 741"/>
                  <a:gd name="T36" fmla="*/ 762 w 1926"/>
                  <a:gd name="T37" fmla="*/ 180 h 741"/>
                  <a:gd name="T38" fmla="*/ 663 w 1926"/>
                  <a:gd name="T39" fmla="*/ 219 h 741"/>
                  <a:gd name="T40" fmla="*/ 627 w 1926"/>
                  <a:gd name="T41" fmla="*/ 228 h 741"/>
                  <a:gd name="T42" fmla="*/ 651 w 1926"/>
                  <a:gd name="T43" fmla="*/ 297 h 741"/>
                  <a:gd name="T44" fmla="*/ 591 w 1926"/>
                  <a:gd name="T45" fmla="*/ 333 h 741"/>
                  <a:gd name="T46" fmla="*/ 594 w 1926"/>
                  <a:gd name="T47" fmla="*/ 210 h 741"/>
                  <a:gd name="T48" fmla="*/ 525 w 1926"/>
                  <a:gd name="T49" fmla="*/ 288 h 741"/>
                  <a:gd name="T50" fmla="*/ 429 w 1926"/>
                  <a:gd name="T51" fmla="*/ 300 h 741"/>
                  <a:gd name="T52" fmla="*/ 291 w 1926"/>
                  <a:gd name="T53" fmla="*/ 324 h 741"/>
                  <a:gd name="T54" fmla="*/ 258 w 1926"/>
                  <a:gd name="T55" fmla="*/ 339 h 741"/>
                  <a:gd name="T56" fmla="*/ 177 w 1926"/>
                  <a:gd name="T57" fmla="*/ 378 h 741"/>
                  <a:gd name="T58" fmla="*/ 237 w 1926"/>
                  <a:gd name="T59" fmla="*/ 312 h 741"/>
                  <a:gd name="T60" fmla="*/ 114 w 1926"/>
                  <a:gd name="T61" fmla="*/ 282 h 741"/>
                  <a:gd name="T62" fmla="*/ 123 w 1926"/>
                  <a:gd name="T63" fmla="*/ 381 h 741"/>
                  <a:gd name="T64" fmla="*/ 87 w 1926"/>
                  <a:gd name="T65" fmla="*/ 483 h 741"/>
                  <a:gd name="T66" fmla="*/ 147 w 1926"/>
                  <a:gd name="T67" fmla="*/ 561 h 741"/>
                  <a:gd name="T68" fmla="*/ 198 w 1926"/>
                  <a:gd name="T69" fmla="*/ 609 h 741"/>
                  <a:gd name="T70" fmla="*/ 210 w 1926"/>
                  <a:gd name="T71" fmla="*/ 669 h 741"/>
                  <a:gd name="T72" fmla="*/ 306 w 1926"/>
                  <a:gd name="T73" fmla="*/ 732 h 741"/>
                  <a:gd name="T74" fmla="*/ 306 w 1926"/>
                  <a:gd name="T75" fmla="*/ 630 h 741"/>
                  <a:gd name="T76" fmla="*/ 396 w 1926"/>
                  <a:gd name="T77" fmla="*/ 603 h 741"/>
                  <a:gd name="T78" fmla="*/ 471 w 1926"/>
                  <a:gd name="T79" fmla="*/ 570 h 741"/>
                  <a:gd name="T80" fmla="*/ 597 w 1926"/>
                  <a:gd name="T81" fmla="*/ 552 h 741"/>
                  <a:gd name="T82" fmla="*/ 711 w 1926"/>
                  <a:gd name="T83" fmla="*/ 606 h 741"/>
                  <a:gd name="T84" fmla="*/ 819 w 1926"/>
                  <a:gd name="T85" fmla="*/ 606 h 741"/>
                  <a:gd name="T86" fmla="*/ 921 w 1926"/>
                  <a:gd name="T87" fmla="*/ 597 h 741"/>
                  <a:gd name="T88" fmla="*/ 1068 w 1926"/>
                  <a:gd name="T89" fmla="*/ 615 h 741"/>
                  <a:gd name="T90" fmla="*/ 1191 w 1926"/>
                  <a:gd name="T91" fmla="*/ 579 h 741"/>
                  <a:gd name="T92" fmla="*/ 1275 w 1926"/>
                  <a:gd name="T93" fmla="*/ 678 h 741"/>
                  <a:gd name="T94" fmla="*/ 1359 w 1926"/>
                  <a:gd name="T95" fmla="*/ 597 h 741"/>
                  <a:gd name="T96" fmla="*/ 1314 w 1926"/>
                  <a:gd name="T97" fmla="*/ 546 h 741"/>
                  <a:gd name="T98" fmla="*/ 1470 w 1926"/>
                  <a:gd name="T99" fmla="*/ 465 h 741"/>
                  <a:gd name="T100" fmla="*/ 1575 w 1926"/>
                  <a:gd name="T101" fmla="*/ 429 h 741"/>
                  <a:gd name="T102" fmla="*/ 1593 w 1926"/>
                  <a:gd name="T103" fmla="*/ 462 h 741"/>
                  <a:gd name="T104" fmla="*/ 1587 w 1926"/>
                  <a:gd name="T105" fmla="*/ 549 h 741"/>
                  <a:gd name="T106" fmla="*/ 1650 w 1926"/>
                  <a:gd name="T107" fmla="*/ 459 h 741"/>
                  <a:gd name="T108" fmla="*/ 1785 w 1926"/>
                  <a:gd name="T109" fmla="*/ 384 h 741"/>
                  <a:gd name="T110" fmla="*/ 1839 w 1926"/>
                  <a:gd name="T111" fmla="*/ 360 h 741"/>
                  <a:gd name="T112" fmla="*/ 1917 w 1926"/>
                  <a:gd name="T113" fmla="*/ 360 h 741"/>
                  <a:gd name="T114" fmla="*/ 324 w 1926"/>
                  <a:gd name="T115" fmla="*/ 30 h 741"/>
                  <a:gd name="T116" fmla="*/ 387 w 1926"/>
                  <a:gd name="T117" fmla="*/ 249 h 741"/>
                  <a:gd name="T118" fmla="*/ 486 w 1926"/>
                  <a:gd name="T119" fmla="*/ 135 h 741"/>
                  <a:gd name="T120" fmla="*/ 414 w 1926"/>
                  <a:gd name="T121" fmla="*/ 39 h 741"/>
                  <a:gd name="T122" fmla="*/ 387 w 1926"/>
                  <a:gd name="T123" fmla="*/ 33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6" h="741">
                    <a:moveTo>
                      <a:pt x="30" y="534"/>
                    </a:moveTo>
                    <a:cubicBezTo>
                      <a:pt x="27" y="537"/>
                      <a:pt x="24" y="534"/>
                      <a:pt x="24" y="534"/>
                    </a:cubicBezTo>
                    <a:cubicBezTo>
                      <a:pt x="21" y="531"/>
                      <a:pt x="18" y="531"/>
                      <a:pt x="15" y="531"/>
                    </a:cubicBezTo>
                    <a:cubicBezTo>
                      <a:pt x="15" y="534"/>
                      <a:pt x="18" y="534"/>
                      <a:pt x="18" y="534"/>
                    </a:cubicBezTo>
                    <a:cubicBezTo>
                      <a:pt x="18" y="537"/>
                      <a:pt x="12" y="537"/>
                      <a:pt x="15" y="540"/>
                    </a:cubicBezTo>
                    <a:cubicBezTo>
                      <a:pt x="15" y="543"/>
                      <a:pt x="9" y="543"/>
                      <a:pt x="9" y="540"/>
                    </a:cubicBezTo>
                    <a:cubicBezTo>
                      <a:pt x="9" y="537"/>
                      <a:pt x="0" y="537"/>
                      <a:pt x="0" y="540"/>
                    </a:cubicBezTo>
                    <a:cubicBezTo>
                      <a:pt x="0" y="543"/>
                      <a:pt x="0" y="543"/>
                      <a:pt x="0" y="543"/>
                    </a:cubicBezTo>
                    <a:cubicBezTo>
                      <a:pt x="3" y="543"/>
                      <a:pt x="6" y="546"/>
                      <a:pt x="6" y="546"/>
                    </a:cubicBezTo>
                    <a:cubicBezTo>
                      <a:pt x="6" y="546"/>
                      <a:pt x="27" y="549"/>
                      <a:pt x="36" y="546"/>
                    </a:cubicBezTo>
                    <a:cubicBezTo>
                      <a:pt x="36" y="540"/>
                      <a:pt x="36" y="540"/>
                      <a:pt x="36" y="540"/>
                    </a:cubicBezTo>
                    <a:cubicBezTo>
                      <a:pt x="36" y="537"/>
                      <a:pt x="30" y="534"/>
                      <a:pt x="30" y="534"/>
                    </a:cubicBezTo>
                    <a:close/>
                    <a:moveTo>
                      <a:pt x="891" y="93"/>
                    </a:moveTo>
                    <a:cubicBezTo>
                      <a:pt x="897" y="96"/>
                      <a:pt x="912" y="90"/>
                      <a:pt x="921" y="90"/>
                    </a:cubicBezTo>
                    <a:cubicBezTo>
                      <a:pt x="930" y="90"/>
                      <a:pt x="960" y="84"/>
                      <a:pt x="960" y="78"/>
                    </a:cubicBezTo>
                    <a:cubicBezTo>
                      <a:pt x="960" y="72"/>
                      <a:pt x="951" y="72"/>
                      <a:pt x="945" y="69"/>
                    </a:cubicBezTo>
                    <a:cubicBezTo>
                      <a:pt x="942" y="63"/>
                      <a:pt x="933" y="66"/>
                      <a:pt x="930" y="72"/>
                    </a:cubicBezTo>
                    <a:cubicBezTo>
                      <a:pt x="927" y="75"/>
                      <a:pt x="924" y="72"/>
                      <a:pt x="930" y="66"/>
                    </a:cubicBezTo>
                    <a:cubicBezTo>
                      <a:pt x="936" y="60"/>
                      <a:pt x="924" y="54"/>
                      <a:pt x="924" y="57"/>
                    </a:cubicBezTo>
                    <a:cubicBezTo>
                      <a:pt x="924" y="63"/>
                      <a:pt x="912" y="57"/>
                      <a:pt x="912" y="63"/>
                    </a:cubicBezTo>
                    <a:cubicBezTo>
                      <a:pt x="912" y="66"/>
                      <a:pt x="909" y="66"/>
                      <a:pt x="909" y="72"/>
                    </a:cubicBezTo>
                    <a:cubicBezTo>
                      <a:pt x="909" y="75"/>
                      <a:pt x="900" y="69"/>
                      <a:pt x="900" y="78"/>
                    </a:cubicBezTo>
                    <a:cubicBezTo>
                      <a:pt x="900" y="87"/>
                      <a:pt x="888" y="90"/>
                      <a:pt x="891" y="93"/>
                    </a:cubicBezTo>
                    <a:close/>
                    <a:moveTo>
                      <a:pt x="840" y="45"/>
                    </a:moveTo>
                    <a:cubicBezTo>
                      <a:pt x="840" y="51"/>
                      <a:pt x="828" y="54"/>
                      <a:pt x="831" y="57"/>
                    </a:cubicBezTo>
                    <a:cubicBezTo>
                      <a:pt x="834" y="60"/>
                      <a:pt x="837" y="57"/>
                      <a:pt x="840" y="60"/>
                    </a:cubicBezTo>
                    <a:cubicBezTo>
                      <a:pt x="843" y="60"/>
                      <a:pt x="846" y="69"/>
                      <a:pt x="852" y="66"/>
                    </a:cubicBezTo>
                    <a:cubicBezTo>
                      <a:pt x="858" y="66"/>
                      <a:pt x="873" y="72"/>
                      <a:pt x="885" y="72"/>
                    </a:cubicBezTo>
                    <a:cubicBezTo>
                      <a:pt x="894" y="72"/>
                      <a:pt x="894" y="66"/>
                      <a:pt x="891" y="66"/>
                    </a:cubicBezTo>
                    <a:cubicBezTo>
                      <a:pt x="888" y="63"/>
                      <a:pt x="891" y="60"/>
                      <a:pt x="897" y="51"/>
                    </a:cubicBezTo>
                    <a:cubicBezTo>
                      <a:pt x="903" y="45"/>
                      <a:pt x="879" y="39"/>
                      <a:pt x="879" y="45"/>
                    </a:cubicBezTo>
                    <a:cubicBezTo>
                      <a:pt x="879" y="51"/>
                      <a:pt x="873" y="42"/>
                      <a:pt x="870" y="39"/>
                    </a:cubicBezTo>
                    <a:cubicBezTo>
                      <a:pt x="870" y="36"/>
                      <a:pt x="840" y="42"/>
                      <a:pt x="840" y="45"/>
                    </a:cubicBezTo>
                    <a:close/>
                    <a:moveTo>
                      <a:pt x="822" y="36"/>
                    </a:moveTo>
                    <a:cubicBezTo>
                      <a:pt x="828" y="39"/>
                      <a:pt x="825" y="42"/>
                      <a:pt x="819" y="42"/>
                    </a:cubicBezTo>
                    <a:cubicBezTo>
                      <a:pt x="813" y="42"/>
                      <a:pt x="807" y="42"/>
                      <a:pt x="813" y="45"/>
                    </a:cubicBezTo>
                    <a:cubicBezTo>
                      <a:pt x="816" y="48"/>
                      <a:pt x="816" y="51"/>
                      <a:pt x="822" y="51"/>
                    </a:cubicBezTo>
                    <a:cubicBezTo>
                      <a:pt x="828" y="54"/>
                      <a:pt x="837" y="48"/>
                      <a:pt x="834" y="45"/>
                    </a:cubicBezTo>
                    <a:cubicBezTo>
                      <a:pt x="834" y="39"/>
                      <a:pt x="858" y="36"/>
                      <a:pt x="867" y="36"/>
                    </a:cubicBezTo>
                    <a:cubicBezTo>
                      <a:pt x="873" y="33"/>
                      <a:pt x="861" y="27"/>
                      <a:pt x="870" y="24"/>
                    </a:cubicBezTo>
                    <a:cubicBezTo>
                      <a:pt x="876" y="24"/>
                      <a:pt x="873" y="21"/>
                      <a:pt x="864" y="21"/>
                    </a:cubicBezTo>
                    <a:cubicBezTo>
                      <a:pt x="855" y="18"/>
                      <a:pt x="858" y="12"/>
                      <a:pt x="855" y="9"/>
                    </a:cubicBezTo>
                    <a:cubicBezTo>
                      <a:pt x="852" y="6"/>
                      <a:pt x="852" y="12"/>
                      <a:pt x="840" y="15"/>
                    </a:cubicBezTo>
                    <a:cubicBezTo>
                      <a:pt x="828" y="15"/>
                      <a:pt x="822" y="18"/>
                      <a:pt x="828" y="21"/>
                    </a:cubicBezTo>
                    <a:cubicBezTo>
                      <a:pt x="831" y="24"/>
                      <a:pt x="828" y="30"/>
                      <a:pt x="822" y="30"/>
                    </a:cubicBezTo>
                    <a:cubicBezTo>
                      <a:pt x="816" y="30"/>
                      <a:pt x="816" y="33"/>
                      <a:pt x="822" y="36"/>
                    </a:cubicBezTo>
                    <a:close/>
                    <a:moveTo>
                      <a:pt x="672" y="213"/>
                    </a:moveTo>
                    <a:cubicBezTo>
                      <a:pt x="678" y="216"/>
                      <a:pt x="684" y="213"/>
                      <a:pt x="681" y="210"/>
                    </a:cubicBezTo>
                    <a:cubicBezTo>
                      <a:pt x="681" y="204"/>
                      <a:pt x="669" y="210"/>
                      <a:pt x="672" y="213"/>
                    </a:cubicBezTo>
                    <a:close/>
                    <a:moveTo>
                      <a:pt x="813" y="12"/>
                    </a:moveTo>
                    <a:cubicBezTo>
                      <a:pt x="816" y="9"/>
                      <a:pt x="792" y="9"/>
                      <a:pt x="798" y="15"/>
                    </a:cubicBezTo>
                    <a:cubicBezTo>
                      <a:pt x="801" y="18"/>
                      <a:pt x="813" y="18"/>
                      <a:pt x="813" y="12"/>
                    </a:cubicBezTo>
                    <a:close/>
                    <a:moveTo>
                      <a:pt x="1422" y="162"/>
                    </a:moveTo>
                    <a:cubicBezTo>
                      <a:pt x="1431" y="162"/>
                      <a:pt x="1434" y="171"/>
                      <a:pt x="1449" y="171"/>
                    </a:cubicBezTo>
                    <a:cubicBezTo>
                      <a:pt x="1464" y="171"/>
                      <a:pt x="1476" y="168"/>
                      <a:pt x="1476" y="165"/>
                    </a:cubicBezTo>
                    <a:cubicBezTo>
                      <a:pt x="1476" y="162"/>
                      <a:pt x="1464" y="156"/>
                      <a:pt x="1458" y="159"/>
                    </a:cubicBezTo>
                    <a:cubicBezTo>
                      <a:pt x="1455" y="162"/>
                      <a:pt x="1452" y="156"/>
                      <a:pt x="1446" y="156"/>
                    </a:cubicBezTo>
                    <a:cubicBezTo>
                      <a:pt x="1440" y="159"/>
                      <a:pt x="1434" y="159"/>
                      <a:pt x="1431" y="153"/>
                    </a:cubicBezTo>
                    <a:cubicBezTo>
                      <a:pt x="1428" y="150"/>
                      <a:pt x="1419" y="162"/>
                      <a:pt x="1422" y="162"/>
                    </a:cubicBezTo>
                    <a:close/>
                    <a:moveTo>
                      <a:pt x="1794" y="255"/>
                    </a:moveTo>
                    <a:cubicBezTo>
                      <a:pt x="1800" y="258"/>
                      <a:pt x="1806" y="252"/>
                      <a:pt x="1812" y="255"/>
                    </a:cubicBezTo>
                    <a:cubicBezTo>
                      <a:pt x="1815" y="258"/>
                      <a:pt x="1830" y="252"/>
                      <a:pt x="1833" y="252"/>
                    </a:cubicBezTo>
                    <a:cubicBezTo>
                      <a:pt x="1839" y="252"/>
                      <a:pt x="1836" y="243"/>
                      <a:pt x="1821" y="243"/>
                    </a:cubicBezTo>
                    <a:cubicBezTo>
                      <a:pt x="1806" y="240"/>
                      <a:pt x="1788" y="252"/>
                      <a:pt x="1794" y="255"/>
                    </a:cubicBezTo>
                    <a:close/>
                    <a:moveTo>
                      <a:pt x="513" y="21"/>
                    </a:moveTo>
                    <a:cubicBezTo>
                      <a:pt x="525" y="21"/>
                      <a:pt x="525" y="15"/>
                      <a:pt x="516" y="12"/>
                    </a:cubicBezTo>
                    <a:cubicBezTo>
                      <a:pt x="510" y="12"/>
                      <a:pt x="510" y="15"/>
                      <a:pt x="507" y="15"/>
                    </a:cubicBezTo>
                    <a:cubicBezTo>
                      <a:pt x="504" y="15"/>
                      <a:pt x="489" y="18"/>
                      <a:pt x="492" y="21"/>
                    </a:cubicBezTo>
                    <a:cubicBezTo>
                      <a:pt x="495" y="24"/>
                      <a:pt x="504" y="24"/>
                      <a:pt x="513" y="21"/>
                    </a:cubicBezTo>
                    <a:close/>
                    <a:moveTo>
                      <a:pt x="1323" y="162"/>
                    </a:moveTo>
                    <a:cubicBezTo>
                      <a:pt x="1326" y="165"/>
                      <a:pt x="1329" y="168"/>
                      <a:pt x="1332" y="168"/>
                    </a:cubicBezTo>
                    <a:cubicBezTo>
                      <a:pt x="1332" y="171"/>
                      <a:pt x="1344" y="168"/>
                      <a:pt x="1347" y="168"/>
                    </a:cubicBezTo>
                    <a:cubicBezTo>
                      <a:pt x="1350" y="165"/>
                      <a:pt x="1353" y="174"/>
                      <a:pt x="1359" y="168"/>
                    </a:cubicBezTo>
                    <a:cubicBezTo>
                      <a:pt x="1365" y="165"/>
                      <a:pt x="1371" y="168"/>
                      <a:pt x="1377" y="168"/>
                    </a:cubicBezTo>
                    <a:cubicBezTo>
                      <a:pt x="1386" y="168"/>
                      <a:pt x="1377" y="159"/>
                      <a:pt x="1377" y="153"/>
                    </a:cubicBezTo>
                    <a:cubicBezTo>
                      <a:pt x="1377" y="150"/>
                      <a:pt x="1386" y="153"/>
                      <a:pt x="1383" y="156"/>
                    </a:cubicBezTo>
                    <a:cubicBezTo>
                      <a:pt x="1380" y="159"/>
                      <a:pt x="1386" y="168"/>
                      <a:pt x="1398" y="165"/>
                    </a:cubicBezTo>
                    <a:cubicBezTo>
                      <a:pt x="1407" y="165"/>
                      <a:pt x="1401" y="159"/>
                      <a:pt x="1407" y="156"/>
                    </a:cubicBezTo>
                    <a:cubicBezTo>
                      <a:pt x="1410" y="153"/>
                      <a:pt x="1410" y="150"/>
                      <a:pt x="1404" y="147"/>
                    </a:cubicBezTo>
                    <a:cubicBezTo>
                      <a:pt x="1395" y="141"/>
                      <a:pt x="1386" y="144"/>
                      <a:pt x="1377" y="141"/>
                    </a:cubicBezTo>
                    <a:cubicBezTo>
                      <a:pt x="1371" y="138"/>
                      <a:pt x="1362" y="138"/>
                      <a:pt x="1362" y="147"/>
                    </a:cubicBezTo>
                    <a:cubicBezTo>
                      <a:pt x="1362" y="153"/>
                      <a:pt x="1347" y="138"/>
                      <a:pt x="1341" y="135"/>
                    </a:cubicBezTo>
                    <a:cubicBezTo>
                      <a:pt x="1332" y="132"/>
                      <a:pt x="1311" y="156"/>
                      <a:pt x="1323" y="162"/>
                    </a:cubicBezTo>
                    <a:close/>
                    <a:moveTo>
                      <a:pt x="1392" y="204"/>
                    </a:moveTo>
                    <a:cubicBezTo>
                      <a:pt x="1398" y="204"/>
                      <a:pt x="1386" y="192"/>
                      <a:pt x="1377" y="192"/>
                    </a:cubicBezTo>
                    <a:cubicBezTo>
                      <a:pt x="1365" y="189"/>
                      <a:pt x="1356" y="198"/>
                      <a:pt x="1359" y="198"/>
                    </a:cubicBezTo>
                    <a:cubicBezTo>
                      <a:pt x="1362" y="204"/>
                      <a:pt x="1386" y="207"/>
                      <a:pt x="1392" y="204"/>
                    </a:cubicBezTo>
                    <a:close/>
                    <a:moveTo>
                      <a:pt x="1365" y="183"/>
                    </a:moveTo>
                    <a:cubicBezTo>
                      <a:pt x="1365" y="177"/>
                      <a:pt x="1347" y="183"/>
                      <a:pt x="1353" y="186"/>
                    </a:cubicBezTo>
                    <a:cubicBezTo>
                      <a:pt x="1359" y="189"/>
                      <a:pt x="1365" y="189"/>
                      <a:pt x="1365" y="183"/>
                    </a:cubicBezTo>
                    <a:close/>
                    <a:moveTo>
                      <a:pt x="576" y="207"/>
                    </a:moveTo>
                    <a:cubicBezTo>
                      <a:pt x="579" y="207"/>
                      <a:pt x="591" y="207"/>
                      <a:pt x="594" y="204"/>
                    </a:cubicBezTo>
                    <a:cubicBezTo>
                      <a:pt x="594" y="201"/>
                      <a:pt x="588" y="198"/>
                      <a:pt x="582" y="198"/>
                    </a:cubicBezTo>
                    <a:cubicBezTo>
                      <a:pt x="573" y="198"/>
                      <a:pt x="573" y="207"/>
                      <a:pt x="576" y="207"/>
                    </a:cubicBezTo>
                    <a:close/>
                    <a:moveTo>
                      <a:pt x="309" y="27"/>
                    </a:moveTo>
                    <a:cubicBezTo>
                      <a:pt x="318" y="18"/>
                      <a:pt x="327" y="27"/>
                      <a:pt x="327" y="24"/>
                    </a:cubicBezTo>
                    <a:cubicBezTo>
                      <a:pt x="330" y="18"/>
                      <a:pt x="315" y="18"/>
                      <a:pt x="309" y="21"/>
                    </a:cubicBezTo>
                    <a:cubicBezTo>
                      <a:pt x="303" y="24"/>
                      <a:pt x="288" y="21"/>
                      <a:pt x="291" y="27"/>
                    </a:cubicBezTo>
                    <a:cubicBezTo>
                      <a:pt x="291" y="27"/>
                      <a:pt x="300" y="33"/>
                      <a:pt x="309" y="27"/>
                    </a:cubicBezTo>
                    <a:close/>
                    <a:moveTo>
                      <a:pt x="1389" y="591"/>
                    </a:moveTo>
                    <a:cubicBezTo>
                      <a:pt x="1386" y="579"/>
                      <a:pt x="1395" y="570"/>
                      <a:pt x="1386" y="567"/>
                    </a:cubicBezTo>
                    <a:cubicBezTo>
                      <a:pt x="1380" y="561"/>
                      <a:pt x="1383" y="549"/>
                      <a:pt x="1380" y="552"/>
                    </a:cubicBezTo>
                    <a:cubicBezTo>
                      <a:pt x="1377" y="555"/>
                      <a:pt x="1380" y="564"/>
                      <a:pt x="1374" y="564"/>
                    </a:cubicBezTo>
                    <a:cubicBezTo>
                      <a:pt x="1368" y="564"/>
                      <a:pt x="1374" y="570"/>
                      <a:pt x="1371" y="576"/>
                    </a:cubicBezTo>
                    <a:cubicBezTo>
                      <a:pt x="1371" y="582"/>
                      <a:pt x="1374" y="594"/>
                      <a:pt x="1377" y="600"/>
                    </a:cubicBezTo>
                    <a:cubicBezTo>
                      <a:pt x="1380" y="606"/>
                      <a:pt x="1371" y="636"/>
                      <a:pt x="1374" y="642"/>
                    </a:cubicBezTo>
                    <a:cubicBezTo>
                      <a:pt x="1377" y="648"/>
                      <a:pt x="1371" y="672"/>
                      <a:pt x="1374" y="675"/>
                    </a:cubicBezTo>
                    <a:cubicBezTo>
                      <a:pt x="1377" y="678"/>
                      <a:pt x="1374" y="666"/>
                      <a:pt x="1380" y="666"/>
                    </a:cubicBezTo>
                    <a:cubicBezTo>
                      <a:pt x="1386" y="666"/>
                      <a:pt x="1386" y="672"/>
                      <a:pt x="1389" y="675"/>
                    </a:cubicBezTo>
                    <a:cubicBezTo>
                      <a:pt x="1395" y="675"/>
                      <a:pt x="1392" y="663"/>
                      <a:pt x="1389" y="666"/>
                    </a:cubicBezTo>
                    <a:cubicBezTo>
                      <a:pt x="1386" y="666"/>
                      <a:pt x="1383" y="657"/>
                      <a:pt x="1380" y="651"/>
                    </a:cubicBezTo>
                    <a:cubicBezTo>
                      <a:pt x="1380" y="645"/>
                      <a:pt x="1383" y="639"/>
                      <a:pt x="1383" y="633"/>
                    </a:cubicBezTo>
                    <a:cubicBezTo>
                      <a:pt x="1383" y="627"/>
                      <a:pt x="1392" y="627"/>
                      <a:pt x="1398" y="633"/>
                    </a:cubicBezTo>
                    <a:cubicBezTo>
                      <a:pt x="1401" y="636"/>
                      <a:pt x="1404" y="633"/>
                      <a:pt x="1401" y="630"/>
                    </a:cubicBezTo>
                    <a:cubicBezTo>
                      <a:pt x="1398" y="627"/>
                      <a:pt x="1392" y="600"/>
                      <a:pt x="1389" y="591"/>
                    </a:cubicBezTo>
                    <a:close/>
                    <a:moveTo>
                      <a:pt x="327" y="294"/>
                    </a:moveTo>
                    <a:cubicBezTo>
                      <a:pt x="336" y="300"/>
                      <a:pt x="342" y="288"/>
                      <a:pt x="348" y="288"/>
                    </a:cubicBezTo>
                    <a:cubicBezTo>
                      <a:pt x="351" y="288"/>
                      <a:pt x="345" y="282"/>
                      <a:pt x="336" y="282"/>
                    </a:cubicBezTo>
                    <a:cubicBezTo>
                      <a:pt x="330" y="279"/>
                      <a:pt x="318" y="285"/>
                      <a:pt x="327" y="294"/>
                    </a:cubicBezTo>
                    <a:close/>
                    <a:moveTo>
                      <a:pt x="1923" y="348"/>
                    </a:moveTo>
                    <a:cubicBezTo>
                      <a:pt x="1920" y="348"/>
                      <a:pt x="1908" y="342"/>
                      <a:pt x="1905" y="339"/>
                    </a:cubicBezTo>
                    <a:cubicBezTo>
                      <a:pt x="1905" y="333"/>
                      <a:pt x="1890" y="333"/>
                      <a:pt x="1890" y="333"/>
                    </a:cubicBezTo>
                    <a:cubicBezTo>
                      <a:pt x="1890" y="336"/>
                      <a:pt x="1887" y="333"/>
                      <a:pt x="1887" y="330"/>
                    </a:cubicBezTo>
                    <a:cubicBezTo>
                      <a:pt x="1884" y="330"/>
                      <a:pt x="1872" y="330"/>
                      <a:pt x="1872" y="330"/>
                    </a:cubicBezTo>
                    <a:cubicBezTo>
                      <a:pt x="1872" y="333"/>
                      <a:pt x="1875" y="333"/>
                      <a:pt x="1875" y="336"/>
                    </a:cubicBezTo>
                    <a:cubicBezTo>
                      <a:pt x="1878" y="339"/>
                      <a:pt x="1872" y="339"/>
                      <a:pt x="1875" y="342"/>
                    </a:cubicBezTo>
                    <a:cubicBezTo>
                      <a:pt x="1875" y="345"/>
                      <a:pt x="1869" y="342"/>
                      <a:pt x="1866" y="339"/>
                    </a:cubicBezTo>
                    <a:cubicBezTo>
                      <a:pt x="1866" y="339"/>
                      <a:pt x="1866" y="333"/>
                      <a:pt x="1866" y="330"/>
                    </a:cubicBezTo>
                    <a:cubicBezTo>
                      <a:pt x="1866" y="324"/>
                      <a:pt x="1863" y="327"/>
                      <a:pt x="1863" y="324"/>
                    </a:cubicBezTo>
                    <a:cubicBezTo>
                      <a:pt x="1863" y="318"/>
                      <a:pt x="1848" y="312"/>
                      <a:pt x="1842" y="309"/>
                    </a:cubicBezTo>
                    <a:cubicBezTo>
                      <a:pt x="1833" y="306"/>
                      <a:pt x="1827" y="306"/>
                      <a:pt x="1824" y="303"/>
                    </a:cubicBezTo>
                    <a:cubicBezTo>
                      <a:pt x="1821" y="297"/>
                      <a:pt x="1809" y="297"/>
                      <a:pt x="1806" y="294"/>
                    </a:cubicBezTo>
                    <a:cubicBezTo>
                      <a:pt x="1803" y="288"/>
                      <a:pt x="1782" y="282"/>
                      <a:pt x="1776" y="279"/>
                    </a:cubicBezTo>
                    <a:cubicBezTo>
                      <a:pt x="1767" y="279"/>
                      <a:pt x="1767" y="276"/>
                      <a:pt x="1764" y="276"/>
                    </a:cubicBezTo>
                    <a:cubicBezTo>
                      <a:pt x="1761" y="276"/>
                      <a:pt x="1743" y="276"/>
                      <a:pt x="1737" y="276"/>
                    </a:cubicBezTo>
                    <a:cubicBezTo>
                      <a:pt x="1731" y="273"/>
                      <a:pt x="1731" y="279"/>
                      <a:pt x="1728" y="276"/>
                    </a:cubicBezTo>
                    <a:cubicBezTo>
                      <a:pt x="1725" y="276"/>
                      <a:pt x="1704" y="267"/>
                      <a:pt x="1701" y="270"/>
                    </a:cubicBezTo>
                    <a:cubicBezTo>
                      <a:pt x="1698" y="273"/>
                      <a:pt x="1701" y="276"/>
                      <a:pt x="1698" y="279"/>
                    </a:cubicBezTo>
                    <a:cubicBezTo>
                      <a:pt x="1695" y="279"/>
                      <a:pt x="1698" y="282"/>
                      <a:pt x="1704" y="288"/>
                    </a:cubicBezTo>
                    <a:cubicBezTo>
                      <a:pt x="1710" y="291"/>
                      <a:pt x="1704" y="297"/>
                      <a:pt x="1701" y="297"/>
                    </a:cubicBezTo>
                    <a:cubicBezTo>
                      <a:pt x="1695" y="300"/>
                      <a:pt x="1686" y="297"/>
                      <a:pt x="1686" y="291"/>
                    </a:cubicBezTo>
                    <a:cubicBezTo>
                      <a:pt x="1683" y="288"/>
                      <a:pt x="1677" y="291"/>
                      <a:pt x="1674" y="285"/>
                    </a:cubicBezTo>
                    <a:cubicBezTo>
                      <a:pt x="1671" y="279"/>
                      <a:pt x="1677" y="279"/>
                      <a:pt x="1680" y="282"/>
                    </a:cubicBezTo>
                    <a:cubicBezTo>
                      <a:pt x="1683" y="285"/>
                      <a:pt x="1686" y="282"/>
                      <a:pt x="1689" y="279"/>
                    </a:cubicBezTo>
                    <a:cubicBezTo>
                      <a:pt x="1689" y="276"/>
                      <a:pt x="1680" y="273"/>
                      <a:pt x="1674" y="273"/>
                    </a:cubicBezTo>
                    <a:cubicBezTo>
                      <a:pt x="1668" y="273"/>
                      <a:pt x="1665" y="279"/>
                      <a:pt x="1659" y="282"/>
                    </a:cubicBezTo>
                    <a:cubicBezTo>
                      <a:pt x="1656" y="285"/>
                      <a:pt x="1635" y="282"/>
                      <a:pt x="1632" y="279"/>
                    </a:cubicBezTo>
                    <a:cubicBezTo>
                      <a:pt x="1629" y="279"/>
                      <a:pt x="1602" y="279"/>
                      <a:pt x="1599" y="282"/>
                    </a:cubicBezTo>
                    <a:cubicBezTo>
                      <a:pt x="1596" y="285"/>
                      <a:pt x="1596" y="291"/>
                      <a:pt x="1596" y="294"/>
                    </a:cubicBezTo>
                    <a:cubicBezTo>
                      <a:pt x="1593" y="294"/>
                      <a:pt x="1593" y="285"/>
                      <a:pt x="1593" y="282"/>
                    </a:cubicBezTo>
                    <a:cubicBezTo>
                      <a:pt x="1593" y="279"/>
                      <a:pt x="1590" y="279"/>
                      <a:pt x="1584" y="279"/>
                    </a:cubicBezTo>
                    <a:cubicBezTo>
                      <a:pt x="1578" y="279"/>
                      <a:pt x="1575" y="279"/>
                      <a:pt x="1578" y="276"/>
                    </a:cubicBezTo>
                    <a:cubicBezTo>
                      <a:pt x="1581" y="273"/>
                      <a:pt x="1575" y="273"/>
                      <a:pt x="1581" y="270"/>
                    </a:cubicBezTo>
                    <a:cubicBezTo>
                      <a:pt x="1584" y="267"/>
                      <a:pt x="1572" y="258"/>
                      <a:pt x="1563" y="252"/>
                    </a:cubicBezTo>
                    <a:cubicBezTo>
                      <a:pt x="1551" y="249"/>
                      <a:pt x="1527" y="252"/>
                      <a:pt x="1518" y="252"/>
                    </a:cubicBezTo>
                    <a:cubicBezTo>
                      <a:pt x="1512" y="255"/>
                      <a:pt x="1500" y="255"/>
                      <a:pt x="1494" y="255"/>
                    </a:cubicBezTo>
                    <a:cubicBezTo>
                      <a:pt x="1485" y="255"/>
                      <a:pt x="1491" y="252"/>
                      <a:pt x="1491" y="249"/>
                    </a:cubicBezTo>
                    <a:cubicBezTo>
                      <a:pt x="1488" y="246"/>
                      <a:pt x="1476" y="243"/>
                      <a:pt x="1476" y="246"/>
                    </a:cubicBezTo>
                    <a:cubicBezTo>
                      <a:pt x="1473" y="249"/>
                      <a:pt x="1470" y="246"/>
                      <a:pt x="1470" y="243"/>
                    </a:cubicBezTo>
                    <a:cubicBezTo>
                      <a:pt x="1470" y="243"/>
                      <a:pt x="1461" y="237"/>
                      <a:pt x="1458" y="240"/>
                    </a:cubicBezTo>
                    <a:cubicBezTo>
                      <a:pt x="1452" y="240"/>
                      <a:pt x="1452" y="234"/>
                      <a:pt x="1455" y="234"/>
                    </a:cubicBezTo>
                    <a:cubicBezTo>
                      <a:pt x="1461" y="234"/>
                      <a:pt x="1467" y="237"/>
                      <a:pt x="1464" y="231"/>
                    </a:cubicBezTo>
                    <a:cubicBezTo>
                      <a:pt x="1461" y="225"/>
                      <a:pt x="1431" y="225"/>
                      <a:pt x="1428" y="225"/>
                    </a:cubicBezTo>
                    <a:cubicBezTo>
                      <a:pt x="1425" y="225"/>
                      <a:pt x="1428" y="231"/>
                      <a:pt x="1422" y="237"/>
                    </a:cubicBezTo>
                    <a:cubicBezTo>
                      <a:pt x="1416" y="243"/>
                      <a:pt x="1410" y="237"/>
                      <a:pt x="1410" y="234"/>
                    </a:cubicBezTo>
                    <a:cubicBezTo>
                      <a:pt x="1410" y="231"/>
                      <a:pt x="1419" y="231"/>
                      <a:pt x="1419" y="228"/>
                    </a:cubicBezTo>
                    <a:cubicBezTo>
                      <a:pt x="1419" y="225"/>
                      <a:pt x="1407" y="228"/>
                      <a:pt x="1407" y="225"/>
                    </a:cubicBezTo>
                    <a:cubicBezTo>
                      <a:pt x="1404" y="222"/>
                      <a:pt x="1407" y="222"/>
                      <a:pt x="1413" y="222"/>
                    </a:cubicBezTo>
                    <a:cubicBezTo>
                      <a:pt x="1416" y="225"/>
                      <a:pt x="1422" y="225"/>
                      <a:pt x="1425" y="222"/>
                    </a:cubicBezTo>
                    <a:cubicBezTo>
                      <a:pt x="1425" y="222"/>
                      <a:pt x="1419" y="219"/>
                      <a:pt x="1413" y="219"/>
                    </a:cubicBezTo>
                    <a:cubicBezTo>
                      <a:pt x="1407" y="219"/>
                      <a:pt x="1389" y="213"/>
                      <a:pt x="1383" y="216"/>
                    </a:cubicBezTo>
                    <a:cubicBezTo>
                      <a:pt x="1374" y="216"/>
                      <a:pt x="1368" y="213"/>
                      <a:pt x="1365" y="210"/>
                    </a:cubicBezTo>
                    <a:cubicBezTo>
                      <a:pt x="1359" y="210"/>
                      <a:pt x="1359" y="213"/>
                      <a:pt x="1362" y="216"/>
                    </a:cubicBezTo>
                    <a:cubicBezTo>
                      <a:pt x="1365" y="219"/>
                      <a:pt x="1359" y="222"/>
                      <a:pt x="1353" y="219"/>
                    </a:cubicBezTo>
                    <a:cubicBezTo>
                      <a:pt x="1347" y="219"/>
                      <a:pt x="1338" y="222"/>
                      <a:pt x="1341" y="228"/>
                    </a:cubicBezTo>
                    <a:cubicBezTo>
                      <a:pt x="1344" y="231"/>
                      <a:pt x="1347" y="225"/>
                      <a:pt x="1350" y="228"/>
                    </a:cubicBezTo>
                    <a:cubicBezTo>
                      <a:pt x="1353" y="228"/>
                      <a:pt x="1344" y="231"/>
                      <a:pt x="1347" y="234"/>
                    </a:cubicBezTo>
                    <a:cubicBezTo>
                      <a:pt x="1353" y="234"/>
                      <a:pt x="1350" y="240"/>
                      <a:pt x="1350" y="240"/>
                    </a:cubicBezTo>
                    <a:cubicBezTo>
                      <a:pt x="1350" y="243"/>
                      <a:pt x="1344" y="243"/>
                      <a:pt x="1341" y="240"/>
                    </a:cubicBezTo>
                    <a:cubicBezTo>
                      <a:pt x="1341" y="237"/>
                      <a:pt x="1335" y="240"/>
                      <a:pt x="1332" y="240"/>
                    </a:cubicBezTo>
                    <a:cubicBezTo>
                      <a:pt x="1326" y="240"/>
                      <a:pt x="1323" y="243"/>
                      <a:pt x="1329" y="243"/>
                    </a:cubicBezTo>
                    <a:cubicBezTo>
                      <a:pt x="1332" y="243"/>
                      <a:pt x="1335" y="246"/>
                      <a:pt x="1329" y="246"/>
                    </a:cubicBezTo>
                    <a:cubicBezTo>
                      <a:pt x="1323" y="249"/>
                      <a:pt x="1323" y="240"/>
                      <a:pt x="1320" y="243"/>
                    </a:cubicBezTo>
                    <a:cubicBezTo>
                      <a:pt x="1314" y="243"/>
                      <a:pt x="1308" y="240"/>
                      <a:pt x="1302" y="240"/>
                    </a:cubicBezTo>
                    <a:cubicBezTo>
                      <a:pt x="1296" y="240"/>
                      <a:pt x="1296" y="243"/>
                      <a:pt x="1290" y="243"/>
                    </a:cubicBezTo>
                    <a:cubicBezTo>
                      <a:pt x="1284" y="243"/>
                      <a:pt x="1275" y="240"/>
                      <a:pt x="1272" y="237"/>
                    </a:cubicBezTo>
                    <a:cubicBezTo>
                      <a:pt x="1269" y="234"/>
                      <a:pt x="1269" y="231"/>
                      <a:pt x="1266" y="237"/>
                    </a:cubicBezTo>
                    <a:cubicBezTo>
                      <a:pt x="1263" y="240"/>
                      <a:pt x="1263" y="246"/>
                      <a:pt x="1260" y="249"/>
                    </a:cubicBezTo>
                    <a:cubicBezTo>
                      <a:pt x="1257" y="249"/>
                      <a:pt x="1254" y="255"/>
                      <a:pt x="1251" y="258"/>
                    </a:cubicBezTo>
                    <a:cubicBezTo>
                      <a:pt x="1248" y="258"/>
                      <a:pt x="1248" y="255"/>
                      <a:pt x="1245" y="255"/>
                    </a:cubicBezTo>
                    <a:cubicBezTo>
                      <a:pt x="1242" y="255"/>
                      <a:pt x="1230" y="243"/>
                      <a:pt x="1227" y="240"/>
                    </a:cubicBezTo>
                    <a:cubicBezTo>
                      <a:pt x="1227" y="237"/>
                      <a:pt x="1221" y="228"/>
                      <a:pt x="1218" y="228"/>
                    </a:cubicBezTo>
                    <a:cubicBezTo>
                      <a:pt x="1215" y="225"/>
                      <a:pt x="1221" y="225"/>
                      <a:pt x="1224" y="228"/>
                    </a:cubicBezTo>
                    <a:cubicBezTo>
                      <a:pt x="1224" y="231"/>
                      <a:pt x="1227" y="231"/>
                      <a:pt x="1230" y="228"/>
                    </a:cubicBezTo>
                    <a:cubicBezTo>
                      <a:pt x="1233" y="228"/>
                      <a:pt x="1233" y="222"/>
                      <a:pt x="1230" y="222"/>
                    </a:cubicBezTo>
                    <a:cubicBezTo>
                      <a:pt x="1224" y="222"/>
                      <a:pt x="1227" y="216"/>
                      <a:pt x="1227" y="216"/>
                    </a:cubicBezTo>
                    <a:cubicBezTo>
                      <a:pt x="1230" y="216"/>
                      <a:pt x="1224" y="210"/>
                      <a:pt x="1227" y="210"/>
                    </a:cubicBezTo>
                    <a:cubicBezTo>
                      <a:pt x="1227" y="207"/>
                      <a:pt x="1227" y="204"/>
                      <a:pt x="1224" y="204"/>
                    </a:cubicBezTo>
                    <a:cubicBezTo>
                      <a:pt x="1221" y="204"/>
                      <a:pt x="1215" y="201"/>
                      <a:pt x="1215" y="198"/>
                    </a:cubicBezTo>
                    <a:cubicBezTo>
                      <a:pt x="1215" y="198"/>
                      <a:pt x="1200" y="198"/>
                      <a:pt x="1200" y="201"/>
                    </a:cubicBezTo>
                    <a:cubicBezTo>
                      <a:pt x="1203" y="201"/>
                      <a:pt x="1197" y="201"/>
                      <a:pt x="1197" y="198"/>
                    </a:cubicBezTo>
                    <a:cubicBezTo>
                      <a:pt x="1197" y="198"/>
                      <a:pt x="1191" y="198"/>
                      <a:pt x="1185" y="195"/>
                    </a:cubicBezTo>
                    <a:cubicBezTo>
                      <a:pt x="1176" y="195"/>
                      <a:pt x="1176" y="189"/>
                      <a:pt x="1173" y="189"/>
                    </a:cubicBezTo>
                    <a:cubicBezTo>
                      <a:pt x="1170" y="189"/>
                      <a:pt x="1173" y="195"/>
                      <a:pt x="1170" y="195"/>
                    </a:cubicBezTo>
                    <a:cubicBezTo>
                      <a:pt x="1164" y="192"/>
                      <a:pt x="1161" y="195"/>
                      <a:pt x="1164" y="201"/>
                    </a:cubicBezTo>
                    <a:cubicBezTo>
                      <a:pt x="1164" y="204"/>
                      <a:pt x="1164" y="204"/>
                      <a:pt x="1164" y="207"/>
                    </a:cubicBezTo>
                    <a:cubicBezTo>
                      <a:pt x="1161" y="213"/>
                      <a:pt x="1161" y="210"/>
                      <a:pt x="1155" y="210"/>
                    </a:cubicBezTo>
                    <a:cubicBezTo>
                      <a:pt x="1152" y="207"/>
                      <a:pt x="1152" y="213"/>
                      <a:pt x="1143" y="210"/>
                    </a:cubicBezTo>
                    <a:cubicBezTo>
                      <a:pt x="1134" y="207"/>
                      <a:pt x="1128" y="210"/>
                      <a:pt x="1128" y="207"/>
                    </a:cubicBezTo>
                    <a:cubicBezTo>
                      <a:pt x="1125" y="204"/>
                      <a:pt x="1122" y="204"/>
                      <a:pt x="1122" y="207"/>
                    </a:cubicBezTo>
                    <a:cubicBezTo>
                      <a:pt x="1122" y="210"/>
                      <a:pt x="1107" y="207"/>
                      <a:pt x="1107" y="204"/>
                    </a:cubicBezTo>
                    <a:cubicBezTo>
                      <a:pt x="1104" y="201"/>
                      <a:pt x="1110" y="201"/>
                      <a:pt x="1110" y="198"/>
                    </a:cubicBezTo>
                    <a:cubicBezTo>
                      <a:pt x="1113" y="198"/>
                      <a:pt x="1110" y="195"/>
                      <a:pt x="1101" y="198"/>
                    </a:cubicBezTo>
                    <a:cubicBezTo>
                      <a:pt x="1092" y="198"/>
                      <a:pt x="1089" y="192"/>
                      <a:pt x="1080" y="195"/>
                    </a:cubicBezTo>
                    <a:cubicBezTo>
                      <a:pt x="1071" y="195"/>
                      <a:pt x="1053" y="195"/>
                      <a:pt x="1053" y="198"/>
                    </a:cubicBezTo>
                    <a:cubicBezTo>
                      <a:pt x="1050" y="198"/>
                      <a:pt x="1053" y="204"/>
                      <a:pt x="1050" y="204"/>
                    </a:cubicBezTo>
                    <a:cubicBezTo>
                      <a:pt x="1047" y="204"/>
                      <a:pt x="1050" y="195"/>
                      <a:pt x="1050" y="192"/>
                    </a:cubicBezTo>
                    <a:cubicBezTo>
                      <a:pt x="1047" y="189"/>
                      <a:pt x="1041" y="189"/>
                      <a:pt x="1044" y="192"/>
                    </a:cubicBezTo>
                    <a:cubicBezTo>
                      <a:pt x="1044" y="195"/>
                      <a:pt x="1035" y="195"/>
                      <a:pt x="1032" y="192"/>
                    </a:cubicBezTo>
                    <a:cubicBezTo>
                      <a:pt x="1029" y="189"/>
                      <a:pt x="1026" y="189"/>
                      <a:pt x="1017" y="186"/>
                    </a:cubicBezTo>
                    <a:cubicBezTo>
                      <a:pt x="1011" y="183"/>
                      <a:pt x="1005" y="192"/>
                      <a:pt x="1005" y="192"/>
                    </a:cubicBezTo>
                    <a:cubicBezTo>
                      <a:pt x="1008" y="195"/>
                      <a:pt x="1011" y="195"/>
                      <a:pt x="1011" y="195"/>
                    </a:cubicBezTo>
                    <a:cubicBezTo>
                      <a:pt x="1014" y="198"/>
                      <a:pt x="999" y="198"/>
                      <a:pt x="999" y="198"/>
                    </a:cubicBezTo>
                    <a:cubicBezTo>
                      <a:pt x="999" y="201"/>
                      <a:pt x="984" y="204"/>
                      <a:pt x="981" y="204"/>
                    </a:cubicBezTo>
                    <a:cubicBezTo>
                      <a:pt x="969" y="207"/>
                      <a:pt x="969" y="207"/>
                      <a:pt x="963" y="210"/>
                    </a:cubicBezTo>
                    <a:cubicBezTo>
                      <a:pt x="957" y="216"/>
                      <a:pt x="963" y="207"/>
                      <a:pt x="966" y="204"/>
                    </a:cubicBezTo>
                    <a:cubicBezTo>
                      <a:pt x="969" y="198"/>
                      <a:pt x="975" y="201"/>
                      <a:pt x="975" y="198"/>
                    </a:cubicBezTo>
                    <a:cubicBezTo>
                      <a:pt x="978" y="195"/>
                      <a:pt x="981" y="195"/>
                      <a:pt x="990" y="195"/>
                    </a:cubicBezTo>
                    <a:cubicBezTo>
                      <a:pt x="996" y="192"/>
                      <a:pt x="996" y="189"/>
                      <a:pt x="999" y="189"/>
                    </a:cubicBezTo>
                    <a:cubicBezTo>
                      <a:pt x="1002" y="186"/>
                      <a:pt x="1008" y="183"/>
                      <a:pt x="1008" y="180"/>
                    </a:cubicBezTo>
                    <a:cubicBezTo>
                      <a:pt x="1011" y="177"/>
                      <a:pt x="1026" y="171"/>
                      <a:pt x="1029" y="174"/>
                    </a:cubicBezTo>
                    <a:cubicBezTo>
                      <a:pt x="1032" y="174"/>
                      <a:pt x="1032" y="168"/>
                      <a:pt x="1035" y="168"/>
                    </a:cubicBezTo>
                    <a:cubicBezTo>
                      <a:pt x="1035" y="168"/>
                      <a:pt x="1044" y="162"/>
                      <a:pt x="1047" y="162"/>
                    </a:cubicBezTo>
                    <a:cubicBezTo>
                      <a:pt x="1050" y="159"/>
                      <a:pt x="1053" y="156"/>
                      <a:pt x="1053" y="153"/>
                    </a:cubicBezTo>
                    <a:cubicBezTo>
                      <a:pt x="1053" y="153"/>
                      <a:pt x="1047" y="153"/>
                      <a:pt x="1047" y="150"/>
                    </a:cubicBezTo>
                    <a:cubicBezTo>
                      <a:pt x="1047" y="150"/>
                      <a:pt x="1050" y="150"/>
                      <a:pt x="1053" y="150"/>
                    </a:cubicBezTo>
                    <a:cubicBezTo>
                      <a:pt x="1056" y="147"/>
                      <a:pt x="1053" y="144"/>
                      <a:pt x="1050" y="144"/>
                    </a:cubicBezTo>
                    <a:cubicBezTo>
                      <a:pt x="1047" y="144"/>
                      <a:pt x="1053" y="141"/>
                      <a:pt x="1050" y="138"/>
                    </a:cubicBezTo>
                    <a:cubicBezTo>
                      <a:pt x="1047" y="135"/>
                      <a:pt x="1041" y="141"/>
                      <a:pt x="1041" y="138"/>
                    </a:cubicBezTo>
                    <a:cubicBezTo>
                      <a:pt x="1041" y="132"/>
                      <a:pt x="1041" y="129"/>
                      <a:pt x="1041" y="126"/>
                    </a:cubicBezTo>
                    <a:cubicBezTo>
                      <a:pt x="1038" y="126"/>
                      <a:pt x="1035" y="132"/>
                      <a:pt x="1029" y="129"/>
                    </a:cubicBezTo>
                    <a:cubicBezTo>
                      <a:pt x="1026" y="126"/>
                      <a:pt x="1014" y="123"/>
                      <a:pt x="1014" y="123"/>
                    </a:cubicBezTo>
                    <a:cubicBezTo>
                      <a:pt x="1014" y="126"/>
                      <a:pt x="1008" y="123"/>
                      <a:pt x="1008" y="123"/>
                    </a:cubicBezTo>
                    <a:cubicBezTo>
                      <a:pt x="1005" y="126"/>
                      <a:pt x="996" y="123"/>
                      <a:pt x="993" y="123"/>
                    </a:cubicBezTo>
                    <a:cubicBezTo>
                      <a:pt x="990" y="123"/>
                      <a:pt x="987" y="126"/>
                      <a:pt x="987" y="129"/>
                    </a:cubicBezTo>
                    <a:cubicBezTo>
                      <a:pt x="984" y="132"/>
                      <a:pt x="975" y="129"/>
                      <a:pt x="972" y="129"/>
                    </a:cubicBezTo>
                    <a:cubicBezTo>
                      <a:pt x="969" y="129"/>
                      <a:pt x="981" y="120"/>
                      <a:pt x="981" y="120"/>
                    </a:cubicBezTo>
                    <a:cubicBezTo>
                      <a:pt x="981" y="117"/>
                      <a:pt x="963" y="120"/>
                      <a:pt x="960" y="117"/>
                    </a:cubicBezTo>
                    <a:cubicBezTo>
                      <a:pt x="960" y="117"/>
                      <a:pt x="951" y="114"/>
                      <a:pt x="948" y="114"/>
                    </a:cubicBezTo>
                    <a:cubicBezTo>
                      <a:pt x="945" y="114"/>
                      <a:pt x="948" y="114"/>
                      <a:pt x="951" y="114"/>
                    </a:cubicBezTo>
                    <a:cubicBezTo>
                      <a:pt x="954" y="114"/>
                      <a:pt x="957" y="111"/>
                      <a:pt x="963" y="111"/>
                    </a:cubicBezTo>
                    <a:cubicBezTo>
                      <a:pt x="966" y="108"/>
                      <a:pt x="966" y="108"/>
                      <a:pt x="963" y="105"/>
                    </a:cubicBezTo>
                    <a:cubicBezTo>
                      <a:pt x="960" y="102"/>
                      <a:pt x="957" y="105"/>
                      <a:pt x="954" y="102"/>
                    </a:cubicBezTo>
                    <a:cubicBezTo>
                      <a:pt x="951" y="102"/>
                      <a:pt x="945" y="99"/>
                      <a:pt x="942" y="99"/>
                    </a:cubicBezTo>
                    <a:cubicBezTo>
                      <a:pt x="939" y="99"/>
                      <a:pt x="936" y="102"/>
                      <a:pt x="927" y="102"/>
                    </a:cubicBezTo>
                    <a:cubicBezTo>
                      <a:pt x="918" y="105"/>
                      <a:pt x="918" y="111"/>
                      <a:pt x="915" y="114"/>
                    </a:cubicBezTo>
                    <a:cubicBezTo>
                      <a:pt x="909" y="114"/>
                      <a:pt x="903" y="123"/>
                      <a:pt x="906" y="123"/>
                    </a:cubicBezTo>
                    <a:cubicBezTo>
                      <a:pt x="909" y="123"/>
                      <a:pt x="909" y="126"/>
                      <a:pt x="909" y="126"/>
                    </a:cubicBezTo>
                    <a:cubicBezTo>
                      <a:pt x="909" y="129"/>
                      <a:pt x="906" y="129"/>
                      <a:pt x="903" y="129"/>
                    </a:cubicBezTo>
                    <a:cubicBezTo>
                      <a:pt x="900" y="129"/>
                      <a:pt x="885" y="129"/>
                      <a:pt x="885" y="132"/>
                    </a:cubicBezTo>
                    <a:cubicBezTo>
                      <a:pt x="885" y="135"/>
                      <a:pt x="894" y="135"/>
                      <a:pt x="894" y="138"/>
                    </a:cubicBezTo>
                    <a:cubicBezTo>
                      <a:pt x="891" y="138"/>
                      <a:pt x="888" y="138"/>
                      <a:pt x="885" y="135"/>
                    </a:cubicBezTo>
                    <a:cubicBezTo>
                      <a:pt x="882" y="135"/>
                      <a:pt x="876" y="135"/>
                      <a:pt x="873" y="138"/>
                    </a:cubicBezTo>
                    <a:cubicBezTo>
                      <a:pt x="873" y="141"/>
                      <a:pt x="867" y="141"/>
                      <a:pt x="867" y="138"/>
                    </a:cubicBezTo>
                    <a:cubicBezTo>
                      <a:pt x="864" y="138"/>
                      <a:pt x="861" y="141"/>
                      <a:pt x="861" y="141"/>
                    </a:cubicBezTo>
                    <a:cubicBezTo>
                      <a:pt x="858" y="138"/>
                      <a:pt x="864" y="135"/>
                      <a:pt x="864" y="135"/>
                    </a:cubicBezTo>
                    <a:cubicBezTo>
                      <a:pt x="861" y="132"/>
                      <a:pt x="852" y="132"/>
                      <a:pt x="852" y="135"/>
                    </a:cubicBezTo>
                    <a:cubicBezTo>
                      <a:pt x="852" y="138"/>
                      <a:pt x="846" y="135"/>
                      <a:pt x="846" y="135"/>
                    </a:cubicBezTo>
                    <a:cubicBezTo>
                      <a:pt x="843" y="135"/>
                      <a:pt x="840" y="138"/>
                      <a:pt x="837" y="138"/>
                    </a:cubicBezTo>
                    <a:cubicBezTo>
                      <a:pt x="834" y="141"/>
                      <a:pt x="828" y="138"/>
                      <a:pt x="825" y="141"/>
                    </a:cubicBezTo>
                    <a:cubicBezTo>
                      <a:pt x="825" y="144"/>
                      <a:pt x="834" y="144"/>
                      <a:pt x="834" y="144"/>
                    </a:cubicBezTo>
                    <a:cubicBezTo>
                      <a:pt x="834" y="147"/>
                      <a:pt x="816" y="147"/>
                      <a:pt x="816" y="147"/>
                    </a:cubicBezTo>
                    <a:cubicBezTo>
                      <a:pt x="813" y="150"/>
                      <a:pt x="807" y="150"/>
                      <a:pt x="801" y="150"/>
                    </a:cubicBezTo>
                    <a:cubicBezTo>
                      <a:pt x="792" y="150"/>
                      <a:pt x="795" y="153"/>
                      <a:pt x="789" y="153"/>
                    </a:cubicBezTo>
                    <a:cubicBezTo>
                      <a:pt x="783" y="156"/>
                      <a:pt x="780" y="156"/>
                      <a:pt x="780" y="159"/>
                    </a:cubicBezTo>
                    <a:cubicBezTo>
                      <a:pt x="777" y="162"/>
                      <a:pt x="774" y="162"/>
                      <a:pt x="771" y="159"/>
                    </a:cubicBezTo>
                    <a:cubicBezTo>
                      <a:pt x="768" y="159"/>
                      <a:pt x="762" y="162"/>
                      <a:pt x="765" y="162"/>
                    </a:cubicBezTo>
                    <a:cubicBezTo>
                      <a:pt x="768" y="162"/>
                      <a:pt x="765" y="165"/>
                      <a:pt x="765" y="165"/>
                    </a:cubicBezTo>
                    <a:cubicBezTo>
                      <a:pt x="762" y="162"/>
                      <a:pt x="756" y="168"/>
                      <a:pt x="759" y="168"/>
                    </a:cubicBezTo>
                    <a:cubicBezTo>
                      <a:pt x="762" y="168"/>
                      <a:pt x="765" y="168"/>
                      <a:pt x="762" y="171"/>
                    </a:cubicBezTo>
                    <a:cubicBezTo>
                      <a:pt x="762" y="174"/>
                      <a:pt x="756" y="168"/>
                      <a:pt x="753" y="171"/>
                    </a:cubicBezTo>
                    <a:cubicBezTo>
                      <a:pt x="753" y="171"/>
                      <a:pt x="756" y="174"/>
                      <a:pt x="759" y="174"/>
                    </a:cubicBezTo>
                    <a:cubicBezTo>
                      <a:pt x="762" y="174"/>
                      <a:pt x="765" y="177"/>
                      <a:pt x="765" y="177"/>
                    </a:cubicBezTo>
                    <a:cubicBezTo>
                      <a:pt x="765" y="180"/>
                      <a:pt x="759" y="177"/>
                      <a:pt x="756" y="177"/>
                    </a:cubicBezTo>
                    <a:cubicBezTo>
                      <a:pt x="756" y="180"/>
                      <a:pt x="756" y="180"/>
                      <a:pt x="762" y="180"/>
                    </a:cubicBezTo>
                    <a:cubicBezTo>
                      <a:pt x="765" y="183"/>
                      <a:pt x="762" y="183"/>
                      <a:pt x="765" y="186"/>
                    </a:cubicBezTo>
                    <a:cubicBezTo>
                      <a:pt x="765" y="186"/>
                      <a:pt x="765" y="186"/>
                      <a:pt x="765" y="186"/>
                    </a:cubicBezTo>
                    <a:cubicBezTo>
                      <a:pt x="765" y="189"/>
                      <a:pt x="762" y="189"/>
                      <a:pt x="765" y="192"/>
                    </a:cubicBezTo>
                    <a:cubicBezTo>
                      <a:pt x="765" y="192"/>
                      <a:pt x="759" y="195"/>
                      <a:pt x="759" y="192"/>
                    </a:cubicBezTo>
                    <a:cubicBezTo>
                      <a:pt x="759" y="189"/>
                      <a:pt x="753" y="189"/>
                      <a:pt x="750" y="192"/>
                    </a:cubicBezTo>
                    <a:cubicBezTo>
                      <a:pt x="747" y="192"/>
                      <a:pt x="747" y="195"/>
                      <a:pt x="744" y="192"/>
                    </a:cubicBezTo>
                    <a:cubicBezTo>
                      <a:pt x="741" y="192"/>
                      <a:pt x="735" y="192"/>
                      <a:pt x="729" y="195"/>
                    </a:cubicBezTo>
                    <a:cubicBezTo>
                      <a:pt x="720" y="195"/>
                      <a:pt x="702" y="195"/>
                      <a:pt x="699" y="195"/>
                    </a:cubicBezTo>
                    <a:cubicBezTo>
                      <a:pt x="693" y="198"/>
                      <a:pt x="690" y="204"/>
                      <a:pt x="696" y="207"/>
                    </a:cubicBezTo>
                    <a:cubicBezTo>
                      <a:pt x="699" y="210"/>
                      <a:pt x="696" y="213"/>
                      <a:pt x="696" y="216"/>
                    </a:cubicBezTo>
                    <a:cubicBezTo>
                      <a:pt x="696" y="219"/>
                      <a:pt x="705" y="222"/>
                      <a:pt x="711" y="225"/>
                    </a:cubicBezTo>
                    <a:cubicBezTo>
                      <a:pt x="717" y="225"/>
                      <a:pt x="720" y="231"/>
                      <a:pt x="717" y="234"/>
                    </a:cubicBezTo>
                    <a:cubicBezTo>
                      <a:pt x="714" y="240"/>
                      <a:pt x="705" y="234"/>
                      <a:pt x="699" y="228"/>
                    </a:cubicBezTo>
                    <a:cubicBezTo>
                      <a:pt x="690" y="222"/>
                      <a:pt x="678" y="222"/>
                      <a:pt x="672" y="222"/>
                    </a:cubicBezTo>
                    <a:cubicBezTo>
                      <a:pt x="666" y="222"/>
                      <a:pt x="669" y="216"/>
                      <a:pt x="663" y="219"/>
                    </a:cubicBezTo>
                    <a:cubicBezTo>
                      <a:pt x="657" y="219"/>
                      <a:pt x="651" y="222"/>
                      <a:pt x="657" y="222"/>
                    </a:cubicBezTo>
                    <a:cubicBezTo>
                      <a:pt x="660" y="222"/>
                      <a:pt x="663" y="222"/>
                      <a:pt x="660" y="225"/>
                    </a:cubicBezTo>
                    <a:cubicBezTo>
                      <a:pt x="660" y="228"/>
                      <a:pt x="663" y="225"/>
                      <a:pt x="666" y="228"/>
                    </a:cubicBezTo>
                    <a:cubicBezTo>
                      <a:pt x="672" y="231"/>
                      <a:pt x="663" y="234"/>
                      <a:pt x="657" y="231"/>
                    </a:cubicBezTo>
                    <a:cubicBezTo>
                      <a:pt x="654" y="228"/>
                      <a:pt x="648" y="231"/>
                      <a:pt x="645" y="234"/>
                    </a:cubicBezTo>
                    <a:cubicBezTo>
                      <a:pt x="645" y="234"/>
                      <a:pt x="651" y="243"/>
                      <a:pt x="660" y="243"/>
                    </a:cubicBezTo>
                    <a:cubicBezTo>
                      <a:pt x="669" y="246"/>
                      <a:pt x="666" y="249"/>
                      <a:pt x="672" y="249"/>
                    </a:cubicBezTo>
                    <a:cubicBezTo>
                      <a:pt x="675" y="252"/>
                      <a:pt x="672" y="252"/>
                      <a:pt x="669" y="252"/>
                    </a:cubicBezTo>
                    <a:cubicBezTo>
                      <a:pt x="666" y="255"/>
                      <a:pt x="660" y="249"/>
                      <a:pt x="657" y="246"/>
                    </a:cubicBezTo>
                    <a:cubicBezTo>
                      <a:pt x="651" y="243"/>
                      <a:pt x="639" y="249"/>
                      <a:pt x="636" y="246"/>
                    </a:cubicBezTo>
                    <a:cubicBezTo>
                      <a:pt x="636" y="243"/>
                      <a:pt x="639" y="240"/>
                      <a:pt x="636" y="237"/>
                    </a:cubicBezTo>
                    <a:cubicBezTo>
                      <a:pt x="633" y="237"/>
                      <a:pt x="636" y="231"/>
                      <a:pt x="639" y="228"/>
                    </a:cubicBezTo>
                    <a:cubicBezTo>
                      <a:pt x="642" y="222"/>
                      <a:pt x="639" y="213"/>
                      <a:pt x="633" y="213"/>
                    </a:cubicBezTo>
                    <a:cubicBezTo>
                      <a:pt x="630" y="210"/>
                      <a:pt x="630" y="216"/>
                      <a:pt x="630" y="216"/>
                    </a:cubicBezTo>
                    <a:cubicBezTo>
                      <a:pt x="633" y="219"/>
                      <a:pt x="633" y="225"/>
                      <a:pt x="627" y="228"/>
                    </a:cubicBezTo>
                    <a:cubicBezTo>
                      <a:pt x="624" y="234"/>
                      <a:pt x="615" y="234"/>
                      <a:pt x="615" y="237"/>
                    </a:cubicBezTo>
                    <a:cubicBezTo>
                      <a:pt x="615" y="240"/>
                      <a:pt x="609" y="240"/>
                      <a:pt x="609" y="243"/>
                    </a:cubicBezTo>
                    <a:cubicBezTo>
                      <a:pt x="612" y="246"/>
                      <a:pt x="621" y="255"/>
                      <a:pt x="624" y="258"/>
                    </a:cubicBezTo>
                    <a:cubicBezTo>
                      <a:pt x="624" y="261"/>
                      <a:pt x="615" y="273"/>
                      <a:pt x="618" y="276"/>
                    </a:cubicBezTo>
                    <a:cubicBezTo>
                      <a:pt x="618" y="282"/>
                      <a:pt x="615" y="285"/>
                      <a:pt x="618" y="288"/>
                    </a:cubicBezTo>
                    <a:cubicBezTo>
                      <a:pt x="618" y="291"/>
                      <a:pt x="624" y="288"/>
                      <a:pt x="627" y="291"/>
                    </a:cubicBezTo>
                    <a:cubicBezTo>
                      <a:pt x="627" y="291"/>
                      <a:pt x="633" y="288"/>
                      <a:pt x="639" y="288"/>
                    </a:cubicBezTo>
                    <a:cubicBezTo>
                      <a:pt x="645" y="285"/>
                      <a:pt x="657" y="294"/>
                      <a:pt x="660" y="294"/>
                    </a:cubicBezTo>
                    <a:cubicBezTo>
                      <a:pt x="666" y="297"/>
                      <a:pt x="663" y="300"/>
                      <a:pt x="666" y="303"/>
                    </a:cubicBezTo>
                    <a:cubicBezTo>
                      <a:pt x="666" y="306"/>
                      <a:pt x="660" y="306"/>
                      <a:pt x="660" y="312"/>
                    </a:cubicBezTo>
                    <a:cubicBezTo>
                      <a:pt x="660" y="318"/>
                      <a:pt x="672" y="318"/>
                      <a:pt x="672" y="321"/>
                    </a:cubicBezTo>
                    <a:cubicBezTo>
                      <a:pt x="672" y="321"/>
                      <a:pt x="663" y="321"/>
                      <a:pt x="660" y="318"/>
                    </a:cubicBezTo>
                    <a:cubicBezTo>
                      <a:pt x="657" y="318"/>
                      <a:pt x="657" y="312"/>
                      <a:pt x="654" y="312"/>
                    </a:cubicBezTo>
                    <a:cubicBezTo>
                      <a:pt x="654" y="312"/>
                      <a:pt x="657" y="306"/>
                      <a:pt x="657" y="303"/>
                    </a:cubicBezTo>
                    <a:cubicBezTo>
                      <a:pt x="657" y="300"/>
                      <a:pt x="654" y="300"/>
                      <a:pt x="651" y="297"/>
                    </a:cubicBezTo>
                    <a:cubicBezTo>
                      <a:pt x="651" y="294"/>
                      <a:pt x="648" y="291"/>
                      <a:pt x="645" y="291"/>
                    </a:cubicBezTo>
                    <a:cubicBezTo>
                      <a:pt x="642" y="294"/>
                      <a:pt x="630" y="294"/>
                      <a:pt x="627" y="297"/>
                    </a:cubicBezTo>
                    <a:cubicBezTo>
                      <a:pt x="624" y="300"/>
                      <a:pt x="627" y="309"/>
                      <a:pt x="630" y="312"/>
                    </a:cubicBezTo>
                    <a:cubicBezTo>
                      <a:pt x="633" y="318"/>
                      <a:pt x="621" y="324"/>
                      <a:pt x="621" y="327"/>
                    </a:cubicBezTo>
                    <a:cubicBezTo>
                      <a:pt x="621" y="330"/>
                      <a:pt x="618" y="330"/>
                      <a:pt x="612" y="333"/>
                    </a:cubicBezTo>
                    <a:cubicBezTo>
                      <a:pt x="606" y="336"/>
                      <a:pt x="600" y="339"/>
                      <a:pt x="603" y="342"/>
                    </a:cubicBezTo>
                    <a:cubicBezTo>
                      <a:pt x="603" y="348"/>
                      <a:pt x="594" y="345"/>
                      <a:pt x="591" y="342"/>
                    </a:cubicBezTo>
                    <a:cubicBezTo>
                      <a:pt x="588" y="339"/>
                      <a:pt x="582" y="345"/>
                      <a:pt x="579" y="342"/>
                    </a:cubicBezTo>
                    <a:cubicBezTo>
                      <a:pt x="573" y="342"/>
                      <a:pt x="573" y="339"/>
                      <a:pt x="570" y="342"/>
                    </a:cubicBezTo>
                    <a:cubicBezTo>
                      <a:pt x="564" y="342"/>
                      <a:pt x="564" y="339"/>
                      <a:pt x="564" y="336"/>
                    </a:cubicBezTo>
                    <a:cubicBezTo>
                      <a:pt x="564" y="333"/>
                      <a:pt x="570" y="336"/>
                      <a:pt x="570" y="336"/>
                    </a:cubicBezTo>
                    <a:cubicBezTo>
                      <a:pt x="570" y="339"/>
                      <a:pt x="573" y="339"/>
                      <a:pt x="576" y="336"/>
                    </a:cubicBezTo>
                    <a:cubicBezTo>
                      <a:pt x="579" y="336"/>
                      <a:pt x="579" y="339"/>
                      <a:pt x="582" y="339"/>
                    </a:cubicBezTo>
                    <a:cubicBezTo>
                      <a:pt x="588" y="339"/>
                      <a:pt x="585" y="336"/>
                      <a:pt x="588" y="336"/>
                    </a:cubicBezTo>
                    <a:cubicBezTo>
                      <a:pt x="591" y="336"/>
                      <a:pt x="594" y="336"/>
                      <a:pt x="591" y="333"/>
                    </a:cubicBezTo>
                    <a:cubicBezTo>
                      <a:pt x="591" y="333"/>
                      <a:pt x="594" y="330"/>
                      <a:pt x="597" y="330"/>
                    </a:cubicBezTo>
                    <a:cubicBezTo>
                      <a:pt x="600" y="330"/>
                      <a:pt x="597" y="324"/>
                      <a:pt x="600" y="324"/>
                    </a:cubicBezTo>
                    <a:cubicBezTo>
                      <a:pt x="603" y="324"/>
                      <a:pt x="600" y="321"/>
                      <a:pt x="603" y="321"/>
                    </a:cubicBezTo>
                    <a:cubicBezTo>
                      <a:pt x="606" y="321"/>
                      <a:pt x="606" y="318"/>
                      <a:pt x="609" y="318"/>
                    </a:cubicBezTo>
                    <a:cubicBezTo>
                      <a:pt x="612" y="318"/>
                      <a:pt x="612" y="312"/>
                      <a:pt x="609" y="312"/>
                    </a:cubicBezTo>
                    <a:cubicBezTo>
                      <a:pt x="609" y="309"/>
                      <a:pt x="612" y="306"/>
                      <a:pt x="612" y="303"/>
                    </a:cubicBezTo>
                    <a:cubicBezTo>
                      <a:pt x="615" y="303"/>
                      <a:pt x="615" y="300"/>
                      <a:pt x="615" y="300"/>
                    </a:cubicBezTo>
                    <a:cubicBezTo>
                      <a:pt x="612" y="297"/>
                      <a:pt x="603" y="294"/>
                      <a:pt x="606" y="291"/>
                    </a:cubicBezTo>
                    <a:cubicBezTo>
                      <a:pt x="606" y="288"/>
                      <a:pt x="603" y="282"/>
                      <a:pt x="606" y="279"/>
                    </a:cubicBezTo>
                    <a:cubicBezTo>
                      <a:pt x="606" y="276"/>
                      <a:pt x="606" y="270"/>
                      <a:pt x="603" y="267"/>
                    </a:cubicBezTo>
                    <a:cubicBezTo>
                      <a:pt x="603" y="264"/>
                      <a:pt x="606" y="261"/>
                      <a:pt x="606" y="255"/>
                    </a:cubicBezTo>
                    <a:cubicBezTo>
                      <a:pt x="609" y="252"/>
                      <a:pt x="600" y="246"/>
                      <a:pt x="597" y="243"/>
                    </a:cubicBezTo>
                    <a:cubicBezTo>
                      <a:pt x="594" y="243"/>
                      <a:pt x="597" y="240"/>
                      <a:pt x="603" y="234"/>
                    </a:cubicBezTo>
                    <a:cubicBezTo>
                      <a:pt x="606" y="231"/>
                      <a:pt x="606" y="219"/>
                      <a:pt x="606" y="216"/>
                    </a:cubicBezTo>
                    <a:cubicBezTo>
                      <a:pt x="606" y="213"/>
                      <a:pt x="597" y="210"/>
                      <a:pt x="594" y="210"/>
                    </a:cubicBezTo>
                    <a:cubicBezTo>
                      <a:pt x="588" y="210"/>
                      <a:pt x="576" y="210"/>
                      <a:pt x="570" y="210"/>
                    </a:cubicBezTo>
                    <a:cubicBezTo>
                      <a:pt x="567" y="210"/>
                      <a:pt x="567" y="213"/>
                      <a:pt x="564" y="216"/>
                    </a:cubicBezTo>
                    <a:cubicBezTo>
                      <a:pt x="564" y="219"/>
                      <a:pt x="558" y="225"/>
                      <a:pt x="558" y="231"/>
                    </a:cubicBezTo>
                    <a:cubicBezTo>
                      <a:pt x="555" y="240"/>
                      <a:pt x="546" y="243"/>
                      <a:pt x="543" y="243"/>
                    </a:cubicBezTo>
                    <a:cubicBezTo>
                      <a:pt x="537" y="246"/>
                      <a:pt x="537" y="252"/>
                      <a:pt x="537" y="255"/>
                    </a:cubicBezTo>
                    <a:cubicBezTo>
                      <a:pt x="540" y="255"/>
                      <a:pt x="543" y="255"/>
                      <a:pt x="543" y="255"/>
                    </a:cubicBezTo>
                    <a:cubicBezTo>
                      <a:pt x="546" y="255"/>
                      <a:pt x="543" y="264"/>
                      <a:pt x="543" y="264"/>
                    </a:cubicBezTo>
                    <a:cubicBezTo>
                      <a:pt x="540" y="264"/>
                      <a:pt x="546" y="267"/>
                      <a:pt x="543" y="270"/>
                    </a:cubicBezTo>
                    <a:cubicBezTo>
                      <a:pt x="540" y="270"/>
                      <a:pt x="537" y="276"/>
                      <a:pt x="537" y="276"/>
                    </a:cubicBezTo>
                    <a:cubicBezTo>
                      <a:pt x="540" y="279"/>
                      <a:pt x="549" y="279"/>
                      <a:pt x="552" y="282"/>
                    </a:cubicBezTo>
                    <a:cubicBezTo>
                      <a:pt x="555" y="285"/>
                      <a:pt x="555" y="288"/>
                      <a:pt x="555" y="291"/>
                    </a:cubicBezTo>
                    <a:cubicBezTo>
                      <a:pt x="558" y="294"/>
                      <a:pt x="561" y="294"/>
                      <a:pt x="564" y="294"/>
                    </a:cubicBezTo>
                    <a:cubicBezTo>
                      <a:pt x="564" y="297"/>
                      <a:pt x="558" y="306"/>
                      <a:pt x="555" y="306"/>
                    </a:cubicBezTo>
                    <a:cubicBezTo>
                      <a:pt x="555" y="306"/>
                      <a:pt x="546" y="297"/>
                      <a:pt x="543" y="294"/>
                    </a:cubicBezTo>
                    <a:cubicBezTo>
                      <a:pt x="540" y="294"/>
                      <a:pt x="528" y="291"/>
                      <a:pt x="525" y="288"/>
                    </a:cubicBezTo>
                    <a:cubicBezTo>
                      <a:pt x="519" y="285"/>
                      <a:pt x="516" y="285"/>
                      <a:pt x="510" y="282"/>
                    </a:cubicBezTo>
                    <a:cubicBezTo>
                      <a:pt x="504" y="276"/>
                      <a:pt x="498" y="276"/>
                      <a:pt x="489" y="276"/>
                    </a:cubicBezTo>
                    <a:cubicBezTo>
                      <a:pt x="477" y="276"/>
                      <a:pt x="471" y="273"/>
                      <a:pt x="468" y="273"/>
                    </a:cubicBezTo>
                    <a:cubicBezTo>
                      <a:pt x="465" y="273"/>
                      <a:pt x="465" y="270"/>
                      <a:pt x="459" y="267"/>
                    </a:cubicBezTo>
                    <a:cubicBezTo>
                      <a:pt x="453" y="264"/>
                      <a:pt x="450" y="261"/>
                      <a:pt x="447" y="264"/>
                    </a:cubicBezTo>
                    <a:cubicBezTo>
                      <a:pt x="441" y="264"/>
                      <a:pt x="444" y="273"/>
                      <a:pt x="450" y="273"/>
                    </a:cubicBezTo>
                    <a:cubicBezTo>
                      <a:pt x="453" y="273"/>
                      <a:pt x="453" y="276"/>
                      <a:pt x="456" y="276"/>
                    </a:cubicBezTo>
                    <a:cubicBezTo>
                      <a:pt x="462" y="276"/>
                      <a:pt x="465" y="279"/>
                      <a:pt x="465" y="282"/>
                    </a:cubicBezTo>
                    <a:cubicBezTo>
                      <a:pt x="465" y="285"/>
                      <a:pt x="468" y="288"/>
                      <a:pt x="471" y="291"/>
                    </a:cubicBezTo>
                    <a:cubicBezTo>
                      <a:pt x="471" y="294"/>
                      <a:pt x="471" y="297"/>
                      <a:pt x="465" y="297"/>
                    </a:cubicBezTo>
                    <a:cubicBezTo>
                      <a:pt x="462" y="297"/>
                      <a:pt x="456" y="297"/>
                      <a:pt x="459" y="300"/>
                    </a:cubicBezTo>
                    <a:cubicBezTo>
                      <a:pt x="462" y="303"/>
                      <a:pt x="456" y="303"/>
                      <a:pt x="453" y="303"/>
                    </a:cubicBezTo>
                    <a:cubicBezTo>
                      <a:pt x="447" y="300"/>
                      <a:pt x="450" y="297"/>
                      <a:pt x="453" y="297"/>
                    </a:cubicBezTo>
                    <a:cubicBezTo>
                      <a:pt x="456" y="294"/>
                      <a:pt x="450" y="291"/>
                      <a:pt x="447" y="291"/>
                    </a:cubicBezTo>
                    <a:cubicBezTo>
                      <a:pt x="444" y="291"/>
                      <a:pt x="432" y="297"/>
                      <a:pt x="429" y="300"/>
                    </a:cubicBezTo>
                    <a:cubicBezTo>
                      <a:pt x="426" y="300"/>
                      <a:pt x="417" y="297"/>
                      <a:pt x="411" y="300"/>
                    </a:cubicBezTo>
                    <a:cubicBezTo>
                      <a:pt x="402" y="303"/>
                      <a:pt x="402" y="309"/>
                      <a:pt x="399" y="306"/>
                    </a:cubicBezTo>
                    <a:cubicBezTo>
                      <a:pt x="396" y="306"/>
                      <a:pt x="387" y="309"/>
                      <a:pt x="384" y="306"/>
                    </a:cubicBezTo>
                    <a:cubicBezTo>
                      <a:pt x="381" y="303"/>
                      <a:pt x="384" y="303"/>
                      <a:pt x="387" y="303"/>
                    </a:cubicBezTo>
                    <a:cubicBezTo>
                      <a:pt x="390" y="303"/>
                      <a:pt x="390" y="303"/>
                      <a:pt x="390" y="300"/>
                    </a:cubicBezTo>
                    <a:cubicBezTo>
                      <a:pt x="387" y="297"/>
                      <a:pt x="393" y="294"/>
                      <a:pt x="393" y="291"/>
                    </a:cubicBezTo>
                    <a:cubicBezTo>
                      <a:pt x="393" y="291"/>
                      <a:pt x="378" y="294"/>
                      <a:pt x="378" y="297"/>
                    </a:cubicBezTo>
                    <a:cubicBezTo>
                      <a:pt x="375" y="297"/>
                      <a:pt x="378" y="303"/>
                      <a:pt x="375" y="303"/>
                    </a:cubicBezTo>
                    <a:cubicBezTo>
                      <a:pt x="372" y="303"/>
                      <a:pt x="372" y="300"/>
                      <a:pt x="369" y="300"/>
                    </a:cubicBezTo>
                    <a:cubicBezTo>
                      <a:pt x="366" y="300"/>
                      <a:pt x="348" y="303"/>
                      <a:pt x="345" y="309"/>
                    </a:cubicBezTo>
                    <a:cubicBezTo>
                      <a:pt x="339" y="312"/>
                      <a:pt x="333" y="312"/>
                      <a:pt x="333" y="315"/>
                    </a:cubicBezTo>
                    <a:cubicBezTo>
                      <a:pt x="333" y="318"/>
                      <a:pt x="324" y="315"/>
                      <a:pt x="321" y="318"/>
                    </a:cubicBezTo>
                    <a:cubicBezTo>
                      <a:pt x="318" y="321"/>
                      <a:pt x="318" y="327"/>
                      <a:pt x="318" y="330"/>
                    </a:cubicBezTo>
                    <a:cubicBezTo>
                      <a:pt x="318" y="333"/>
                      <a:pt x="303" y="333"/>
                      <a:pt x="300" y="333"/>
                    </a:cubicBezTo>
                    <a:cubicBezTo>
                      <a:pt x="294" y="333"/>
                      <a:pt x="294" y="324"/>
                      <a:pt x="291" y="324"/>
                    </a:cubicBezTo>
                    <a:cubicBezTo>
                      <a:pt x="285" y="324"/>
                      <a:pt x="288" y="318"/>
                      <a:pt x="288" y="318"/>
                    </a:cubicBezTo>
                    <a:cubicBezTo>
                      <a:pt x="291" y="315"/>
                      <a:pt x="294" y="315"/>
                      <a:pt x="297" y="315"/>
                    </a:cubicBezTo>
                    <a:cubicBezTo>
                      <a:pt x="300" y="312"/>
                      <a:pt x="306" y="315"/>
                      <a:pt x="306" y="312"/>
                    </a:cubicBezTo>
                    <a:cubicBezTo>
                      <a:pt x="309" y="312"/>
                      <a:pt x="300" y="306"/>
                      <a:pt x="300" y="303"/>
                    </a:cubicBezTo>
                    <a:cubicBezTo>
                      <a:pt x="300" y="297"/>
                      <a:pt x="291" y="297"/>
                      <a:pt x="285" y="297"/>
                    </a:cubicBezTo>
                    <a:cubicBezTo>
                      <a:pt x="282" y="300"/>
                      <a:pt x="276" y="300"/>
                      <a:pt x="273" y="297"/>
                    </a:cubicBezTo>
                    <a:cubicBezTo>
                      <a:pt x="270" y="294"/>
                      <a:pt x="270" y="300"/>
                      <a:pt x="273" y="300"/>
                    </a:cubicBezTo>
                    <a:cubicBezTo>
                      <a:pt x="279" y="303"/>
                      <a:pt x="276" y="306"/>
                      <a:pt x="276" y="309"/>
                    </a:cubicBezTo>
                    <a:cubicBezTo>
                      <a:pt x="279" y="312"/>
                      <a:pt x="276" y="318"/>
                      <a:pt x="273" y="321"/>
                    </a:cubicBezTo>
                    <a:cubicBezTo>
                      <a:pt x="270" y="327"/>
                      <a:pt x="273" y="327"/>
                      <a:pt x="276" y="327"/>
                    </a:cubicBezTo>
                    <a:cubicBezTo>
                      <a:pt x="282" y="324"/>
                      <a:pt x="282" y="330"/>
                      <a:pt x="282" y="336"/>
                    </a:cubicBezTo>
                    <a:cubicBezTo>
                      <a:pt x="282" y="339"/>
                      <a:pt x="276" y="342"/>
                      <a:pt x="276" y="345"/>
                    </a:cubicBezTo>
                    <a:cubicBezTo>
                      <a:pt x="276" y="348"/>
                      <a:pt x="273" y="342"/>
                      <a:pt x="273" y="345"/>
                    </a:cubicBezTo>
                    <a:cubicBezTo>
                      <a:pt x="270" y="345"/>
                      <a:pt x="270" y="342"/>
                      <a:pt x="270" y="342"/>
                    </a:cubicBezTo>
                    <a:cubicBezTo>
                      <a:pt x="270" y="339"/>
                      <a:pt x="261" y="339"/>
                      <a:pt x="258" y="339"/>
                    </a:cubicBezTo>
                    <a:cubicBezTo>
                      <a:pt x="255" y="339"/>
                      <a:pt x="252" y="339"/>
                      <a:pt x="252" y="342"/>
                    </a:cubicBezTo>
                    <a:cubicBezTo>
                      <a:pt x="249" y="345"/>
                      <a:pt x="243" y="345"/>
                      <a:pt x="240" y="345"/>
                    </a:cubicBezTo>
                    <a:cubicBezTo>
                      <a:pt x="237" y="348"/>
                      <a:pt x="234" y="351"/>
                      <a:pt x="231" y="354"/>
                    </a:cubicBezTo>
                    <a:cubicBezTo>
                      <a:pt x="228" y="357"/>
                      <a:pt x="225" y="360"/>
                      <a:pt x="231" y="363"/>
                    </a:cubicBezTo>
                    <a:cubicBezTo>
                      <a:pt x="234" y="369"/>
                      <a:pt x="237" y="372"/>
                      <a:pt x="234" y="372"/>
                    </a:cubicBezTo>
                    <a:cubicBezTo>
                      <a:pt x="234" y="375"/>
                      <a:pt x="225" y="375"/>
                      <a:pt x="222" y="372"/>
                    </a:cubicBezTo>
                    <a:cubicBezTo>
                      <a:pt x="219" y="369"/>
                      <a:pt x="213" y="369"/>
                      <a:pt x="210" y="369"/>
                    </a:cubicBezTo>
                    <a:cubicBezTo>
                      <a:pt x="207" y="369"/>
                      <a:pt x="201" y="363"/>
                      <a:pt x="198" y="363"/>
                    </a:cubicBezTo>
                    <a:cubicBezTo>
                      <a:pt x="195" y="363"/>
                      <a:pt x="192" y="366"/>
                      <a:pt x="189" y="369"/>
                    </a:cubicBezTo>
                    <a:cubicBezTo>
                      <a:pt x="189" y="369"/>
                      <a:pt x="192" y="372"/>
                      <a:pt x="195" y="375"/>
                    </a:cubicBezTo>
                    <a:cubicBezTo>
                      <a:pt x="195" y="378"/>
                      <a:pt x="201" y="378"/>
                      <a:pt x="204" y="378"/>
                    </a:cubicBezTo>
                    <a:cubicBezTo>
                      <a:pt x="207" y="378"/>
                      <a:pt x="207" y="384"/>
                      <a:pt x="207" y="384"/>
                    </a:cubicBezTo>
                    <a:cubicBezTo>
                      <a:pt x="204" y="387"/>
                      <a:pt x="198" y="390"/>
                      <a:pt x="198" y="387"/>
                    </a:cubicBezTo>
                    <a:cubicBezTo>
                      <a:pt x="195" y="384"/>
                      <a:pt x="189" y="387"/>
                      <a:pt x="189" y="384"/>
                    </a:cubicBezTo>
                    <a:cubicBezTo>
                      <a:pt x="189" y="381"/>
                      <a:pt x="183" y="378"/>
                      <a:pt x="177" y="378"/>
                    </a:cubicBezTo>
                    <a:cubicBezTo>
                      <a:pt x="174" y="378"/>
                      <a:pt x="171" y="375"/>
                      <a:pt x="171" y="372"/>
                    </a:cubicBezTo>
                    <a:cubicBezTo>
                      <a:pt x="174" y="369"/>
                      <a:pt x="168" y="366"/>
                      <a:pt x="171" y="363"/>
                    </a:cubicBezTo>
                    <a:cubicBezTo>
                      <a:pt x="171" y="363"/>
                      <a:pt x="168" y="357"/>
                      <a:pt x="171" y="357"/>
                    </a:cubicBezTo>
                    <a:cubicBezTo>
                      <a:pt x="174" y="354"/>
                      <a:pt x="171" y="351"/>
                      <a:pt x="171" y="348"/>
                    </a:cubicBezTo>
                    <a:cubicBezTo>
                      <a:pt x="171" y="345"/>
                      <a:pt x="165" y="342"/>
                      <a:pt x="162" y="342"/>
                    </a:cubicBezTo>
                    <a:cubicBezTo>
                      <a:pt x="159" y="342"/>
                      <a:pt x="159" y="339"/>
                      <a:pt x="156" y="339"/>
                    </a:cubicBezTo>
                    <a:cubicBezTo>
                      <a:pt x="153" y="336"/>
                      <a:pt x="144" y="330"/>
                      <a:pt x="144" y="327"/>
                    </a:cubicBezTo>
                    <a:cubicBezTo>
                      <a:pt x="144" y="327"/>
                      <a:pt x="138" y="327"/>
                      <a:pt x="141" y="324"/>
                    </a:cubicBezTo>
                    <a:cubicBezTo>
                      <a:pt x="141" y="324"/>
                      <a:pt x="147" y="324"/>
                      <a:pt x="150" y="327"/>
                    </a:cubicBezTo>
                    <a:cubicBezTo>
                      <a:pt x="153" y="330"/>
                      <a:pt x="156" y="333"/>
                      <a:pt x="165" y="336"/>
                    </a:cubicBezTo>
                    <a:cubicBezTo>
                      <a:pt x="174" y="336"/>
                      <a:pt x="177" y="339"/>
                      <a:pt x="186" y="342"/>
                    </a:cubicBezTo>
                    <a:cubicBezTo>
                      <a:pt x="192" y="342"/>
                      <a:pt x="198" y="342"/>
                      <a:pt x="210" y="345"/>
                    </a:cubicBezTo>
                    <a:cubicBezTo>
                      <a:pt x="222" y="348"/>
                      <a:pt x="240" y="333"/>
                      <a:pt x="243" y="330"/>
                    </a:cubicBezTo>
                    <a:cubicBezTo>
                      <a:pt x="246" y="327"/>
                      <a:pt x="243" y="321"/>
                      <a:pt x="243" y="318"/>
                    </a:cubicBezTo>
                    <a:cubicBezTo>
                      <a:pt x="243" y="315"/>
                      <a:pt x="237" y="315"/>
                      <a:pt x="237" y="312"/>
                    </a:cubicBezTo>
                    <a:cubicBezTo>
                      <a:pt x="234" y="312"/>
                      <a:pt x="231" y="306"/>
                      <a:pt x="228" y="306"/>
                    </a:cubicBezTo>
                    <a:cubicBezTo>
                      <a:pt x="222" y="306"/>
                      <a:pt x="222" y="300"/>
                      <a:pt x="216" y="303"/>
                    </a:cubicBezTo>
                    <a:cubicBezTo>
                      <a:pt x="213" y="303"/>
                      <a:pt x="210" y="300"/>
                      <a:pt x="201" y="294"/>
                    </a:cubicBezTo>
                    <a:cubicBezTo>
                      <a:pt x="192" y="288"/>
                      <a:pt x="177" y="282"/>
                      <a:pt x="174" y="282"/>
                    </a:cubicBezTo>
                    <a:cubicBezTo>
                      <a:pt x="171" y="285"/>
                      <a:pt x="171" y="285"/>
                      <a:pt x="168" y="282"/>
                    </a:cubicBezTo>
                    <a:cubicBezTo>
                      <a:pt x="168" y="279"/>
                      <a:pt x="162" y="279"/>
                      <a:pt x="162" y="282"/>
                    </a:cubicBezTo>
                    <a:cubicBezTo>
                      <a:pt x="159" y="285"/>
                      <a:pt x="156" y="279"/>
                      <a:pt x="150" y="282"/>
                    </a:cubicBezTo>
                    <a:cubicBezTo>
                      <a:pt x="144" y="282"/>
                      <a:pt x="144" y="279"/>
                      <a:pt x="144" y="279"/>
                    </a:cubicBezTo>
                    <a:cubicBezTo>
                      <a:pt x="144" y="276"/>
                      <a:pt x="153" y="279"/>
                      <a:pt x="153" y="276"/>
                    </a:cubicBezTo>
                    <a:cubicBezTo>
                      <a:pt x="153" y="273"/>
                      <a:pt x="150" y="276"/>
                      <a:pt x="144" y="273"/>
                    </a:cubicBezTo>
                    <a:cubicBezTo>
                      <a:pt x="141" y="270"/>
                      <a:pt x="138" y="270"/>
                      <a:pt x="138" y="273"/>
                    </a:cubicBezTo>
                    <a:cubicBezTo>
                      <a:pt x="135" y="276"/>
                      <a:pt x="132" y="276"/>
                      <a:pt x="129" y="273"/>
                    </a:cubicBezTo>
                    <a:cubicBezTo>
                      <a:pt x="129" y="273"/>
                      <a:pt x="129" y="273"/>
                      <a:pt x="129" y="273"/>
                    </a:cubicBezTo>
                    <a:cubicBezTo>
                      <a:pt x="129" y="276"/>
                      <a:pt x="126" y="276"/>
                      <a:pt x="123" y="276"/>
                    </a:cubicBezTo>
                    <a:cubicBezTo>
                      <a:pt x="120" y="276"/>
                      <a:pt x="117" y="282"/>
                      <a:pt x="114" y="282"/>
                    </a:cubicBezTo>
                    <a:cubicBezTo>
                      <a:pt x="111" y="282"/>
                      <a:pt x="108" y="285"/>
                      <a:pt x="105" y="288"/>
                    </a:cubicBezTo>
                    <a:cubicBezTo>
                      <a:pt x="105" y="291"/>
                      <a:pt x="102" y="288"/>
                      <a:pt x="102" y="291"/>
                    </a:cubicBezTo>
                    <a:cubicBezTo>
                      <a:pt x="102" y="294"/>
                      <a:pt x="102" y="294"/>
                      <a:pt x="99" y="297"/>
                    </a:cubicBezTo>
                    <a:cubicBezTo>
                      <a:pt x="99" y="300"/>
                      <a:pt x="99" y="300"/>
                      <a:pt x="102" y="303"/>
                    </a:cubicBezTo>
                    <a:cubicBezTo>
                      <a:pt x="105" y="306"/>
                      <a:pt x="108" y="306"/>
                      <a:pt x="108" y="309"/>
                    </a:cubicBezTo>
                    <a:cubicBezTo>
                      <a:pt x="111" y="309"/>
                      <a:pt x="117" y="315"/>
                      <a:pt x="117" y="315"/>
                    </a:cubicBezTo>
                    <a:cubicBezTo>
                      <a:pt x="117" y="318"/>
                      <a:pt x="111" y="324"/>
                      <a:pt x="111" y="324"/>
                    </a:cubicBezTo>
                    <a:cubicBezTo>
                      <a:pt x="108" y="327"/>
                      <a:pt x="105" y="330"/>
                      <a:pt x="108" y="330"/>
                    </a:cubicBezTo>
                    <a:cubicBezTo>
                      <a:pt x="108" y="333"/>
                      <a:pt x="114" y="342"/>
                      <a:pt x="117" y="348"/>
                    </a:cubicBezTo>
                    <a:cubicBezTo>
                      <a:pt x="120" y="354"/>
                      <a:pt x="117" y="351"/>
                      <a:pt x="114" y="354"/>
                    </a:cubicBezTo>
                    <a:cubicBezTo>
                      <a:pt x="111" y="357"/>
                      <a:pt x="114" y="360"/>
                      <a:pt x="114" y="363"/>
                    </a:cubicBezTo>
                    <a:cubicBezTo>
                      <a:pt x="117" y="366"/>
                      <a:pt x="111" y="366"/>
                      <a:pt x="114" y="366"/>
                    </a:cubicBezTo>
                    <a:cubicBezTo>
                      <a:pt x="114" y="369"/>
                      <a:pt x="117" y="369"/>
                      <a:pt x="117" y="369"/>
                    </a:cubicBezTo>
                    <a:cubicBezTo>
                      <a:pt x="120" y="372"/>
                      <a:pt x="114" y="372"/>
                      <a:pt x="117" y="375"/>
                    </a:cubicBezTo>
                    <a:cubicBezTo>
                      <a:pt x="117" y="378"/>
                      <a:pt x="123" y="378"/>
                      <a:pt x="123" y="381"/>
                    </a:cubicBezTo>
                    <a:cubicBezTo>
                      <a:pt x="123" y="384"/>
                      <a:pt x="114" y="387"/>
                      <a:pt x="117" y="387"/>
                    </a:cubicBezTo>
                    <a:cubicBezTo>
                      <a:pt x="117" y="390"/>
                      <a:pt x="126" y="393"/>
                      <a:pt x="129" y="399"/>
                    </a:cubicBezTo>
                    <a:cubicBezTo>
                      <a:pt x="135" y="405"/>
                      <a:pt x="135" y="405"/>
                      <a:pt x="132" y="408"/>
                    </a:cubicBezTo>
                    <a:cubicBezTo>
                      <a:pt x="132" y="414"/>
                      <a:pt x="120" y="417"/>
                      <a:pt x="117" y="423"/>
                    </a:cubicBezTo>
                    <a:cubicBezTo>
                      <a:pt x="114" y="429"/>
                      <a:pt x="105" y="435"/>
                      <a:pt x="99" y="438"/>
                    </a:cubicBezTo>
                    <a:cubicBezTo>
                      <a:pt x="96" y="441"/>
                      <a:pt x="96" y="444"/>
                      <a:pt x="93" y="444"/>
                    </a:cubicBezTo>
                    <a:cubicBezTo>
                      <a:pt x="96" y="444"/>
                      <a:pt x="96" y="444"/>
                      <a:pt x="99" y="444"/>
                    </a:cubicBezTo>
                    <a:cubicBezTo>
                      <a:pt x="102" y="441"/>
                      <a:pt x="102" y="450"/>
                      <a:pt x="105" y="450"/>
                    </a:cubicBezTo>
                    <a:cubicBezTo>
                      <a:pt x="108" y="453"/>
                      <a:pt x="114" y="450"/>
                      <a:pt x="114" y="453"/>
                    </a:cubicBezTo>
                    <a:cubicBezTo>
                      <a:pt x="117" y="456"/>
                      <a:pt x="114" y="456"/>
                      <a:pt x="111" y="453"/>
                    </a:cubicBezTo>
                    <a:cubicBezTo>
                      <a:pt x="105" y="453"/>
                      <a:pt x="105" y="456"/>
                      <a:pt x="99" y="459"/>
                    </a:cubicBezTo>
                    <a:cubicBezTo>
                      <a:pt x="96" y="459"/>
                      <a:pt x="96" y="462"/>
                      <a:pt x="93" y="462"/>
                    </a:cubicBezTo>
                    <a:cubicBezTo>
                      <a:pt x="96" y="465"/>
                      <a:pt x="93" y="468"/>
                      <a:pt x="90" y="471"/>
                    </a:cubicBezTo>
                    <a:cubicBezTo>
                      <a:pt x="90" y="474"/>
                      <a:pt x="87" y="474"/>
                      <a:pt x="87" y="477"/>
                    </a:cubicBezTo>
                    <a:cubicBezTo>
                      <a:pt x="87" y="477"/>
                      <a:pt x="87" y="480"/>
                      <a:pt x="87" y="483"/>
                    </a:cubicBezTo>
                    <a:cubicBezTo>
                      <a:pt x="90" y="486"/>
                      <a:pt x="90" y="486"/>
                      <a:pt x="90" y="489"/>
                    </a:cubicBezTo>
                    <a:cubicBezTo>
                      <a:pt x="93" y="492"/>
                      <a:pt x="90" y="492"/>
                      <a:pt x="87" y="492"/>
                    </a:cubicBezTo>
                    <a:cubicBezTo>
                      <a:pt x="87" y="492"/>
                      <a:pt x="87" y="495"/>
                      <a:pt x="90" y="498"/>
                    </a:cubicBezTo>
                    <a:cubicBezTo>
                      <a:pt x="90" y="501"/>
                      <a:pt x="90" y="501"/>
                      <a:pt x="90" y="504"/>
                    </a:cubicBezTo>
                    <a:cubicBezTo>
                      <a:pt x="90" y="507"/>
                      <a:pt x="93" y="510"/>
                      <a:pt x="93" y="510"/>
                    </a:cubicBezTo>
                    <a:cubicBezTo>
                      <a:pt x="96" y="513"/>
                      <a:pt x="96" y="516"/>
                      <a:pt x="96" y="519"/>
                    </a:cubicBezTo>
                    <a:cubicBezTo>
                      <a:pt x="99" y="519"/>
                      <a:pt x="99" y="522"/>
                      <a:pt x="102" y="519"/>
                    </a:cubicBezTo>
                    <a:cubicBezTo>
                      <a:pt x="105" y="519"/>
                      <a:pt x="108" y="522"/>
                      <a:pt x="108" y="522"/>
                    </a:cubicBezTo>
                    <a:cubicBezTo>
                      <a:pt x="111" y="525"/>
                      <a:pt x="111" y="525"/>
                      <a:pt x="114" y="522"/>
                    </a:cubicBezTo>
                    <a:cubicBezTo>
                      <a:pt x="117" y="522"/>
                      <a:pt x="123" y="525"/>
                      <a:pt x="126" y="525"/>
                    </a:cubicBezTo>
                    <a:cubicBezTo>
                      <a:pt x="126" y="528"/>
                      <a:pt x="126" y="531"/>
                      <a:pt x="126" y="534"/>
                    </a:cubicBezTo>
                    <a:cubicBezTo>
                      <a:pt x="126" y="537"/>
                      <a:pt x="126" y="540"/>
                      <a:pt x="129" y="543"/>
                    </a:cubicBezTo>
                    <a:cubicBezTo>
                      <a:pt x="129" y="543"/>
                      <a:pt x="129" y="546"/>
                      <a:pt x="132" y="549"/>
                    </a:cubicBezTo>
                    <a:cubicBezTo>
                      <a:pt x="135" y="549"/>
                      <a:pt x="138" y="555"/>
                      <a:pt x="138" y="555"/>
                    </a:cubicBezTo>
                    <a:cubicBezTo>
                      <a:pt x="141" y="555"/>
                      <a:pt x="144" y="558"/>
                      <a:pt x="147" y="561"/>
                    </a:cubicBezTo>
                    <a:cubicBezTo>
                      <a:pt x="147" y="564"/>
                      <a:pt x="141" y="564"/>
                      <a:pt x="141" y="567"/>
                    </a:cubicBezTo>
                    <a:cubicBezTo>
                      <a:pt x="138" y="567"/>
                      <a:pt x="132" y="564"/>
                      <a:pt x="132" y="564"/>
                    </a:cubicBezTo>
                    <a:cubicBezTo>
                      <a:pt x="129" y="567"/>
                      <a:pt x="132" y="570"/>
                      <a:pt x="135" y="576"/>
                    </a:cubicBezTo>
                    <a:cubicBezTo>
                      <a:pt x="135" y="582"/>
                      <a:pt x="135" y="582"/>
                      <a:pt x="138" y="582"/>
                    </a:cubicBezTo>
                    <a:cubicBezTo>
                      <a:pt x="141" y="582"/>
                      <a:pt x="141" y="579"/>
                      <a:pt x="144" y="579"/>
                    </a:cubicBezTo>
                    <a:cubicBezTo>
                      <a:pt x="144" y="576"/>
                      <a:pt x="150" y="579"/>
                      <a:pt x="150" y="579"/>
                    </a:cubicBezTo>
                    <a:cubicBezTo>
                      <a:pt x="153" y="576"/>
                      <a:pt x="159" y="576"/>
                      <a:pt x="159" y="579"/>
                    </a:cubicBezTo>
                    <a:cubicBezTo>
                      <a:pt x="162" y="582"/>
                      <a:pt x="162" y="585"/>
                      <a:pt x="162" y="588"/>
                    </a:cubicBezTo>
                    <a:cubicBezTo>
                      <a:pt x="162" y="588"/>
                      <a:pt x="162" y="591"/>
                      <a:pt x="165" y="594"/>
                    </a:cubicBezTo>
                    <a:cubicBezTo>
                      <a:pt x="165" y="597"/>
                      <a:pt x="171" y="594"/>
                      <a:pt x="174" y="597"/>
                    </a:cubicBezTo>
                    <a:cubicBezTo>
                      <a:pt x="174" y="597"/>
                      <a:pt x="177" y="603"/>
                      <a:pt x="177" y="606"/>
                    </a:cubicBezTo>
                    <a:cubicBezTo>
                      <a:pt x="177" y="606"/>
                      <a:pt x="180" y="609"/>
                      <a:pt x="183" y="606"/>
                    </a:cubicBezTo>
                    <a:cubicBezTo>
                      <a:pt x="186" y="609"/>
                      <a:pt x="186" y="609"/>
                      <a:pt x="186" y="609"/>
                    </a:cubicBezTo>
                    <a:cubicBezTo>
                      <a:pt x="189" y="612"/>
                      <a:pt x="192" y="609"/>
                      <a:pt x="192" y="609"/>
                    </a:cubicBezTo>
                    <a:cubicBezTo>
                      <a:pt x="195" y="609"/>
                      <a:pt x="198" y="606"/>
                      <a:pt x="198" y="609"/>
                    </a:cubicBezTo>
                    <a:cubicBezTo>
                      <a:pt x="201" y="609"/>
                      <a:pt x="204" y="612"/>
                      <a:pt x="204" y="615"/>
                    </a:cubicBezTo>
                    <a:cubicBezTo>
                      <a:pt x="204" y="615"/>
                      <a:pt x="210" y="615"/>
                      <a:pt x="213" y="615"/>
                    </a:cubicBezTo>
                    <a:cubicBezTo>
                      <a:pt x="216" y="618"/>
                      <a:pt x="219" y="618"/>
                      <a:pt x="222" y="618"/>
                    </a:cubicBezTo>
                    <a:cubicBezTo>
                      <a:pt x="225" y="621"/>
                      <a:pt x="228" y="621"/>
                      <a:pt x="231" y="621"/>
                    </a:cubicBezTo>
                    <a:cubicBezTo>
                      <a:pt x="231" y="624"/>
                      <a:pt x="225" y="627"/>
                      <a:pt x="225" y="627"/>
                    </a:cubicBezTo>
                    <a:cubicBezTo>
                      <a:pt x="228" y="630"/>
                      <a:pt x="228" y="630"/>
                      <a:pt x="228" y="630"/>
                    </a:cubicBezTo>
                    <a:cubicBezTo>
                      <a:pt x="228" y="633"/>
                      <a:pt x="225" y="633"/>
                      <a:pt x="225" y="633"/>
                    </a:cubicBezTo>
                    <a:cubicBezTo>
                      <a:pt x="228" y="636"/>
                      <a:pt x="228" y="636"/>
                      <a:pt x="228" y="636"/>
                    </a:cubicBezTo>
                    <a:cubicBezTo>
                      <a:pt x="228" y="639"/>
                      <a:pt x="225" y="642"/>
                      <a:pt x="225" y="645"/>
                    </a:cubicBezTo>
                    <a:cubicBezTo>
                      <a:pt x="225" y="645"/>
                      <a:pt x="219" y="645"/>
                      <a:pt x="216" y="645"/>
                    </a:cubicBezTo>
                    <a:cubicBezTo>
                      <a:pt x="216" y="645"/>
                      <a:pt x="210" y="651"/>
                      <a:pt x="207" y="651"/>
                    </a:cubicBezTo>
                    <a:cubicBezTo>
                      <a:pt x="207" y="654"/>
                      <a:pt x="207" y="654"/>
                      <a:pt x="207" y="654"/>
                    </a:cubicBezTo>
                    <a:cubicBezTo>
                      <a:pt x="213" y="654"/>
                      <a:pt x="219" y="654"/>
                      <a:pt x="219" y="654"/>
                    </a:cubicBezTo>
                    <a:cubicBezTo>
                      <a:pt x="219" y="657"/>
                      <a:pt x="207" y="663"/>
                      <a:pt x="204" y="663"/>
                    </a:cubicBezTo>
                    <a:cubicBezTo>
                      <a:pt x="204" y="663"/>
                      <a:pt x="210" y="666"/>
                      <a:pt x="210" y="669"/>
                    </a:cubicBezTo>
                    <a:cubicBezTo>
                      <a:pt x="210" y="672"/>
                      <a:pt x="201" y="672"/>
                      <a:pt x="204" y="675"/>
                    </a:cubicBezTo>
                    <a:cubicBezTo>
                      <a:pt x="204" y="681"/>
                      <a:pt x="201" y="681"/>
                      <a:pt x="195" y="681"/>
                    </a:cubicBezTo>
                    <a:cubicBezTo>
                      <a:pt x="192" y="681"/>
                      <a:pt x="192" y="684"/>
                      <a:pt x="192" y="684"/>
                    </a:cubicBezTo>
                    <a:cubicBezTo>
                      <a:pt x="195" y="684"/>
                      <a:pt x="195" y="690"/>
                      <a:pt x="201" y="690"/>
                    </a:cubicBezTo>
                    <a:cubicBezTo>
                      <a:pt x="210" y="693"/>
                      <a:pt x="216" y="699"/>
                      <a:pt x="222" y="705"/>
                    </a:cubicBezTo>
                    <a:cubicBezTo>
                      <a:pt x="225" y="708"/>
                      <a:pt x="225" y="708"/>
                      <a:pt x="225" y="708"/>
                    </a:cubicBezTo>
                    <a:cubicBezTo>
                      <a:pt x="228" y="708"/>
                      <a:pt x="228" y="705"/>
                      <a:pt x="231" y="705"/>
                    </a:cubicBezTo>
                    <a:cubicBezTo>
                      <a:pt x="234" y="705"/>
                      <a:pt x="240" y="708"/>
                      <a:pt x="243" y="711"/>
                    </a:cubicBezTo>
                    <a:cubicBezTo>
                      <a:pt x="246" y="714"/>
                      <a:pt x="261" y="711"/>
                      <a:pt x="261" y="711"/>
                    </a:cubicBezTo>
                    <a:cubicBezTo>
                      <a:pt x="264" y="714"/>
                      <a:pt x="267" y="717"/>
                      <a:pt x="267" y="717"/>
                    </a:cubicBezTo>
                    <a:cubicBezTo>
                      <a:pt x="270" y="717"/>
                      <a:pt x="273" y="720"/>
                      <a:pt x="276" y="720"/>
                    </a:cubicBezTo>
                    <a:cubicBezTo>
                      <a:pt x="276" y="717"/>
                      <a:pt x="285" y="717"/>
                      <a:pt x="288" y="717"/>
                    </a:cubicBezTo>
                    <a:cubicBezTo>
                      <a:pt x="288" y="717"/>
                      <a:pt x="288" y="720"/>
                      <a:pt x="291" y="720"/>
                    </a:cubicBezTo>
                    <a:cubicBezTo>
                      <a:pt x="294" y="720"/>
                      <a:pt x="294" y="726"/>
                      <a:pt x="294" y="726"/>
                    </a:cubicBezTo>
                    <a:cubicBezTo>
                      <a:pt x="297" y="726"/>
                      <a:pt x="300" y="732"/>
                      <a:pt x="306" y="732"/>
                    </a:cubicBezTo>
                    <a:cubicBezTo>
                      <a:pt x="309" y="732"/>
                      <a:pt x="312" y="738"/>
                      <a:pt x="312" y="738"/>
                    </a:cubicBezTo>
                    <a:cubicBezTo>
                      <a:pt x="315" y="738"/>
                      <a:pt x="318" y="741"/>
                      <a:pt x="318" y="738"/>
                    </a:cubicBezTo>
                    <a:cubicBezTo>
                      <a:pt x="318" y="735"/>
                      <a:pt x="324" y="735"/>
                      <a:pt x="327" y="732"/>
                    </a:cubicBezTo>
                    <a:cubicBezTo>
                      <a:pt x="318" y="723"/>
                      <a:pt x="312" y="717"/>
                      <a:pt x="312" y="714"/>
                    </a:cubicBezTo>
                    <a:cubicBezTo>
                      <a:pt x="312" y="708"/>
                      <a:pt x="315" y="702"/>
                      <a:pt x="309" y="696"/>
                    </a:cubicBezTo>
                    <a:cubicBezTo>
                      <a:pt x="300" y="690"/>
                      <a:pt x="309" y="687"/>
                      <a:pt x="315" y="681"/>
                    </a:cubicBezTo>
                    <a:cubicBezTo>
                      <a:pt x="318" y="675"/>
                      <a:pt x="327" y="672"/>
                      <a:pt x="333" y="669"/>
                    </a:cubicBezTo>
                    <a:cubicBezTo>
                      <a:pt x="333" y="669"/>
                      <a:pt x="333" y="666"/>
                      <a:pt x="330" y="666"/>
                    </a:cubicBezTo>
                    <a:cubicBezTo>
                      <a:pt x="327" y="666"/>
                      <a:pt x="324" y="663"/>
                      <a:pt x="327" y="663"/>
                    </a:cubicBezTo>
                    <a:cubicBezTo>
                      <a:pt x="330" y="660"/>
                      <a:pt x="330" y="660"/>
                      <a:pt x="327" y="654"/>
                    </a:cubicBezTo>
                    <a:cubicBezTo>
                      <a:pt x="324" y="651"/>
                      <a:pt x="321" y="648"/>
                      <a:pt x="318" y="648"/>
                    </a:cubicBezTo>
                    <a:cubicBezTo>
                      <a:pt x="318" y="648"/>
                      <a:pt x="315" y="645"/>
                      <a:pt x="312" y="648"/>
                    </a:cubicBezTo>
                    <a:cubicBezTo>
                      <a:pt x="309" y="648"/>
                      <a:pt x="309" y="645"/>
                      <a:pt x="309" y="642"/>
                    </a:cubicBezTo>
                    <a:cubicBezTo>
                      <a:pt x="309" y="639"/>
                      <a:pt x="303" y="639"/>
                      <a:pt x="303" y="636"/>
                    </a:cubicBezTo>
                    <a:cubicBezTo>
                      <a:pt x="303" y="636"/>
                      <a:pt x="303" y="630"/>
                      <a:pt x="306" y="630"/>
                    </a:cubicBezTo>
                    <a:cubicBezTo>
                      <a:pt x="309" y="627"/>
                      <a:pt x="309" y="627"/>
                      <a:pt x="309" y="627"/>
                    </a:cubicBezTo>
                    <a:cubicBezTo>
                      <a:pt x="309" y="624"/>
                      <a:pt x="303" y="624"/>
                      <a:pt x="306" y="621"/>
                    </a:cubicBezTo>
                    <a:cubicBezTo>
                      <a:pt x="309" y="618"/>
                      <a:pt x="312" y="618"/>
                      <a:pt x="312" y="615"/>
                    </a:cubicBezTo>
                    <a:cubicBezTo>
                      <a:pt x="312" y="609"/>
                      <a:pt x="315" y="606"/>
                      <a:pt x="318" y="609"/>
                    </a:cubicBezTo>
                    <a:cubicBezTo>
                      <a:pt x="321" y="612"/>
                      <a:pt x="324" y="618"/>
                      <a:pt x="327" y="618"/>
                    </a:cubicBezTo>
                    <a:cubicBezTo>
                      <a:pt x="330" y="615"/>
                      <a:pt x="330" y="612"/>
                      <a:pt x="327" y="609"/>
                    </a:cubicBezTo>
                    <a:cubicBezTo>
                      <a:pt x="327" y="609"/>
                      <a:pt x="327" y="606"/>
                      <a:pt x="330" y="603"/>
                    </a:cubicBezTo>
                    <a:cubicBezTo>
                      <a:pt x="336" y="603"/>
                      <a:pt x="333" y="600"/>
                      <a:pt x="336" y="600"/>
                    </a:cubicBezTo>
                    <a:cubicBezTo>
                      <a:pt x="342" y="600"/>
                      <a:pt x="348" y="594"/>
                      <a:pt x="348" y="594"/>
                    </a:cubicBezTo>
                    <a:cubicBezTo>
                      <a:pt x="351" y="591"/>
                      <a:pt x="357" y="591"/>
                      <a:pt x="357" y="591"/>
                    </a:cubicBezTo>
                    <a:cubicBezTo>
                      <a:pt x="360" y="591"/>
                      <a:pt x="363" y="594"/>
                      <a:pt x="363" y="591"/>
                    </a:cubicBezTo>
                    <a:cubicBezTo>
                      <a:pt x="366" y="588"/>
                      <a:pt x="372" y="588"/>
                      <a:pt x="372" y="591"/>
                    </a:cubicBezTo>
                    <a:cubicBezTo>
                      <a:pt x="372" y="594"/>
                      <a:pt x="381" y="594"/>
                      <a:pt x="384" y="594"/>
                    </a:cubicBezTo>
                    <a:cubicBezTo>
                      <a:pt x="387" y="597"/>
                      <a:pt x="393" y="600"/>
                      <a:pt x="393" y="603"/>
                    </a:cubicBezTo>
                    <a:cubicBezTo>
                      <a:pt x="393" y="606"/>
                      <a:pt x="396" y="609"/>
                      <a:pt x="396" y="603"/>
                    </a:cubicBezTo>
                    <a:cubicBezTo>
                      <a:pt x="396" y="600"/>
                      <a:pt x="399" y="603"/>
                      <a:pt x="405" y="603"/>
                    </a:cubicBezTo>
                    <a:cubicBezTo>
                      <a:pt x="408" y="606"/>
                      <a:pt x="414" y="606"/>
                      <a:pt x="414" y="603"/>
                    </a:cubicBezTo>
                    <a:cubicBezTo>
                      <a:pt x="414" y="600"/>
                      <a:pt x="423" y="597"/>
                      <a:pt x="426" y="600"/>
                    </a:cubicBezTo>
                    <a:cubicBezTo>
                      <a:pt x="429" y="603"/>
                      <a:pt x="429" y="603"/>
                      <a:pt x="432" y="600"/>
                    </a:cubicBezTo>
                    <a:cubicBezTo>
                      <a:pt x="435" y="597"/>
                      <a:pt x="441" y="597"/>
                      <a:pt x="444" y="600"/>
                    </a:cubicBezTo>
                    <a:cubicBezTo>
                      <a:pt x="444" y="603"/>
                      <a:pt x="447" y="603"/>
                      <a:pt x="450" y="603"/>
                    </a:cubicBezTo>
                    <a:cubicBezTo>
                      <a:pt x="453" y="603"/>
                      <a:pt x="453" y="609"/>
                      <a:pt x="456" y="609"/>
                    </a:cubicBezTo>
                    <a:cubicBezTo>
                      <a:pt x="459" y="606"/>
                      <a:pt x="456" y="603"/>
                      <a:pt x="459" y="603"/>
                    </a:cubicBezTo>
                    <a:cubicBezTo>
                      <a:pt x="462" y="603"/>
                      <a:pt x="465" y="606"/>
                      <a:pt x="468" y="606"/>
                    </a:cubicBezTo>
                    <a:cubicBezTo>
                      <a:pt x="471" y="606"/>
                      <a:pt x="474" y="606"/>
                      <a:pt x="474" y="603"/>
                    </a:cubicBezTo>
                    <a:cubicBezTo>
                      <a:pt x="474" y="600"/>
                      <a:pt x="474" y="594"/>
                      <a:pt x="471" y="594"/>
                    </a:cubicBezTo>
                    <a:cubicBezTo>
                      <a:pt x="471" y="594"/>
                      <a:pt x="468" y="591"/>
                      <a:pt x="465" y="591"/>
                    </a:cubicBezTo>
                    <a:cubicBezTo>
                      <a:pt x="462" y="591"/>
                      <a:pt x="459" y="585"/>
                      <a:pt x="462" y="585"/>
                    </a:cubicBezTo>
                    <a:cubicBezTo>
                      <a:pt x="465" y="585"/>
                      <a:pt x="468" y="582"/>
                      <a:pt x="468" y="579"/>
                    </a:cubicBezTo>
                    <a:cubicBezTo>
                      <a:pt x="468" y="576"/>
                      <a:pt x="465" y="573"/>
                      <a:pt x="471" y="570"/>
                    </a:cubicBezTo>
                    <a:cubicBezTo>
                      <a:pt x="474" y="570"/>
                      <a:pt x="483" y="570"/>
                      <a:pt x="483" y="570"/>
                    </a:cubicBezTo>
                    <a:cubicBezTo>
                      <a:pt x="483" y="567"/>
                      <a:pt x="474" y="567"/>
                      <a:pt x="471" y="564"/>
                    </a:cubicBezTo>
                    <a:cubicBezTo>
                      <a:pt x="471" y="561"/>
                      <a:pt x="471" y="555"/>
                      <a:pt x="471" y="555"/>
                    </a:cubicBezTo>
                    <a:cubicBezTo>
                      <a:pt x="474" y="555"/>
                      <a:pt x="477" y="555"/>
                      <a:pt x="480" y="555"/>
                    </a:cubicBezTo>
                    <a:cubicBezTo>
                      <a:pt x="483" y="552"/>
                      <a:pt x="492" y="555"/>
                      <a:pt x="495" y="552"/>
                    </a:cubicBezTo>
                    <a:cubicBezTo>
                      <a:pt x="498" y="549"/>
                      <a:pt x="507" y="549"/>
                      <a:pt x="513" y="549"/>
                    </a:cubicBezTo>
                    <a:cubicBezTo>
                      <a:pt x="516" y="549"/>
                      <a:pt x="519" y="546"/>
                      <a:pt x="522" y="546"/>
                    </a:cubicBezTo>
                    <a:cubicBezTo>
                      <a:pt x="528" y="546"/>
                      <a:pt x="537" y="543"/>
                      <a:pt x="540" y="543"/>
                    </a:cubicBezTo>
                    <a:cubicBezTo>
                      <a:pt x="543" y="543"/>
                      <a:pt x="555" y="540"/>
                      <a:pt x="555" y="537"/>
                    </a:cubicBezTo>
                    <a:cubicBezTo>
                      <a:pt x="555" y="534"/>
                      <a:pt x="567" y="534"/>
                      <a:pt x="570" y="534"/>
                    </a:cubicBezTo>
                    <a:cubicBezTo>
                      <a:pt x="573" y="534"/>
                      <a:pt x="576" y="537"/>
                      <a:pt x="579" y="534"/>
                    </a:cubicBezTo>
                    <a:cubicBezTo>
                      <a:pt x="582" y="534"/>
                      <a:pt x="585" y="537"/>
                      <a:pt x="585" y="540"/>
                    </a:cubicBezTo>
                    <a:cubicBezTo>
                      <a:pt x="585" y="543"/>
                      <a:pt x="588" y="546"/>
                      <a:pt x="588" y="549"/>
                    </a:cubicBezTo>
                    <a:cubicBezTo>
                      <a:pt x="588" y="549"/>
                      <a:pt x="585" y="552"/>
                      <a:pt x="588" y="552"/>
                    </a:cubicBezTo>
                    <a:cubicBezTo>
                      <a:pt x="588" y="555"/>
                      <a:pt x="594" y="552"/>
                      <a:pt x="597" y="552"/>
                    </a:cubicBezTo>
                    <a:cubicBezTo>
                      <a:pt x="600" y="549"/>
                      <a:pt x="600" y="552"/>
                      <a:pt x="600" y="552"/>
                    </a:cubicBezTo>
                    <a:cubicBezTo>
                      <a:pt x="600" y="555"/>
                      <a:pt x="603" y="555"/>
                      <a:pt x="603" y="555"/>
                    </a:cubicBezTo>
                    <a:cubicBezTo>
                      <a:pt x="603" y="552"/>
                      <a:pt x="609" y="552"/>
                      <a:pt x="609" y="555"/>
                    </a:cubicBezTo>
                    <a:cubicBezTo>
                      <a:pt x="612" y="555"/>
                      <a:pt x="615" y="552"/>
                      <a:pt x="615" y="555"/>
                    </a:cubicBezTo>
                    <a:cubicBezTo>
                      <a:pt x="615" y="558"/>
                      <a:pt x="609" y="561"/>
                      <a:pt x="612" y="564"/>
                    </a:cubicBezTo>
                    <a:cubicBezTo>
                      <a:pt x="615" y="567"/>
                      <a:pt x="615" y="561"/>
                      <a:pt x="621" y="561"/>
                    </a:cubicBezTo>
                    <a:cubicBezTo>
                      <a:pt x="624" y="561"/>
                      <a:pt x="630" y="558"/>
                      <a:pt x="633" y="555"/>
                    </a:cubicBezTo>
                    <a:cubicBezTo>
                      <a:pt x="636" y="555"/>
                      <a:pt x="639" y="552"/>
                      <a:pt x="642" y="549"/>
                    </a:cubicBezTo>
                    <a:cubicBezTo>
                      <a:pt x="645" y="549"/>
                      <a:pt x="651" y="549"/>
                      <a:pt x="651" y="552"/>
                    </a:cubicBezTo>
                    <a:cubicBezTo>
                      <a:pt x="648" y="552"/>
                      <a:pt x="645" y="558"/>
                      <a:pt x="654" y="558"/>
                    </a:cubicBezTo>
                    <a:cubicBezTo>
                      <a:pt x="660" y="561"/>
                      <a:pt x="669" y="576"/>
                      <a:pt x="675" y="585"/>
                    </a:cubicBezTo>
                    <a:cubicBezTo>
                      <a:pt x="678" y="591"/>
                      <a:pt x="684" y="603"/>
                      <a:pt x="687" y="603"/>
                    </a:cubicBezTo>
                    <a:cubicBezTo>
                      <a:pt x="687" y="603"/>
                      <a:pt x="690" y="597"/>
                      <a:pt x="693" y="597"/>
                    </a:cubicBezTo>
                    <a:cubicBezTo>
                      <a:pt x="696" y="597"/>
                      <a:pt x="699" y="603"/>
                      <a:pt x="702" y="603"/>
                    </a:cubicBezTo>
                    <a:cubicBezTo>
                      <a:pt x="705" y="603"/>
                      <a:pt x="708" y="606"/>
                      <a:pt x="711" y="606"/>
                    </a:cubicBezTo>
                    <a:cubicBezTo>
                      <a:pt x="714" y="603"/>
                      <a:pt x="720" y="600"/>
                      <a:pt x="723" y="603"/>
                    </a:cubicBezTo>
                    <a:cubicBezTo>
                      <a:pt x="726" y="603"/>
                      <a:pt x="729" y="603"/>
                      <a:pt x="732" y="609"/>
                    </a:cubicBezTo>
                    <a:cubicBezTo>
                      <a:pt x="732" y="612"/>
                      <a:pt x="735" y="612"/>
                      <a:pt x="738" y="612"/>
                    </a:cubicBezTo>
                    <a:cubicBezTo>
                      <a:pt x="741" y="612"/>
                      <a:pt x="741" y="615"/>
                      <a:pt x="741" y="618"/>
                    </a:cubicBezTo>
                    <a:cubicBezTo>
                      <a:pt x="741" y="621"/>
                      <a:pt x="744" y="621"/>
                      <a:pt x="747" y="621"/>
                    </a:cubicBezTo>
                    <a:cubicBezTo>
                      <a:pt x="747" y="621"/>
                      <a:pt x="753" y="621"/>
                      <a:pt x="756" y="621"/>
                    </a:cubicBezTo>
                    <a:cubicBezTo>
                      <a:pt x="756" y="621"/>
                      <a:pt x="759" y="618"/>
                      <a:pt x="759" y="621"/>
                    </a:cubicBezTo>
                    <a:cubicBezTo>
                      <a:pt x="759" y="624"/>
                      <a:pt x="762" y="627"/>
                      <a:pt x="765" y="627"/>
                    </a:cubicBezTo>
                    <a:cubicBezTo>
                      <a:pt x="765" y="627"/>
                      <a:pt x="771" y="630"/>
                      <a:pt x="771" y="627"/>
                    </a:cubicBezTo>
                    <a:cubicBezTo>
                      <a:pt x="771" y="624"/>
                      <a:pt x="777" y="624"/>
                      <a:pt x="777" y="624"/>
                    </a:cubicBezTo>
                    <a:cubicBezTo>
                      <a:pt x="780" y="624"/>
                      <a:pt x="786" y="621"/>
                      <a:pt x="789" y="618"/>
                    </a:cubicBezTo>
                    <a:cubicBezTo>
                      <a:pt x="789" y="615"/>
                      <a:pt x="795" y="615"/>
                      <a:pt x="798" y="615"/>
                    </a:cubicBezTo>
                    <a:cubicBezTo>
                      <a:pt x="798" y="612"/>
                      <a:pt x="804" y="612"/>
                      <a:pt x="804" y="609"/>
                    </a:cubicBezTo>
                    <a:cubicBezTo>
                      <a:pt x="804" y="606"/>
                      <a:pt x="810" y="609"/>
                      <a:pt x="813" y="606"/>
                    </a:cubicBezTo>
                    <a:cubicBezTo>
                      <a:pt x="813" y="603"/>
                      <a:pt x="819" y="603"/>
                      <a:pt x="819" y="606"/>
                    </a:cubicBezTo>
                    <a:cubicBezTo>
                      <a:pt x="822" y="606"/>
                      <a:pt x="834" y="609"/>
                      <a:pt x="837" y="606"/>
                    </a:cubicBezTo>
                    <a:cubicBezTo>
                      <a:pt x="837" y="606"/>
                      <a:pt x="837" y="612"/>
                      <a:pt x="840" y="615"/>
                    </a:cubicBezTo>
                    <a:cubicBezTo>
                      <a:pt x="840" y="615"/>
                      <a:pt x="846" y="618"/>
                      <a:pt x="849" y="618"/>
                    </a:cubicBezTo>
                    <a:cubicBezTo>
                      <a:pt x="849" y="615"/>
                      <a:pt x="855" y="615"/>
                      <a:pt x="858" y="618"/>
                    </a:cubicBezTo>
                    <a:cubicBezTo>
                      <a:pt x="861" y="618"/>
                      <a:pt x="864" y="621"/>
                      <a:pt x="867" y="618"/>
                    </a:cubicBezTo>
                    <a:cubicBezTo>
                      <a:pt x="867" y="618"/>
                      <a:pt x="873" y="615"/>
                      <a:pt x="876" y="615"/>
                    </a:cubicBezTo>
                    <a:cubicBezTo>
                      <a:pt x="876" y="612"/>
                      <a:pt x="876" y="609"/>
                      <a:pt x="876" y="609"/>
                    </a:cubicBezTo>
                    <a:cubicBezTo>
                      <a:pt x="873" y="606"/>
                      <a:pt x="873" y="600"/>
                      <a:pt x="870" y="597"/>
                    </a:cubicBezTo>
                    <a:cubicBezTo>
                      <a:pt x="876" y="594"/>
                      <a:pt x="876" y="594"/>
                      <a:pt x="876" y="594"/>
                    </a:cubicBezTo>
                    <a:cubicBezTo>
                      <a:pt x="876" y="591"/>
                      <a:pt x="882" y="591"/>
                      <a:pt x="882" y="588"/>
                    </a:cubicBezTo>
                    <a:cubicBezTo>
                      <a:pt x="885" y="585"/>
                      <a:pt x="885" y="585"/>
                      <a:pt x="885" y="585"/>
                    </a:cubicBezTo>
                    <a:cubicBezTo>
                      <a:pt x="888" y="585"/>
                      <a:pt x="894" y="588"/>
                      <a:pt x="894" y="588"/>
                    </a:cubicBezTo>
                    <a:cubicBezTo>
                      <a:pt x="900" y="591"/>
                      <a:pt x="900" y="591"/>
                      <a:pt x="900" y="591"/>
                    </a:cubicBezTo>
                    <a:cubicBezTo>
                      <a:pt x="903" y="591"/>
                      <a:pt x="906" y="591"/>
                      <a:pt x="909" y="594"/>
                    </a:cubicBezTo>
                    <a:cubicBezTo>
                      <a:pt x="912" y="594"/>
                      <a:pt x="918" y="594"/>
                      <a:pt x="921" y="597"/>
                    </a:cubicBezTo>
                    <a:cubicBezTo>
                      <a:pt x="921" y="600"/>
                      <a:pt x="921" y="603"/>
                      <a:pt x="921" y="606"/>
                    </a:cubicBezTo>
                    <a:cubicBezTo>
                      <a:pt x="924" y="609"/>
                      <a:pt x="927" y="612"/>
                      <a:pt x="930" y="612"/>
                    </a:cubicBezTo>
                    <a:cubicBezTo>
                      <a:pt x="930" y="612"/>
                      <a:pt x="936" y="615"/>
                      <a:pt x="939" y="615"/>
                    </a:cubicBezTo>
                    <a:cubicBezTo>
                      <a:pt x="942" y="615"/>
                      <a:pt x="945" y="612"/>
                      <a:pt x="948" y="612"/>
                    </a:cubicBezTo>
                    <a:cubicBezTo>
                      <a:pt x="948" y="612"/>
                      <a:pt x="954" y="609"/>
                      <a:pt x="957" y="609"/>
                    </a:cubicBezTo>
                    <a:cubicBezTo>
                      <a:pt x="960" y="609"/>
                      <a:pt x="966" y="612"/>
                      <a:pt x="969" y="612"/>
                    </a:cubicBezTo>
                    <a:cubicBezTo>
                      <a:pt x="969" y="612"/>
                      <a:pt x="975" y="612"/>
                      <a:pt x="975" y="615"/>
                    </a:cubicBezTo>
                    <a:cubicBezTo>
                      <a:pt x="978" y="615"/>
                      <a:pt x="987" y="615"/>
                      <a:pt x="987" y="618"/>
                    </a:cubicBezTo>
                    <a:cubicBezTo>
                      <a:pt x="987" y="621"/>
                      <a:pt x="990" y="621"/>
                      <a:pt x="993" y="624"/>
                    </a:cubicBezTo>
                    <a:cubicBezTo>
                      <a:pt x="993" y="627"/>
                      <a:pt x="1005" y="627"/>
                      <a:pt x="1005" y="627"/>
                    </a:cubicBezTo>
                    <a:cubicBezTo>
                      <a:pt x="1008" y="630"/>
                      <a:pt x="1020" y="630"/>
                      <a:pt x="1020" y="627"/>
                    </a:cubicBezTo>
                    <a:cubicBezTo>
                      <a:pt x="1020" y="627"/>
                      <a:pt x="1032" y="624"/>
                      <a:pt x="1035" y="624"/>
                    </a:cubicBezTo>
                    <a:cubicBezTo>
                      <a:pt x="1038" y="621"/>
                      <a:pt x="1044" y="624"/>
                      <a:pt x="1044" y="621"/>
                    </a:cubicBezTo>
                    <a:cubicBezTo>
                      <a:pt x="1044" y="618"/>
                      <a:pt x="1050" y="615"/>
                      <a:pt x="1053" y="615"/>
                    </a:cubicBezTo>
                    <a:cubicBezTo>
                      <a:pt x="1056" y="612"/>
                      <a:pt x="1068" y="612"/>
                      <a:pt x="1068" y="615"/>
                    </a:cubicBezTo>
                    <a:cubicBezTo>
                      <a:pt x="1068" y="618"/>
                      <a:pt x="1074" y="618"/>
                      <a:pt x="1077" y="618"/>
                    </a:cubicBezTo>
                    <a:cubicBezTo>
                      <a:pt x="1080" y="615"/>
                      <a:pt x="1086" y="618"/>
                      <a:pt x="1089" y="621"/>
                    </a:cubicBezTo>
                    <a:cubicBezTo>
                      <a:pt x="1098" y="624"/>
                      <a:pt x="1098" y="624"/>
                      <a:pt x="1098" y="624"/>
                    </a:cubicBezTo>
                    <a:cubicBezTo>
                      <a:pt x="1101" y="621"/>
                      <a:pt x="1107" y="618"/>
                      <a:pt x="1110" y="618"/>
                    </a:cubicBezTo>
                    <a:cubicBezTo>
                      <a:pt x="1113" y="618"/>
                      <a:pt x="1116" y="615"/>
                      <a:pt x="1116" y="612"/>
                    </a:cubicBezTo>
                    <a:cubicBezTo>
                      <a:pt x="1113" y="609"/>
                      <a:pt x="1119" y="603"/>
                      <a:pt x="1119" y="600"/>
                    </a:cubicBezTo>
                    <a:cubicBezTo>
                      <a:pt x="1122" y="597"/>
                      <a:pt x="1125" y="591"/>
                      <a:pt x="1128" y="591"/>
                    </a:cubicBezTo>
                    <a:cubicBezTo>
                      <a:pt x="1128" y="588"/>
                      <a:pt x="1131" y="585"/>
                      <a:pt x="1131" y="585"/>
                    </a:cubicBezTo>
                    <a:cubicBezTo>
                      <a:pt x="1131" y="582"/>
                      <a:pt x="1131" y="576"/>
                      <a:pt x="1128" y="576"/>
                    </a:cubicBezTo>
                    <a:cubicBezTo>
                      <a:pt x="1128" y="576"/>
                      <a:pt x="1122" y="576"/>
                      <a:pt x="1128" y="570"/>
                    </a:cubicBezTo>
                    <a:cubicBezTo>
                      <a:pt x="1131" y="564"/>
                      <a:pt x="1140" y="564"/>
                      <a:pt x="1143" y="564"/>
                    </a:cubicBezTo>
                    <a:cubicBezTo>
                      <a:pt x="1143" y="564"/>
                      <a:pt x="1155" y="564"/>
                      <a:pt x="1158" y="564"/>
                    </a:cubicBezTo>
                    <a:cubicBezTo>
                      <a:pt x="1164" y="564"/>
                      <a:pt x="1167" y="564"/>
                      <a:pt x="1170" y="567"/>
                    </a:cubicBezTo>
                    <a:cubicBezTo>
                      <a:pt x="1176" y="570"/>
                      <a:pt x="1182" y="567"/>
                      <a:pt x="1185" y="570"/>
                    </a:cubicBezTo>
                    <a:cubicBezTo>
                      <a:pt x="1188" y="573"/>
                      <a:pt x="1194" y="573"/>
                      <a:pt x="1191" y="579"/>
                    </a:cubicBezTo>
                    <a:cubicBezTo>
                      <a:pt x="1191" y="582"/>
                      <a:pt x="1197" y="579"/>
                      <a:pt x="1197" y="588"/>
                    </a:cubicBezTo>
                    <a:cubicBezTo>
                      <a:pt x="1200" y="597"/>
                      <a:pt x="1203" y="597"/>
                      <a:pt x="1203" y="603"/>
                    </a:cubicBezTo>
                    <a:cubicBezTo>
                      <a:pt x="1206" y="606"/>
                      <a:pt x="1212" y="612"/>
                      <a:pt x="1209" y="615"/>
                    </a:cubicBezTo>
                    <a:cubicBezTo>
                      <a:pt x="1209" y="618"/>
                      <a:pt x="1209" y="621"/>
                      <a:pt x="1215" y="621"/>
                    </a:cubicBezTo>
                    <a:cubicBezTo>
                      <a:pt x="1221" y="621"/>
                      <a:pt x="1224" y="627"/>
                      <a:pt x="1224" y="627"/>
                    </a:cubicBezTo>
                    <a:cubicBezTo>
                      <a:pt x="1227" y="624"/>
                      <a:pt x="1233" y="627"/>
                      <a:pt x="1236" y="630"/>
                    </a:cubicBezTo>
                    <a:cubicBezTo>
                      <a:pt x="1239" y="633"/>
                      <a:pt x="1245" y="633"/>
                      <a:pt x="1245" y="636"/>
                    </a:cubicBezTo>
                    <a:cubicBezTo>
                      <a:pt x="1245" y="639"/>
                      <a:pt x="1248" y="642"/>
                      <a:pt x="1248" y="645"/>
                    </a:cubicBezTo>
                    <a:cubicBezTo>
                      <a:pt x="1248" y="648"/>
                      <a:pt x="1254" y="651"/>
                      <a:pt x="1257" y="651"/>
                    </a:cubicBezTo>
                    <a:cubicBezTo>
                      <a:pt x="1263" y="651"/>
                      <a:pt x="1266" y="651"/>
                      <a:pt x="1269" y="648"/>
                    </a:cubicBezTo>
                    <a:cubicBezTo>
                      <a:pt x="1269" y="645"/>
                      <a:pt x="1278" y="645"/>
                      <a:pt x="1278" y="645"/>
                    </a:cubicBezTo>
                    <a:cubicBezTo>
                      <a:pt x="1281" y="642"/>
                      <a:pt x="1287" y="639"/>
                      <a:pt x="1287" y="645"/>
                    </a:cubicBezTo>
                    <a:cubicBezTo>
                      <a:pt x="1287" y="651"/>
                      <a:pt x="1293" y="654"/>
                      <a:pt x="1287" y="657"/>
                    </a:cubicBezTo>
                    <a:cubicBezTo>
                      <a:pt x="1284" y="657"/>
                      <a:pt x="1284" y="666"/>
                      <a:pt x="1281" y="669"/>
                    </a:cubicBezTo>
                    <a:cubicBezTo>
                      <a:pt x="1281" y="675"/>
                      <a:pt x="1275" y="675"/>
                      <a:pt x="1275" y="678"/>
                    </a:cubicBezTo>
                    <a:cubicBezTo>
                      <a:pt x="1275" y="684"/>
                      <a:pt x="1269" y="684"/>
                      <a:pt x="1269" y="687"/>
                    </a:cubicBezTo>
                    <a:cubicBezTo>
                      <a:pt x="1269" y="690"/>
                      <a:pt x="1263" y="687"/>
                      <a:pt x="1260" y="687"/>
                    </a:cubicBezTo>
                    <a:cubicBezTo>
                      <a:pt x="1257" y="684"/>
                      <a:pt x="1254" y="690"/>
                      <a:pt x="1251" y="690"/>
                    </a:cubicBezTo>
                    <a:cubicBezTo>
                      <a:pt x="1248" y="690"/>
                      <a:pt x="1248" y="696"/>
                      <a:pt x="1248" y="699"/>
                    </a:cubicBezTo>
                    <a:cubicBezTo>
                      <a:pt x="1251" y="702"/>
                      <a:pt x="1248" y="705"/>
                      <a:pt x="1251" y="708"/>
                    </a:cubicBezTo>
                    <a:cubicBezTo>
                      <a:pt x="1251" y="711"/>
                      <a:pt x="1251" y="714"/>
                      <a:pt x="1251" y="717"/>
                    </a:cubicBezTo>
                    <a:cubicBezTo>
                      <a:pt x="1254" y="714"/>
                      <a:pt x="1260" y="714"/>
                      <a:pt x="1260" y="714"/>
                    </a:cubicBezTo>
                    <a:cubicBezTo>
                      <a:pt x="1263" y="714"/>
                      <a:pt x="1269" y="720"/>
                      <a:pt x="1272" y="720"/>
                    </a:cubicBezTo>
                    <a:cubicBezTo>
                      <a:pt x="1278" y="720"/>
                      <a:pt x="1299" y="708"/>
                      <a:pt x="1299" y="705"/>
                    </a:cubicBezTo>
                    <a:cubicBezTo>
                      <a:pt x="1299" y="702"/>
                      <a:pt x="1311" y="690"/>
                      <a:pt x="1317" y="684"/>
                    </a:cubicBezTo>
                    <a:cubicBezTo>
                      <a:pt x="1323" y="678"/>
                      <a:pt x="1332" y="669"/>
                      <a:pt x="1335" y="663"/>
                    </a:cubicBezTo>
                    <a:cubicBezTo>
                      <a:pt x="1335" y="657"/>
                      <a:pt x="1344" y="648"/>
                      <a:pt x="1347" y="645"/>
                    </a:cubicBezTo>
                    <a:cubicBezTo>
                      <a:pt x="1347" y="642"/>
                      <a:pt x="1350" y="642"/>
                      <a:pt x="1353" y="633"/>
                    </a:cubicBezTo>
                    <a:cubicBezTo>
                      <a:pt x="1356" y="627"/>
                      <a:pt x="1356" y="606"/>
                      <a:pt x="1359" y="606"/>
                    </a:cubicBezTo>
                    <a:cubicBezTo>
                      <a:pt x="1359" y="603"/>
                      <a:pt x="1359" y="600"/>
                      <a:pt x="1359" y="597"/>
                    </a:cubicBezTo>
                    <a:cubicBezTo>
                      <a:pt x="1362" y="594"/>
                      <a:pt x="1362" y="591"/>
                      <a:pt x="1365" y="591"/>
                    </a:cubicBezTo>
                    <a:cubicBezTo>
                      <a:pt x="1368" y="588"/>
                      <a:pt x="1368" y="585"/>
                      <a:pt x="1365" y="582"/>
                    </a:cubicBezTo>
                    <a:cubicBezTo>
                      <a:pt x="1365" y="579"/>
                      <a:pt x="1365" y="576"/>
                      <a:pt x="1365" y="573"/>
                    </a:cubicBezTo>
                    <a:cubicBezTo>
                      <a:pt x="1365" y="573"/>
                      <a:pt x="1365" y="570"/>
                      <a:pt x="1368" y="570"/>
                    </a:cubicBezTo>
                    <a:cubicBezTo>
                      <a:pt x="1368" y="570"/>
                      <a:pt x="1365" y="567"/>
                      <a:pt x="1362" y="564"/>
                    </a:cubicBezTo>
                    <a:cubicBezTo>
                      <a:pt x="1359" y="564"/>
                      <a:pt x="1356" y="561"/>
                      <a:pt x="1356" y="558"/>
                    </a:cubicBezTo>
                    <a:cubicBezTo>
                      <a:pt x="1356" y="555"/>
                      <a:pt x="1350" y="552"/>
                      <a:pt x="1347" y="552"/>
                    </a:cubicBezTo>
                    <a:cubicBezTo>
                      <a:pt x="1344" y="552"/>
                      <a:pt x="1335" y="549"/>
                      <a:pt x="1338" y="552"/>
                    </a:cubicBezTo>
                    <a:cubicBezTo>
                      <a:pt x="1338" y="555"/>
                      <a:pt x="1338" y="558"/>
                      <a:pt x="1335" y="558"/>
                    </a:cubicBezTo>
                    <a:cubicBezTo>
                      <a:pt x="1332" y="555"/>
                      <a:pt x="1332" y="558"/>
                      <a:pt x="1329" y="561"/>
                    </a:cubicBezTo>
                    <a:cubicBezTo>
                      <a:pt x="1329" y="564"/>
                      <a:pt x="1320" y="564"/>
                      <a:pt x="1323" y="561"/>
                    </a:cubicBezTo>
                    <a:cubicBezTo>
                      <a:pt x="1326" y="558"/>
                      <a:pt x="1323" y="558"/>
                      <a:pt x="1323" y="555"/>
                    </a:cubicBezTo>
                    <a:cubicBezTo>
                      <a:pt x="1323" y="552"/>
                      <a:pt x="1326" y="549"/>
                      <a:pt x="1323" y="549"/>
                    </a:cubicBezTo>
                    <a:cubicBezTo>
                      <a:pt x="1320" y="552"/>
                      <a:pt x="1320" y="558"/>
                      <a:pt x="1317" y="558"/>
                    </a:cubicBezTo>
                    <a:cubicBezTo>
                      <a:pt x="1314" y="558"/>
                      <a:pt x="1314" y="549"/>
                      <a:pt x="1314" y="546"/>
                    </a:cubicBezTo>
                    <a:cubicBezTo>
                      <a:pt x="1317" y="543"/>
                      <a:pt x="1308" y="546"/>
                      <a:pt x="1302" y="546"/>
                    </a:cubicBezTo>
                    <a:cubicBezTo>
                      <a:pt x="1296" y="546"/>
                      <a:pt x="1296" y="540"/>
                      <a:pt x="1302" y="537"/>
                    </a:cubicBezTo>
                    <a:cubicBezTo>
                      <a:pt x="1308" y="534"/>
                      <a:pt x="1308" y="531"/>
                      <a:pt x="1311" y="531"/>
                    </a:cubicBezTo>
                    <a:cubicBezTo>
                      <a:pt x="1314" y="531"/>
                      <a:pt x="1320" y="525"/>
                      <a:pt x="1323" y="522"/>
                    </a:cubicBezTo>
                    <a:cubicBezTo>
                      <a:pt x="1329" y="519"/>
                      <a:pt x="1329" y="516"/>
                      <a:pt x="1332" y="513"/>
                    </a:cubicBezTo>
                    <a:cubicBezTo>
                      <a:pt x="1332" y="513"/>
                      <a:pt x="1341" y="507"/>
                      <a:pt x="1347" y="501"/>
                    </a:cubicBezTo>
                    <a:cubicBezTo>
                      <a:pt x="1353" y="495"/>
                      <a:pt x="1356" y="492"/>
                      <a:pt x="1359" y="489"/>
                    </a:cubicBezTo>
                    <a:cubicBezTo>
                      <a:pt x="1362" y="486"/>
                      <a:pt x="1371" y="483"/>
                      <a:pt x="1371" y="480"/>
                    </a:cubicBezTo>
                    <a:cubicBezTo>
                      <a:pt x="1371" y="477"/>
                      <a:pt x="1383" y="471"/>
                      <a:pt x="1392" y="468"/>
                    </a:cubicBezTo>
                    <a:cubicBezTo>
                      <a:pt x="1401" y="465"/>
                      <a:pt x="1416" y="468"/>
                      <a:pt x="1416" y="471"/>
                    </a:cubicBezTo>
                    <a:cubicBezTo>
                      <a:pt x="1419" y="474"/>
                      <a:pt x="1422" y="474"/>
                      <a:pt x="1422" y="471"/>
                    </a:cubicBezTo>
                    <a:cubicBezTo>
                      <a:pt x="1425" y="468"/>
                      <a:pt x="1428" y="471"/>
                      <a:pt x="1434" y="471"/>
                    </a:cubicBezTo>
                    <a:cubicBezTo>
                      <a:pt x="1440" y="471"/>
                      <a:pt x="1440" y="468"/>
                      <a:pt x="1443" y="468"/>
                    </a:cubicBezTo>
                    <a:cubicBezTo>
                      <a:pt x="1449" y="471"/>
                      <a:pt x="1452" y="471"/>
                      <a:pt x="1455" y="468"/>
                    </a:cubicBezTo>
                    <a:cubicBezTo>
                      <a:pt x="1455" y="462"/>
                      <a:pt x="1467" y="462"/>
                      <a:pt x="1470" y="465"/>
                    </a:cubicBezTo>
                    <a:cubicBezTo>
                      <a:pt x="1473" y="468"/>
                      <a:pt x="1473" y="468"/>
                      <a:pt x="1479" y="465"/>
                    </a:cubicBezTo>
                    <a:cubicBezTo>
                      <a:pt x="1482" y="465"/>
                      <a:pt x="1482" y="471"/>
                      <a:pt x="1485" y="471"/>
                    </a:cubicBezTo>
                    <a:cubicBezTo>
                      <a:pt x="1491" y="471"/>
                      <a:pt x="1488" y="474"/>
                      <a:pt x="1485" y="474"/>
                    </a:cubicBezTo>
                    <a:cubicBezTo>
                      <a:pt x="1482" y="474"/>
                      <a:pt x="1476" y="477"/>
                      <a:pt x="1479" y="477"/>
                    </a:cubicBezTo>
                    <a:cubicBezTo>
                      <a:pt x="1485" y="480"/>
                      <a:pt x="1488" y="477"/>
                      <a:pt x="1491" y="477"/>
                    </a:cubicBezTo>
                    <a:cubicBezTo>
                      <a:pt x="1494" y="477"/>
                      <a:pt x="1500" y="477"/>
                      <a:pt x="1503" y="474"/>
                    </a:cubicBezTo>
                    <a:cubicBezTo>
                      <a:pt x="1509" y="471"/>
                      <a:pt x="1509" y="477"/>
                      <a:pt x="1512" y="474"/>
                    </a:cubicBezTo>
                    <a:cubicBezTo>
                      <a:pt x="1515" y="471"/>
                      <a:pt x="1521" y="471"/>
                      <a:pt x="1524" y="471"/>
                    </a:cubicBezTo>
                    <a:cubicBezTo>
                      <a:pt x="1527" y="471"/>
                      <a:pt x="1524" y="468"/>
                      <a:pt x="1518" y="468"/>
                    </a:cubicBezTo>
                    <a:cubicBezTo>
                      <a:pt x="1515" y="468"/>
                      <a:pt x="1515" y="465"/>
                      <a:pt x="1518" y="459"/>
                    </a:cubicBezTo>
                    <a:cubicBezTo>
                      <a:pt x="1521" y="450"/>
                      <a:pt x="1530" y="447"/>
                      <a:pt x="1533" y="444"/>
                    </a:cubicBezTo>
                    <a:cubicBezTo>
                      <a:pt x="1539" y="438"/>
                      <a:pt x="1542" y="441"/>
                      <a:pt x="1542" y="438"/>
                    </a:cubicBezTo>
                    <a:cubicBezTo>
                      <a:pt x="1542" y="435"/>
                      <a:pt x="1545" y="429"/>
                      <a:pt x="1548" y="429"/>
                    </a:cubicBezTo>
                    <a:cubicBezTo>
                      <a:pt x="1551" y="429"/>
                      <a:pt x="1560" y="429"/>
                      <a:pt x="1566" y="426"/>
                    </a:cubicBezTo>
                    <a:cubicBezTo>
                      <a:pt x="1572" y="423"/>
                      <a:pt x="1572" y="429"/>
                      <a:pt x="1575" y="429"/>
                    </a:cubicBezTo>
                    <a:cubicBezTo>
                      <a:pt x="1578" y="432"/>
                      <a:pt x="1581" y="426"/>
                      <a:pt x="1584" y="426"/>
                    </a:cubicBezTo>
                    <a:cubicBezTo>
                      <a:pt x="1584" y="429"/>
                      <a:pt x="1578" y="432"/>
                      <a:pt x="1578" y="438"/>
                    </a:cubicBezTo>
                    <a:cubicBezTo>
                      <a:pt x="1575" y="441"/>
                      <a:pt x="1581" y="441"/>
                      <a:pt x="1584" y="441"/>
                    </a:cubicBezTo>
                    <a:cubicBezTo>
                      <a:pt x="1587" y="444"/>
                      <a:pt x="1581" y="444"/>
                      <a:pt x="1581" y="447"/>
                    </a:cubicBezTo>
                    <a:cubicBezTo>
                      <a:pt x="1581" y="447"/>
                      <a:pt x="1587" y="447"/>
                      <a:pt x="1593" y="441"/>
                    </a:cubicBezTo>
                    <a:cubicBezTo>
                      <a:pt x="1602" y="432"/>
                      <a:pt x="1608" y="432"/>
                      <a:pt x="1614" y="432"/>
                    </a:cubicBezTo>
                    <a:cubicBezTo>
                      <a:pt x="1617" y="432"/>
                      <a:pt x="1614" y="426"/>
                      <a:pt x="1614" y="420"/>
                    </a:cubicBezTo>
                    <a:cubicBezTo>
                      <a:pt x="1617" y="414"/>
                      <a:pt x="1629" y="411"/>
                      <a:pt x="1635" y="414"/>
                    </a:cubicBezTo>
                    <a:cubicBezTo>
                      <a:pt x="1638" y="414"/>
                      <a:pt x="1638" y="417"/>
                      <a:pt x="1635" y="417"/>
                    </a:cubicBezTo>
                    <a:cubicBezTo>
                      <a:pt x="1629" y="414"/>
                      <a:pt x="1626" y="420"/>
                      <a:pt x="1626" y="426"/>
                    </a:cubicBezTo>
                    <a:cubicBezTo>
                      <a:pt x="1626" y="429"/>
                      <a:pt x="1623" y="432"/>
                      <a:pt x="1623" y="435"/>
                    </a:cubicBezTo>
                    <a:cubicBezTo>
                      <a:pt x="1626" y="435"/>
                      <a:pt x="1620" y="438"/>
                      <a:pt x="1620" y="438"/>
                    </a:cubicBezTo>
                    <a:cubicBezTo>
                      <a:pt x="1620" y="441"/>
                      <a:pt x="1620" y="444"/>
                      <a:pt x="1617" y="444"/>
                    </a:cubicBezTo>
                    <a:cubicBezTo>
                      <a:pt x="1614" y="444"/>
                      <a:pt x="1602" y="447"/>
                      <a:pt x="1602" y="450"/>
                    </a:cubicBezTo>
                    <a:cubicBezTo>
                      <a:pt x="1602" y="456"/>
                      <a:pt x="1596" y="456"/>
                      <a:pt x="1593" y="462"/>
                    </a:cubicBezTo>
                    <a:cubicBezTo>
                      <a:pt x="1590" y="465"/>
                      <a:pt x="1581" y="471"/>
                      <a:pt x="1572" y="480"/>
                    </a:cubicBezTo>
                    <a:cubicBezTo>
                      <a:pt x="1566" y="492"/>
                      <a:pt x="1554" y="492"/>
                      <a:pt x="1554" y="492"/>
                    </a:cubicBezTo>
                    <a:cubicBezTo>
                      <a:pt x="1554" y="495"/>
                      <a:pt x="1545" y="495"/>
                      <a:pt x="1545" y="495"/>
                    </a:cubicBezTo>
                    <a:cubicBezTo>
                      <a:pt x="1542" y="495"/>
                      <a:pt x="1545" y="501"/>
                      <a:pt x="1539" y="510"/>
                    </a:cubicBezTo>
                    <a:cubicBezTo>
                      <a:pt x="1533" y="516"/>
                      <a:pt x="1530" y="525"/>
                      <a:pt x="1530" y="534"/>
                    </a:cubicBezTo>
                    <a:cubicBezTo>
                      <a:pt x="1530" y="543"/>
                      <a:pt x="1533" y="570"/>
                      <a:pt x="1536" y="576"/>
                    </a:cubicBezTo>
                    <a:cubicBezTo>
                      <a:pt x="1539" y="582"/>
                      <a:pt x="1536" y="594"/>
                      <a:pt x="1539" y="594"/>
                    </a:cubicBezTo>
                    <a:cubicBezTo>
                      <a:pt x="1542" y="597"/>
                      <a:pt x="1542" y="603"/>
                      <a:pt x="1542" y="603"/>
                    </a:cubicBezTo>
                    <a:cubicBezTo>
                      <a:pt x="1545" y="606"/>
                      <a:pt x="1551" y="597"/>
                      <a:pt x="1554" y="594"/>
                    </a:cubicBezTo>
                    <a:cubicBezTo>
                      <a:pt x="1557" y="591"/>
                      <a:pt x="1557" y="588"/>
                      <a:pt x="1560" y="588"/>
                    </a:cubicBezTo>
                    <a:cubicBezTo>
                      <a:pt x="1563" y="585"/>
                      <a:pt x="1560" y="576"/>
                      <a:pt x="1563" y="576"/>
                    </a:cubicBezTo>
                    <a:cubicBezTo>
                      <a:pt x="1563" y="573"/>
                      <a:pt x="1569" y="573"/>
                      <a:pt x="1569" y="570"/>
                    </a:cubicBezTo>
                    <a:cubicBezTo>
                      <a:pt x="1572" y="567"/>
                      <a:pt x="1575" y="570"/>
                      <a:pt x="1578" y="570"/>
                    </a:cubicBezTo>
                    <a:cubicBezTo>
                      <a:pt x="1581" y="567"/>
                      <a:pt x="1578" y="561"/>
                      <a:pt x="1578" y="558"/>
                    </a:cubicBezTo>
                    <a:cubicBezTo>
                      <a:pt x="1575" y="555"/>
                      <a:pt x="1584" y="552"/>
                      <a:pt x="1587" y="549"/>
                    </a:cubicBezTo>
                    <a:cubicBezTo>
                      <a:pt x="1593" y="546"/>
                      <a:pt x="1596" y="552"/>
                      <a:pt x="1602" y="546"/>
                    </a:cubicBezTo>
                    <a:cubicBezTo>
                      <a:pt x="1605" y="543"/>
                      <a:pt x="1602" y="537"/>
                      <a:pt x="1599" y="534"/>
                    </a:cubicBezTo>
                    <a:cubicBezTo>
                      <a:pt x="1599" y="534"/>
                      <a:pt x="1605" y="522"/>
                      <a:pt x="1608" y="522"/>
                    </a:cubicBezTo>
                    <a:cubicBezTo>
                      <a:pt x="1611" y="522"/>
                      <a:pt x="1614" y="525"/>
                      <a:pt x="1617" y="522"/>
                    </a:cubicBezTo>
                    <a:cubicBezTo>
                      <a:pt x="1620" y="519"/>
                      <a:pt x="1614" y="513"/>
                      <a:pt x="1611" y="513"/>
                    </a:cubicBezTo>
                    <a:cubicBezTo>
                      <a:pt x="1608" y="513"/>
                      <a:pt x="1608" y="504"/>
                      <a:pt x="1614" y="501"/>
                    </a:cubicBezTo>
                    <a:cubicBezTo>
                      <a:pt x="1620" y="498"/>
                      <a:pt x="1617" y="495"/>
                      <a:pt x="1614" y="495"/>
                    </a:cubicBezTo>
                    <a:cubicBezTo>
                      <a:pt x="1608" y="495"/>
                      <a:pt x="1608" y="495"/>
                      <a:pt x="1605" y="495"/>
                    </a:cubicBezTo>
                    <a:cubicBezTo>
                      <a:pt x="1602" y="495"/>
                      <a:pt x="1599" y="489"/>
                      <a:pt x="1605" y="483"/>
                    </a:cubicBezTo>
                    <a:cubicBezTo>
                      <a:pt x="1608" y="477"/>
                      <a:pt x="1614" y="480"/>
                      <a:pt x="1614" y="474"/>
                    </a:cubicBezTo>
                    <a:cubicBezTo>
                      <a:pt x="1614" y="468"/>
                      <a:pt x="1620" y="462"/>
                      <a:pt x="1623" y="459"/>
                    </a:cubicBezTo>
                    <a:cubicBezTo>
                      <a:pt x="1623" y="456"/>
                      <a:pt x="1629" y="459"/>
                      <a:pt x="1632" y="459"/>
                    </a:cubicBezTo>
                    <a:cubicBezTo>
                      <a:pt x="1635" y="459"/>
                      <a:pt x="1635" y="465"/>
                      <a:pt x="1635" y="462"/>
                    </a:cubicBezTo>
                    <a:cubicBezTo>
                      <a:pt x="1638" y="459"/>
                      <a:pt x="1644" y="450"/>
                      <a:pt x="1647" y="450"/>
                    </a:cubicBezTo>
                    <a:cubicBezTo>
                      <a:pt x="1653" y="450"/>
                      <a:pt x="1650" y="456"/>
                      <a:pt x="1650" y="459"/>
                    </a:cubicBezTo>
                    <a:cubicBezTo>
                      <a:pt x="1650" y="465"/>
                      <a:pt x="1653" y="459"/>
                      <a:pt x="1662" y="453"/>
                    </a:cubicBezTo>
                    <a:cubicBezTo>
                      <a:pt x="1668" y="450"/>
                      <a:pt x="1683" y="450"/>
                      <a:pt x="1689" y="453"/>
                    </a:cubicBezTo>
                    <a:cubicBezTo>
                      <a:pt x="1695" y="453"/>
                      <a:pt x="1695" y="459"/>
                      <a:pt x="1698" y="459"/>
                    </a:cubicBezTo>
                    <a:cubicBezTo>
                      <a:pt x="1701" y="459"/>
                      <a:pt x="1698" y="453"/>
                      <a:pt x="1701" y="453"/>
                    </a:cubicBezTo>
                    <a:cubicBezTo>
                      <a:pt x="1707" y="450"/>
                      <a:pt x="1713" y="447"/>
                      <a:pt x="1719" y="444"/>
                    </a:cubicBezTo>
                    <a:cubicBezTo>
                      <a:pt x="1722" y="438"/>
                      <a:pt x="1722" y="441"/>
                      <a:pt x="1725" y="438"/>
                    </a:cubicBezTo>
                    <a:cubicBezTo>
                      <a:pt x="1728" y="435"/>
                      <a:pt x="1731" y="438"/>
                      <a:pt x="1731" y="435"/>
                    </a:cubicBezTo>
                    <a:cubicBezTo>
                      <a:pt x="1731" y="432"/>
                      <a:pt x="1740" y="429"/>
                      <a:pt x="1749" y="426"/>
                    </a:cubicBezTo>
                    <a:cubicBezTo>
                      <a:pt x="1761" y="423"/>
                      <a:pt x="1773" y="417"/>
                      <a:pt x="1773" y="414"/>
                    </a:cubicBezTo>
                    <a:cubicBezTo>
                      <a:pt x="1773" y="411"/>
                      <a:pt x="1779" y="411"/>
                      <a:pt x="1779" y="414"/>
                    </a:cubicBezTo>
                    <a:cubicBezTo>
                      <a:pt x="1779" y="417"/>
                      <a:pt x="1782" y="414"/>
                      <a:pt x="1788" y="417"/>
                    </a:cubicBezTo>
                    <a:cubicBezTo>
                      <a:pt x="1794" y="417"/>
                      <a:pt x="1797" y="420"/>
                      <a:pt x="1800" y="414"/>
                    </a:cubicBezTo>
                    <a:cubicBezTo>
                      <a:pt x="1806" y="411"/>
                      <a:pt x="1800" y="408"/>
                      <a:pt x="1800" y="405"/>
                    </a:cubicBezTo>
                    <a:cubicBezTo>
                      <a:pt x="1800" y="402"/>
                      <a:pt x="1794" y="399"/>
                      <a:pt x="1794" y="396"/>
                    </a:cubicBezTo>
                    <a:cubicBezTo>
                      <a:pt x="1794" y="393"/>
                      <a:pt x="1788" y="384"/>
                      <a:pt x="1785" y="384"/>
                    </a:cubicBezTo>
                    <a:cubicBezTo>
                      <a:pt x="1785" y="387"/>
                      <a:pt x="1779" y="384"/>
                      <a:pt x="1779" y="381"/>
                    </a:cubicBezTo>
                    <a:cubicBezTo>
                      <a:pt x="1779" y="378"/>
                      <a:pt x="1779" y="375"/>
                      <a:pt x="1776" y="375"/>
                    </a:cubicBezTo>
                    <a:cubicBezTo>
                      <a:pt x="1773" y="378"/>
                      <a:pt x="1767" y="378"/>
                      <a:pt x="1767" y="375"/>
                    </a:cubicBezTo>
                    <a:cubicBezTo>
                      <a:pt x="1764" y="372"/>
                      <a:pt x="1773" y="369"/>
                      <a:pt x="1779" y="372"/>
                    </a:cubicBezTo>
                    <a:cubicBezTo>
                      <a:pt x="1782" y="372"/>
                      <a:pt x="1782" y="375"/>
                      <a:pt x="1785" y="378"/>
                    </a:cubicBezTo>
                    <a:cubicBezTo>
                      <a:pt x="1785" y="378"/>
                      <a:pt x="1794" y="378"/>
                      <a:pt x="1797" y="375"/>
                    </a:cubicBezTo>
                    <a:cubicBezTo>
                      <a:pt x="1800" y="375"/>
                      <a:pt x="1809" y="372"/>
                      <a:pt x="1812" y="369"/>
                    </a:cubicBezTo>
                    <a:cubicBezTo>
                      <a:pt x="1812" y="366"/>
                      <a:pt x="1812" y="363"/>
                      <a:pt x="1815" y="363"/>
                    </a:cubicBezTo>
                    <a:cubicBezTo>
                      <a:pt x="1818" y="360"/>
                      <a:pt x="1815" y="357"/>
                      <a:pt x="1812" y="357"/>
                    </a:cubicBezTo>
                    <a:cubicBezTo>
                      <a:pt x="1809" y="354"/>
                      <a:pt x="1809" y="351"/>
                      <a:pt x="1812" y="351"/>
                    </a:cubicBezTo>
                    <a:cubicBezTo>
                      <a:pt x="1815" y="351"/>
                      <a:pt x="1815" y="348"/>
                      <a:pt x="1818" y="348"/>
                    </a:cubicBezTo>
                    <a:cubicBezTo>
                      <a:pt x="1821" y="345"/>
                      <a:pt x="1821" y="348"/>
                      <a:pt x="1824" y="345"/>
                    </a:cubicBezTo>
                    <a:cubicBezTo>
                      <a:pt x="1827" y="345"/>
                      <a:pt x="1824" y="348"/>
                      <a:pt x="1821" y="351"/>
                    </a:cubicBezTo>
                    <a:cubicBezTo>
                      <a:pt x="1821" y="354"/>
                      <a:pt x="1827" y="357"/>
                      <a:pt x="1827" y="360"/>
                    </a:cubicBezTo>
                    <a:cubicBezTo>
                      <a:pt x="1827" y="363"/>
                      <a:pt x="1833" y="363"/>
                      <a:pt x="1839" y="360"/>
                    </a:cubicBezTo>
                    <a:cubicBezTo>
                      <a:pt x="1842" y="357"/>
                      <a:pt x="1854" y="363"/>
                      <a:pt x="1854" y="366"/>
                    </a:cubicBezTo>
                    <a:cubicBezTo>
                      <a:pt x="1857" y="369"/>
                      <a:pt x="1857" y="372"/>
                      <a:pt x="1863" y="375"/>
                    </a:cubicBezTo>
                    <a:cubicBezTo>
                      <a:pt x="1869" y="378"/>
                      <a:pt x="1875" y="378"/>
                      <a:pt x="1875" y="381"/>
                    </a:cubicBezTo>
                    <a:cubicBezTo>
                      <a:pt x="1875" y="381"/>
                      <a:pt x="1878" y="384"/>
                      <a:pt x="1881" y="384"/>
                    </a:cubicBezTo>
                    <a:cubicBezTo>
                      <a:pt x="1884" y="381"/>
                      <a:pt x="1884" y="387"/>
                      <a:pt x="1887" y="384"/>
                    </a:cubicBezTo>
                    <a:cubicBezTo>
                      <a:pt x="1890" y="381"/>
                      <a:pt x="1890" y="384"/>
                      <a:pt x="1893" y="381"/>
                    </a:cubicBezTo>
                    <a:cubicBezTo>
                      <a:pt x="1896" y="381"/>
                      <a:pt x="1887" y="378"/>
                      <a:pt x="1890" y="375"/>
                    </a:cubicBezTo>
                    <a:cubicBezTo>
                      <a:pt x="1893" y="378"/>
                      <a:pt x="1893" y="378"/>
                      <a:pt x="1893" y="378"/>
                    </a:cubicBezTo>
                    <a:cubicBezTo>
                      <a:pt x="1896" y="378"/>
                      <a:pt x="1893" y="372"/>
                      <a:pt x="1896" y="372"/>
                    </a:cubicBezTo>
                    <a:cubicBezTo>
                      <a:pt x="1896" y="372"/>
                      <a:pt x="1896" y="360"/>
                      <a:pt x="1893" y="360"/>
                    </a:cubicBezTo>
                    <a:cubicBezTo>
                      <a:pt x="1893" y="360"/>
                      <a:pt x="1893" y="357"/>
                      <a:pt x="1896" y="360"/>
                    </a:cubicBezTo>
                    <a:cubicBezTo>
                      <a:pt x="1902" y="363"/>
                      <a:pt x="1908" y="363"/>
                      <a:pt x="1911" y="363"/>
                    </a:cubicBezTo>
                    <a:cubicBezTo>
                      <a:pt x="1914" y="363"/>
                      <a:pt x="1911" y="360"/>
                      <a:pt x="1908" y="360"/>
                    </a:cubicBezTo>
                    <a:cubicBezTo>
                      <a:pt x="1905" y="357"/>
                      <a:pt x="1908" y="357"/>
                      <a:pt x="1911" y="357"/>
                    </a:cubicBezTo>
                    <a:cubicBezTo>
                      <a:pt x="1911" y="360"/>
                      <a:pt x="1914" y="360"/>
                      <a:pt x="1917" y="360"/>
                    </a:cubicBezTo>
                    <a:cubicBezTo>
                      <a:pt x="1917" y="357"/>
                      <a:pt x="1917" y="351"/>
                      <a:pt x="1923" y="351"/>
                    </a:cubicBezTo>
                    <a:cubicBezTo>
                      <a:pt x="1926" y="354"/>
                      <a:pt x="1926" y="351"/>
                      <a:pt x="1923" y="348"/>
                    </a:cubicBezTo>
                    <a:close/>
                    <a:moveTo>
                      <a:pt x="993" y="567"/>
                    </a:moveTo>
                    <a:cubicBezTo>
                      <a:pt x="984" y="576"/>
                      <a:pt x="966" y="579"/>
                      <a:pt x="966" y="585"/>
                    </a:cubicBezTo>
                    <a:cubicBezTo>
                      <a:pt x="966" y="594"/>
                      <a:pt x="942" y="597"/>
                      <a:pt x="939" y="594"/>
                    </a:cubicBezTo>
                    <a:cubicBezTo>
                      <a:pt x="939" y="591"/>
                      <a:pt x="957" y="591"/>
                      <a:pt x="960" y="579"/>
                    </a:cubicBezTo>
                    <a:cubicBezTo>
                      <a:pt x="966" y="570"/>
                      <a:pt x="984" y="564"/>
                      <a:pt x="990" y="552"/>
                    </a:cubicBezTo>
                    <a:cubicBezTo>
                      <a:pt x="996" y="543"/>
                      <a:pt x="1002" y="528"/>
                      <a:pt x="1005" y="528"/>
                    </a:cubicBezTo>
                    <a:cubicBezTo>
                      <a:pt x="1008" y="528"/>
                      <a:pt x="1002" y="561"/>
                      <a:pt x="993" y="567"/>
                    </a:cubicBezTo>
                    <a:close/>
                    <a:moveTo>
                      <a:pt x="1035" y="177"/>
                    </a:moveTo>
                    <a:cubicBezTo>
                      <a:pt x="1035" y="180"/>
                      <a:pt x="1026" y="180"/>
                      <a:pt x="1029" y="183"/>
                    </a:cubicBezTo>
                    <a:cubicBezTo>
                      <a:pt x="1032" y="186"/>
                      <a:pt x="1050" y="183"/>
                      <a:pt x="1050" y="180"/>
                    </a:cubicBezTo>
                    <a:cubicBezTo>
                      <a:pt x="1050" y="174"/>
                      <a:pt x="1038" y="174"/>
                      <a:pt x="1035" y="177"/>
                    </a:cubicBezTo>
                    <a:close/>
                    <a:moveTo>
                      <a:pt x="339" y="24"/>
                    </a:moveTo>
                    <a:cubicBezTo>
                      <a:pt x="345" y="27"/>
                      <a:pt x="327" y="27"/>
                      <a:pt x="324" y="30"/>
                    </a:cubicBezTo>
                    <a:cubicBezTo>
                      <a:pt x="324" y="33"/>
                      <a:pt x="312" y="30"/>
                      <a:pt x="315" y="36"/>
                    </a:cubicBezTo>
                    <a:cubicBezTo>
                      <a:pt x="315" y="39"/>
                      <a:pt x="333" y="39"/>
                      <a:pt x="333" y="36"/>
                    </a:cubicBezTo>
                    <a:cubicBezTo>
                      <a:pt x="333" y="33"/>
                      <a:pt x="342" y="36"/>
                      <a:pt x="342" y="33"/>
                    </a:cubicBezTo>
                    <a:cubicBezTo>
                      <a:pt x="342" y="30"/>
                      <a:pt x="345" y="27"/>
                      <a:pt x="354" y="27"/>
                    </a:cubicBezTo>
                    <a:cubicBezTo>
                      <a:pt x="366" y="24"/>
                      <a:pt x="366" y="21"/>
                      <a:pt x="357" y="18"/>
                    </a:cubicBezTo>
                    <a:cubicBezTo>
                      <a:pt x="348" y="15"/>
                      <a:pt x="336" y="21"/>
                      <a:pt x="339" y="24"/>
                    </a:cubicBezTo>
                    <a:close/>
                    <a:moveTo>
                      <a:pt x="384" y="204"/>
                    </a:moveTo>
                    <a:cubicBezTo>
                      <a:pt x="384" y="207"/>
                      <a:pt x="384" y="210"/>
                      <a:pt x="378" y="210"/>
                    </a:cubicBezTo>
                    <a:cubicBezTo>
                      <a:pt x="369" y="210"/>
                      <a:pt x="381" y="213"/>
                      <a:pt x="381" y="216"/>
                    </a:cubicBezTo>
                    <a:cubicBezTo>
                      <a:pt x="381" y="219"/>
                      <a:pt x="375" y="219"/>
                      <a:pt x="375" y="222"/>
                    </a:cubicBezTo>
                    <a:cubicBezTo>
                      <a:pt x="372" y="228"/>
                      <a:pt x="360" y="222"/>
                      <a:pt x="360" y="231"/>
                    </a:cubicBezTo>
                    <a:cubicBezTo>
                      <a:pt x="357" y="237"/>
                      <a:pt x="366" y="237"/>
                      <a:pt x="372" y="237"/>
                    </a:cubicBezTo>
                    <a:cubicBezTo>
                      <a:pt x="375" y="237"/>
                      <a:pt x="369" y="243"/>
                      <a:pt x="372" y="246"/>
                    </a:cubicBezTo>
                    <a:cubicBezTo>
                      <a:pt x="378" y="249"/>
                      <a:pt x="381" y="249"/>
                      <a:pt x="378" y="243"/>
                    </a:cubicBezTo>
                    <a:cubicBezTo>
                      <a:pt x="375" y="237"/>
                      <a:pt x="390" y="243"/>
                      <a:pt x="387" y="249"/>
                    </a:cubicBezTo>
                    <a:cubicBezTo>
                      <a:pt x="381" y="252"/>
                      <a:pt x="393" y="255"/>
                      <a:pt x="402" y="255"/>
                    </a:cubicBezTo>
                    <a:cubicBezTo>
                      <a:pt x="408" y="258"/>
                      <a:pt x="429" y="261"/>
                      <a:pt x="429" y="255"/>
                    </a:cubicBezTo>
                    <a:cubicBezTo>
                      <a:pt x="429" y="252"/>
                      <a:pt x="423" y="249"/>
                      <a:pt x="414" y="243"/>
                    </a:cubicBezTo>
                    <a:cubicBezTo>
                      <a:pt x="408" y="234"/>
                      <a:pt x="402" y="222"/>
                      <a:pt x="411" y="219"/>
                    </a:cubicBezTo>
                    <a:cubicBezTo>
                      <a:pt x="420" y="213"/>
                      <a:pt x="411" y="210"/>
                      <a:pt x="420" y="204"/>
                    </a:cubicBezTo>
                    <a:cubicBezTo>
                      <a:pt x="429" y="201"/>
                      <a:pt x="423" y="195"/>
                      <a:pt x="429" y="195"/>
                    </a:cubicBezTo>
                    <a:cubicBezTo>
                      <a:pt x="435" y="192"/>
                      <a:pt x="429" y="186"/>
                      <a:pt x="435" y="186"/>
                    </a:cubicBezTo>
                    <a:cubicBezTo>
                      <a:pt x="441" y="186"/>
                      <a:pt x="444" y="177"/>
                      <a:pt x="444" y="174"/>
                    </a:cubicBezTo>
                    <a:cubicBezTo>
                      <a:pt x="441" y="171"/>
                      <a:pt x="450" y="174"/>
                      <a:pt x="453" y="171"/>
                    </a:cubicBezTo>
                    <a:cubicBezTo>
                      <a:pt x="456" y="168"/>
                      <a:pt x="465" y="171"/>
                      <a:pt x="468" y="165"/>
                    </a:cubicBezTo>
                    <a:cubicBezTo>
                      <a:pt x="471" y="159"/>
                      <a:pt x="510" y="147"/>
                      <a:pt x="531" y="141"/>
                    </a:cubicBezTo>
                    <a:cubicBezTo>
                      <a:pt x="552" y="135"/>
                      <a:pt x="567" y="126"/>
                      <a:pt x="561" y="120"/>
                    </a:cubicBezTo>
                    <a:cubicBezTo>
                      <a:pt x="552" y="114"/>
                      <a:pt x="531" y="123"/>
                      <a:pt x="525" y="126"/>
                    </a:cubicBezTo>
                    <a:cubicBezTo>
                      <a:pt x="519" y="132"/>
                      <a:pt x="513" y="129"/>
                      <a:pt x="507" y="132"/>
                    </a:cubicBezTo>
                    <a:cubicBezTo>
                      <a:pt x="501" y="135"/>
                      <a:pt x="489" y="138"/>
                      <a:pt x="486" y="135"/>
                    </a:cubicBezTo>
                    <a:cubicBezTo>
                      <a:pt x="480" y="129"/>
                      <a:pt x="471" y="138"/>
                      <a:pt x="468" y="138"/>
                    </a:cubicBezTo>
                    <a:cubicBezTo>
                      <a:pt x="465" y="138"/>
                      <a:pt x="459" y="141"/>
                      <a:pt x="453" y="141"/>
                    </a:cubicBezTo>
                    <a:cubicBezTo>
                      <a:pt x="450" y="141"/>
                      <a:pt x="441" y="144"/>
                      <a:pt x="438" y="147"/>
                    </a:cubicBezTo>
                    <a:cubicBezTo>
                      <a:pt x="438" y="150"/>
                      <a:pt x="432" y="150"/>
                      <a:pt x="432" y="153"/>
                    </a:cubicBezTo>
                    <a:cubicBezTo>
                      <a:pt x="432" y="156"/>
                      <a:pt x="423" y="159"/>
                      <a:pt x="420" y="156"/>
                    </a:cubicBezTo>
                    <a:cubicBezTo>
                      <a:pt x="417" y="153"/>
                      <a:pt x="414" y="159"/>
                      <a:pt x="417" y="165"/>
                    </a:cubicBezTo>
                    <a:cubicBezTo>
                      <a:pt x="423" y="168"/>
                      <a:pt x="411" y="168"/>
                      <a:pt x="411" y="171"/>
                    </a:cubicBezTo>
                    <a:cubicBezTo>
                      <a:pt x="414" y="174"/>
                      <a:pt x="408" y="177"/>
                      <a:pt x="408" y="180"/>
                    </a:cubicBezTo>
                    <a:cubicBezTo>
                      <a:pt x="411" y="183"/>
                      <a:pt x="405" y="183"/>
                      <a:pt x="399" y="183"/>
                    </a:cubicBezTo>
                    <a:cubicBezTo>
                      <a:pt x="393" y="186"/>
                      <a:pt x="390" y="192"/>
                      <a:pt x="399" y="192"/>
                    </a:cubicBezTo>
                    <a:cubicBezTo>
                      <a:pt x="405" y="192"/>
                      <a:pt x="393" y="192"/>
                      <a:pt x="396" y="198"/>
                    </a:cubicBezTo>
                    <a:cubicBezTo>
                      <a:pt x="396" y="204"/>
                      <a:pt x="384" y="201"/>
                      <a:pt x="384" y="204"/>
                    </a:cubicBezTo>
                    <a:close/>
                    <a:moveTo>
                      <a:pt x="429" y="30"/>
                    </a:moveTo>
                    <a:cubicBezTo>
                      <a:pt x="432" y="33"/>
                      <a:pt x="429" y="33"/>
                      <a:pt x="423" y="33"/>
                    </a:cubicBezTo>
                    <a:cubicBezTo>
                      <a:pt x="414" y="33"/>
                      <a:pt x="411" y="36"/>
                      <a:pt x="414" y="39"/>
                    </a:cubicBezTo>
                    <a:cubicBezTo>
                      <a:pt x="420" y="42"/>
                      <a:pt x="438" y="42"/>
                      <a:pt x="441" y="39"/>
                    </a:cubicBezTo>
                    <a:cubicBezTo>
                      <a:pt x="444" y="33"/>
                      <a:pt x="450" y="36"/>
                      <a:pt x="453" y="33"/>
                    </a:cubicBezTo>
                    <a:cubicBezTo>
                      <a:pt x="453" y="30"/>
                      <a:pt x="429" y="27"/>
                      <a:pt x="429" y="30"/>
                    </a:cubicBezTo>
                    <a:close/>
                    <a:moveTo>
                      <a:pt x="429" y="12"/>
                    </a:moveTo>
                    <a:cubicBezTo>
                      <a:pt x="438" y="12"/>
                      <a:pt x="435" y="6"/>
                      <a:pt x="441" y="9"/>
                    </a:cubicBezTo>
                    <a:cubicBezTo>
                      <a:pt x="444" y="9"/>
                      <a:pt x="453" y="9"/>
                      <a:pt x="450" y="6"/>
                    </a:cubicBezTo>
                    <a:cubicBezTo>
                      <a:pt x="447" y="0"/>
                      <a:pt x="426" y="3"/>
                      <a:pt x="429" y="6"/>
                    </a:cubicBezTo>
                    <a:cubicBezTo>
                      <a:pt x="432" y="9"/>
                      <a:pt x="414" y="6"/>
                      <a:pt x="414" y="9"/>
                    </a:cubicBezTo>
                    <a:cubicBezTo>
                      <a:pt x="414" y="9"/>
                      <a:pt x="420" y="12"/>
                      <a:pt x="429" y="12"/>
                    </a:cubicBezTo>
                    <a:close/>
                    <a:moveTo>
                      <a:pt x="486" y="24"/>
                    </a:moveTo>
                    <a:cubicBezTo>
                      <a:pt x="489" y="21"/>
                      <a:pt x="483" y="21"/>
                      <a:pt x="483" y="18"/>
                    </a:cubicBezTo>
                    <a:cubicBezTo>
                      <a:pt x="483" y="15"/>
                      <a:pt x="462" y="15"/>
                      <a:pt x="465" y="18"/>
                    </a:cubicBezTo>
                    <a:cubicBezTo>
                      <a:pt x="465" y="21"/>
                      <a:pt x="450" y="24"/>
                      <a:pt x="456" y="27"/>
                    </a:cubicBezTo>
                    <a:cubicBezTo>
                      <a:pt x="462" y="33"/>
                      <a:pt x="486" y="27"/>
                      <a:pt x="486" y="24"/>
                    </a:cubicBezTo>
                    <a:close/>
                    <a:moveTo>
                      <a:pt x="387" y="33"/>
                    </a:moveTo>
                    <a:cubicBezTo>
                      <a:pt x="387" y="30"/>
                      <a:pt x="369" y="36"/>
                      <a:pt x="372" y="36"/>
                    </a:cubicBezTo>
                    <a:cubicBezTo>
                      <a:pt x="375" y="36"/>
                      <a:pt x="387" y="39"/>
                      <a:pt x="387" y="33"/>
                    </a:cubicBezTo>
                    <a:close/>
                    <a:moveTo>
                      <a:pt x="435" y="18"/>
                    </a:moveTo>
                    <a:cubicBezTo>
                      <a:pt x="435" y="12"/>
                      <a:pt x="423" y="18"/>
                      <a:pt x="414" y="12"/>
                    </a:cubicBezTo>
                    <a:cubicBezTo>
                      <a:pt x="405" y="9"/>
                      <a:pt x="402" y="9"/>
                      <a:pt x="408" y="15"/>
                    </a:cubicBezTo>
                    <a:cubicBezTo>
                      <a:pt x="411" y="18"/>
                      <a:pt x="393" y="18"/>
                      <a:pt x="396" y="21"/>
                    </a:cubicBezTo>
                    <a:cubicBezTo>
                      <a:pt x="402" y="27"/>
                      <a:pt x="432" y="24"/>
                      <a:pt x="435" y="18"/>
                    </a:cubicBezTo>
                    <a:close/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" name="Freeform 166">
                <a:extLst>
                  <a:ext uri="{FF2B5EF4-FFF2-40B4-BE49-F238E27FC236}">
                    <a16:creationId xmlns:a16="http://schemas.microsoft.com/office/drawing/2014/main" id="{95FA0A5C-B594-D4A5-6CBD-321354A802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3139" y="878129"/>
                <a:ext cx="3689008" cy="1420720"/>
              </a:xfrm>
              <a:custGeom>
                <a:avLst/>
                <a:gdLst>
                  <a:gd name="T0" fmla="*/ 960 w 1926"/>
                  <a:gd name="T1" fmla="*/ 78 h 741"/>
                  <a:gd name="T2" fmla="*/ 897 w 1926"/>
                  <a:gd name="T3" fmla="*/ 51 h 741"/>
                  <a:gd name="T4" fmla="*/ 822 w 1926"/>
                  <a:gd name="T5" fmla="*/ 30 h 741"/>
                  <a:gd name="T6" fmla="*/ 1794 w 1926"/>
                  <a:gd name="T7" fmla="*/ 255 h 741"/>
                  <a:gd name="T8" fmla="*/ 1377 w 1926"/>
                  <a:gd name="T9" fmla="*/ 153 h 741"/>
                  <a:gd name="T10" fmla="*/ 1365 w 1926"/>
                  <a:gd name="T11" fmla="*/ 183 h 741"/>
                  <a:gd name="T12" fmla="*/ 1377 w 1926"/>
                  <a:gd name="T13" fmla="*/ 600 h 741"/>
                  <a:gd name="T14" fmla="*/ 1923 w 1926"/>
                  <a:gd name="T15" fmla="*/ 348 h 741"/>
                  <a:gd name="T16" fmla="*/ 1737 w 1926"/>
                  <a:gd name="T17" fmla="*/ 276 h 741"/>
                  <a:gd name="T18" fmla="*/ 1593 w 1926"/>
                  <a:gd name="T19" fmla="*/ 282 h 741"/>
                  <a:gd name="T20" fmla="*/ 1410 w 1926"/>
                  <a:gd name="T21" fmla="*/ 234 h 741"/>
                  <a:gd name="T22" fmla="*/ 1332 w 1926"/>
                  <a:gd name="T23" fmla="*/ 240 h 741"/>
                  <a:gd name="T24" fmla="*/ 1230 w 1926"/>
                  <a:gd name="T25" fmla="*/ 222 h 741"/>
                  <a:gd name="T26" fmla="*/ 1122 w 1926"/>
                  <a:gd name="T27" fmla="*/ 207 h 741"/>
                  <a:gd name="T28" fmla="*/ 963 w 1926"/>
                  <a:gd name="T29" fmla="*/ 210 h 741"/>
                  <a:gd name="T30" fmla="*/ 1041 w 1926"/>
                  <a:gd name="T31" fmla="*/ 126 h 741"/>
                  <a:gd name="T32" fmla="*/ 927 w 1926"/>
                  <a:gd name="T33" fmla="*/ 102 h 741"/>
                  <a:gd name="T34" fmla="*/ 825 w 1926"/>
                  <a:gd name="T35" fmla="*/ 141 h 741"/>
                  <a:gd name="T36" fmla="*/ 762 w 1926"/>
                  <a:gd name="T37" fmla="*/ 180 h 741"/>
                  <a:gd name="T38" fmla="*/ 663 w 1926"/>
                  <a:gd name="T39" fmla="*/ 219 h 741"/>
                  <a:gd name="T40" fmla="*/ 627 w 1926"/>
                  <a:gd name="T41" fmla="*/ 228 h 741"/>
                  <a:gd name="T42" fmla="*/ 651 w 1926"/>
                  <a:gd name="T43" fmla="*/ 297 h 741"/>
                  <a:gd name="T44" fmla="*/ 591 w 1926"/>
                  <a:gd name="T45" fmla="*/ 333 h 741"/>
                  <a:gd name="T46" fmla="*/ 594 w 1926"/>
                  <a:gd name="T47" fmla="*/ 210 h 741"/>
                  <a:gd name="T48" fmla="*/ 525 w 1926"/>
                  <a:gd name="T49" fmla="*/ 288 h 741"/>
                  <a:gd name="T50" fmla="*/ 429 w 1926"/>
                  <a:gd name="T51" fmla="*/ 300 h 741"/>
                  <a:gd name="T52" fmla="*/ 291 w 1926"/>
                  <a:gd name="T53" fmla="*/ 324 h 741"/>
                  <a:gd name="T54" fmla="*/ 258 w 1926"/>
                  <a:gd name="T55" fmla="*/ 339 h 741"/>
                  <a:gd name="T56" fmla="*/ 177 w 1926"/>
                  <a:gd name="T57" fmla="*/ 378 h 741"/>
                  <a:gd name="T58" fmla="*/ 237 w 1926"/>
                  <a:gd name="T59" fmla="*/ 312 h 741"/>
                  <a:gd name="T60" fmla="*/ 114 w 1926"/>
                  <a:gd name="T61" fmla="*/ 282 h 741"/>
                  <a:gd name="T62" fmla="*/ 123 w 1926"/>
                  <a:gd name="T63" fmla="*/ 381 h 741"/>
                  <a:gd name="T64" fmla="*/ 87 w 1926"/>
                  <a:gd name="T65" fmla="*/ 483 h 741"/>
                  <a:gd name="T66" fmla="*/ 147 w 1926"/>
                  <a:gd name="T67" fmla="*/ 561 h 741"/>
                  <a:gd name="T68" fmla="*/ 198 w 1926"/>
                  <a:gd name="T69" fmla="*/ 609 h 741"/>
                  <a:gd name="T70" fmla="*/ 210 w 1926"/>
                  <a:gd name="T71" fmla="*/ 669 h 741"/>
                  <a:gd name="T72" fmla="*/ 306 w 1926"/>
                  <a:gd name="T73" fmla="*/ 732 h 741"/>
                  <a:gd name="T74" fmla="*/ 306 w 1926"/>
                  <a:gd name="T75" fmla="*/ 630 h 741"/>
                  <a:gd name="T76" fmla="*/ 396 w 1926"/>
                  <a:gd name="T77" fmla="*/ 603 h 741"/>
                  <a:gd name="T78" fmla="*/ 471 w 1926"/>
                  <a:gd name="T79" fmla="*/ 570 h 741"/>
                  <a:gd name="T80" fmla="*/ 597 w 1926"/>
                  <a:gd name="T81" fmla="*/ 552 h 741"/>
                  <a:gd name="T82" fmla="*/ 711 w 1926"/>
                  <a:gd name="T83" fmla="*/ 606 h 741"/>
                  <a:gd name="T84" fmla="*/ 819 w 1926"/>
                  <a:gd name="T85" fmla="*/ 606 h 741"/>
                  <a:gd name="T86" fmla="*/ 921 w 1926"/>
                  <a:gd name="T87" fmla="*/ 597 h 741"/>
                  <a:gd name="T88" fmla="*/ 1068 w 1926"/>
                  <a:gd name="T89" fmla="*/ 615 h 741"/>
                  <a:gd name="T90" fmla="*/ 1191 w 1926"/>
                  <a:gd name="T91" fmla="*/ 579 h 741"/>
                  <a:gd name="T92" fmla="*/ 1275 w 1926"/>
                  <a:gd name="T93" fmla="*/ 678 h 741"/>
                  <a:gd name="T94" fmla="*/ 1359 w 1926"/>
                  <a:gd name="T95" fmla="*/ 597 h 741"/>
                  <a:gd name="T96" fmla="*/ 1314 w 1926"/>
                  <a:gd name="T97" fmla="*/ 546 h 741"/>
                  <a:gd name="T98" fmla="*/ 1470 w 1926"/>
                  <a:gd name="T99" fmla="*/ 465 h 741"/>
                  <a:gd name="T100" fmla="*/ 1575 w 1926"/>
                  <a:gd name="T101" fmla="*/ 429 h 741"/>
                  <a:gd name="T102" fmla="*/ 1593 w 1926"/>
                  <a:gd name="T103" fmla="*/ 462 h 741"/>
                  <a:gd name="T104" fmla="*/ 1587 w 1926"/>
                  <a:gd name="T105" fmla="*/ 549 h 741"/>
                  <a:gd name="T106" fmla="*/ 1650 w 1926"/>
                  <a:gd name="T107" fmla="*/ 459 h 741"/>
                  <a:gd name="T108" fmla="*/ 1785 w 1926"/>
                  <a:gd name="T109" fmla="*/ 384 h 741"/>
                  <a:gd name="T110" fmla="*/ 1839 w 1926"/>
                  <a:gd name="T111" fmla="*/ 360 h 741"/>
                  <a:gd name="T112" fmla="*/ 1917 w 1926"/>
                  <a:gd name="T113" fmla="*/ 360 h 741"/>
                  <a:gd name="T114" fmla="*/ 324 w 1926"/>
                  <a:gd name="T115" fmla="*/ 30 h 741"/>
                  <a:gd name="T116" fmla="*/ 387 w 1926"/>
                  <a:gd name="T117" fmla="*/ 249 h 741"/>
                  <a:gd name="T118" fmla="*/ 486 w 1926"/>
                  <a:gd name="T119" fmla="*/ 135 h 741"/>
                  <a:gd name="T120" fmla="*/ 414 w 1926"/>
                  <a:gd name="T121" fmla="*/ 39 h 741"/>
                  <a:gd name="T122" fmla="*/ 387 w 1926"/>
                  <a:gd name="T123" fmla="*/ 33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6" h="741">
                    <a:moveTo>
                      <a:pt x="30" y="534"/>
                    </a:moveTo>
                    <a:cubicBezTo>
                      <a:pt x="27" y="537"/>
                      <a:pt x="24" y="534"/>
                      <a:pt x="24" y="534"/>
                    </a:cubicBezTo>
                    <a:cubicBezTo>
                      <a:pt x="21" y="531"/>
                      <a:pt x="18" y="531"/>
                      <a:pt x="15" y="531"/>
                    </a:cubicBezTo>
                    <a:cubicBezTo>
                      <a:pt x="15" y="534"/>
                      <a:pt x="18" y="534"/>
                      <a:pt x="18" y="534"/>
                    </a:cubicBezTo>
                    <a:cubicBezTo>
                      <a:pt x="18" y="537"/>
                      <a:pt x="12" y="537"/>
                      <a:pt x="15" y="540"/>
                    </a:cubicBezTo>
                    <a:cubicBezTo>
                      <a:pt x="15" y="543"/>
                      <a:pt x="9" y="543"/>
                      <a:pt x="9" y="540"/>
                    </a:cubicBezTo>
                    <a:cubicBezTo>
                      <a:pt x="9" y="537"/>
                      <a:pt x="0" y="537"/>
                      <a:pt x="0" y="540"/>
                    </a:cubicBezTo>
                    <a:cubicBezTo>
                      <a:pt x="0" y="543"/>
                      <a:pt x="0" y="543"/>
                      <a:pt x="0" y="543"/>
                    </a:cubicBezTo>
                    <a:cubicBezTo>
                      <a:pt x="3" y="543"/>
                      <a:pt x="6" y="546"/>
                      <a:pt x="6" y="546"/>
                    </a:cubicBezTo>
                    <a:cubicBezTo>
                      <a:pt x="6" y="546"/>
                      <a:pt x="27" y="549"/>
                      <a:pt x="36" y="546"/>
                    </a:cubicBezTo>
                    <a:cubicBezTo>
                      <a:pt x="36" y="540"/>
                      <a:pt x="36" y="540"/>
                      <a:pt x="36" y="540"/>
                    </a:cubicBezTo>
                    <a:cubicBezTo>
                      <a:pt x="36" y="537"/>
                      <a:pt x="30" y="534"/>
                      <a:pt x="30" y="534"/>
                    </a:cubicBezTo>
                    <a:close/>
                    <a:moveTo>
                      <a:pt x="891" y="93"/>
                    </a:moveTo>
                    <a:cubicBezTo>
                      <a:pt x="897" y="96"/>
                      <a:pt x="912" y="90"/>
                      <a:pt x="921" y="90"/>
                    </a:cubicBezTo>
                    <a:cubicBezTo>
                      <a:pt x="930" y="90"/>
                      <a:pt x="960" y="84"/>
                      <a:pt x="960" y="78"/>
                    </a:cubicBezTo>
                    <a:cubicBezTo>
                      <a:pt x="960" y="72"/>
                      <a:pt x="951" y="72"/>
                      <a:pt x="945" y="69"/>
                    </a:cubicBezTo>
                    <a:cubicBezTo>
                      <a:pt x="942" y="63"/>
                      <a:pt x="933" y="66"/>
                      <a:pt x="930" y="72"/>
                    </a:cubicBezTo>
                    <a:cubicBezTo>
                      <a:pt x="927" y="75"/>
                      <a:pt x="924" y="72"/>
                      <a:pt x="930" y="66"/>
                    </a:cubicBezTo>
                    <a:cubicBezTo>
                      <a:pt x="936" y="60"/>
                      <a:pt x="924" y="54"/>
                      <a:pt x="924" y="57"/>
                    </a:cubicBezTo>
                    <a:cubicBezTo>
                      <a:pt x="924" y="63"/>
                      <a:pt x="912" y="57"/>
                      <a:pt x="912" y="63"/>
                    </a:cubicBezTo>
                    <a:cubicBezTo>
                      <a:pt x="912" y="66"/>
                      <a:pt x="909" y="66"/>
                      <a:pt x="909" y="72"/>
                    </a:cubicBezTo>
                    <a:cubicBezTo>
                      <a:pt x="909" y="75"/>
                      <a:pt x="900" y="69"/>
                      <a:pt x="900" y="78"/>
                    </a:cubicBezTo>
                    <a:cubicBezTo>
                      <a:pt x="900" y="87"/>
                      <a:pt x="888" y="90"/>
                      <a:pt x="891" y="93"/>
                    </a:cubicBezTo>
                    <a:close/>
                    <a:moveTo>
                      <a:pt x="840" y="45"/>
                    </a:moveTo>
                    <a:cubicBezTo>
                      <a:pt x="840" y="51"/>
                      <a:pt x="828" y="54"/>
                      <a:pt x="831" y="57"/>
                    </a:cubicBezTo>
                    <a:cubicBezTo>
                      <a:pt x="834" y="60"/>
                      <a:pt x="837" y="57"/>
                      <a:pt x="840" y="60"/>
                    </a:cubicBezTo>
                    <a:cubicBezTo>
                      <a:pt x="843" y="60"/>
                      <a:pt x="846" y="69"/>
                      <a:pt x="852" y="66"/>
                    </a:cubicBezTo>
                    <a:cubicBezTo>
                      <a:pt x="858" y="66"/>
                      <a:pt x="873" y="72"/>
                      <a:pt x="885" y="72"/>
                    </a:cubicBezTo>
                    <a:cubicBezTo>
                      <a:pt x="894" y="72"/>
                      <a:pt x="894" y="66"/>
                      <a:pt x="891" y="66"/>
                    </a:cubicBezTo>
                    <a:cubicBezTo>
                      <a:pt x="888" y="63"/>
                      <a:pt x="891" y="60"/>
                      <a:pt x="897" y="51"/>
                    </a:cubicBezTo>
                    <a:cubicBezTo>
                      <a:pt x="903" y="45"/>
                      <a:pt x="879" y="39"/>
                      <a:pt x="879" y="45"/>
                    </a:cubicBezTo>
                    <a:cubicBezTo>
                      <a:pt x="879" y="51"/>
                      <a:pt x="873" y="42"/>
                      <a:pt x="870" y="39"/>
                    </a:cubicBezTo>
                    <a:cubicBezTo>
                      <a:pt x="870" y="36"/>
                      <a:pt x="840" y="42"/>
                      <a:pt x="840" y="45"/>
                    </a:cubicBezTo>
                    <a:close/>
                    <a:moveTo>
                      <a:pt x="822" y="36"/>
                    </a:moveTo>
                    <a:cubicBezTo>
                      <a:pt x="828" y="39"/>
                      <a:pt x="825" y="42"/>
                      <a:pt x="819" y="42"/>
                    </a:cubicBezTo>
                    <a:cubicBezTo>
                      <a:pt x="813" y="42"/>
                      <a:pt x="807" y="42"/>
                      <a:pt x="813" y="45"/>
                    </a:cubicBezTo>
                    <a:cubicBezTo>
                      <a:pt x="816" y="48"/>
                      <a:pt x="816" y="51"/>
                      <a:pt x="822" y="51"/>
                    </a:cubicBezTo>
                    <a:cubicBezTo>
                      <a:pt x="828" y="54"/>
                      <a:pt x="837" y="48"/>
                      <a:pt x="834" y="45"/>
                    </a:cubicBezTo>
                    <a:cubicBezTo>
                      <a:pt x="834" y="39"/>
                      <a:pt x="858" y="36"/>
                      <a:pt x="867" y="36"/>
                    </a:cubicBezTo>
                    <a:cubicBezTo>
                      <a:pt x="873" y="33"/>
                      <a:pt x="861" y="27"/>
                      <a:pt x="870" y="24"/>
                    </a:cubicBezTo>
                    <a:cubicBezTo>
                      <a:pt x="876" y="24"/>
                      <a:pt x="873" y="21"/>
                      <a:pt x="864" y="21"/>
                    </a:cubicBezTo>
                    <a:cubicBezTo>
                      <a:pt x="855" y="18"/>
                      <a:pt x="858" y="12"/>
                      <a:pt x="855" y="9"/>
                    </a:cubicBezTo>
                    <a:cubicBezTo>
                      <a:pt x="852" y="6"/>
                      <a:pt x="852" y="12"/>
                      <a:pt x="840" y="15"/>
                    </a:cubicBezTo>
                    <a:cubicBezTo>
                      <a:pt x="828" y="15"/>
                      <a:pt x="822" y="18"/>
                      <a:pt x="828" y="21"/>
                    </a:cubicBezTo>
                    <a:cubicBezTo>
                      <a:pt x="831" y="24"/>
                      <a:pt x="828" y="30"/>
                      <a:pt x="822" y="30"/>
                    </a:cubicBezTo>
                    <a:cubicBezTo>
                      <a:pt x="816" y="30"/>
                      <a:pt x="816" y="33"/>
                      <a:pt x="822" y="36"/>
                    </a:cubicBezTo>
                    <a:close/>
                    <a:moveTo>
                      <a:pt x="672" y="213"/>
                    </a:moveTo>
                    <a:cubicBezTo>
                      <a:pt x="678" y="216"/>
                      <a:pt x="684" y="213"/>
                      <a:pt x="681" y="210"/>
                    </a:cubicBezTo>
                    <a:cubicBezTo>
                      <a:pt x="681" y="204"/>
                      <a:pt x="669" y="210"/>
                      <a:pt x="672" y="213"/>
                    </a:cubicBezTo>
                    <a:close/>
                    <a:moveTo>
                      <a:pt x="813" y="12"/>
                    </a:moveTo>
                    <a:cubicBezTo>
                      <a:pt x="816" y="9"/>
                      <a:pt x="792" y="9"/>
                      <a:pt x="798" y="15"/>
                    </a:cubicBezTo>
                    <a:cubicBezTo>
                      <a:pt x="801" y="18"/>
                      <a:pt x="813" y="18"/>
                      <a:pt x="813" y="12"/>
                    </a:cubicBezTo>
                    <a:close/>
                    <a:moveTo>
                      <a:pt x="1422" y="162"/>
                    </a:moveTo>
                    <a:cubicBezTo>
                      <a:pt x="1431" y="162"/>
                      <a:pt x="1434" y="171"/>
                      <a:pt x="1449" y="171"/>
                    </a:cubicBezTo>
                    <a:cubicBezTo>
                      <a:pt x="1464" y="171"/>
                      <a:pt x="1476" y="168"/>
                      <a:pt x="1476" y="165"/>
                    </a:cubicBezTo>
                    <a:cubicBezTo>
                      <a:pt x="1476" y="162"/>
                      <a:pt x="1464" y="156"/>
                      <a:pt x="1458" y="159"/>
                    </a:cubicBezTo>
                    <a:cubicBezTo>
                      <a:pt x="1455" y="162"/>
                      <a:pt x="1452" y="156"/>
                      <a:pt x="1446" y="156"/>
                    </a:cubicBezTo>
                    <a:cubicBezTo>
                      <a:pt x="1440" y="159"/>
                      <a:pt x="1434" y="159"/>
                      <a:pt x="1431" y="153"/>
                    </a:cubicBezTo>
                    <a:cubicBezTo>
                      <a:pt x="1428" y="150"/>
                      <a:pt x="1419" y="162"/>
                      <a:pt x="1422" y="162"/>
                    </a:cubicBezTo>
                    <a:close/>
                    <a:moveTo>
                      <a:pt x="1794" y="255"/>
                    </a:moveTo>
                    <a:cubicBezTo>
                      <a:pt x="1800" y="258"/>
                      <a:pt x="1806" y="252"/>
                      <a:pt x="1812" y="255"/>
                    </a:cubicBezTo>
                    <a:cubicBezTo>
                      <a:pt x="1815" y="258"/>
                      <a:pt x="1830" y="252"/>
                      <a:pt x="1833" y="252"/>
                    </a:cubicBezTo>
                    <a:cubicBezTo>
                      <a:pt x="1839" y="252"/>
                      <a:pt x="1836" y="243"/>
                      <a:pt x="1821" y="243"/>
                    </a:cubicBezTo>
                    <a:cubicBezTo>
                      <a:pt x="1806" y="240"/>
                      <a:pt x="1788" y="252"/>
                      <a:pt x="1794" y="255"/>
                    </a:cubicBezTo>
                    <a:close/>
                    <a:moveTo>
                      <a:pt x="513" y="21"/>
                    </a:moveTo>
                    <a:cubicBezTo>
                      <a:pt x="525" y="21"/>
                      <a:pt x="525" y="15"/>
                      <a:pt x="516" y="12"/>
                    </a:cubicBezTo>
                    <a:cubicBezTo>
                      <a:pt x="510" y="12"/>
                      <a:pt x="510" y="15"/>
                      <a:pt x="507" y="15"/>
                    </a:cubicBezTo>
                    <a:cubicBezTo>
                      <a:pt x="504" y="15"/>
                      <a:pt x="489" y="18"/>
                      <a:pt x="492" y="21"/>
                    </a:cubicBezTo>
                    <a:cubicBezTo>
                      <a:pt x="495" y="24"/>
                      <a:pt x="504" y="24"/>
                      <a:pt x="513" y="21"/>
                    </a:cubicBezTo>
                    <a:close/>
                    <a:moveTo>
                      <a:pt x="1323" y="162"/>
                    </a:moveTo>
                    <a:cubicBezTo>
                      <a:pt x="1326" y="165"/>
                      <a:pt x="1329" y="168"/>
                      <a:pt x="1332" y="168"/>
                    </a:cubicBezTo>
                    <a:cubicBezTo>
                      <a:pt x="1332" y="171"/>
                      <a:pt x="1344" y="168"/>
                      <a:pt x="1347" y="168"/>
                    </a:cubicBezTo>
                    <a:cubicBezTo>
                      <a:pt x="1350" y="165"/>
                      <a:pt x="1353" y="174"/>
                      <a:pt x="1359" y="168"/>
                    </a:cubicBezTo>
                    <a:cubicBezTo>
                      <a:pt x="1365" y="165"/>
                      <a:pt x="1371" y="168"/>
                      <a:pt x="1377" y="168"/>
                    </a:cubicBezTo>
                    <a:cubicBezTo>
                      <a:pt x="1386" y="168"/>
                      <a:pt x="1377" y="159"/>
                      <a:pt x="1377" y="153"/>
                    </a:cubicBezTo>
                    <a:cubicBezTo>
                      <a:pt x="1377" y="150"/>
                      <a:pt x="1386" y="153"/>
                      <a:pt x="1383" y="156"/>
                    </a:cubicBezTo>
                    <a:cubicBezTo>
                      <a:pt x="1380" y="159"/>
                      <a:pt x="1386" y="168"/>
                      <a:pt x="1398" y="165"/>
                    </a:cubicBezTo>
                    <a:cubicBezTo>
                      <a:pt x="1407" y="165"/>
                      <a:pt x="1401" y="159"/>
                      <a:pt x="1407" y="156"/>
                    </a:cubicBezTo>
                    <a:cubicBezTo>
                      <a:pt x="1410" y="153"/>
                      <a:pt x="1410" y="150"/>
                      <a:pt x="1404" y="147"/>
                    </a:cubicBezTo>
                    <a:cubicBezTo>
                      <a:pt x="1395" y="141"/>
                      <a:pt x="1386" y="144"/>
                      <a:pt x="1377" y="141"/>
                    </a:cubicBezTo>
                    <a:cubicBezTo>
                      <a:pt x="1371" y="138"/>
                      <a:pt x="1362" y="138"/>
                      <a:pt x="1362" y="147"/>
                    </a:cubicBezTo>
                    <a:cubicBezTo>
                      <a:pt x="1362" y="153"/>
                      <a:pt x="1347" y="138"/>
                      <a:pt x="1341" y="135"/>
                    </a:cubicBezTo>
                    <a:cubicBezTo>
                      <a:pt x="1332" y="132"/>
                      <a:pt x="1311" y="156"/>
                      <a:pt x="1323" y="162"/>
                    </a:cubicBezTo>
                    <a:close/>
                    <a:moveTo>
                      <a:pt x="1392" y="204"/>
                    </a:moveTo>
                    <a:cubicBezTo>
                      <a:pt x="1398" y="204"/>
                      <a:pt x="1386" y="192"/>
                      <a:pt x="1377" y="192"/>
                    </a:cubicBezTo>
                    <a:cubicBezTo>
                      <a:pt x="1365" y="189"/>
                      <a:pt x="1356" y="198"/>
                      <a:pt x="1359" y="198"/>
                    </a:cubicBezTo>
                    <a:cubicBezTo>
                      <a:pt x="1362" y="204"/>
                      <a:pt x="1386" y="207"/>
                      <a:pt x="1392" y="204"/>
                    </a:cubicBezTo>
                    <a:close/>
                    <a:moveTo>
                      <a:pt x="1365" y="183"/>
                    </a:moveTo>
                    <a:cubicBezTo>
                      <a:pt x="1365" y="177"/>
                      <a:pt x="1347" y="183"/>
                      <a:pt x="1353" y="186"/>
                    </a:cubicBezTo>
                    <a:cubicBezTo>
                      <a:pt x="1359" y="189"/>
                      <a:pt x="1365" y="189"/>
                      <a:pt x="1365" y="183"/>
                    </a:cubicBezTo>
                    <a:close/>
                    <a:moveTo>
                      <a:pt x="576" y="207"/>
                    </a:moveTo>
                    <a:cubicBezTo>
                      <a:pt x="579" y="207"/>
                      <a:pt x="591" y="207"/>
                      <a:pt x="594" y="204"/>
                    </a:cubicBezTo>
                    <a:cubicBezTo>
                      <a:pt x="594" y="201"/>
                      <a:pt x="588" y="198"/>
                      <a:pt x="582" y="198"/>
                    </a:cubicBezTo>
                    <a:cubicBezTo>
                      <a:pt x="573" y="198"/>
                      <a:pt x="573" y="207"/>
                      <a:pt x="576" y="207"/>
                    </a:cubicBezTo>
                    <a:close/>
                    <a:moveTo>
                      <a:pt x="309" y="27"/>
                    </a:moveTo>
                    <a:cubicBezTo>
                      <a:pt x="318" y="18"/>
                      <a:pt x="327" y="27"/>
                      <a:pt x="327" y="24"/>
                    </a:cubicBezTo>
                    <a:cubicBezTo>
                      <a:pt x="330" y="18"/>
                      <a:pt x="315" y="18"/>
                      <a:pt x="309" y="21"/>
                    </a:cubicBezTo>
                    <a:cubicBezTo>
                      <a:pt x="303" y="24"/>
                      <a:pt x="288" y="21"/>
                      <a:pt x="291" y="27"/>
                    </a:cubicBezTo>
                    <a:cubicBezTo>
                      <a:pt x="291" y="27"/>
                      <a:pt x="300" y="33"/>
                      <a:pt x="309" y="27"/>
                    </a:cubicBezTo>
                    <a:close/>
                    <a:moveTo>
                      <a:pt x="1389" y="591"/>
                    </a:moveTo>
                    <a:cubicBezTo>
                      <a:pt x="1386" y="579"/>
                      <a:pt x="1395" y="570"/>
                      <a:pt x="1386" y="567"/>
                    </a:cubicBezTo>
                    <a:cubicBezTo>
                      <a:pt x="1380" y="561"/>
                      <a:pt x="1383" y="549"/>
                      <a:pt x="1380" y="552"/>
                    </a:cubicBezTo>
                    <a:cubicBezTo>
                      <a:pt x="1377" y="555"/>
                      <a:pt x="1380" y="564"/>
                      <a:pt x="1374" y="564"/>
                    </a:cubicBezTo>
                    <a:cubicBezTo>
                      <a:pt x="1368" y="564"/>
                      <a:pt x="1374" y="570"/>
                      <a:pt x="1371" y="576"/>
                    </a:cubicBezTo>
                    <a:cubicBezTo>
                      <a:pt x="1371" y="582"/>
                      <a:pt x="1374" y="594"/>
                      <a:pt x="1377" y="600"/>
                    </a:cubicBezTo>
                    <a:cubicBezTo>
                      <a:pt x="1380" y="606"/>
                      <a:pt x="1371" y="636"/>
                      <a:pt x="1374" y="642"/>
                    </a:cubicBezTo>
                    <a:cubicBezTo>
                      <a:pt x="1377" y="648"/>
                      <a:pt x="1371" y="672"/>
                      <a:pt x="1374" y="675"/>
                    </a:cubicBezTo>
                    <a:cubicBezTo>
                      <a:pt x="1377" y="678"/>
                      <a:pt x="1374" y="666"/>
                      <a:pt x="1380" y="666"/>
                    </a:cubicBezTo>
                    <a:cubicBezTo>
                      <a:pt x="1386" y="666"/>
                      <a:pt x="1386" y="672"/>
                      <a:pt x="1389" y="675"/>
                    </a:cubicBezTo>
                    <a:cubicBezTo>
                      <a:pt x="1395" y="675"/>
                      <a:pt x="1392" y="663"/>
                      <a:pt x="1389" y="666"/>
                    </a:cubicBezTo>
                    <a:cubicBezTo>
                      <a:pt x="1386" y="666"/>
                      <a:pt x="1383" y="657"/>
                      <a:pt x="1380" y="651"/>
                    </a:cubicBezTo>
                    <a:cubicBezTo>
                      <a:pt x="1380" y="645"/>
                      <a:pt x="1383" y="639"/>
                      <a:pt x="1383" y="633"/>
                    </a:cubicBezTo>
                    <a:cubicBezTo>
                      <a:pt x="1383" y="627"/>
                      <a:pt x="1392" y="627"/>
                      <a:pt x="1398" y="633"/>
                    </a:cubicBezTo>
                    <a:cubicBezTo>
                      <a:pt x="1401" y="636"/>
                      <a:pt x="1404" y="633"/>
                      <a:pt x="1401" y="630"/>
                    </a:cubicBezTo>
                    <a:cubicBezTo>
                      <a:pt x="1398" y="627"/>
                      <a:pt x="1392" y="600"/>
                      <a:pt x="1389" y="591"/>
                    </a:cubicBezTo>
                    <a:close/>
                    <a:moveTo>
                      <a:pt x="327" y="294"/>
                    </a:moveTo>
                    <a:cubicBezTo>
                      <a:pt x="336" y="300"/>
                      <a:pt x="342" y="288"/>
                      <a:pt x="348" y="288"/>
                    </a:cubicBezTo>
                    <a:cubicBezTo>
                      <a:pt x="351" y="288"/>
                      <a:pt x="345" y="282"/>
                      <a:pt x="336" y="282"/>
                    </a:cubicBezTo>
                    <a:cubicBezTo>
                      <a:pt x="330" y="279"/>
                      <a:pt x="318" y="285"/>
                      <a:pt x="327" y="294"/>
                    </a:cubicBezTo>
                    <a:close/>
                    <a:moveTo>
                      <a:pt x="1923" y="348"/>
                    </a:moveTo>
                    <a:cubicBezTo>
                      <a:pt x="1920" y="348"/>
                      <a:pt x="1908" y="342"/>
                      <a:pt x="1905" y="339"/>
                    </a:cubicBezTo>
                    <a:cubicBezTo>
                      <a:pt x="1905" y="333"/>
                      <a:pt x="1890" y="333"/>
                      <a:pt x="1890" y="333"/>
                    </a:cubicBezTo>
                    <a:cubicBezTo>
                      <a:pt x="1890" y="336"/>
                      <a:pt x="1887" y="333"/>
                      <a:pt x="1887" y="330"/>
                    </a:cubicBezTo>
                    <a:cubicBezTo>
                      <a:pt x="1884" y="330"/>
                      <a:pt x="1872" y="330"/>
                      <a:pt x="1872" y="330"/>
                    </a:cubicBezTo>
                    <a:cubicBezTo>
                      <a:pt x="1872" y="333"/>
                      <a:pt x="1875" y="333"/>
                      <a:pt x="1875" y="336"/>
                    </a:cubicBezTo>
                    <a:cubicBezTo>
                      <a:pt x="1878" y="339"/>
                      <a:pt x="1872" y="339"/>
                      <a:pt x="1875" y="342"/>
                    </a:cubicBezTo>
                    <a:cubicBezTo>
                      <a:pt x="1875" y="345"/>
                      <a:pt x="1869" y="342"/>
                      <a:pt x="1866" y="339"/>
                    </a:cubicBezTo>
                    <a:cubicBezTo>
                      <a:pt x="1866" y="339"/>
                      <a:pt x="1866" y="333"/>
                      <a:pt x="1866" y="330"/>
                    </a:cubicBezTo>
                    <a:cubicBezTo>
                      <a:pt x="1866" y="324"/>
                      <a:pt x="1863" y="327"/>
                      <a:pt x="1863" y="324"/>
                    </a:cubicBezTo>
                    <a:cubicBezTo>
                      <a:pt x="1863" y="318"/>
                      <a:pt x="1848" y="312"/>
                      <a:pt x="1842" y="309"/>
                    </a:cubicBezTo>
                    <a:cubicBezTo>
                      <a:pt x="1833" y="306"/>
                      <a:pt x="1827" y="306"/>
                      <a:pt x="1824" y="303"/>
                    </a:cubicBezTo>
                    <a:cubicBezTo>
                      <a:pt x="1821" y="297"/>
                      <a:pt x="1809" y="297"/>
                      <a:pt x="1806" y="294"/>
                    </a:cubicBezTo>
                    <a:cubicBezTo>
                      <a:pt x="1803" y="288"/>
                      <a:pt x="1782" y="282"/>
                      <a:pt x="1776" y="279"/>
                    </a:cubicBezTo>
                    <a:cubicBezTo>
                      <a:pt x="1767" y="279"/>
                      <a:pt x="1767" y="276"/>
                      <a:pt x="1764" y="276"/>
                    </a:cubicBezTo>
                    <a:cubicBezTo>
                      <a:pt x="1761" y="276"/>
                      <a:pt x="1743" y="276"/>
                      <a:pt x="1737" y="276"/>
                    </a:cubicBezTo>
                    <a:cubicBezTo>
                      <a:pt x="1731" y="273"/>
                      <a:pt x="1731" y="279"/>
                      <a:pt x="1728" y="276"/>
                    </a:cubicBezTo>
                    <a:cubicBezTo>
                      <a:pt x="1725" y="276"/>
                      <a:pt x="1704" y="267"/>
                      <a:pt x="1701" y="270"/>
                    </a:cubicBezTo>
                    <a:cubicBezTo>
                      <a:pt x="1698" y="273"/>
                      <a:pt x="1701" y="276"/>
                      <a:pt x="1698" y="279"/>
                    </a:cubicBezTo>
                    <a:cubicBezTo>
                      <a:pt x="1695" y="279"/>
                      <a:pt x="1698" y="282"/>
                      <a:pt x="1704" y="288"/>
                    </a:cubicBezTo>
                    <a:cubicBezTo>
                      <a:pt x="1710" y="291"/>
                      <a:pt x="1704" y="297"/>
                      <a:pt x="1701" y="297"/>
                    </a:cubicBezTo>
                    <a:cubicBezTo>
                      <a:pt x="1695" y="300"/>
                      <a:pt x="1686" y="297"/>
                      <a:pt x="1686" y="291"/>
                    </a:cubicBezTo>
                    <a:cubicBezTo>
                      <a:pt x="1683" y="288"/>
                      <a:pt x="1677" y="291"/>
                      <a:pt x="1674" y="285"/>
                    </a:cubicBezTo>
                    <a:cubicBezTo>
                      <a:pt x="1671" y="279"/>
                      <a:pt x="1677" y="279"/>
                      <a:pt x="1680" y="282"/>
                    </a:cubicBezTo>
                    <a:cubicBezTo>
                      <a:pt x="1683" y="285"/>
                      <a:pt x="1686" y="282"/>
                      <a:pt x="1689" y="279"/>
                    </a:cubicBezTo>
                    <a:cubicBezTo>
                      <a:pt x="1689" y="276"/>
                      <a:pt x="1680" y="273"/>
                      <a:pt x="1674" y="273"/>
                    </a:cubicBezTo>
                    <a:cubicBezTo>
                      <a:pt x="1668" y="273"/>
                      <a:pt x="1665" y="279"/>
                      <a:pt x="1659" y="282"/>
                    </a:cubicBezTo>
                    <a:cubicBezTo>
                      <a:pt x="1656" y="285"/>
                      <a:pt x="1635" y="282"/>
                      <a:pt x="1632" y="279"/>
                    </a:cubicBezTo>
                    <a:cubicBezTo>
                      <a:pt x="1629" y="279"/>
                      <a:pt x="1602" y="279"/>
                      <a:pt x="1599" y="282"/>
                    </a:cubicBezTo>
                    <a:cubicBezTo>
                      <a:pt x="1596" y="285"/>
                      <a:pt x="1596" y="291"/>
                      <a:pt x="1596" y="294"/>
                    </a:cubicBezTo>
                    <a:cubicBezTo>
                      <a:pt x="1593" y="294"/>
                      <a:pt x="1593" y="285"/>
                      <a:pt x="1593" y="282"/>
                    </a:cubicBezTo>
                    <a:cubicBezTo>
                      <a:pt x="1593" y="279"/>
                      <a:pt x="1590" y="279"/>
                      <a:pt x="1584" y="279"/>
                    </a:cubicBezTo>
                    <a:cubicBezTo>
                      <a:pt x="1578" y="279"/>
                      <a:pt x="1575" y="279"/>
                      <a:pt x="1578" y="276"/>
                    </a:cubicBezTo>
                    <a:cubicBezTo>
                      <a:pt x="1581" y="273"/>
                      <a:pt x="1575" y="273"/>
                      <a:pt x="1581" y="270"/>
                    </a:cubicBezTo>
                    <a:cubicBezTo>
                      <a:pt x="1584" y="267"/>
                      <a:pt x="1572" y="258"/>
                      <a:pt x="1563" y="252"/>
                    </a:cubicBezTo>
                    <a:cubicBezTo>
                      <a:pt x="1551" y="249"/>
                      <a:pt x="1527" y="252"/>
                      <a:pt x="1518" y="252"/>
                    </a:cubicBezTo>
                    <a:cubicBezTo>
                      <a:pt x="1512" y="255"/>
                      <a:pt x="1500" y="255"/>
                      <a:pt x="1494" y="255"/>
                    </a:cubicBezTo>
                    <a:cubicBezTo>
                      <a:pt x="1485" y="255"/>
                      <a:pt x="1491" y="252"/>
                      <a:pt x="1491" y="249"/>
                    </a:cubicBezTo>
                    <a:cubicBezTo>
                      <a:pt x="1488" y="246"/>
                      <a:pt x="1476" y="243"/>
                      <a:pt x="1476" y="246"/>
                    </a:cubicBezTo>
                    <a:cubicBezTo>
                      <a:pt x="1473" y="249"/>
                      <a:pt x="1470" y="246"/>
                      <a:pt x="1470" y="243"/>
                    </a:cubicBezTo>
                    <a:cubicBezTo>
                      <a:pt x="1470" y="243"/>
                      <a:pt x="1461" y="237"/>
                      <a:pt x="1458" y="240"/>
                    </a:cubicBezTo>
                    <a:cubicBezTo>
                      <a:pt x="1452" y="240"/>
                      <a:pt x="1452" y="234"/>
                      <a:pt x="1455" y="234"/>
                    </a:cubicBezTo>
                    <a:cubicBezTo>
                      <a:pt x="1461" y="234"/>
                      <a:pt x="1467" y="237"/>
                      <a:pt x="1464" y="231"/>
                    </a:cubicBezTo>
                    <a:cubicBezTo>
                      <a:pt x="1461" y="225"/>
                      <a:pt x="1431" y="225"/>
                      <a:pt x="1428" y="225"/>
                    </a:cubicBezTo>
                    <a:cubicBezTo>
                      <a:pt x="1425" y="225"/>
                      <a:pt x="1428" y="231"/>
                      <a:pt x="1422" y="237"/>
                    </a:cubicBezTo>
                    <a:cubicBezTo>
                      <a:pt x="1416" y="243"/>
                      <a:pt x="1410" y="237"/>
                      <a:pt x="1410" y="234"/>
                    </a:cubicBezTo>
                    <a:cubicBezTo>
                      <a:pt x="1410" y="231"/>
                      <a:pt x="1419" y="231"/>
                      <a:pt x="1419" y="228"/>
                    </a:cubicBezTo>
                    <a:cubicBezTo>
                      <a:pt x="1419" y="225"/>
                      <a:pt x="1407" y="228"/>
                      <a:pt x="1407" y="225"/>
                    </a:cubicBezTo>
                    <a:cubicBezTo>
                      <a:pt x="1404" y="222"/>
                      <a:pt x="1407" y="222"/>
                      <a:pt x="1413" y="222"/>
                    </a:cubicBezTo>
                    <a:cubicBezTo>
                      <a:pt x="1416" y="225"/>
                      <a:pt x="1422" y="225"/>
                      <a:pt x="1425" y="222"/>
                    </a:cubicBezTo>
                    <a:cubicBezTo>
                      <a:pt x="1425" y="222"/>
                      <a:pt x="1419" y="219"/>
                      <a:pt x="1413" y="219"/>
                    </a:cubicBezTo>
                    <a:cubicBezTo>
                      <a:pt x="1407" y="219"/>
                      <a:pt x="1389" y="213"/>
                      <a:pt x="1383" y="216"/>
                    </a:cubicBezTo>
                    <a:cubicBezTo>
                      <a:pt x="1374" y="216"/>
                      <a:pt x="1368" y="213"/>
                      <a:pt x="1365" y="210"/>
                    </a:cubicBezTo>
                    <a:cubicBezTo>
                      <a:pt x="1359" y="210"/>
                      <a:pt x="1359" y="213"/>
                      <a:pt x="1362" y="216"/>
                    </a:cubicBezTo>
                    <a:cubicBezTo>
                      <a:pt x="1365" y="219"/>
                      <a:pt x="1359" y="222"/>
                      <a:pt x="1353" y="219"/>
                    </a:cubicBezTo>
                    <a:cubicBezTo>
                      <a:pt x="1347" y="219"/>
                      <a:pt x="1338" y="222"/>
                      <a:pt x="1341" y="228"/>
                    </a:cubicBezTo>
                    <a:cubicBezTo>
                      <a:pt x="1344" y="231"/>
                      <a:pt x="1347" y="225"/>
                      <a:pt x="1350" y="228"/>
                    </a:cubicBezTo>
                    <a:cubicBezTo>
                      <a:pt x="1353" y="228"/>
                      <a:pt x="1344" y="231"/>
                      <a:pt x="1347" y="234"/>
                    </a:cubicBezTo>
                    <a:cubicBezTo>
                      <a:pt x="1353" y="234"/>
                      <a:pt x="1350" y="240"/>
                      <a:pt x="1350" y="240"/>
                    </a:cubicBezTo>
                    <a:cubicBezTo>
                      <a:pt x="1350" y="243"/>
                      <a:pt x="1344" y="243"/>
                      <a:pt x="1341" y="240"/>
                    </a:cubicBezTo>
                    <a:cubicBezTo>
                      <a:pt x="1341" y="237"/>
                      <a:pt x="1335" y="240"/>
                      <a:pt x="1332" y="240"/>
                    </a:cubicBezTo>
                    <a:cubicBezTo>
                      <a:pt x="1326" y="240"/>
                      <a:pt x="1323" y="243"/>
                      <a:pt x="1329" y="243"/>
                    </a:cubicBezTo>
                    <a:cubicBezTo>
                      <a:pt x="1332" y="243"/>
                      <a:pt x="1335" y="246"/>
                      <a:pt x="1329" y="246"/>
                    </a:cubicBezTo>
                    <a:cubicBezTo>
                      <a:pt x="1323" y="249"/>
                      <a:pt x="1323" y="240"/>
                      <a:pt x="1320" y="243"/>
                    </a:cubicBezTo>
                    <a:cubicBezTo>
                      <a:pt x="1314" y="243"/>
                      <a:pt x="1308" y="240"/>
                      <a:pt x="1302" y="240"/>
                    </a:cubicBezTo>
                    <a:cubicBezTo>
                      <a:pt x="1296" y="240"/>
                      <a:pt x="1296" y="243"/>
                      <a:pt x="1290" y="243"/>
                    </a:cubicBezTo>
                    <a:cubicBezTo>
                      <a:pt x="1284" y="243"/>
                      <a:pt x="1275" y="240"/>
                      <a:pt x="1272" y="237"/>
                    </a:cubicBezTo>
                    <a:cubicBezTo>
                      <a:pt x="1269" y="234"/>
                      <a:pt x="1269" y="231"/>
                      <a:pt x="1266" y="237"/>
                    </a:cubicBezTo>
                    <a:cubicBezTo>
                      <a:pt x="1263" y="240"/>
                      <a:pt x="1263" y="246"/>
                      <a:pt x="1260" y="249"/>
                    </a:cubicBezTo>
                    <a:cubicBezTo>
                      <a:pt x="1257" y="249"/>
                      <a:pt x="1254" y="255"/>
                      <a:pt x="1251" y="258"/>
                    </a:cubicBezTo>
                    <a:cubicBezTo>
                      <a:pt x="1248" y="258"/>
                      <a:pt x="1248" y="255"/>
                      <a:pt x="1245" y="255"/>
                    </a:cubicBezTo>
                    <a:cubicBezTo>
                      <a:pt x="1242" y="255"/>
                      <a:pt x="1230" y="243"/>
                      <a:pt x="1227" y="240"/>
                    </a:cubicBezTo>
                    <a:cubicBezTo>
                      <a:pt x="1227" y="237"/>
                      <a:pt x="1221" y="228"/>
                      <a:pt x="1218" y="228"/>
                    </a:cubicBezTo>
                    <a:cubicBezTo>
                      <a:pt x="1215" y="225"/>
                      <a:pt x="1221" y="225"/>
                      <a:pt x="1224" y="228"/>
                    </a:cubicBezTo>
                    <a:cubicBezTo>
                      <a:pt x="1224" y="231"/>
                      <a:pt x="1227" y="231"/>
                      <a:pt x="1230" y="228"/>
                    </a:cubicBezTo>
                    <a:cubicBezTo>
                      <a:pt x="1233" y="228"/>
                      <a:pt x="1233" y="222"/>
                      <a:pt x="1230" y="222"/>
                    </a:cubicBezTo>
                    <a:cubicBezTo>
                      <a:pt x="1224" y="222"/>
                      <a:pt x="1227" y="216"/>
                      <a:pt x="1227" y="216"/>
                    </a:cubicBezTo>
                    <a:cubicBezTo>
                      <a:pt x="1230" y="216"/>
                      <a:pt x="1224" y="210"/>
                      <a:pt x="1227" y="210"/>
                    </a:cubicBezTo>
                    <a:cubicBezTo>
                      <a:pt x="1227" y="207"/>
                      <a:pt x="1227" y="204"/>
                      <a:pt x="1224" y="204"/>
                    </a:cubicBezTo>
                    <a:cubicBezTo>
                      <a:pt x="1221" y="204"/>
                      <a:pt x="1215" y="201"/>
                      <a:pt x="1215" y="198"/>
                    </a:cubicBezTo>
                    <a:cubicBezTo>
                      <a:pt x="1215" y="198"/>
                      <a:pt x="1200" y="198"/>
                      <a:pt x="1200" y="201"/>
                    </a:cubicBezTo>
                    <a:cubicBezTo>
                      <a:pt x="1203" y="201"/>
                      <a:pt x="1197" y="201"/>
                      <a:pt x="1197" y="198"/>
                    </a:cubicBezTo>
                    <a:cubicBezTo>
                      <a:pt x="1197" y="198"/>
                      <a:pt x="1191" y="198"/>
                      <a:pt x="1185" y="195"/>
                    </a:cubicBezTo>
                    <a:cubicBezTo>
                      <a:pt x="1176" y="195"/>
                      <a:pt x="1176" y="189"/>
                      <a:pt x="1173" y="189"/>
                    </a:cubicBezTo>
                    <a:cubicBezTo>
                      <a:pt x="1170" y="189"/>
                      <a:pt x="1173" y="195"/>
                      <a:pt x="1170" y="195"/>
                    </a:cubicBezTo>
                    <a:cubicBezTo>
                      <a:pt x="1164" y="192"/>
                      <a:pt x="1161" y="195"/>
                      <a:pt x="1164" y="201"/>
                    </a:cubicBezTo>
                    <a:cubicBezTo>
                      <a:pt x="1164" y="204"/>
                      <a:pt x="1164" y="204"/>
                      <a:pt x="1164" y="207"/>
                    </a:cubicBezTo>
                    <a:cubicBezTo>
                      <a:pt x="1161" y="213"/>
                      <a:pt x="1161" y="210"/>
                      <a:pt x="1155" y="210"/>
                    </a:cubicBezTo>
                    <a:cubicBezTo>
                      <a:pt x="1152" y="207"/>
                      <a:pt x="1152" y="213"/>
                      <a:pt x="1143" y="210"/>
                    </a:cubicBezTo>
                    <a:cubicBezTo>
                      <a:pt x="1134" y="207"/>
                      <a:pt x="1128" y="210"/>
                      <a:pt x="1128" y="207"/>
                    </a:cubicBezTo>
                    <a:cubicBezTo>
                      <a:pt x="1125" y="204"/>
                      <a:pt x="1122" y="204"/>
                      <a:pt x="1122" y="207"/>
                    </a:cubicBezTo>
                    <a:cubicBezTo>
                      <a:pt x="1122" y="210"/>
                      <a:pt x="1107" y="207"/>
                      <a:pt x="1107" y="204"/>
                    </a:cubicBezTo>
                    <a:cubicBezTo>
                      <a:pt x="1104" y="201"/>
                      <a:pt x="1110" y="201"/>
                      <a:pt x="1110" y="198"/>
                    </a:cubicBezTo>
                    <a:cubicBezTo>
                      <a:pt x="1113" y="198"/>
                      <a:pt x="1110" y="195"/>
                      <a:pt x="1101" y="198"/>
                    </a:cubicBezTo>
                    <a:cubicBezTo>
                      <a:pt x="1092" y="198"/>
                      <a:pt x="1089" y="192"/>
                      <a:pt x="1080" y="195"/>
                    </a:cubicBezTo>
                    <a:cubicBezTo>
                      <a:pt x="1071" y="195"/>
                      <a:pt x="1053" y="195"/>
                      <a:pt x="1053" y="198"/>
                    </a:cubicBezTo>
                    <a:cubicBezTo>
                      <a:pt x="1050" y="198"/>
                      <a:pt x="1053" y="204"/>
                      <a:pt x="1050" y="204"/>
                    </a:cubicBezTo>
                    <a:cubicBezTo>
                      <a:pt x="1047" y="204"/>
                      <a:pt x="1050" y="195"/>
                      <a:pt x="1050" y="192"/>
                    </a:cubicBezTo>
                    <a:cubicBezTo>
                      <a:pt x="1047" y="189"/>
                      <a:pt x="1041" y="189"/>
                      <a:pt x="1044" y="192"/>
                    </a:cubicBezTo>
                    <a:cubicBezTo>
                      <a:pt x="1044" y="195"/>
                      <a:pt x="1035" y="195"/>
                      <a:pt x="1032" y="192"/>
                    </a:cubicBezTo>
                    <a:cubicBezTo>
                      <a:pt x="1029" y="189"/>
                      <a:pt x="1026" y="189"/>
                      <a:pt x="1017" y="186"/>
                    </a:cubicBezTo>
                    <a:cubicBezTo>
                      <a:pt x="1011" y="183"/>
                      <a:pt x="1005" y="192"/>
                      <a:pt x="1005" y="192"/>
                    </a:cubicBezTo>
                    <a:cubicBezTo>
                      <a:pt x="1008" y="195"/>
                      <a:pt x="1011" y="195"/>
                      <a:pt x="1011" y="195"/>
                    </a:cubicBezTo>
                    <a:cubicBezTo>
                      <a:pt x="1014" y="198"/>
                      <a:pt x="999" y="198"/>
                      <a:pt x="999" y="198"/>
                    </a:cubicBezTo>
                    <a:cubicBezTo>
                      <a:pt x="999" y="201"/>
                      <a:pt x="984" y="204"/>
                      <a:pt x="981" y="204"/>
                    </a:cubicBezTo>
                    <a:cubicBezTo>
                      <a:pt x="969" y="207"/>
                      <a:pt x="969" y="207"/>
                      <a:pt x="963" y="210"/>
                    </a:cubicBezTo>
                    <a:cubicBezTo>
                      <a:pt x="957" y="216"/>
                      <a:pt x="963" y="207"/>
                      <a:pt x="966" y="204"/>
                    </a:cubicBezTo>
                    <a:cubicBezTo>
                      <a:pt x="969" y="198"/>
                      <a:pt x="975" y="201"/>
                      <a:pt x="975" y="198"/>
                    </a:cubicBezTo>
                    <a:cubicBezTo>
                      <a:pt x="978" y="195"/>
                      <a:pt x="981" y="195"/>
                      <a:pt x="990" y="195"/>
                    </a:cubicBezTo>
                    <a:cubicBezTo>
                      <a:pt x="996" y="192"/>
                      <a:pt x="996" y="189"/>
                      <a:pt x="999" y="189"/>
                    </a:cubicBezTo>
                    <a:cubicBezTo>
                      <a:pt x="1002" y="186"/>
                      <a:pt x="1008" y="183"/>
                      <a:pt x="1008" y="180"/>
                    </a:cubicBezTo>
                    <a:cubicBezTo>
                      <a:pt x="1011" y="177"/>
                      <a:pt x="1026" y="171"/>
                      <a:pt x="1029" y="174"/>
                    </a:cubicBezTo>
                    <a:cubicBezTo>
                      <a:pt x="1032" y="174"/>
                      <a:pt x="1032" y="168"/>
                      <a:pt x="1035" y="168"/>
                    </a:cubicBezTo>
                    <a:cubicBezTo>
                      <a:pt x="1035" y="168"/>
                      <a:pt x="1044" y="162"/>
                      <a:pt x="1047" y="162"/>
                    </a:cubicBezTo>
                    <a:cubicBezTo>
                      <a:pt x="1050" y="159"/>
                      <a:pt x="1053" y="156"/>
                      <a:pt x="1053" y="153"/>
                    </a:cubicBezTo>
                    <a:cubicBezTo>
                      <a:pt x="1053" y="153"/>
                      <a:pt x="1047" y="153"/>
                      <a:pt x="1047" y="150"/>
                    </a:cubicBezTo>
                    <a:cubicBezTo>
                      <a:pt x="1047" y="150"/>
                      <a:pt x="1050" y="150"/>
                      <a:pt x="1053" y="150"/>
                    </a:cubicBezTo>
                    <a:cubicBezTo>
                      <a:pt x="1056" y="147"/>
                      <a:pt x="1053" y="144"/>
                      <a:pt x="1050" y="144"/>
                    </a:cubicBezTo>
                    <a:cubicBezTo>
                      <a:pt x="1047" y="144"/>
                      <a:pt x="1053" y="141"/>
                      <a:pt x="1050" y="138"/>
                    </a:cubicBezTo>
                    <a:cubicBezTo>
                      <a:pt x="1047" y="135"/>
                      <a:pt x="1041" y="141"/>
                      <a:pt x="1041" y="138"/>
                    </a:cubicBezTo>
                    <a:cubicBezTo>
                      <a:pt x="1041" y="132"/>
                      <a:pt x="1041" y="129"/>
                      <a:pt x="1041" y="126"/>
                    </a:cubicBezTo>
                    <a:cubicBezTo>
                      <a:pt x="1038" y="126"/>
                      <a:pt x="1035" y="132"/>
                      <a:pt x="1029" y="129"/>
                    </a:cubicBezTo>
                    <a:cubicBezTo>
                      <a:pt x="1026" y="126"/>
                      <a:pt x="1014" y="123"/>
                      <a:pt x="1014" y="123"/>
                    </a:cubicBezTo>
                    <a:cubicBezTo>
                      <a:pt x="1014" y="126"/>
                      <a:pt x="1008" y="123"/>
                      <a:pt x="1008" y="123"/>
                    </a:cubicBezTo>
                    <a:cubicBezTo>
                      <a:pt x="1005" y="126"/>
                      <a:pt x="996" y="123"/>
                      <a:pt x="993" y="123"/>
                    </a:cubicBezTo>
                    <a:cubicBezTo>
                      <a:pt x="990" y="123"/>
                      <a:pt x="987" y="126"/>
                      <a:pt x="987" y="129"/>
                    </a:cubicBezTo>
                    <a:cubicBezTo>
                      <a:pt x="984" y="132"/>
                      <a:pt x="975" y="129"/>
                      <a:pt x="972" y="129"/>
                    </a:cubicBezTo>
                    <a:cubicBezTo>
                      <a:pt x="969" y="129"/>
                      <a:pt x="981" y="120"/>
                      <a:pt x="981" y="120"/>
                    </a:cubicBezTo>
                    <a:cubicBezTo>
                      <a:pt x="981" y="117"/>
                      <a:pt x="963" y="120"/>
                      <a:pt x="960" y="117"/>
                    </a:cubicBezTo>
                    <a:cubicBezTo>
                      <a:pt x="960" y="117"/>
                      <a:pt x="951" y="114"/>
                      <a:pt x="948" y="114"/>
                    </a:cubicBezTo>
                    <a:cubicBezTo>
                      <a:pt x="945" y="114"/>
                      <a:pt x="948" y="114"/>
                      <a:pt x="951" y="114"/>
                    </a:cubicBezTo>
                    <a:cubicBezTo>
                      <a:pt x="954" y="114"/>
                      <a:pt x="957" y="111"/>
                      <a:pt x="963" y="111"/>
                    </a:cubicBezTo>
                    <a:cubicBezTo>
                      <a:pt x="966" y="108"/>
                      <a:pt x="966" y="108"/>
                      <a:pt x="963" y="105"/>
                    </a:cubicBezTo>
                    <a:cubicBezTo>
                      <a:pt x="960" y="102"/>
                      <a:pt x="957" y="105"/>
                      <a:pt x="954" y="102"/>
                    </a:cubicBezTo>
                    <a:cubicBezTo>
                      <a:pt x="951" y="102"/>
                      <a:pt x="945" y="99"/>
                      <a:pt x="942" y="99"/>
                    </a:cubicBezTo>
                    <a:cubicBezTo>
                      <a:pt x="939" y="99"/>
                      <a:pt x="936" y="102"/>
                      <a:pt x="927" y="102"/>
                    </a:cubicBezTo>
                    <a:cubicBezTo>
                      <a:pt x="918" y="105"/>
                      <a:pt x="918" y="111"/>
                      <a:pt x="915" y="114"/>
                    </a:cubicBezTo>
                    <a:cubicBezTo>
                      <a:pt x="909" y="114"/>
                      <a:pt x="903" y="123"/>
                      <a:pt x="906" y="123"/>
                    </a:cubicBezTo>
                    <a:cubicBezTo>
                      <a:pt x="909" y="123"/>
                      <a:pt x="909" y="126"/>
                      <a:pt x="909" y="126"/>
                    </a:cubicBezTo>
                    <a:cubicBezTo>
                      <a:pt x="909" y="129"/>
                      <a:pt x="906" y="129"/>
                      <a:pt x="903" y="129"/>
                    </a:cubicBezTo>
                    <a:cubicBezTo>
                      <a:pt x="900" y="129"/>
                      <a:pt x="885" y="129"/>
                      <a:pt x="885" y="132"/>
                    </a:cubicBezTo>
                    <a:cubicBezTo>
                      <a:pt x="885" y="135"/>
                      <a:pt x="894" y="135"/>
                      <a:pt x="894" y="138"/>
                    </a:cubicBezTo>
                    <a:cubicBezTo>
                      <a:pt x="891" y="138"/>
                      <a:pt x="888" y="138"/>
                      <a:pt x="885" y="135"/>
                    </a:cubicBezTo>
                    <a:cubicBezTo>
                      <a:pt x="882" y="135"/>
                      <a:pt x="876" y="135"/>
                      <a:pt x="873" y="138"/>
                    </a:cubicBezTo>
                    <a:cubicBezTo>
                      <a:pt x="873" y="141"/>
                      <a:pt x="867" y="141"/>
                      <a:pt x="867" y="138"/>
                    </a:cubicBezTo>
                    <a:cubicBezTo>
                      <a:pt x="864" y="138"/>
                      <a:pt x="861" y="141"/>
                      <a:pt x="861" y="141"/>
                    </a:cubicBezTo>
                    <a:cubicBezTo>
                      <a:pt x="858" y="138"/>
                      <a:pt x="864" y="135"/>
                      <a:pt x="864" y="135"/>
                    </a:cubicBezTo>
                    <a:cubicBezTo>
                      <a:pt x="861" y="132"/>
                      <a:pt x="852" y="132"/>
                      <a:pt x="852" y="135"/>
                    </a:cubicBezTo>
                    <a:cubicBezTo>
                      <a:pt x="852" y="138"/>
                      <a:pt x="846" y="135"/>
                      <a:pt x="846" y="135"/>
                    </a:cubicBezTo>
                    <a:cubicBezTo>
                      <a:pt x="843" y="135"/>
                      <a:pt x="840" y="138"/>
                      <a:pt x="837" y="138"/>
                    </a:cubicBezTo>
                    <a:cubicBezTo>
                      <a:pt x="834" y="141"/>
                      <a:pt x="828" y="138"/>
                      <a:pt x="825" y="141"/>
                    </a:cubicBezTo>
                    <a:cubicBezTo>
                      <a:pt x="825" y="144"/>
                      <a:pt x="834" y="144"/>
                      <a:pt x="834" y="144"/>
                    </a:cubicBezTo>
                    <a:cubicBezTo>
                      <a:pt x="834" y="147"/>
                      <a:pt x="816" y="147"/>
                      <a:pt x="816" y="147"/>
                    </a:cubicBezTo>
                    <a:cubicBezTo>
                      <a:pt x="813" y="150"/>
                      <a:pt x="807" y="150"/>
                      <a:pt x="801" y="150"/>
                    </a:cubicBezTo>
                    <a:cubicBezTo>
                      <a:pt x="792" y="150"/>
                      <a:pt x="795" y="153"/>
                      <a:pt x="789" y="153"/>
                    </a:cubicBezTo>
                    <a:cubicBezTo>
                      <a:pt x="783" y="156"/>
                      <a:pt x="780" y="156"/>
                      <a:pt x="780" y="159"/>
                    </a:cubicBezTo>
                    <a:cubicBezTo>
                      <a:pt x="777" y="162"/>
                      <a:pt x="774" y="162"/>
                      <a:pt x="771" y="159"/>
                    </a:cubicBezTo>
                    <a:cubicBezTo>
                      <a:pt x="768" y="159"/>
                      <a:pt x="762" y="162"/>
                      <a:pt x="765" y="162"/>
                    </a:cubicBezTo>
                    <a:cubicBezTo>
                      <a:pt x="768" y="162"/>
                      <a:pt x="765" y="165"/>
                      <a:pt x="765" y="165"/>
                    </a:cubicBezTo>
                    <a:cubicBezTo>
                      <a:pt x="762" y="162"/>
                      <a:pt x="756" y="168"/>
                      <a:pt x="759" y="168"/>
                    </a:cubicBezTo>
                    <a:cubicBezTo>
                      <a:pt x="762" y="168"/>
                      <a:pt x="765" y="168"/>
                      <a:pt x="762" y="171"/>
                    </a:cubicBezTo>
                    <a:cubicBezTo>
                      <a:pt x="762" y="174"/>
                      <a:pt x="756" y="168"/>
                      <a:pt x="753" y="171"/>
                    </a:cubicBezTo>
                    <a:cubicBezTo>
                      <a:pt x="753" y="171"/>
                      <a:pt x="756" y="174"/>
                      <a:pt x="759" y="174"/>
                    </a:cubicBezTo>
                    <a:cubicBezTo>
                      <a:pt x="762" y="174"/>
                      <a:pt x="765" y="177"/>
                      <a:pt x="765" y="177"/>
                    </a:cubicBezTo>
                    <a:cubicBezTo>
                      <a:pt x="765" y="180"/>
                      <a:pt x="759" y="177"/>
                      <a:pt x="756" y="177"/>
                    </a:cubicBezTo>
                    <a:cubicBezTo>
                      <a:pt x="756" y="180"/>
                      <a:pt x="756" y="180"/>
                      <a:pt x="762" y="180"/>
                    </a:cubicBezTo>
                    <a:cubicBezTo>
                      <a:pt x="765" y="183"/>
                      <a:pt x="762" y="183"/>
                      <a:pt x="765" y="186"/>
                    </a:cubicBezTo>
                    <a:cubicBezTo>
                      <a:pt x="765" y="186"/>
                      <a:pt x="765" y="186"/>
                      <a:pt x="765" y="186"/>
                    </a:cubicBezTo>
                    <a:cubicBezTo>
                      <a:pt x="765" y="189"/>
                      <a:pt x="762" y="189"/>
                      <a:pt x="765" y="192"/>
                    </a:cubicBezTo>
                    <a:cubicBezTo>
                      <a:pt x="765" y="192"/>
                      <a:pt x="759" y="195"/>
                      <a:pt x="759" y="192"/>
                    </a:cubicBezTo>
                    <a:cubicBezTo>
                      <a:pt x="759" y="189"/>
                      <a:pt x="753" y="189"/>
                      <a:pt x="750" y="192"/>
                    </a:cubicBezTo>
                    <a:cubicBezTo>
                      <a:pt x="747" y="192"/>
                      <a:pt x="747" y="195"/>
                      <a:pt x="744" y="192"/>
                    </a:cubicBezTo>
                    <a:cubicBezTo>
                      <a:pt x="741" y="192"/>
                      <a:pt x="735" y="192"/>
                      <a:pt x="729" y="195"/>
                    </a:cubicBezTo>
                    <a:cubicBezTo>
                      <a:pt x="720" y="195"/>
                      <a:pt x="702" y="195"/>
                      <a:pt x="699" y="195"/>
                    </a:cubicBezTo>
                    <a:cubicBezTo>
                      <a:pt x="693" y="198"/>
                      <a:pt x="690" y="204"/>
                      <a:pt x="696" y="207"/>
                    </a:cubicBezTo>
                    <a:cubicBezTo>
                      <a:pt x="699" y="210"/>
                      <a:pt x="696" y="213"/>
                      <a:pt x="696" y="216"/>
                    </a:cubicBezTo>
                    <a:cubicBezTo>
                      <a:pt x="696" y="219"/>
                      <a:pt x="705" y="222"/>
                      <a:pt x="711" y="225"/>
                    </a:cubicBezTo>
                    <a:cubicBezTo>
                      <a:pt x="717" y="225"/>
                      <a:pt x="720" y="231"/>
                      <a:pt x="717" y="234"/>
                    </a:cubicBezTo>
                    <a:cubicBezTo>
                      <a:pt x="714" y="240"/>
                      <a:pt x="705" y="234"/>
                      <a:pt x="699" y="228"/>
                    </a:cubicBezTo>
                    <a:cubicBezTo>
                      <a:pt x="690" y="222"/>
                      <a:pt x="678" y="222"/>
                      <a:pt x="672" y="222"/>
                    </a:cubicBezTo>
                    <a:cubicBezTo>
                      <a:pt x="666" y="222"/>
                      <a:pt x="669" y="216"/>
                      <a:pt x="663" y="219"/>
                    </a:cubicBezTo>
                    <a:cubicBezTo>
                      <a:pt x="657" y="219"/>
                      <a:pt x="651" y="222"/>
                      <a:pt x="657" y="222"/>
                    </a:cubicBezTo>
                    <a:cubicBezTo>
                      <a:pt x="660" y="222"/>
                      <a:pt x="663" y="222"/>
                      <a:pt x="660" y="225"/>
                    </a:cubicBezTo>
                    <a:cubicBezTo>
                      <a:pt x="660" y="228"/>
                      <a:pt x="663" y="225"/>
                      <a:pt x="666" y="228"/>
                    </a:cubicBezTo>
                    <a:cubicBezTo>
                      <a:pt x="672" y="231"/>
                      <a:pt x="663" y="234"/>
                      <a:pt x="657" y="231"/>
                    </a:cubicBezTo>
                    <a:cubicBezTo>
                      <a:pt x="654" y="228"/>
                      <a:pt x="648" y="231"/>
                      <a:pt x="645" y="234"/>
                    </a:cubicBezTo>
                    <a:cubicBezTo>
                      <a:pt x="645" y="234"/>
                      <a:pt x="651" y="243"/>
                      <a:pt x="660" y="243"/>
                    </a:cubicBezTo>
                    <a:cubicBezTo>
                      <a:pt x="669" y="246"/>
                      <a:pt x="666" y="249"/>
                      <a:pt x="672" y="249"/>
                    </a:cubicBezTo>
                    <a:cubicBezTo>
                      <a:pt x="675" y="252"/>
                      <a:pt x="672" y="252"/>
                      <a:pt x="669" y="252"/>
                    </a:cubicBezTo>
                    <a:cubicBezTo>
                      <a:pt x="666" y="255"/>
                      <a:pt x="660" y="249"/>
                      <a:pt x="657" y="246"/>
                    </a:cubicBezTo>
                    <a:cubicBezTo>
                      <a:pt x="651" y="243"/>
                      <a:pt x="639" y="249"/>
                      <a:pt x="636" y="246"/>
                    </a:cubicBezTo>
                    <a:cubicBezTo>
                      <a:pt x="636" y="243"/>
                      <a:pt x="639" y="240"/>
                      <a:pt x="636" y="237"/>
                    </a:cubicBezTo>
                    <a:cubicBezTo>
                      <a:pt x="633" y="237"/>
                      <a:pt x="636" y="231"/>
                      <a:pt x="639" y="228"/>
                    </a:cubicBezTo>
                    <a:cubicBezTo>
                      <a:pt x="642" y="222"/>
                      <a:pt x="639" y="213"/>
                      <a:pt x="633" y="213"/>
                    </a:cubicBezTo>
                    <a:cubicBezTo>
                      <a:pt x="630" y="210"/>
                      <a:pt x="630" y="216"/>
                      <a:pt x="630" y="216"/>
                    </a:cubicBezTo>
                    <a:cubicBezTo>
                      <a:pt x="633" y="219"/>
                      <a:pt x="633" y="225"/>
                      <a:pt x="627" y="228"/>
                    </a:cubicBezTo>
                    <a:cubicBezTo>
                      <a:pt x="624" y="234"/>
                      <a:pt x="615" y="234"/>
                      <a:pt x="615" y="237"/>
                    </a:cubicBezTo>
                    <a:cubicBezTo>
                      <a:pt x="615" y="240"/>
                      <a:pt x="609" y="240"/>
                      <a:pt x="609" y="243"/>
                    </a:cubicBezTo>
                    <a:cubicBezTo>
                      <a:pt x="612" y="246"/>
                      <a:pt x="621" y="255"/>
                      <a:pt x="624" y="258"/>
                    </a:cubicBezTo>
                    <a:cubicBezTo>
                      <a:pt x="624" y="261"/>
                      <a:pt x="615" y="273"/>
                      <a:pt x="618" y="276"/>
                    </a:cubicBezTo>
                    <a:cubicBezTo>
                      <a:pt x="618" y="282"/>
                      <a:pt x="615" y="285"/>
                      <a:pt x="618" y="288"/>
                    </a:cubicBezTo>
                    <a:cubicBezTo>
                      <a:pt x="618" y="291"/>
                      <a:pt x="624" y="288"/>
                      <a:pt x="627" y="291"/>
                    </a:cubicBezTo>
                    <a:cubicBezTo>
                      <a:pt x="627" y="291"/>
                      <a:pt x="633" y="288"/>
                      <a:pt x="639" y="288"/>
                    </a:cubicBezTo>
                    <a:cubicBezTo>
                      <a:pt x="645" y="285"/>
                      <a:pt x="657" y="294"/>
                      <a:pt x="660" y="294"/>
                    </a:cubicBezTo>
                    <a:cubicBezTo>
                      <a:pt x="666" y="297"/>
                      <a:pt x="663" y="300"/>
                      <a:pt x="666" y="303"/>
                    </a:cubicBezTo>
                    <a:cubicBezTo>
                      <a:pt x="666" y="306"/>
                      <a:pt x="660" y="306"/>
                      <a:pt x="660" y="312"/>
                    </a:cubicBezTo>
                    <a:cubicBezTo>
                      <a:pt x="660" y="318"/>
                      <a:pt x="672" y="318"/>
                      <a:pt x="672" y="321"/>
                    </a:cubicBezTo>
                    <a:cubicBezTo>
                      <a:pt x="672" y="321"/>
                      <a:pt x="663" y="321"/>
                      <a:pt x="660" y="318"/>
                    </a:cubicBezTo>
                    <a:cubicBezTo>
                      <a:pt x="657" y="318"/>
                      <a:pt x="657" y="312"/>
                      <a:pt x="654" y="312"/>
                    </a:cubicBezTo>
                    <a:cubicBezTo>
                      <a:pt x="654" y="312"/>
                      <a:pt x="657" y="306"/>
                      <a:pt x="657" y="303"/>
                    </a:cubicBezTo>
                    <a:cubicBezTo>
                      <a:pt x="657" y="300"/>
                      <a:pt x="654" y="300"/>
                      <a:pt x="651" y="297"/>
                    </a:cubicBezTo>
                    <a:cubicBezTo>
                      <a:pt x="651" y="294"/>
                      <a:pt x="648" y="291"/>
                      <a:pt x="645" y="291"/>
                    </a:cubicBezTo>
                    <a:cubicBezTo>
                      <a:pt x="642" y="294"/>
                      <a:pt x="630" y="294"/>
                      <a:pt x="627" y="297"/>
                    </a:cubicBezTo>
                    <a:cubicBezTo>
                      <a:pt x="624" y="300"/>
                      <a:pt x="627" y="309"/>
                      <a:pt x="630" y="312"/>
                    </a:cubicBezTo>
                    <a:cubicBezTo>
                      <a:pt x="633" y="318"/>
                      <a:pt x="621" y="324"/>
                      <a:pt x="621" y="327"/>
                    </a:cubicBezTo>
                    <a:cubicBezTo>
                      <a:pt x="621" y="330"/>
                      <a:pt x="618" y="330"/>
                      <a:pt x="612" y="333"/>
                    </a:cubicBezTo>
                    <a:cubicBezTo>
                      <a:pt x="606" y="336"/>
                      <a:pt x="600" y="339"/>
                      <a:pt x="603" y="342"/>
                    </a:cubicBezTo>
                    <a:cubicBezTo>
                      <a:pt x="603" y="348"/>
                      <a:pt x="594" y="345"/>
                      <a:pt x="591" y="342"/>
                    </a:cubicBezTo>
                    <a:cubicBezTo>
                      <a:pt x="588" y="339"/>
                      <a:pt x="582" y="345"/>
                      <a:pt x="579" y="342"/>
                    </a:cubicBezTo>
                    <a:cubicBezTo>
                      <a:pt x="573" y="342"/>
                      <a:pt x="573" y="339"/>
                      <a:pt x="570" y="342"/>
                    </a:cubicBezTo>
                    <a:cubicBezTo>
                      <a:pt x="564" y="342"/>
                      <a:pt x="564" y="339"/>
                      <a:pt x="564" y="336"/>
                    </a:cubicBezTo>
                    <a:cubicBezTo>
                      <a:pt x="564" y="333"/>
                      <a:pt x="570" y="336"/>
                      <a:pt x="570" y="336"/>
                    </a:cubicBezTo>
                    <a:cubicBezTo>
                      <a:pt x="570" y="339"/>
                      <a:pt x="573" y="339"/>
                      <a:pt x="576" y="336"/>
                    </a:cubicBezTo>
                    <a:cubicBezTo>
                      <a:pt x="579" y="336"/>
                      <a:pt x="579" y="339"/>
                      <a:pt x="582" y="339"/>
                    </a:cubicBezTo>
                    <a:cubicBezTo>
                      <a:pt x="588" y="339"/>
                      <a:pt x="585" y="336"/>
                      <a:pt x="588" y="336"/>
                    </a:cubicBezTo>
                    <a:cubicBezTo>
                      <a:pt x="591" y="336"/>
                      <a:pt x="594" y="336"/>
                      <a:pt x="591" y="333"/>
                    </a:cubicBezTo>
                    <a:cubicBezTo>
                      <a:pt x="591" y="333"/>
                      <a:pt x="594" y="330"/>
                      <a:pt x="597" y="330"/>
                    </a:cubicBezTo>
                    <a:cubicBezTo>
                      <a:pt x="600" y="330"/>
                      <a:pt x="597" y="324"/>
                      <a:pt x="600" y="324"/>
                    </a:cubicBezTo>
                    <a:cubicBezTo>
                      <a:pt x="603" y="324"/>
                      <a:pt x="600" y="321"/>
                      <a:pt x="603" y="321"/>
                    </a:cubicBezTo>
                    <a:cubicBezTo>
                      <a:pt x="606" y="321"/>
                      <a:pt x="606" y="318"/>
                      <a:pt x="609" y="318"/>
                    </a:cubicBezTo>
                    <a:cubicBezTo>
                      <a:pt x="612" y="318"/>
                      <a:pt x="612" y="312"/>
                      <a:pt x="609" y="312"/>
                    </a:cubicBezTo>
                    <a:cubicBezTo>
                      <a:pt x="609" y="309"/>
                      <a:pt x="612" y="306"/>
                      <a:pt x="612" y="303"/>
                    </a:cubicBezTo>
                    <a:cubicBezTo>
                      <a:pt x="615" y="303"/>
                      <a:pt x="615" y="300"/>
                      <a:pt x="615" y="300"/>
                    </a:cubicBezTo>
                    <a:cubicBezTo>
                      <a:pt x="612" y="297"/>
                      <a:pt x="603" y="294"/>
                      <a:pt x="606" y="291"/>
                    </a:cubicBezTo>
                    <a:cubicBezTo>
                      <a:pt x="606" y="288"/>
                      <a:pt x="603" y="282"/>
                      <a:pt x="606" y="279"/>
                    </a:cubicBezTo>
                    <a:cubicBezTo>
                      <a:pt x="606" y="276"/>
                      <a:pt x="606" y="270"/>
                      <a:pt x="603" y="267"/>
                    </a:cubicBezTo>
                    <a:cubicBezTo>
                      <a:pt x="603" y="264"/>
                      <a:pt x="606" y="261"/>
                      <a:pt x="606" y="255"/>
                    </a:cubicBezTo>
                    <a:cubicBezTo>
                      <a:pt x="609" y="252"/>
                      <a:pt x="600" y="246"/>
                      <a:pt x="597" y="243"/>
                    </a:cubicBezTo>
                    <a:cubicBezTo>
                      <a:pt x="594" y="243"/>
                      <a:pt x="597" y="240"/>
                      <a:pt x="603" y="234"/>
                    </a:cubicBezTo>
                    <a:cubicBezTo>
                      <a:pt x="606" y="231"/>
                      <a:pt x="606" y="219"/>
                      <a:pt x="606" y="216"/>
                    </a:cubicBezTo>
                    <a:cubicBezTo>
                      <a:pt x="606" y="213"/>
                      <a:pt x="597" y="210"/>
                      <a:pt x="594" y="210"/>
                    </a:cubicBezTo>
                    <a:cubicBezTo>
                      <a:pt x="588" y="210"/>
                      <a:pt x="576" y="210"/>
                      <a:pt x="570" y="210"/>
                    </a:cubicBezTo>
                    <a:cubicBezTo>
                      <a:pt x="567" y="210"/>
                      <a:pt x="567" y="213"/>
                      <a:pt x="564" y="216"/>
                    </a:cubicBezTo>
                    <a:cubicBezTo>
                      <a:pt x="564" y="219"/>
                      <a:pt x="558" y="225"/>
                      <a:pt x="558" y="231"/>
                    </a:cubicBezTo>
                    <a:cubicBezTo>
                      <a:pt x="555" y="240"/>
                      <a:pt x="546" y="243"/>
                      <a:pt x="543" y="243"/>
                    </a:cubicBezTo>
                    <a:cubicBezTo>
                      <a:pt x="537" y="246"/>
                      <a:pt x="537" y="252"/>
                      <a:pt x="537" y="255"/>
                    </a:cubicBezTo>
                    <a:cubicBezTo>
                      <a:pt x="540" y="255"/>
                      <a:pt x="543" y="255"/>
                      <a:pt x="543" y="255"/>
                    </a:cubicBezTo>
                    <a:cubicBezTo>
                      <a:pt x="546" y="255"/>
                      <a:pt x="543" y="264"/>
                      <a:pt x="543" y="264"/>
                    </a:cubicBezTo>
                    <a:cubicBezTo>
                      <a:pt x="540" y="264"/>
                      <a:pt x="546" y="267"/>
                      <a:pt x="543" y="270"/>
                    </a:cubicBezTo>
                    <a:cubicBezTo>
                      <a:pt x="540" y="270"/>
                      <a:pt x="537" y="276"/>
                      <a:pt x="537" y="276"/>
                    </a:cubicBezTo>
                    <a:cubicBezTo>
                      <a:pt x="540" y="279"/>
                      <a:pt x="549" y="279"/>
                      <a:pt x="552" y="282"/>
                    </a:cubicBezTo>
                    <a:cubicBezTo>
                      <a:pt x="555" y="285"/>
                      <a:pt x="555" y="288"/>
                      <a:pt x="555" y="291"/>
                    </a:cubicBezTo>
                    <a:cubicBezTo>
                      <a:pt x="558" y="294"/>
                      <a:pt x="561" y="294"/>
                      <a:pt x="564" y="294"/>
                    </a:cubicBezTo>
                    <a:cubicBezTo>
                      <a:pt x="564" y="297"/>
                      <a:pt x="558" y="306"/>
                      <a:pt x="555" y="306"/>
                    </a:cubicBezTo>
                    <a:cubicBezTo>
                      <a:pt x="555" y="306"/>
                      <a:pt x="546" y="297"/>
                      <a:pt x="543" y="294"/>
                    </a:cubicBezTo>
                    <a:cubicBezTo>
                      <a:pt x="540" y="294"/>
                      <a:pt x="528" y="291"/>
                      <a:pt x="525" y="288"/>
                    </a:cubicBezTo>
                    <a:cubicBezTo>
                      <a:pt x="519" y="285"/>
                      <a:pt x="516" y="285"/>
                      <a:pt x="510" y="282"/>
                    </a:cubicBezTo>
                    <a:cubicBezTo>
                      <a:pt x="504" y="276"/>
                      <a:pt x="498" y="276"/>
                      <a:pt x="489" y="276"/>
                    </a:cubicBezTo>
                    <a:cubicBezTo>
                      <a:pt x="477" y="276"/>
                      <a:pt x="471" y="273"/>
                      <a:pt x="468" y="273"/>
                    </a:cubicBezTo>
                    <a:cubicBezTo>
                      <a:pt x="465" y="273"/>
                      <a:pt x="465" y="270"/>
                      <a:pt x="459" y="267"/>
                    </a:cubicBezTo>
                    <a:cubicBezTo>
                      <a:pt x="453" y="264"/>
                      <a:pt x="450" y="261"/>
                      <a:pt x="447" y="264"/>
                    </a:cubicBezTo>
                    <a:cubicBezTo>
                      <a:pt x="441" y="264"/>
                      <a:pt x="444" y="273"/>
                      <a:pt x="450" y="273"/>
                    </a:cubicBezTo>
                    <a:cubicBezTo>
                      <a:pt x="453" y="273"/>
                      <a:pt x="453" y="276"/>
                      <a:pt x="456" y="276"/>
                    </a:cubicBezTo>
                    <a:cubicBezTo>
                      <a:pt x="462" y="276"/>
                      <a:pt x="465" y="279"/>
                      <a:pt x="465" y="282"/>
                    </a:cubicBezTo>
                    <a:cubicBezTo>
                      <a:pt x="465" y="285"/>
                      <a:pt x="468" y="288"/>
                      <a:pt x="471" y="291"/>
                    </a:cubicBezTo>
                    <a:cubicBezTo>
                      <a:pt x="471" y="294"/>
                      <a:pt x="471" y="297"/>
                      <a:pt x="465" y="297"/>
                    </a:cubicBezTo>
                    <a:cubicBezTo>
                      <a:pt x="462" y="297"/>
                      <a:pt x="456" y="297"/>
                      <a:pt x="459" y="300"/>
                    </a:cubicBezTo>
                    <a:cubicBezTo>
                      <a:pt x="462" y="303"/>
                      <a:pt x="456" y="303"/>
                      <a:pt x="453" y="303"/>
                    </a:cubicBezTo>
                    <a:cubicBezTo>
                      <a:pt x="447" y="300"/>
                      <a:pt x="450" y="297"/>
                      <a:pt x="453" y="297"/>
                    </a:cubicBezTo>
                    <a:cubicBezTo>
                      <a:pt x="456" y="294"/>
                      <a:pt x="450" y="291"/>
                      <a:pt x="447" y="291"/>
                    </a:cubicBezTo>
                    <a:cubicBezTo>
                      <a:pt x="444" y="291"/>
                      <a:pt x="432" y="297"/>
                      <a:pt x="429" y="300"/>
                    </a:cubicBezTo>
                    <a:cubicBezTo>
                      <a:pt x="426" y="300"/>
                      <a:pt x="417" y="297"/>
                      <a:pt x="411" y="300"/>
                    </a:cubicBezTo>
                    <a:cubicBezTo>
                      <a:pt x="402" y="303"/>
                      <a:pt x="402" y="309"/>
                      <a:pt x="399" y="306"/>
                    </a:cubicBezTo>
                    <a:cubicBezTo>
                      <a:pt x="396" y="306"/>
                      <a:pt x="387" y="309"/>
                      <a:pt x="384" y="306"/>
                    </a:cubicBezTo>
                    <a:cubicBezTo>
                      <a:pt x="381" y="303"/>
                      <a:pt x="384" y="303"/>
                      <a:pt x="387" y="303"/>
                    </a:cubicBezTo>
                    <a:cubicBezTo>
                      <a:pt x="390" y="303"/>
                      <a:pt x="390" y="303"/>
                      <a:pt x="390" y="300"/>
                    </a:cubicBezTo>
                    <a:cubicBezTo>
                      <a:pt x="387" y="297"/>
                      <a:pt x="393" y="294"/>
                      <a:pt x="393" y="291"/>
                    </a:cubicBezTo>
                    <a:cubicBezTo>
                      <a:pt x="393" y="291"/>
                      <a:pt x="378" y="294"/>
                      <a:pt x="378" y="297"/>
                    </a:cubicBezTo>
                    <a:cubicBezTo>
                      <a:pt x="375" y="297"/>
                      <a:pt x="378" y="303"/>
                      <a:pt x="375" y="303"/>
                    </a:cubicBezTo>
                    <a:cubicBezTo>
                      <a:pt x="372" y="303"/>
                      <a:pt x="372" y="300"/>
                      <a:pt x="369" y="300"/>
                    </a:cubicBezTo>
                    <a:cubicBezTo>
                      <a:pt x="366" y="300"/>
                      <a:pt x="348" y="303"/>
                      <a:pt x="345" y="309"/>
                    </a:cubicBezTo>
                    <a:cubicBezTo>
                      <a:pt x="339" y="312"/>
                      <a:pt x="333" y="312"/>
                      <a:pt x="333" y="315"/>
                    </a:cubicBezTo>
                    <a:cubicBezTo>
                      <a:pt x="333" y="318"/>
                      <a:pt x="324" y="315"/>
                      <a:pt x="321" y="318"/>
                    </a:cubicBezTo>
                    <a:cubicBezTo>
                      <a:pt x="318" y="321"/>
                      <a:pt x="318" y="327"/>
                      <a:pt x="318" y="330"/>
                    </a:cubicBezTo>
                    <a:cubicBezTo>
                      <a:pt x="318" y="333"/>
                      <a:pt x="303" y="333"/>
                      <a:pt x="300" y="333"/>
                    </a:cubicBezTo>
                    <a:cubicBezTo>
                      <a:pt x="294" y="333"/>
                      <a:pt x="294" y="324"/>
                      <a:pt x="291" y="324"/>
                    </a:cubicBezTo>
                    <a:cubicBezTo>
                      <a:pt x="285" y="324"/>
                      <a:pt x="288" y="318"/>
                      <a:pt x="288" y="318"/>
                    </a:cubicBezTo>
                    <a:cubicBezTo>
                      <a:pt x="291" y="315"/>
                      <a:pt x="294" y="315"/>
                      <a:pt x="297" y="315"/>
                    </a:cubicBezTo>
                    <a:cubicBezTo>
                      <a:pt x="300" y="312"/>
                      <a:pt x="306" y="315"/>
                      <a:pt x="306" y="312"/>
                    </a:cubicBezTo>
                    <a:cubicBezTo>
                      <a:pt x="309" y="312"/>
                      <a:pt x="300" y="306"/>
                      <a:pt x="300" y="303"/>
                    </a:cubicBezTo>
                    <a:cubicBezTo>
                      <a:pt x="300" y="297"/>
                      <a:pt x="291" y="297"/>
                      <a:pt x="285" y="297"/>
                    </a:cubicBezTo>
                    <a:cubicBezTo>
                      <a:pt x="282" y="300"/>
                      <a:pt x="276" y="300"/>
                      <a:pt x="273" y="297"/>
                    </a:cubicBezTo>
                    <a:cubicBezTo>
                      <a:pt x="270" y="294"/>
                      <a:pt x="270" y="300"/>
                      <a:pt x="273" y="300"/>
                    </a:cubicBezTo>
                    <a:cubicBezTo>
                      <a:pt x="279" y="303"/>
                      <a:pt x="276" y="306"/>
                      <a:pt x="276" y="309"/>
                    </a:cubicBezTo>
                    <a:cubicBezTo>
                      <a:pt x="279" y="312"/>
                      <a:pt x="276" y="318"/>
                      <a:pt x="273" y="321"/>
                    </a:cubicBezTo>
                    <a:cubicBezTo>
                      <a:pt x="270" y="327"/>
                      <a:pt x="273" y="327"/>
                      <a:pt x="276" y="327"/>
                    </a:cubicBezTo>
                    <a:cubicBezTo>
                      <a:pt x="282" y="324"/>
                      <a:pt x="282" y="330"/>
                      <a:pt x="282" y="336"/>
                    </a:cubicBezTo>
                    <a:cubicBezTo>
                      <a:pt x="282" y="339"/>
                      <a:pt x="276" y="342"/>
                      <a:pt x="276" y="345"/>
                    </a:cubicBezTo>
                    <a:cubicBezTo>
                      <a:pt x="276" y="348"/>
                      <a:pt x="273" y="342"/>
                      <a:pt x="273" y="345"/>
                    </a:cubicBezTo>
                    <a:cubicBezTo>
                      <a:pt x="270" y="345"/>
                      <a:pt x="270" y="342"/>
                      <a:pt x="270" y="342"/>
                    </a:cubicBezTo>
                    <a:cubicBezTo>
                      <a:pt x="270" y="339"/>
                      <a:pt x="261" y="339"/>
                      <a:pt x="258" y="339"/>
                    </a:cubicBezTo>
                    <a:cubicBezTo>
                      <a:pt x="255" y="339"/>
                      <a:pt x="252" y="339"/>
                      <a:pt x="252" y="342"/>
                    </a:cubicBezTo>
                    <a:cubicBezTo>
                      <a:pt x="249" y="345"/>
                      <a:pt x="243" y="345"/>
                      <a:pt x="240" y="345"/>
                    </a:cubicBezTo>
                    <a:cubicBezTo>
                      <a:pt x="237" y="348"/>
                      <a:pt x="234" y="351"/>
                      <a:pt x="231" y="354"/>
                    </a:cubicBezTo>
                    <a:cubicBezTo>
                      <a:pt x="228" y="357"/>
                      <a:pt x="225" y="360"/>
                      <a:pt x="231" y="363"/>
                    </a:cubicBezTo>
                    <a:cubicBezTo>
                      <a:pt x="234" y="369"/>
                      <a:pt x="237" y="372"/>
                      <a:pt x="234" y="372"/>
                    </a:cubicBezTo>
                    <a:cubicBezTo>
                      <a:pt x="234" y="375"/>
                      <a:pt x="225" y="375"/>
                      <a:pt x="222" y="372"/>
                    </a:cubicBezTo>
                    <a:cubicBezTo>
                      <a:pt x="219" y="369"/>
                      <a:pt x="213" y="369"/>
                      <a:pt x="210" y="369"/>
                    </a:cubicBezTo>
                    <a:cubicBezTo>
                      <a:pt x="207" y="369"/>
                      <a:pt x="201" y="363"/>
                      <a:pt x="198" y="363"/>
                    </a:cubicBezTo>
                    <a:cubicBezTo>
                      <a:pt x="195" y="363"/>
                      <a:pt x="192" y="366"/>
                      <a:pt x="189" y="369"/>
                    </a:cubicBezTo>
                    <a:cubicBezTo>
                      <a:pt x="189" y="369"/>
                      <a:pt x="192" y="372"/>
                      <a:pt x="195" y="375"/>
                    </a:cubicBezTo>
                    <a:cubicBezTo>
                      <a:pt x="195" y="378"/>
                      <a:pt x="201" y="378"/>
                      <a:pt x="204" y="378"/>
                    </a:cubicBezTo>
                    <a:cubicBezTo>
                      <a:pt x="207" y="378"/>
                      <a:pt x="207" y="384"/>
                      <a:pt x="207" y="384"/>
                    </a:cubicBezTo>
                    <a:cubicBezTo>
                      <a:pt x="204" y="387"/>
                      <a:pt x="198" y="390"/>
                      <a:pt x="198" y="387"/>
                    </a:cubicBezTo>
                    <a:cubicBezTo>
                      <a:pt x="195" y="384"/>
                      <a:pt x="189" y="387"/>
                      <a:pt x="189" y="384"/>
                    </a:cubicBezTo>
                    <a:cubicBezTo>
                      <a:pt x="189" y="381"/>
                      <a:pt x="183" y="378"/>
                      <a:pt x="177" y="378"/>
                    </a:cubicBezTo>
                    <a:cubicBezTo>
                      <a:pt x="174" y="378"/>
                      <a:pt x="171" y="375"/>
                      <a:pt x="171" y="372"/>
                    </a:cubicBezTo>
                    <a:cubicBezTo>
                      <a:pt x="174" y="369"/>
                      <a:pt x="168" y="366"/>
                      <a:pt x="171" y="363"/>
                    </a:cubicBezTo>
                    <a:cubicBezTo>
                      <a:pt x="171" y="363"/>
                      <a:pt x="168" y="357"/>
                      <a:pt x="171" y="357"/>
                    </a:cubicBezTo>
                    <a:cubicBezTo>
                      <a:pt x="174" y="354"/>
                      <a:pt x="171" y="351"/>
                      <a:pt x="171" y="348"/>
                    </a:cubicBezTo>
                    <a:cubicBezTo>
                      <a:pt x="171" y="345"/>
                      <a:pt x="165" y="342"/>
                      <a:pt x="162" y="342"/>
                    </a:cubicBezTo>
                    <a:cubicBezTo>
                      <a:pt x="159" y="342"/>
                      <a:pt x="159" y="339"/>
                      <a:pt x="156" y="339"/>
                    </a:cubicBezTo>
                    <a:cubicBezTo>
                      <a:pt x="153" y="336"/>
                      <a:pt x="144" y="330"/>
                      <a:pt x="144" y="327"/>
                    </a:cubicBezTo>
                    <a:cubicBezTo>
                      <a:pt x="144" y="327"/>
                      <a:pt x="138" y="327"/>
                      <a:pt x="141" y="324"/>
                    </a:cubicBezTo>
                    <a:cubicBezTo>
                      <a:pt x="141" y="324"/>
                      <a:pt x="147" y="324"/>
                      <a:pt x="150" y="327"/>
                    </a:cubicBezTo>
                    <a:cubicBezTo>
                      <a:pt x="153" y="330"/>
                      <a:pt x="156" y="333"/>
                      <a:pt x="165" y="336"/>
                    </a:cubicBezTo>
                    <a:cubicBezTo>
                      <a:pt x="174" y="336"/>
                      <a:pt x="177" y="339"/>
                      <a:pt x="186" y="342"/>
                    </a:cubicBezTo>
                    <a:cubicBezTo>
                      <a:pt x="192" y="342"/>
                      <a:pt x="198" y="342"/>
                      <a:pt x="210" y="345"/>
                    </a:cubicBezTo>
                    <a:cubicBezTo>
                      <a:pt x="222" y="348"/>
                      <a:pt x="240" y="333"/>
                      <a:pt x="243" y="330"/>
                    </a:cubicBezTo>
                    <a:cubicBezTo>
                      <a:pt x="246" y="327"/>
                      <a:pt x="243" y="321"/>
                      <a:pt x="243" y="318"/>
                    </a:cubicBezTo>
                    <a:cubicBezTo>
                      <a:pt x="243" y="315"/>
                      <a:pt x="237" y="315"/>
                      <a:pt x="237" y="312"/>
                    </a:cubicBezTo>
                    <a:cubicBezTo>
                      <a:pt x="234" y="312"/>
                      <a:pt x="231" y="306"/>
                      <a:pt x="228" y="306"/>
                    </a:cubicBezTo>
                    <a:cubicBezTo>
                      <a:pt x="222" y="306"/>
                      <a:pt x="222" y="300"/>
                      <a:pt x="216" y="303"/>
                    </a:cubicBezTo>
                    <a:cubicBezTo>
                      <a:pt x="213" y="303"/>
                      <a:pt x="210" y="300"/>
                      <a:pt x="201" y="294"/>
                    </a:cubicBezTo>
                    <a:cubicBezTo>
                      <a:pt x="192" y="288"/>
                      <a:pt x="177" y="282"/>
                      <a:pt x="174" y="282"/>
                    </a:cubicBezTo>
                    <a:cubicBezTo>
                      <a:pt x="171" y="285"/>
                      <a:pt x="171" y="285"/>
                      <a:pt x="168" y="282"/>
                    </a:cubicBezTo>
                    <a:cubicBezTo>
                      <a:pt x="168" y="279"/>
                      <a:pt x="162" y="279"/>
                      <a:pt x="162" y="282"/>
                    </a:cubicBezTo>
                    <a:cubicBezTo>
                      <a:pt x="159" y="285"/>
                      <a:pt x="156" y="279"/>
                      <a:pt x="150" y="282"/>
                    </a:cubicBezTo>
                    <a:cubicBezTo>
                      <a:pt x="144" y="282"/>
                      <a:pt x="144" y="279"/>
                      <a:pt x="144" y="279"/>
                    </a:cubicBezTo>
                    <a:cubicBezTo>
                      <a:pt x="144" y="276"/>
                      <a:pt x="153" y="279"/>
                      <a:pt x="153" y="276"/>
                    </a:cubicBezTo>
                    <a:cubicBezTo>
                      <a:pt x="153" y="273"/>
                      <a:pt x="150" y="276"/>
                      <a:pt x="144" y="273"/>
                    </a:cubicBezTo>
                    <a:cubicBezTo>
                      <a:pt x="141" y="270"/>
                      <a:pt x="138" y="270"/>
                      <a:pt x="138" y="273"/>
                    </a:cubicBezTo>
                    <a:cubicBezTo>
                      <a:pt x="135" y="276"/>
                      <a:pt x="132" y="276"/>
                      <a:pt x="129" y="273"/>
                    </a:cubicBezTo>
                    <a:cubicBezTo>
                      <a:pt x="129" y="273"/>
                      <a:pt x="129" y="273"/>
                      <a:pt x="129" y="273"/>
                    </a:cubicBezTo>
                    <a:cubicBezTo>
                      <a:pt x="129" y="276"/>
                      <a:pt x="126" y="276"/>
                      <a:pt x="123" y="276"/>
                    </a:cubicBezTo>
                    <a:cubicBezTo>
                      <a:pt x="120" y="276"/>
                      <a:pt x="117" y="282"/>
                      <a:pt x="114" y="282"/>
                    </a:cubicBezTo>
                    <a:cubicBezTo>
                      <a:pt x="111" y="282"/>
                      <a:pt x="108" y="285"/>
                      <a:pt x="105" y="288"/>
                    </a:cubicBezTo>
                    <a:cubicBezTo>
                      <a:pt x="105" y="291"/>
                      <a:pt x="102" y="288"/>
                      <a:pt x="102" y="291"/>
                    </a:cubicBezTo>
                    <a:cubicBezTo>
                      <a:pt x="102" y="294"/>
                      <a:pt x="102" y="294"/>
                      <a:pt x="99" y="297"/>
                    </a:cubicBezTo>
                    <a:cubicBezTo>
                      <a:pt x="99" y="300"/>
                      <a:pt x="99" y="300"/>
                      <a:pt x="102" y="303"/>
                    </a:cubicBezTo>
                    <a:cubicBezTo>
                      <a:pt x="105" y="306"/>
                      <a:pt x="108" y="306"/>
                      <a:pt x="108" y="309"/>
                    </a:cubicBezTo>
                    <a:cubicBezTo>
                      <a:pt x="111" y="309"/>
                      <a:pt x="117" y="315"/>
                      <a:pt x="117" y="315"/>
                    </a:cubicBezTo>
                    <a:cubicBezTo>
                      <a:pt x="117" y="318"/>
                      <a:pt x="111" y="324"/>
                      <a:pt x="111" y="324"/>
                    </a:cubicBezTo>
                    <a:cubicBezTo>
                      <a:pt x="108" y="327"/>
                      <a:pt x="105" y="330"/>
                      <a:pt x="108" y="330"/>
                    </a:cubicBezTo>
                    <a:cubicBezTo>
                      <a:pt x="108" y="333"/>
                      <a:pt x="114" y="342"/>
                      <a:pt x="117" y="348"/>
                    </a:cubicBezTo>
                    <a:cubicBezTo>
                      <a:pt x="120" y="354"/>
                      <a:pt x="117" y="351"/>
                      <a:pt x="114" y="354"/>
                    </a:cubicBezTo>
                    <a:cubicBezTo>
                      <a:pt x="111" y="357"/>
                      <a:pt x="114" y="360"/>
                      <a:pt x="114" y="363"/>
                    </a:cubicBezTo>
                    <a:cubicBezTo>
                      <a:pt x="117" y="366"/>
                      <a:pt x="111" y="366"/>
                      <a:pt x="114" y="366"/>
                    </a:cubicBezTo>
                    <a:cubicBezTo>
                      <a:pt x="114" y="369"/>
                      <a:pt x="117" y="369"/>
                      <a:pt x="117" y="369"/>
                    </a:cubicBezTo>
                    <a:cubicBezTo>
                      <a:pt x="120" y="372"/>
                      <a:pt x="114" y="372"/>
                      <a:pt x="117" y="375"/>
                    </a:cubicBezTo>
                    <a:cubicBezTo>
                      <a:pt x="117" y="378"/>
                      <a:pt x="123" y="378"/>
                      <a:pt x="123" y="381"/>
                    </a:cubicBezTo>
                    <a:cubicBezTo>
                      <a:pt x="123" y="384"/>
                      <a:pt x="114" y="387"/>
                      <a:pt x="117" y="387"/>
                    </a:cubicBezTo>
                    <a:cubicBezTo>
                      <a:pt x="117" y="390"/>
                      <a:pt x="126" y="393"/>
                      <a:pt x="129" y="399"/>
                    </a:cubicBezTo>
                    <a:cubicBezTo>
                      <a:pt x="135" y="405"/>
                      <a:pt x="135" y="405"/>
                      <a:pt x="132" y="408"/>
                    </a:cubicBezTo>
                    <a:cubicBezTo>
                      <a:pt x="132" y="414"/>
                      <a:pt x="120" y="417"/>
                      <a:pt x="117" y="423"/>
                    </a:cubicBezTo>
                    <a:cubicBezTo>
                      <a:pt x="114" y="429"/>
                      <a:pt x="105" y="435"/>
                      <a:pt x="99" y="438"/>
                    </a:cubicBezTo>
                    <a:cubicBezTo>
                      <a:pt x="96" y="441"/>
                      <a:pt x="96" y="444"/>
                      <a:pt x="93" y="444"/>
                    </a:cubicBezTo>
                    <a:cubicBezTo>
                      <a:pt x="96" y="444"/>
                      <a:pt x="96" y="444"/>
                      <a:pt x="99" y="444"/>
                    </a:cubicBezTo>
                    <a:cubicBezTo>
                      <a:pt x="102" y="441"/>
                      <a:pt x="102" y="450"/>
                      <a:pt x="105" y="450"/>
                    </a:cubicBezTo>
                    <a:cubicBezTo>
                      <a:pt x="108" y="453"/>
                      <a:pt x="114" y="450"/>
                      <a:pt x="114" y="453"/>
                    </a:cubicBezTo>
                    <a:cubicBezTo>
                      <a:pt x="117" y="456"/>
                      <a:pt x="114" y="456"/>
                      <a:pt x="111" y="453"/>
                    </a:cubicBezTo>
                    <a:cubicBezTo>
                      <a:pt x="105" y="453"/>
                      <a:pt x="105" y="456"/>
                      <a:pt x="99" y="459"/>
                    </a:cubicBezTo>
                    <a:cubicBezTo>
                      <a:pt x="96" y="459"/>
                      <a:pt x="96" y="462"/>
                      <a:pt x="93" y="462"/>
                    </a:cubicBezTo>
                    <a:cubicBezTo>
                      <a:pt x="96" y="465"/>
                      <a:pt x="93" y="468"/>
                      <a:pt x="90" y="471"/>
                    </a:cubicBezTo>
                    <a:cubicBezTo>
                      <a:pt x="90" y="474"/>
                      <a:pt x="87" y="474"/>
                      <a:pt x="87" y="477"/>
                    </a:cubicBezTo>
                    <a:cubicBezTo>
                      <a:pt x="87" y="477"/>
                      <a:pt x="87" y="480"/>
                      <a:pt x="87" y="483"/>
                    </a:cubicBezTo>
                    <a:cubicBezTo>
                      <a:pt x="90" y="486"/>
                      <a:pt x="90" y="486"/>
                      <a:pt x="90" y="489"/>
                    </a:cubicBezTo>
                    <a:cubicBezTo>
                      <a:pt x="93" y="492"/>
                      <a:pt x="90" y="492"/>
                      <a:pt x="87" y="492"/>
                    </a:cubicBezTo>
                    <a:cubicBezTo>
                      <a:pt x="87" y="492"/>
                      <a:pt x="87" y="495"/>
                      <a:pt x="90" y="498"/>
                    </a:cubicBezTo>
                    <a:cubicBezTo>
                      <a:pt x="90" y="501"/>
                      <a:pt x="90" y="501"/>
                      <a:pt x="90" y="504"/>
                    </a:cubicBezTo>
                    <a:cubicBezTo>
                      <a:pt x="90" y="507"/>
                      <a:pt x="93" y="510"/>
                      <a:pt x="93" y="510"/>
                    </a:cubicBezTo>
                    <a:cubicBezTo>
                      <a:pt x="96" y="513"/>
                      <a:pt x="96" y="516"/>
                      <a:pt x="96" y="519"/>
                    </a:cubicBezTo>
                    <a:cubicBezTo>
                      <a:pt x="99" y="519"/>
                      <a:pt x="99" y="522"/>
                      <a:pt x="102" y="519"/>
                    </a:cubicBezTo>
                    <a:cubicBezTo>
                      <a:pt x="105" y="519"/>
                      <a:pt x="108" y="522"/>
                      <a:pt x="108" y="522"/>
                    </a:cubicBezTo>
                    <a:cubicBezTo>
                      <a:pt x="111" y="525"/>
                      <a:pt x="111" y="525"/>
                      <a:pt x="114" y="522"/>
                    </a:cubicBezTo>
                    <a:cubicBezTo>
                      <a:pt x="117" y="522"/>
                      <a:pt x="123" y="525"/>
                      <a:pt x="126" y="525"/>
                    </a:cubicBezTo>
                    <a:cubicBezTo>
                      <a:pt x="126" y="528"/>
                      <a:pt x="126" y="531"/>
                      <a:pt x="126" y="534"/>
                    </a:cubicBezTo>
                    <a:cubicBezTo>
                      <a:pt x="126" y="537"/>
                      <a:pt x="126" y="540"/>
                      <a:pt x="129" y="543"/>
                    </a:cubicBezTo>
                    <a:cubicBezTo>
                      <a:pt x="129" y="543"/>
                      <a:pt x="129" y="546"/>
                      <a:pt x="132" y="549"/>
                    </a:cubicBezTo>
                    <a:cubicBezTo>
                      <a:pt x="135" y="549"/>
                      <a:pt x="138" y="555"/>
                      <a:pt x="138" y="555"/>
                    </a:cubicBezTo>
                    <a:cubicBezTo>
                      <a:pt x="141" y="555"/>
                      <a:pt x="144" y="558"/>
                      <a:pt x="147" y="561"/>
                    </a:cubicBezTo>
                    <a:cubicBezTo>
                      <a:pt x="147" y="564"/>
                      <a:pt x="141" y="564"/>
                      <a:pt x="141" y="567"/>
                    </a:cubicBezTo>
                    <a:cubicBezTo>
                      <a:pt x="138" y="567"/>
                      <a:pt x="132" y="564"/>
                      <a:pt x="132" y="564"/>
                    </a:cubicBezTo>
                    <a:cubicBezTo>
                      <a:pt x="129" y="567"/>
                      <a:pt x="132" y="570"/>
                      <a:pt x="135" y="576"/>
                    </a:cubicBezTo>
                    <a:cubicBezTo>
                      <a:pt x="135" y="582"/>
                      <a:pt x="135" y="582"/>
                      <a:pt x="138" y="582"/>
                    </a:cubicBezTo>
                    <a:cubicBezTo>
                      <a:pt x="141" y="582"/>
                      <a:pt x="141" y="579"/>
                      <a:pt x="144" y="579"/>
                    </a:cubicBezTo>
                    <a:cubicBezTo>
                      <a:pt x="144" y="576"/>
                      <a:pt x="150" y="579"/>
                      <a:pt x="150" y="579"/>
                    </a:cubicBezTo>
                    <a:cubicBezTo>
                      <a:pt x="153" y="576"/>
                      <a:pt x="159" y="576"/>
                      <a:pt x="159" y="579"/>
                    </a:cubicBezTo>
                    <a:cubicBezTo>
                      <a:pt x="162" y="582"/>
                      <a:pt x="162" y="585"/>
                      <a:pt x="162" y="588"/>
                    </a:cubicBezTo>
                    <a:cubicBezTo>
                      <a:pt x="162" y="588"/>
                      <a:pt x="162" y="591"/>
                      <a:pt x="165" y="594"/>
                    </a:cubicBezTo>
                    <a:cubicBezTo>
                      <a:pt x="165" y="597"/>
                      <a:pt x="171" y="594"/>
                      <a:pt x="174" y="597"/>
                    </a:cubicBezTo>
                    <a:cubicBezTo>
                      <a:pt x="174" y="597"/>
                      <a:pt x="177" y="603"/>
                      <a:pt x="177" y="606"/>
                    </a:cubicBezTo>
                    <a:cubicBezTo>
                      <a:pt x="177" y="606"/>
                      <a:pt x="180" y="609"/>
                      <a:pt x="183" y="606"/>
                    </a:cubicBezTo>
                    <a:cubicBezTo>
                      <a:pt x="186" y="609"/>
                      <a:pt x="186" y="609"/>
                      <a:pt x="186" y="609"/>
                    </a:cubicBezTo>
                    <a:cubicBezTo>
                      <a:pt x="189" y="612"/>
                      <a:pt x="192" y="609"/>
                      <a:pt x="192" y="609"/>
                    </a:cubicBezTo>
                    <a:cubicBezTo>
                      <a:pt x="195" y="609"/>
                      <a:pt x="198" y="606"/>
                      <a:pt x="198" y="609"/>
                    </a:cubicBezTo>
                    <a:cubicBezTo>
                      <a:pt x="201" y="609"/>
                      <a:pt x="204" y="612"/>
                      <a:pt x="204" y="615"/>
                    </a:cubicBezTo>
                    <a:cubicBezTo>
                      <a:pt x="204" y="615"/>
                      <a:pt x="210" y="615"/>
                      <a:pt x="213" y="615"/>
                    </a:cubicBezTo>
                    <a:cubicBezTo>
                      <a:pt x="216" y="618"/>
                      <a:pt x="219" y="618"/>
                      <a:pt x="222" y="618"/>
                    </a:cubicBezTo>
                    <a:cubicBezTo>
                      <a:pt x="225" y="621"/>
                      <a:pt x="228" y="621"/>
                      <a:pt x="231" y="621"/>
                    </a:cubicBezTo>
                    <a:cubicBezTo>
                      <a:pt x="231" y="624"/>
                      <a:pt x="225" y="627"/>
                      <a:pt x="225" y="627"/>
                    </a:cubicBezTo>
                    <a:cubicBezTo>
                      <a:pt x="228" y="630"/>
                      <a:pt x="228" y="630"/>
                      <a:pt x="228" y="630"/>
                    </a:cubicBezTo>
                    <a:cubicBezTo>
                      <a:pt x="228" y="633"/>
                      <a:pt x="225" y="633"/>
                      <a:pt x="225" y="633"/>
                    </a:cubicBezTo>
                    <a:cubicBezTo>
                      <a:pt x="228" y="636"/>
                      <a:pt x="228" y="636"/>
                      <a:pt x="228" y="636"/>
                    </a:cubicBezTo>
                    <a:cubicBezTo>
                      <a:pt x="228" y="639"/>
                      <a:pt x="225" y="642"/>
                      <a:pt x="225" y="645"/>
                    </a:cubicBezTo>
                    <a:cubicBezTo>
                      <a:pt x="225" y="645"/>
                      <a:pt x="219" y="645"/>
                      <a:pt x="216" y="645"/>
                    </a:cubicBezTo>
                    <a:cubicBezTo>
                      <a:pt x="216" y="645"/>
                      <a:pt x="210" y="651"/>
                      <a:pt x="207" y="651"/>
                    </a:cubicBezTo>
                    <a:cubicBezTo>
                      <a:pt x="207" y="654"/>
                      <a:pt x="207" y="654"/>
                      <a:pt x="207" y="654"/>
                    </a:cubicBezTo>
                    <a:cubicBezTo>
                      <a:pt x="213" y="654"/>
                      <a:pt x="219" y="654"/>
                      <a:pt x="219" y="654"/>
                    </a:cubicBezTo>
                    <a:cubicBezTo>
                      <a:pt x="219" y="657"/>
                      <a:pt x="207" y="663"/>
                      <a:pt x="204" y="663"/>
                    </a:cubicBezTo>
                    <a:cubicBezTo>
                      <a:pt x="204" y="663"/>
                      <a:pt x="210" y="666"/>
                      <a:pt x="210" y="669"/>
                    </a:cubicBezTo>
                    <a:cubicBezTo>
                      <a:pt x="210" y="672"/>
                      <a:pt x="201" y="672"/>
                      <a:pt x="204" y="675"/>
                    </a:cubicBezTo>
                    <a:cubicBezTo>
                      <a:pt x="204" y="681"/>
                      <a:pt x="201" y="681"/>
                      <a:pt x="195" y="681"/>
                    </a:cubicBezTo>
                    <a:cubicBezTo>
                      <a:pt x="192" y="681"/>
                      <a:pt x="192" y="684"/>
                      <a:pt x="192" y="684"/>
                    </a:cubicBezTo>
                    <a:cubicBezTo>
                      <a:pt x="195" y="684"/>
                      <a:pt x="195" y="690"/>
                      <a:pt x="201" y="690"/>
                    </a:cubicBezTo>
                    <a:cubicBezTo>
                      <a:pt x="210" y="693"/>
                      <a:pt x="216" y="699"/>
                      <a:pt x="222" y="705"/>
                    </a:cubicBezTo>
                    <a:cubicBezTo>
                      <a:pt x="225" y="708"/>
                      <a:pt x="225" y="708"/>
                      <a:pt x="225" y="708"/>
                    </a:cubicBezTo>
                    <a:cubicBezTo>
                      <a:pt x="228" y="708"/>
                      <a:pt x="228" y="705"/>
                      <a:pt x="231" y="705"/>
                    </a:cubicBezTo>
                    <a:cubicBezTo>
                      <a:pt x="234" y="705"/>
                      <a:pt x="240" y="708"/>
                      <a:pt x="243" y="711"/>
                    </a:cubicBezTo>
                    <a:cubicBezTo>
                      <a:pt x="246" y="714"/>
                      <a:pt x="261" y="711"/>
                      <a:pt x="261" y="711"/>
                    </a:cubicBezTo>
                    <a:cubicBezTo>
                      <a:pt x="264" y="714"/>
                      <a:pt x="267" y="717"/>
                      <a:pt x="267" y="717"/>
                    </a:cubicBezTo>
                    <a:cubicBezTo>
                      <a:pt x="270" y="717"/>
                      <a:pt x="273" y="720"/>
                      <a:pt x="276" y="720"/>
                    </a:cubicBezTo>
                    <a:cubicBezTo>
                      <a:pt x="276" y="717"/>
                      <a:pt x="285" y="717"/>
                      <a:pt x="288" y="717"/>
                    </a:cubicBezTo>
                    <a:cubicBezTo>
                      <a:pt x="288" y="717"/>
                      <a:pt x="288" y="720"/>
                      <a:pt x="291" y="720"/>
                    </a:cubicBezTo>
                    <a:cubicBezTo>
                      <a:pt x="294" y="720"/>
                      <a:pt x="294" y="726"/>
                      <a:pt x="294" y="726"/>
                    </a:cubicBezTo>
                    <a:cubicBezTo>
                      <a:pt x="297" y="726"/>
                      <a:pt x="300" y="732"/>
                      <a:pt x="306" y="732"/>
                    </a:cubicBezTo>
                    <a:cubicBezTo>
                      <a:pt x="309" y="732"/>
                      <a:pt x="312" y="738"/>
                      <a:pt x="312" y="738"/>
                    </a:cubicBezTo>
                    <a:cubicBezTo>
                      <a:pt x="315" y="738"/>
                      <a:pt x="318" y="741"/>
                      <a:pt x="318" y="738"/>
                    </a:cubicBezTo>
                    <a:cubicBezTo>
                      <a:pt x="318" y="735"/>
                      <a:pt x="324" y="735"/>
                      <a:pt x="327" y="732"/>
                    </a:cubicBezTo>
                    <a:cubicBezTo>
                      <a:pt x="318" y="723"/>
                      <a:pt x="312" y="717"/>
                      <a:pt x="312" y="714"/>
                    </a:cubicBezTo>
                    <a:cubicBezTo>
                      <a:pt x="312" y="708"/>
                      <a:pt x="315" y="702"/>
                      <a:pt x="309" y="696"/>
                    </a:cubicBezTo>
                    <a:cubicBezTo>
                      <a:pt x="300" y="690"/>
                      <a:pt x="309" y="687"/>
                      <a:pt x="315" y="681"/>
                    </a:cubicBezTo>
                    <a:cubicBezTo>
                      <a:pt x="318" y="675"/>
                      <a:pt x="327" y="672"/>
                      <a:pt x="333" y="669"/>
                    </a:cubicBezTo>
                    <a:cubicBezTo>
                      <a:pt x="333" y="669"/>
                      <a:pt x="333" y="666"/>
                      <a:pt x="330" y="666"/>
                    </a:cubicBezTo>
                    <a:cubicBezTo>
                      <a:pt x="327" y="666"/>
                      <a:pt x="324" y="663"/>
                      <a:pt x="327" y="663"/>
                    </a:cubicBezTo>
                    <a:cubicBezTo>
                      <a:pt x="330" y="660"/>
                      <a:pt x="330" y="660"/>
                      <a:pt x="327" y="654"/>
                    </a:cubicBezTo>
                    <a:cubicBezTo>
                      <a:pt x="324" y="651"/>
                      <a:pt x="321" y="648"/>
                      <a:pt x="318" y="648"/>
                    </a:cubicBezTo>
                    <a:cubicBezTo>
                      <a:pt x="318" y="648"/>
                      <a:pt x="315" y="645"/>
                      <a:pt x="312" y="648"/>
                    </a:cubicBezTo>
                    <a:cubicBezTo>
                      <a:pt x="309" y="648"/>
                      <a:pt x="309" y="645"/>
                      <a:pt x="309" y="642"/>
                    </a:cubicBezTo>
                    <a:cubicBezTo>
                      <a:pt x="309" y="639"/>
                      <a:pt x="303" y="639"/>
                      <a:pt x="303" y="636"/>
                    </a:cubicBezTo>
                    <a:cubicBezTo>
                      <a:pt x="303" y="636"/>
                      <a:pt x="303" y="630"/>
                      <a:pt x="306" y="630"/>
                    </a:cubicBezTo>
                    <a:cubicBezTo>
                      <a:pt x="309" y="627"/>
                      <a:pt x="309" y="627"/>
                      <a:pt x="309" y="627"/>
                    </a:cubicBezTo>
                    <a:cubicBezTo>
                      <a:pt x="309" y="624"/>
                      <a:pt x="303" y="624"/>
                      <a:pt x="306" y="621"/>
                    </a:cubicBezTo>
                    <a:cubicBezTo>
                      <a:pt x="309" y="618"/>
                      <a:pt x="312" y="618"/>
                      <a:pt x="312" y="615"/>
                    </a:cubicBezTo>
                    <a:cubicBezTo>
                      <a:pt x="312" y="609"/>
                      <a:pt x="315" y="606"/>
                      <a:pt x="318" y="609"/>
                    </a:cubicBezTo>
                    <a:cubicBezTo>
                      <a:pt x="321" y="612"/>
                      <a:pt x="324" y="618"/>
                      <a:pt x="327" y="618"/>
                    </a:cubicBezTo>
                    <a:cubicBezTo>
                      <a:pt x="330" y="615"/>
                      <a:pt x="330" y="612"/>
                      <a:pt x="327" y="609"/>
                    </a:cubicBezTo>
                    <a:cubicBezTo>
                      <a:pt x="327" y="609"/>
                      <a:pt x="327" y="606"/>
                      <a:pt x="330" y="603"/>
                    </a:cubicBezTo>
                    <a:cubicBezTo>
                      <a:pt x="336" y="603"/>
                      <a:pt x="333" y="600"/>
                      <a:pt x="336" y="600"/>
                    </a:cubicBezTo>
                    <a:cubicBezTo>
                      <a:pt x="342" y="600"/>
                      <a:pt x="348" y="594"/>
                      <a:pt x="348" y="594"/>
                    </a:cubicBezTo>
                    <a:cubicBezTo>
                      <a:pt x="351" y="591"/>
                      <a:pt x="357" y="591"/>
                      <a:pt x="357" y="591"/>
                    </a:cubicBezTo>
                    <a:cubicBezTo>
                      <a:pt x="360" y="591"/>
                      <a:pt x="363" y="594"/>
                      <a:pt x="363" y="591"/>
                    </a:cubicBezTo>
                    <a:cubicBezTo>
                      <a:pt x="366" y="588"/>
                      <a:pt x="372" y="588"/>
                      <a:pt x="372" y="591"/>
                    </a:cubicBezTo>
                    <a:cubicBezTo>
                      <a:pt x="372" y="594"/>
                      <a:pt x="381" y="594"/>
                      <a:pt x="384" y="594"/>
                    </a:cubicBezTo>
                    <a:cubicBezTo>
                      <a:pt x="387" y="597"/>
                      <a:pt x="393" y="600"/>
                      <a:pt x="393" y="603"/>
                    </a:cubicBezTo>
                    <a:cubicBezTo>
                      <a:pt x="393" y="606"/>
                      <a:pt x="396" y="609"/>
                      <a:pt x="396" y="603"/>
                    </a:cubicBezTo>
                    <a:cubicBezTo>
                      <a:pt x="396" y="600"/>
                      <a:pt x="399" y="603"/>
                      <a:pt x="405" y="603"/>
                    </a:cubicBezTo>
                    <a:cubicBezTo>
                      <a:pt x="408" y="606"/>
                      <a:pt x="414" y="606"/>
                      <a:pt x="414" y="603"/>
                    </a:cubicBezTo>
                    <a:cubicBezTo>
                      <a:pt x="414" y="600"/>
                      <a:pt x="423" y="597"/>
                      <a:pt x="426" y="600"/>
                    </a:cubicBezTo>
                    <a:cubicBezTo>
                      <a:pt x="429" y="603"/>
                      <a:pt x="429" y="603"/>
                      <a:pt x="432" y="600"/>
                    </a:cubicBezTo>
                    <a:cubicBezTo>
                      <a:pt x="435" y="597"/>
                      <a:pt x="441" y="597"/>
                      <a:pt x="444" y="600"/>
                    </a:cubicBezTo>
                    <a:cubicBezTo>
                      <a:pt x="444" y="603"/>
                      <a:pt x="447" y="603"/>
                      <a:pt x="450" y="603"/>
                    </a:cubicBezTo>
                    <a:cubicBezTo>
                      <a:pt x="453" y="603"/>
                      <a:pt x="453" y="609"/>
                      <a:pt x="456" y="609"/>
                    </a:cubicBezTo>
                    <a:cubicBezTo>
                      <a:pt x="459" y="606"/>
                      <a:pt x="456" y="603"/>
                      <a:pt x="459" y="603"/>
                    </a:cubicBezTo>
                    <a:cubicBezTo>
                      <a:pt x="462" y="603"/>
                      <a:pt x="465" y="606"/>
                      <a:pt x="468" y="606"/>
                    </a:cubicBezTo>
                    <a:cubicBezTo>
                      <a:pt x="471" y="606"/>
                      <a:pt x="474" y="606"/>
                      <a:pt x="474" y="603"/>
                    </a:cubicBezTo>
                    <a:cubicBezTo>
                      <a:pt x="474" y="600"/>
                      <a:pt x="474" y="594"/>
                      <a:pt x="471" y="594"/>
                    </a:cubicBezTo>
                    <a:cubicBezTo>
                      <a:pt x="471" y="594"/>
                      <a:pt x="468" y="591"/>
                      <a:pt x="465" y="591"/>
                    </a:cubicBezTo>
                    <a:cubicBezTo>
                      <a:pt x="462" y="591"/>
                      <a:pt x="459" y="585"/>
                      <a:pt x="462" y="585"/>
                    </a:cubicBezTo>
                    <a:cubicBezTo>
                      <a:pt x="465" y="585"/>
                      <a:pt x="468" y="582"/>
                      <a:pt x="468" y="579"/>
                    </a:cubicBezTo>
                    <a:cubicBezTo>
                      <a:pt x="468" y="576"/>
                      <a:pt x="465" y="573"/>
                      <a:pt x="471" y="570"/>
                    </a:cubicBezTo>
                    <a:cubicBezTo>
                      <a:pt x="474" y="570"/>
                      <a:pt x="483" y="570"/>
                      <a:pt x="483" y="570"/>
                    </a:cubicBezTo>
                    <a:cubicBezTo>
                      <a:pt x="483" y="567"/>
                      <a:pt x="474" y="567"/>
                      <a:pt x="471" y="564"/>
                    </a:cubicBezTo>
                    <a:cubicBezTo>
                      <a:pt x="471" y="561"/>
                      <a:pt x="471" y="555"/>
                      <a:pt x="471" y="555"/>
                    </a:cubicBezTo>
                    <a:cubicBezTo>
                      <a:pt x="474" y="555"/>
                      <a:pt x="477" y="555"/>
                      <a:pt x="480" y="555"/>
                    </a:cubicBezTo>
                    <a:cubicBezTo>
                      <a:pt x="483" y="552"/>
                      <a:pt x="492" y="555"/>
                      <a:pt x="495" y="552"/>
                    </a:cubicBezTo>
                    <a:cubicBezTo>
                      <a:pt x="498" y="549"/>
                      <a:pt x="507" y="549"/>
                      <a:pt x="513" y="549"/>
                    </a:cubicBezTo>
                    <a:cubicBezTo>
                      <a:pt x="516" y="549"/>
                      <a:pt x="519" y="546"/>
                      <a:pt x="522" y="546"/>
                    </a:cubicBezTo>
                    <a:cubicBezTo>
                      <a:pt x="528" y="546"/>
                      <a:pt x="537" y="543"/>
                      <a:pt x="540" y="543"/>
                    </a:cubicBezTo>
                    <a:cubicBezTo>
                      <a:pt x="543" y="543"/>
                      <a:pt x="555" y="540"/>
                      <a:pt x="555" y="537"/>
                    </a:cubicBezTo>
                    <a:cubicBezTo>
                      <a:pt x="555" y="534"/>
                      <a:pt x="567" y="534"/>
                      <a:pt x="570" y="534"/>
                    </a:cubicBezTo>
                    <a:cubicBezTo>
                      <a:pt x="573" y="534"/>
                      <a:pt x="576" y="537"/>
                      <a:pt x="579" y="534"/>
                    </a:cubicBezTo>
                    <a:cubicBezTo>
                      <a:pt x="582" y="534"/>
                      <a:pt x="585" y="537"/>
                      <a:pt x="585" y="540"/>
                    </a:cubicBezTo>
                    <a:cubicBezTo>
                      <a:pt x="585" y="543"/>
                      <a:pt x="588" y="546"/>
                      <a:pt x="588" y="549"/>
                    </a:cubicBezTo>
                    <a:cubicBezTo>
                      <a:pt x="588" y="549"/>
                      <a:pt x="585" y="552"/>
                      <a:pt x="588" y="552"/>
                    </a:cubicBezTo>
                    <a:cubicBezTo>
                      <a:pt x="588" y="555"/>
                      <a:pt x="594" y="552"/>
                      <a:pt x="597" y="552"/>
                    </a:cubicBezTo>
                    <a:cubicBezTo>
                      <a:pt x="600" y="549"/>
                      <a:pt x="600" y="552"/>
                      <a:pt x="600" y="552"/>
                    </a:cubicBezTo>
                    <a:cubicBezTo>
                      <a:pt x="600" y="555"/>
                      <a:pt x="603" y="555"/>
                      <a:pt x="603" y="555"/>
                    </a:cubicBezTo>
                    <a:cubicBezTo>
                      <a:pt x="603" y="552"/>
                      <a:pt x="609" y="552"/>
                      <a:pt x="609" y="555"/>
                    </a:cubicBezTo>
                    <a:cubicBezTo>
                      <a:pt x="612" y="555"/>
                      <a:pt x="615" y="552"/>
                      <a:pt x="615" y="555"/>
                    </a:cubicBezTo>
                    <a:cubicBezTo>
                      <a:pt x="615" y="558"/>
                      <a:pt x="609" y="561"/>
                      <a:pt x="612" y="564"/>
                    </a:cubicBezTo>
                    <a:cubicBezTo>
                      <a:pt x="615" y="567"/>
                      <a:pt x="615" y="561"/>
                      <a:pt x="621" y="561"/>
                    </a:cubicBezTo>
                    <a:cubicBezTo>
                      <a:pt x="624" y="561"/>
                      <a:pt x="630" y="558"/>
                      <a:pt x="633" y="555"/>
                    </a:cubicBezTo>
                    <a:cubicBezTo>
                      <a:pt x="636" y="555"/>
                      <a:pt x="639" y="552"/>
                      <a:pt x="642" y="549"/>
                    </a:cubicBezTo>
                    <a:cubicBezTo>
                      <a:pt x="645" y="549"/>
                      <a:pt x="651" y="549"/>
                      <a:pt x="651" y="552"/>
                    </a:cubicBezTo>
                    <a:cubicBezTo>
                      <a:pt x="648" y="552"/>
                      <a:pt x="645" y="558"/>
                      <a:pt x="654" y="558"/>
                    </a:cubicBezTo>
                    <a:cubicBezTo>
                      <a:pt x="660" y="561"/>
                      <a:pt x="669" y="576"/>
                      <a:pt x="675" y="585"/>
                    </a:cubicBezTo>
                    <a:cubicBezTo>
                      <a:pt x="678" y="591"/>
                      <a:pt x="684" y="603"/>
                      <a:pt x="687" y="603"/>
                    </a:cubicBezTo>
                    <a:cubicBezTo>
                      <a:pt x="687" y="603"/>
                      <a:pt x="690" y="597"/>
                      <a:pt x="693" y="597"/>
                    </a:cubicBezTo>
                    <a:cubicBezTo>
                      <a:pt x="696" y="597"/>
                      <a:pt x="699" y="603"/>
                      <a:pt x="702" y="603"/>
                    </a:cubicBezTo>
                    <a:cubicBezTo>
                      <a:pt x="705" y="603"/>
                      <a:pt x="708" y="606"/>
                      <a:pt x="711" y="606"/>
                    </a:cubicBezTo>
                    <a:cubicBezTo>
                      <a:pt x="714" y="603"/>
                      <a:pt x="720" y="600"/>
                      <a:pt x="723" y="603"/>
                    </a:cubicBezTo>
                    <a:cubicBezTo>
                      <a:pt x="726" y="603"/>
                      <a:pt x="729" y="603"/>
                      <a:pt x="732" y="609"/>
                    </a:cubicBezTo>
                    <a:cubicBezTo>
                      <a:pt x="732" y="612"/>
                      <a:pt x="735" y="612"/>
                      <a:pt x="738" y="612"/>
                    </a:cubicBezTo>
                    <a:cubicBezTo>
                      <a:pt x="741" y="612"/>
                      <a:pt x="741" y="615"/>
                      <a:pt x="741" y="618"/>
                    </a:cubicBezTo>
                    <a:cubicBezTo>
                      <a:pt x="741" y="621"/>
                      <a:pt x="744" y="621"/>
                      <a:pt x="747" y="621"/>
                    </a:cubicBezTo>
                    <a:cubicBezTo>
                      <a:pt x="747" y="621"/>
                      <a:pt x="753" y="621"/>
                      <a:pt x="756" y="621"/>
                    </a:cubicBezTo>
                    <a:cubicBezTo>
                      <a:pt x="756" y="621"/>
                      <a:pt x="759" y="618"/>
                      <a:pt x="759" y="621"/>
                    </a:cubicBezTo>
                    <a:cubicBezTo>
                      <a:pt x="759" y="624"/>
                      <a:pt x="762" y="627"/>
                      <a:pt x="765" y="627"/>
                    </a:cubicBezTo>
                    <a:cubicBezTo>
                      <a:pt x="765" y="627"/>
                      <a:pt x="771" y="630"/>
                      <a:pt x="771" y="627"/>
                    </a:cubicBezTo>
                    <a:cubicBezTo>
                      <a:pt x="771" y="624"/>
                      <a:pt x="777" y="624"/>
                      <a:pt x="777" y="624"/>
                    </a:cubicBezTo>
                    <a:cubicBezTo>
                      <a:pt x="780" y="624"/>
                      <a:pt x="786" y="621"/>
                      <a:pt x="789" y="618"/>
                    </a:cubicBezTo>
                    <a:cubicBezTo>
                      <a:pt x="789" y="615"/>
                      <a:pt x="795" y="615"/>
                      <a:pt x="798" y="615"/>
                    </a:cubicBezTo>
                    <a:cubicBezTo>
                      <a:pt x="798" y="612"/>
                      <a:pt x="804" y="612"/>
                      <a:pt x="804" y="609"/>
                    </a:cubicBezTo>
                    <a:cubicBezTo>
                      <a:pt x="804" y="606"/>
                      <a:pt x="810" y="609"/>
                      <a:pt x="813" y="606"/>
                    </a:cubicBezTo>
                    <a:cubicBezTo>
                      <a:pt x="813" y="603"/>
                      <a:pt x="819" y="603"/>
                      <a:pt x="819" y="606"/>
                    </a:cubicBezTo>
                    <a:cubicBezTo>
                      <a:pt x="822" y="606"/>
                      <a:pt x="834" y="609"/>
                      <a:pt x="837" y="606"/>
                    </a:cubicBezTo>
                    <a:cubicBezTo>
                      <a:pt x="837" y="606"/>
                      <a:pt x="837" y="612"/>
                      <a:pt x="840" y="615"/>
                    </a:cubicBezTo>
                    <a:cubicBezTo>
                      <a:pt x="840" y="615"/>
                      <a:pt x="846" y="618"/>
                      <a:pt x="849" y="618"/>
                    </a:cubicBezTo>
                    <a:cubicBezTo>
                      <a:pt x="849" y="615"/>
                      <a:pt x="855" y="615"/>
                      <a:pt x="858" y="618"/>
                    </a:cubicBezTo>
                    <a:cubicBezTo>
                      <a:pt x="861" y="618"/>
                      <a:pt x="864" y="621"/>
                      <a:pt x="867" y="618"/>
                    </a:cubicBezTo>
                    <a:cubicBezTo>
                      <a:pt x="867" y="618"/>
                      <a:pt x="873" y="615"/>
                      <a:pt x="876" y="615"/>
                    </a:cubicBezTo>
                    <a:cubicBezTo>
                      <a:pt x="876" y="612"/>
                      <a:pt x="876" y="609"/>
                      <a:pt x="876" y="609"/>
                    </a:cubicBezTo>
                    <a:cubicBezTo>
                      <a:pt x="873" y="606"/>
                      <a:pt x="873" y="600"/>
                      <a:pt x="870" y="597"/>
                    </a:cubicBezTo>
                    <a:cubicBezTo>
                      <a:pt x="876" y="594"/>
                      <a:pt x="876" y="594"/>
                      <a:pt x="876" y="594"/>
                    </a:cubicBezTo>
                    <a:cubicBezTo>
                      <a:pt x="876" y="591"/>
                      <a:pt x="882" y="591"/>
                      <a:pt x="882" y="588"/>
                    </a:cubicBezTo>
                    <a:cubicBezTo>
                      <a:pt x="885" y="585"/>
                      <a:pt x="885" y="585"/>
                      <a:pt x="885" y="585"/>
                    </a:cubicBezTo>
                    <a:cubicBezTo>
                      <a:pt x="888" y="585"/>
                      <a:pt x="894" y="588"/>
                      <a:pt x="894" y="588"/>
                    </a:cubicBezTo>
                    <a:cubicBezTo>
                      <a:pt x="900" y="591"/>
                      <a:pt x="900" y="591"/>
                      <a:pt x="900" y="591"/>
                    </a:cubicBezTo>
                    <a:cubicBezTo>
                      <a:pt x="903" y="591"/>
                      <a:pt x="906" y="591"/>
                      <a:pt x="909" y="594"/>
                    </a:cubicBezTo>
                    <a:cubicBezTo>
                      <a:pt x="912" y="594"/>
                      <a:pt x="918" y="594"/>
                      <a:pt x="921" y="597"/>
                    </a:cubicBezTo>
                    <a:cubicBezTo>
                      <a:pt x="921" y="600"/>
                      <a:pt x="921" y="603"/>
                      <a:pt x="921" y="606"/>
                    </a:cubicBezTo>
                    <a:cubicBezTo>
                      <a:pt x="924" y="609"/>
                      <a:pt x="927" y="612"/>
                      <a:pt x="930" y="612"/>
                    </a:cubicBezTo>
                    <a:cubicBezTo>
                      <a:pt x="930" y="612"/>
                      <a:pt x="936" y="615"/>
                      <a:pt x="939" y="615"/>
                    </a:cubicBezTo>
                    <a:cubicBezTo>
                      <a:pt x="942" y="615"/>
                      <a:pt x="945" y="612"/>
                      <a:pt x="948" y="612"/>
                    </a:cubicBezTo>
                    <a:cubicBezTo>
                      <a:pt x="948" y="612"/>
                      <a:pt x="954" y="609"/>
                      <a:pt x="957" y="609"/>
                    </a:cubicBezTo>
                    <a:cubicBezTo>
                      <a:pt x="960" y="609"/>
                      <a:pt x="966" y="612"/>
                      <a:pt x="969" y="612"/>
                    </a:cubicBezTo>
                    <a:cubicBezTo>
                      <a:pt x="969" y="612"/>
                      <a:pt x="975" y="612"/>
                      <a:pt x="975" y="615"/>
                    </a:cubicBezTo>
                    <a:cubicBezTo>
                      <a:pt x="978" y="615"/>
                      <a:pt x="987" y="615"/>
                      <a:pt x="987" y="618"/>
                    </a:cubicBezTo>
                    <a:cubicBezTo>
                      <a:pt x="987" y="621"/>
                      <a:pt x="990" y="621"/>
                      <a:pt x="993" y="624"/>
                    </a:cubicBezTo>
                    <a:cubicBezTo>
                      <a:pt x="993" y="627"/>
                      <a:pt x="1005" y="627"/>
                      <a:pt x="1005" y="627"/>
                    </a:cubicBezTo>
                    <a:cubicBezTo>
                      <a:pt x="1008" y="630"/>
                      <a:pt x="1020" y="630"/>
                      <a:pt x="1020" y="627"/>
                    </a:cubicBezTo>
                    <a:cubicBezTo>
                      <a:pt x="1020" y="627"/>
                      <a:pt x="1032" y="624"/>
                      <a:pt x="1035" y="624"/>
                    </a:cubicBezTo>
                    <a:cubicBezTo>
                      <a:pt x="1038" y="621"/>
                      <a:pt x="1044" y="624"/>
                      <a:pt x="1044" y="621"/>
                    </a:cubicBezTo>
                    <a:cubicBezTo>
                      <a:pt x="1044" y="618"/>
                      <a:pt x="1050" y="615"/>
                      <a:pt x="1053" y="615"/>
                    </a:cubicBezTo>
                    <a:cubicBezTo>
                      <a:pt x="1056" y="612"/>
                      <a:pt x="1068" y="612"/>
                      <a:pt x="1068" y="615"/>
                    </a:cubicBezTo>
                    <a:cubicBezTo>
                      <a:pt x="1068" y="618"/>
                      <a:pt x="1074" y="618"/>
                      <a:pt x="1077" y="618"/>
                    </a:cubicBezTo>
                    <a:cubicBezTo>
                      <a:pt x="1080" y="615"/>
                      <a:pt x="1086" y="618"/>
                      <a:pt x="1089" y="621"/>
                    </a:cubicBezTo>
                    <a:cubicBezTo>
                      <a:pt x="1098" y="624"/>
                      <a:pt x="1098" y="624"/>
                      <a:pt x="1098" y="624"/>
                    </a:cubicBezTo>
                    <a:cubicBezTo>
                      <a:pt x="1101" y="621"/>
                      <a:pt x="1107" y="618"/>
                      <a:pt x="1110" y="618"/>
                    </a:cubicBezTo>
                    <a:cubicBezTo>
                      <a:pt x="1113" y="618"/>
                      <a:pt x="1116" y="615"/>
                      <a:pt x="1116" y="612"/>
                    </a:cubicBezTo>
                    <a:cubicBezTo>
                      <a:pt x="1113" y="609"/>
                      <a:pt x="1119" y="603"/>
                      <a:pt x="1119" y="600"/>
                    </a:cubicBezTo>
                    <a:cubicBezTo>
                      <a:pt x="1122" y="597"/>
                      <a:pt x="1125" y="591"/>
                      <a:pt x="1128" y="591"/>
                    </a:cubicBezTo>
                    <a:cubicBezTo>
                      <a:pt x="1128" y="588"/>
                      <a:pt x="1131" y="585"/>
                      <a:pt x="1131" y="585"/>
                    </a:cubicBezTo>
                    <a:cubicBezTo>
                      <a:pt x="1131" y="582"/>
                      <a:pt x="1131" y="576"/>
                      <a:pt x="1128" y="576"/>
                    </a:cubicBezTo>
                    <a:cubicBezTo>
                      <a:pt x="1128" y="576"/>
                      <a:pt x="1122" y="576"/>
                      <a:pt x="1128" y="570"/>
                    </a:cubicBezTo>
                    <a:cubicBezTo>
                      <a:pt x="1131" y="564"/>
                      <a:pt x="1140" y="564"/>
                      <a:pt x="1143" y="564"/>
                    </a:cubicBezTo>
                    <a:cubicBezTo>
                      <a:pt x="1143" y="564"/>
                      <a:pt x="1155" y="564"/>
                      <a:pt x="1158" y="564"/>
                    </a:cubicBezTo>
                    <a:cubicBezTo>
                      <a:pt x="1164" y="564"/>
                      <a:pt x="1167" y="564"/>
                      <a:pt x="1170" y="567"/>
                    </a:cubicBezTo>
                    <a:cubicBezTo>
                      <a:pt x="1176" y="570"/>
                      <a:pt x="1182" y="567"/>
                      <a:pt x="1185" y="570"/>
                    </a:cubicBezTo>
                    <a:cubicBezTo>
                      <a:pt x="1188" y="573"/>
                      <a:pt x="1194" y="573"/>
                      <a:pt x="1191" y="579"/>
                    </a:cubicBezTo>
                    <a:cubicBezTo>
                      <a:pt x="1191" y="582"/>
                      <a:pt x="1197" y="579"/>
                      <a:pt x="1197" y="588"/>
                    </a:cubicBezTo>
                    <a:cubicBezTo>
                      <a:pt x="1200" y="597"/>
                      <a:pt x="1203" y="597"/>
                      <a:pt x="1203" y="603"/>
                    </a:cubicBezTo>
                    <a:cubicBezTo>
                      <a:pt x="1206" y="606"/>
                      <a:pt x="1212" y="612"/>
                      <a:pt x="1209" y="615"/>
                    </a:cubicBezTo>
                    <a:cubicBezTo>
                      <a:pt x="1209" y="618"/>
                      <a:pt x="1209" y="621"/>
                      <a:pt x="1215" y="621"/>
                    </a:cubicBezTo>
                    <a:cubicBezTo>
                      <a:pt x="1221" y="621"/>
                      <a:pt x="1224" y="627"/>
                      <a:pt x="1224" y="627"/>
                    </a:cubicBezTo>
                    <a:cubicBezTo>
                      <a:pt x="1227" y="624"/>
                      <a:pt x="1233" y="627"/>
                      <a:pt x="1236" y="630"/>
                    </a:cubicBezTo>
                    <a:cubicBezTo>
                      <a:pt x="1239" y="633"/>
                      <a:pt x="1245" y="633"/>
                      <a:pt x="1245" y="636"/>
                    </a:cubicBezTo>
                    <a:cubicBezTo>
                      <a:pt x="1245" y="639"/>
                      <a:pt x="1248" y="642"/>
                      <a:pt x="1248" y="645"/>
                    </a:cubicBezTo>
                    <a:cubicBezTo>
                      <a:pt x="1248" y="648"/>
                      <a:pt x="1254" y="651"/>
                      <a:pt x="1257" y="651"/>
                    </a:cubicBezTo>
                    <a:cubicBezTo>
                      <a:pt x="1263" y="651"/>
                      <a:pt x="1266" y="651"/>
                      <a:pt x="1269" y="648"/>
                    </a:cubicBezTo>
                    <a:cubicBezTo>
                      <a:pt x="1269" y="645"/>
                      <a:pt x="1278" y="645"/>
                      <a:pt x="1278" y="645"/>
                    </a:cubicBezTo>
                    <a:cubicBezTo>
                      <a:pt x="1281" y="642"/>
                      <a:pt x="1287" y="639"/>
                      <a:pt x="1287" y="645"/>
                    </a:cubicBezTo>
                    <a:cubicBezTo>
                      <a:pt x="1287" y="651"/>
                      <a:pt x="1293" y="654"/>
                      <a:pt x="1287" y="657"/>
                    </a:cubicBezTo>
                    <a:cubicBezTo>
                      <a:pt x="1284" y="657"/>
                      <a:pt x="1284" y="666"/>
                      <a:pt x="1281" y="669"/>
                    </a:cubicBezTo>
                    <a:cubicBezTo>
                      <a:pt x="1281" y="675"/>
                      <a:pt x="1275" y="675"/>
                      <a:pt x="1275" y="678"/>
                    </a:cubicBezTo>
                    <a:cubicBezTo>
                      <a:pt x="1275" y="684"/>
                      <a:pt x="1269" y="684"/>
                      <a:pt x="1269" y="687"/>
                    </a:cubicBezTo>
                    <a:cubicBezTo>
                      <a:pt x="1269" y="690"/>
                      <a:pt x="1263" y="687"/>
                      <a:pt x="1260" y="687"/>
                    </a:cubicBezTo>
                    <a:cubicBezTo>
                      <a:pt x="1257" y="684"/>
                      <a:pt x="1254" y="690"/>
                      <a:pt x="1251" y="690"/>
                    </a:cubicBezTo>
                    <a:cubicBezTo>
                      <a:pt x="1248" y="690"/>
                      <a:pt x="1248" y="696"/>
                      <a:pt x="1248" y="699"/>
                    </a:cubicBezTo>
                    <a:cubicBezTo>
                      <a:pt x="1251" y="702"/>
                      <a:pt x="1248" y="705"/>
                      <a:pt x="1251" y="708"/>
                    </a:cubicBezTo>
                    <a:cubicBezTo>
                      <a:pt x="1251" y="711"/>
                      <a:pt x="1251" y="714"/>
                      <a:pt x="1251" y="717"/>
                    </a:cubicBezTo>
                    <a:cubicBezTo>
                      <a:pt x="1254" y="714"/>
                      <a:pt x="1260" y="714"/>
                      <a:pt x="1260" y="714"/>
                    </a:cubicBezTo>
                    <a:cubicBezTo>
                      <a:pt x="1263" y="714"/>
                      <a:pt x="1269" y="720"/>
                      <a:pt x="1272" y="720"/>
                    </a:cubicBezTo>
                    <a:cubicBezTo>
                      <a:pt x="1278" y="720"/>
                      <a:pt x="1299" y="708"/>
                      <a:pt x="1299" y="705"/>
                    </a:cubicBezTo>
                    <a:cubicBezTo>
                      <a:pt x="1299" y="702"/>
                      <a:pt x="1311" y="690"/>
                      <a:pt x="1317" y="684"/>
                    </a:cubicBezTo>
                    <a:cubicBezTo>
                      <a:pt x="1323" y="678"/>
                      <a:pt x="1332" y="669"/>
                      <a:pt x="1335" y="663"/>
                    </a:cubicBezTo>
                    <a:cubicBezTo>
                      <a:pt x="1335" y="657"/>
                      <a:pt x="1344" y="648"/>
                      <a:pt x="1347" y="645"/>
                    </a:cubicBezTo>
                    <a:cubicBezTo>
                      <a:pt x="1347" y="642"/>
                      <a:pt x="1350" y="642"/>
                      <a:pt x="1353" y="633"/>
                    </a:cubicBezTo>
                    <a:cubicBezTo>
                      <a:pt x="1356" y="627"/>
                      <a:pt x="1356" y="606"/>
                      <a:pt x="1359" y="606"/>
                    </a:cubicBezTo>
                    <a:cubicBezTo>
                      <a:pt x="1359" y="603"/>
                      <a:pt x="1359" y="600"/>
                      <a:pt x="1359" y="597"/>
                    </a:cubicBezTo>
                    <a:cubicBezTo>
                      <a:pt x="1362" y="594"/>
                      <a:pt x="1362" y="591"/>
                      <a:pt x="1365" y="591"/>
                    </a:cubicBezTo>
                    <a:cubicBezTo>
                      <a:pt x="1368" y="588"/>
                      <a:pt x="1368" y="585"/>
                      <a:pt x="1365" y="582"/>
                    </a:cubicBezTo>
                    <a:cubicBezTo>
                      <a:pt x="1365" y="579"/>
                      <a:pt x="1365" y="576"/>
                      <a:pt x="1365" y="573"/>
                    </a:cubicBezTo>
                    <a:cubicBezTo>
                      <a:pt x="1365" y="573"/>
                      <a:pt x="1365" y="570"/>
                      <a:pt x="1368" y="570"/>
                    </a:cubicBezTo>
                    <a:cubicBezTo>
                      <a:pt x="1368" y="570"/>
                      <a:pt x="1365" y="567"/>
                      <a:pt x="1362" y="564"/>
                    </a:cubicBezTo>
                    <a:cubicBezTo>
                      <a:pt x="1359" y="564"/>
                      <a:pt x="1356" y="561"/>
                      <a:pt x="1356" y="558"/>
                    </a:cubicBezTo>
                    <a:cubicBezTo>
                      <a:pt x="1356" y="555"/>
                      <a:pt x="1350" y="552"/>
                      <a:pt x="1347" y="552"/>
                    </a:cubicBezTo>
                    <a:cubicBezTo>
                      <a:pt x="1344" y="552"/>
                      <a:pt x="1335" y="549"/>
                      <a:pt x="1338" y="552"/>
                    </a:cubicBezTo>
                    <a:cubicBezTo>
                      <a:pt x="1338" y="555"/>
                      <a:pt x="1338" y="558"/>
                      <a:pt x="1335" y="558"/>
                    </a:cubicBezTo>
                    <a:cubicBezTo>
                      <a:pt x="1332" y="555"/>
                      <a:pt x="1332" y="558"/>
                      <a:pt x="1329" y="561"/>
                    </a:cubicBezTo>
                    <a:cubicBezTo>
                      <a:pt x="1329" y="564"/>
                      <a:pt x="1320" y="564"/>
                      <a:pt x="1323" y="561"/>
                    </a:cubicBezTo>
                    <a:cubicBezTo>
                      <a:pt x="1326" y="558"/>
                      <a:pt x="1323" y="558"/>
                      <a:pt x="1323" y="555"/>
                    </a:cubicBezTo>
                    <a:cubicBezTo>
                      <a:pt x="1323" y="552"/>
                      <a:pt x="1326" y="549"/>
                      <a:pt x="1323" y="549"/>
                    </a:cubicBezTo>
                    <a:cubicBezTo>
                      <a:pt x="1320" y="552"/>
                      <a:pt x="1320" y="558"/>
                      <a:pt x="1317" y="558"/>
                    </a:cubicBezTo>
                    <a:cubicBezTo>
                      <a:pt x="1314" y="558"/>
                      <a:pt x="1314" y="549"/>
                      <a:pt x="1314" y="546"/>
                    </a:cubicBezTo>
                    <a:cubicBezTo>
                      <a:pt x="1317" y="543"/>
                      <a:pt x="1308" y="546"/>
                      <a:pt x="1302" y="546"/>
                    </a:cubicBezTo>
                    <a:cubicBezTo>
                      <a:pt x="1296" y="546"/>
                      <a:pt x="1296" y="540"/>
                      <a:pt x="1302" y="537"/>
                    </a:cubicBezTo>
                    <a:cubicBezTo>
                      <a:pt x="1308" y="534"/>
                      <a:pt x="1308" y="531"/>
                      <a:pt x="1311" y="531"/>
                    </a:cubicBezTo>
                    <a:cubicBezTo>
                      <a:pt x="1314" y="531"/>
                      <a:pt x="1320" y="525"/>
                      <a:pt x="1323" y="522"/>
                    </a:cubicBezTo>
                    <a:cubicBezTo>
                      <a:pt x="1329" y="519"/>
                      <a:pt x="1329" y="516"/>
                      <a:pt x="1332" y="513"/>
                    </a:cubicBezTo>
                    <a:cubicBezTo>
                      <a:pt x="1332" y="513"/>
                      <a:pt x="1341" y="507"/>
                      <a:pt x="1347" y="501"/>
                    </a:cubicBezTo>
                    <a:cubicBezTo>
                      <a:pt x="1353" y="495"/>
                      <a:pt x="1356" y="492"/>
                      <a:pt x="1359" y="489"/>
                    </a:cubicBezTo>
                    <a:cubicBezTo>
                      <a:pt x="1362" y="486"/>
                      <a:pt x="1371" y="483"/>
                      <a:pt x="1371" y="480"/>
                    </a:cubicBezTo>
                    <a:cubicBezTo>
                      <a:pt x="1371" y="477"/>
                      <a:pt x="1383" y="471"/>
                      <a:pt x="1392" y="468"/>
                    </a:cubicBezTo>
                    <a:cubicBezTo>
                      <a:pt x="1401" y="465"/>
                      <a:pt x="1416" y="468"/>
                      <a:pt x="1416" y="471"/>
                    </a:cubicBezTo>
                    <a:cubicBezTo>
                      <a:pt x="1419" y="474"/>
                      <a:pt x="1422" y="474"/>
                      <a:pt x="1422" y="471"/>
                    </a:cubicBezTo>
                    <a:cubicBezTo>
                      <a:pt x="1425" y="468"/>
                      <a:pt x="1428" y="471"/>
                      <a:pt x="1434" y="471"/>
                    </a:cubicBezTo>
                    <a:cubicBezTo>
                      <a:pt x="1440" y="471"/>
                      <a:pt x="1440" y="468"/>
                      <a:pt x="1443" y="468"/>
                    </a:cubicBezTo>
                    <a:cubicBezTo>
                      <a:pt x="1449" y="471"/>
                      <a:pt x="1452" y="471"/>
                      <a:pt x="1455" y="468"/>
                    </a:cubicBezTo>
                    <a:cubicBezTo>
                      <a:pt x="1455" y="462"/>
                      <a:pt x="1467" y="462"/>
                      <a:pt x="1470" y="465"/>
                    </a:cubicBezTo>
                    <a:cubicBezTo>
                      <a:pt x="1473" y="468"/>
                      <a:pt x="1473" y="468"/>
                      <a:pt x="1479" y="465"/>
                    </a:cubicBezTo>
                    <a:cubicBezTo>
                      <a:pt x="1482" y="465"/>
                      <a:pt x="1482" y="471"/>
                      <a:pt x="1485" y="471"/>
                    </a:cubicBezTo>
                    <a:cubicBezTo>
                      <a:pt x="1491" y="471"/>
                      <a:pt x="1488" y="474"/>
                      <a:pt x="1485" y="474"/>
                    </a:cubicBezTo>
                    <a:cubicBezTo>
                      <a:pt x="1482" y="474"/>
                      <a:pt x="1476" y="477"/>
                      <a:pt x="1479" y="477"/>
                    </a:cubicBezTo>
                    <a:cubicBezTo>
                      <a:pt x="1485" y="480"/>
                      <a:pt x="1488" y="477"/>
                      <a:pt x="1491" y="477"/>
                    </a:cubicBezTo>
                    <a:cubicBezTo>
                      <a:pt x="1494" y="477"/>
                      <a:pt x="1500" y="477"/>
                      <a:pt x="1503" y="474"/>
                    </a:cubicBezTo>
                    <a:cubicBezTo>
                      <a:pt x="1509" y="471"/>
                      <a:pt x="1509" y="477"/>
                      <a:pt x="1512" y="474"/>
                    </a:cubicBezTo>
                    <a:cubicBezTo>
                      <a:pt x="1515" y="471"/>
                      <a:pt x="1521" y="471"/>
                      <a:pt x="1524" y="471"/>
                    </a:cubicBezTo>
                    <a:cubicBezTo>
                      <a:pt x="1527" y="471"/>
                      <a:pt x="1524" y="468"/>
                      <a:pt x="1518" y="468"/>
                    </a:cubicBezTo>
                    <a:cubicBezTo>
                      <a:pt x="1515" y="468"/>
                      <a:pt x="1515" y="465"/>
                      <a:pt x="1518" y="459"/>
                    </a:cubicBezTo>
                    <a:cubicBezTo>
                      <a:pt x="1521" y="450"/>
                      <a:pt x="1530" y="447"/>
                      <a:pt x="1533" y="444"/>
                    </a:cubicBezTo>
                    <a:cubicBezTo>
                      <a:pt x="1539" y="438"/>
                      <a:pt x="1542" y="441"/>
                      <a:pt x="1542" y="438"/>
                    </a:cubicBezTo>
                    <a:cubicBezTo>
                      <a:pt x="1542" y="435"/>
                      <a:pt x="1545" y="429"/>
                      <a:pt x="1548" y="429"/>
                    </a:cubicBezTo>
                    <a:cubicBezTo>
                      <a:pt x="1551" y="429"/>
                      <a:pt x="1560" y="429"/>
                      <a:pt x="1566" y="426"/>
                    </a:cubicBezTo>
                    <a:cubicBezTo>
                      <a:pt x="1572" y="423"/>
                      <a:pt x="1572" y="429"/>
                      <a:pt x="1575" y="429"/>
                    </a:cubicBezTo>
                    <a:cubicBezTo>
                      <a:pt x="1578" y="432"/>
                      <a:pt x="1581" y="426"/>
                      <a:pt x="1584" y="426"/>
                    </a:cubicBezTo>
                    <a:cubicBezTo>
                      <a:pt x="1584" y="429"/>
                      <a:pt x="1578" y="432"/>
                      <a:pt x="1578" y="438"/>
                    </a:cubicBezTo>
                    <a:cubicBezTo>
                      <a:pt x="1575" y="441"/>
                      <a:pt x="1581" y="441"/>
                      <a:pt x="1584" y="441"/>
                    </a:cubicBezTo>
                    <a:cubicBezTo>
                      <a:pt x="1587" y="444"/>
                      <a:pt x="1581" y="444"/>
                      <a:pt x="1581" y="447"/>
                    </a:cubicBezTo>
                    <a:cubicBezTo>
                      <a:pt x="1581" y="447"/>
                      <a:pt x="1587" y="447"/>
                      <a:pt x="1593" y="441"/>
                    </a:cubicBezTo>
                    <a:cubicBezTo>
                      <a:pt x="1602" y="432"/>
                      <a:pt x="1608" y="432"/>
                      <a:pt x="1614" y="432"/>
                    </a:cubicBezTo>
                    <a:cubicBezTo>
                      <a:pt x="1617" y="432"/>
                      <a:pt x="1614" y="426"/>
                      <a:pt x="1614" y="420"/>
                    </a:cubicBezTo>
                    <a:cubicBezTo>
                      <a:pt x="1617" y="414"/>
                      <a:pt x="1629" y="411"/>
                      <a:pt x="1635" y="414"/>
                    </a:cubicBezTo>
                    <a:cubicBezTo>
                      <a:pt x="1638" y="414"/>
                      <a:pt x="1638" y="417"/>
                      <a:pt x="1635" y="417"/>
                    </a:cubicBezTo>
                    <a:cubicBezTo>
                      <a:pt x="1629" y="414"/>
                      <a:pt x="1626" y="420"/>
                      <a:pt x="1626" y="426"/>
                    </a:cubicBezTo>
                    <a:cubicBezTo>
                      <a:pt x="1626" y="429"/>
                      <a:pt x="1623" y="432"/>
                      <a:pt x="1623" y="435"/>
                    </a:cubicBezTo>
                    <a:cubicBezTo>
                      <a:pt x="1626" y="435"/>
                      <a:pt x="1620" y="438"/>
                      <a:pt x="1620" y="438"/>
                    </a:cubicBezTo>
                    <a:cubicBezTo>
                      <a:pt x="1620" y="441"/>
                      <a:pt x="1620" y="444"/>
                      <a:pt x="1617" y="444"/>
                    </a:cubicBezTo>
                    <a:cubicBezTo>
                      <a:pt x="1614" y="444"/>
                      <a:pt x="1602" y="447"/>
                      <a:pt x="1602" y="450"/>
                    </a:cubicBezTo>
                    <a:cubicBezTo>
                      <a:pt x="1602" y="456"/>
                      <a:pt x="1596" y="456"/>
                      <a:pt x="1593" y="462"/>
                    </a:cubicBezTo>
                    <a:cubicBezTo>
                      <a:pt x="1590" y="465"/>
                      <a:pt x="1581" y="471"/>
                      <a:pt x="1572" y="480"/>
                    </a:cubicBezTo>
                    <a:cubicBezTo>
                      <a:pt x="1566" y="492"/>
                      <a:pt x="1554" y="492"/>
                      <a:pt x="1554" y="492"/>
                    </a:cubicBezTo>
                    <a:cubicBezTo>
                      <a:pt x="1554" y="495"/>
                      <a:pt x="1545" y="495"/>
                      <a:pt x="1545" y="495"/>
                    </a:cubicBezTo>
                    <a:cubicBezTo>
                      <a:pt x="1542" y="495"/>
                      <a:pt x="1545" y="501"/>
                      <a:pt x="1539" y="510"/>
                    </a:cubicBezTo>
                    <a:cubicBezTo>
                      <a:pt x="1533" y="516"/>
                      <a:pt x="1530" y="525"/>
                      <a:pt x="1530" y="534"/>
                    </a:cubicBezTo>
                    <a:cubicBezTo>
                      <a:pt x="1530" y="543"/>
                      <a:pt x="1533" y="570"/>
                      <a:pt x="1536" y="576"/>
                    </a:cubicBezTo>
                    <a:cubicBezTo>
                      <a:pt x="1539" y="582"/>
                      <a:pt x="1536" y="594"/>
                      <a:pt x="1539" y="594"/>
                    </a:cubicBezTo>
                    <a:cubicBezTo>
                      <a:pt x="1542" y="597"/>
                      <a:pt x="1542" y="603"/>
                      <a:pt x="1542" y="603"/>
                    </a:cubicBezTo>
                    <a:cubicBezTo>
                      <a:pt x="1545" y="606"/>
                      <a:pt x="1551" y="597"/>
                      <a:pt x="1554" y="594"/>
                    </a:cubicBezTo>
                    <a:cubicBezTo>
                      <a:pt x="1557" y="591"/>
                      <a:pt x="1557" y="588"/>
                      <a:pt x="1560" y="588"/>
                    </a:cubicBezTo>
                    <a:cubicBezTo>
                      <a:pt x="1563" y="585"/>
                      <a:pt x="1560" y="576"/>
                      <a:pt x="1563" y="576"/>
                    </a:cubicBezTo>
                    <a:cubicBezTo>
                      <a:pt x="1563" y="573"/>
                      <a:pt x="1569" y="573"/>
                      <a:pt x="1569" y="570"/>
                    </a:cubicBezTo>
                    <a:cubicBezTo>
                      <a:pt x="1572" y="567"/>
                      <a:pt x="1575" y="570"/>
                      <a:pt x="1578" y="570"/>
                    </a:cubicBezTo>
                    <a:cubicBezTo>
                      <a:pt x="1581" y="567"/>
                      <a:pt x="1578" y="561"/>
                      <a:pt x="1578" y="558"/>
                    </a:cubicBezTo>
                    <a:cubicBezTo>
                      <a:pt x="1575" y="555"/>
                      <a:pt x="1584" y="552"/>
                      <a:pt x="1587" y="549"/>
                    </a:cubicBezTo>
                    <a:cubicBezTo>
                      <a:pt x="1593" y="546"/>
                      <a:pt x="1596" y="552"/>
                      <a:pt x="1602" y="546"/>
                    </a:cubicBezTo>
                    <a:cubicBezTo>
                      <a:pt x="1605" y="543"/>
                      <a:pt x="1602" y="537"/>
                      <a:pt x="1599" y="534"/>
                    </a:cubicBezTo>
                    <a:cubicBezTo>
                      <a:pt x="1599" y="534"/>
                      <a:pt x="1605" y="522"/>
                      <a:pt x="1608" y="522"/>
                    </a:cubicBezTo>
                    <a:cubicBezTo>
                      <a:pt x="1611" y="522"/>
                      <a:pt x="1614" y="525"/>
                      <a:pt x="1617" y="522"/>
                    </a:cubicBezTo>
                    <a:cubicBezTo>
                      <a:pt x="1620" y="519"/>
                      <a:pt x="1614" y="513"/>
                      <a:pt x="1611" y="513"/>
                    </a:cubicBezTo>
                    <a:cubicBezTo>
                      <a:pt x="1608" y="513"/>
                      <a:pt x="1608" y="504"/>
                      <a:pt x="1614" y="501"/>
                    </a:cubicBezTo>
                    <a:cubicBezTo>
                      <a:pt x="1620" y="498"/>
                      <a:pt x="1617" y="495"/>
                      <a:pt x="1614" y="495"/>
                    </a:cubicBezTo>
                    <a:cubicBezTo>
                      <a:pt x="1608" y="495"/>
                      <a:pt x="1608" y="495"/>
                      <a:pt x="1605" y="495"/>
                    </a:cubicBezTo>
                    <a:cubicBezTo>
                      <a:pt x="1602" y="495"/>
                      <a:pt x="1599" y="489"/>
                      <a:pt x="1605" y="483"/>
                    </a:cubicBezTo>
                    <a:cubicBezTo>
                      <a:pt x="1608" y="477"/>
                      <a:pt x="1614" y="480"/>
                      <a:pt x="1614" y="474"/>
                    </a:cubicBezTo>
                    <a:cubicBezTo>
                      <a:pt x="1614" y="468"/>
                      <a:pt x="1620" y="462"/>
                      <a:pt x="1623" y="459"/>
                    </a:cubicBezTo>
                    <a:cubicBezTo>
                      <a:pt x="1623" y="456"/>
                      <a:pt x="1629" y="459"/>
                      <a:pt x="1632" y="459"/>
                    </a:cubicBezTo>
                    <a:cubicBezTo>
                      <a:pt x="1635" y="459"/>
                      <a:pt x="1635" y="465"/>
                      <a:pt x="1635" y="462"/>
                    </a:cubicBezTo>
                    <a:cubicBezTo>
                      <a:pt x="1638" y="459"/>
                      <a:pt x="1644" y="450"/>
                      <a:pt x="1647" y="450"/>
                    </a:cubicBezTo>
                    <a:cubicBezTo>
                      <a:pt x="1653" y="450"/>
                      <a:pt x="1650" y="456"/>
                      <a:pt x="1650" y="459"/>
                    </a:cubicBezTo>
                    <a:cubicBezTo>
                      <a:pt x="1650" y="465"/>
                      <a:pt x="1653" y="459"/>
                      <a:pt x="1662" y="453"/>
                    </a:cubicBezTo>
                    <a:cubicBezTo>
                      <a:pt x="1668" y="450"/>
                      <a:pt x="1683" y="450"/>
                      <a:pt x="1689" y="453"/>
                    </a:cubicBezTo>
                    <a:cubicBezTo>
                      <a:pt x="1695" y="453"/>
                      <a:pt x="1695" y="459"/>
                      <a:pt x="1698" y="459"/>
                    </a:cubicBezTo>
                    <a:cubicBezTo>
                      <a:pt x="1701" y="459"/>
                      <a:pt x="1698" y="453"/>
                      <a:pt x="1701" y="453"/>
                    </a:cubicBezTo>
                    <a:cubicBezTo>
                      <a:pt x="1707" y="450"/>
                      <a:pt x="1713" y="447"/>
                      <a:pt x="1719" y="444"/>
                    </a:cubicBezTo>
                    <a:cubicBezTo>
                      <a:pt x="1722" y="438"/>
                      <a:pt x="1722" y="441"/>
                      <a:pt x="1725" y="438"/>
                    </a:cubicBezTo>
                    <a:cubicBezTo>
                      <a:pt x="1728" y="435"/>
                      <a:pt x="1731" y="438"/>
                      <a:pt x="1731" y="435"/>
                    </a:cubicBezTo>
                    <a:cubicBezTo>
                      <a:pt x="1731" y="432"/>
                      <a:pt x="1740" y="429"/>
                      <a:pt x="1749" y="426"/>
                    </a:cubicBezTo>
                    <a:cubicBezTo>
                      <a:pt x="1761" y="423"/>
                      <a:pt x="1773" y="417"/>
                      <a:pt x="1773" y="414"/>
                    </a:cubicBezTo>
                    <a:cubicBezTo>
                      <a:pt x="1773" y="411"/>
                      <a:pt x="1779" y="411"/>
                      <a:pt x="1779" y="414"/>
                    </a:cubicBezTo>
                    <a:cubicBezTo>
                      <a:pt x="1779" y="417"/>
                      <a:pt x="1782" y="414"/>
                      <a:pt x="1788" y="417"/>
                    </a:cubicBezTo>
                    <a:cubicBezTo>
                      <a:pt x="1794" y="417"/>
                      <a:pt x="1797" y="420"/>
                      <a:pt x="1800" y="414"/>
                    </a:cubicBezTo>
                    <a:cubicBezTo>
                      <a:pt x="1806" y="411"/>
                      <a:pt x="1800" y="408"/>
                      <a:pt x="1800" y="405"/>
                    </a:cubicBezTo>
                    <a:cubicBezTo>
                      <a:pt x="1800" y="402"/>
                      <a:pt x="1794" y="399"/>
                      <a:pt x="1794" y="396"/>
                    </a:cubicBezTo>
                    <a:cubicBezTo>
                      <a:pt x="1794" y="393"/>
                      <a:pt x="1788" y="384"/>
                      <a:pt x="1785" y="384"/>
                    </a:cubicBezTo>
                    <a:cubicBezTo>
                      <a:pt x="1785" y="387"/>
                      <a:pt x="1779" y="384"/>
                      <a:pt x="1779" y="381"/>
                    </a:cubicBezTo>
                    <a:cubicBezTo>
                      <a:pt x="1779" y="378"/>
                      <a:pt x="1779" y="375"/>
                      <a:pt x="1776" y="375"/>
                    </a:cubicBezTo>
                    <a:cubicBezTo>
                      <a:pt x="1773" y="378"/>
                      <a:pt x="1767" y="378"/>
                      <a:pt x="1767" y="375"/>
                    </a:cubicBezTo>
                    <a:cubicBezTo>
                      <a:pt x="1764" y="372"/>
                      <a:pt x="1773" y="369"/>
                      <a:pt x="1779" y="372"/>
                    </a:cubicBezTo>
                    <a:cubicBezTo>
                      <a:pt x="1782" y="372"/>
                      <a:pt x="1782" y="375"/>
                      <a:pt x="1785" y="378"/>
                    </a:cubicBezTo>
                    <a:cubicBezTo>
                      <a:pt x="1785" y="378"/>
                      <a:pt x="1794" y="378"/>
                      <a:pt x="1797" y="375"/>
                    </a:cubicBezTo>
                    <a:cubicBezTo>
                      <a:pt x="1800" y="375"/>
                      <a:pt x="1809" y="372"/>
                      <a:pt x="1812" y="369"/>
                    </a:cubicBezTo>
                    <a:cubicBezTo>
                      <a:pt x="1812" y="366"/>
                      <a:pt x="1812" y="363"/>
                      <a:pt x="1815" y="363"/>
                    </a:cubicBezTo>
                    <a:cubicBezTo>
                      <a:pt x="1818" y="360"/>
                      <a:pt x="1815" y="357"/>
                      <a:pt x="1812" y="357"/>
                    </a:cubicBezTo>
                    <a:cubicBezTo>
                      <a:pt x="1809" y="354"/>
                      <a:pt x="1809" y="351"/>
                      <a:pt x="1812" y="351"/>
                    </a:cubicBezTo>
                    <a:cubicBezTo>
                      <a:pt x="1815" y="351"/>
                      <a:pt x="1815" y="348"/>
                      <a:pt x="1818" y="348"/>
                    </a:cubicBezTo>
                    <a:cubicBezTo>
                      <a:pt x="1821" y="345"/>
                      <a:pt x="1821" y="348"/>
                      <a:pt x="1824" y="345"/>
                    </a:cubicBezTo>
                    <a:cubicBezTo>
                      <a:pt x="1827" y="345"/>
                      <a:pt x="1824" y="348"/>
                      <a:pt x="1821" y="351"/>
                    </a:cubicBezTo>
                    <a:cubicBezTo>
                      <a:pt x="1821" y="354"/>
                      <a:pt x="1827" y="357"/>
                      <a:pt x="1827" y="360"/>
                    </a:cubicBezTo>
                    <a:cubicBezTo>
                      <a:pt x="1827" y="363"/>
                      <a:pt x="1833" y="363"/>
                      <a:pt x="1839" y="360"/>
                    </a:cubicBezTo>
                    <a:cubicBezTo>
                      <a:pt x="1842" y="357"/>
                      <a:pt x="1854" y="363"/>
                      <a:pt x="1854" y="366"/>
                    </a:cubicBezTo>
                    <a:cubicBezTo>
                      <a:pt x="1857" y="369"/>
                      <a:pt x="1857" y="372"/>
                      <a:pt x="1863" y="375"/>
                    </a:cubicBezTo>
                    <a:cubicBezTo>
                      <a:pt x="1869" y="378"/>
                      <a:pt x="1875" y="378"/>
                      <a:pt x="1875" y="381"/>
                    </a:cubicBezTo>
                    <a:cubicBezTo>
                      <a:pt x="1875" y="381"/>
                      <a:pt x="1878" y="384"/>
                      <a:pt x="1881" y="384"/>
                    </a:cubicBezTo>
                    <a:cubicBezTo>
                      <a:pt x="1884" y="381"/>
                      <a:pt x="1884" y="387"/>
                      <a:pt x="1887" y="384"/>
                    </a:cubicBezTo>
                    <a:cubicBezTo>
                      <a:pt x="1890" y="381"/>
                      <a:pt x="1890" y="384"/>
                      <a:pt x="1893" y="381"/>
                    </a:cubicBezTo>
                    <a:cubicBezTo>
                      <a:pt x="1896" y="381"/>
                      <a:pt x="1887" y="378"/>
                      <a:pt x="1890" y="375"/>
                    </a:cubicBezTo>
                    <a:cubicBezTo>
                      <a:pt x="1893" y="378"/>
                      <a:pt x="1893" y="378"/>
                      <a:pt x="1893" y="378"/>
                    </a:cubicBezTo>
                    <a:cubicBezTo>
                      <a:pt x="1896" y="378"/>
                      <a:pt x="1893" y="372"/>
                      <a:pt x="1896" y="372"/>
                    </a:cubicBezTo>
                    <a:cubicBezTo>
                      <a:pt x="1896" y="372"/>
                      <a:pt x="1896" y="360"/>
                      <a:pt x="1893" y="360"/>
                    </a:cubicBezTo>
                    <a:cubicBezTo>
                      <a:pt x="1893" y="360"/>
                      <a:pt x="1893" y="357"/>
                      <a:pt x="1896" y="360"/>
                    </a:cubicBezTo>
                    <a:cubicBezTo>
                      <a:pt x="1902" y="363"/>
                      <a:pt x="1908" y="363"/>
                      <a:pt x="1911" y="363"/>
                    </a:cubicBezTo>
                    <a:cubicBezTo>
                      <a:pt x="1914" y="363"/>
                      <a:pt x="1911" y="360"/>
                      <a:pt x="1908" y="360"/>
                    </a:cubicBezTo>
                    <a:cubicBezTo>
                      <a:pt x="1905" y="357"/>
                      <a:pt x="1908" y="357"/>
                      <a:pt x="1911" y="357"/>
                    </a:cubicBezTo>
                    <a:cubicBezTo>
                      <a:pt x="1911" y="360"/>
                      <a:pt x="1914" y="360"/>
                      <a:pt x="1917" y="360"/>
                    </a:cubicBezTo>
                    <a:cubicBezTo>
                      <a:pt x="1917" y="357"/>
                      <a:pt x="1917" y="351"/>
                      <a:pt x="1923" y="351"/>
                    </a:cubicBezTo>
                    <a:cubicBezTo>
                      <a:pt x="1926" y="354"/>
                      <a:pt x="1926" y="351"/>
                      <a:pt x="1923" y="348"/>
                    </a:cubicBezTo>
                    <a:close/>
                    <a:moveTo>
                      <a:pt x="993" y="567"/>
                    </a:moveTo>
                    <a:cubicBezTo>
                      <a:pt x="984" y="576"/>
                      <a:pt x="966" y="579"/>
                      <a:pt x="966" y="585"/>
                    </a:cubicBezTo>
                    <a:cubicBezTo>
                      <a:pt x="966" y="594"/>
                      <a:pt x="942" y="597"/>
                      <a:pt x="939" y="594"/>
                    </a:cubicBezTo>
                    <a:cubicBezTo>
                      <a:pt x="939" y="591"/>
                      <a:pt x="957" y="591"/>
                      <a:pt x="960" y="579"/>
                    </a:cubicBezTo>
                    <a:cubicBezTo>
                      <a:pt x="966" y="570"/>
                      <a:pt x="984" y="564"/>
                      <a:pt x="990" y="552"/>
                    </a:cubicBezTo>
                    <a:cubicBezTo>
                      <a:pt x="996" y="543"/>
                      <a:pt x="1002" y="528"/>
                      <a:pt x="1005" y="528"/>
                    </a:cubicBezTo>
                    <a:cubicBezTo>
                      <a:pt x="1008" y="528"/>
                      <a:pt x="1002" y="561"/>
                      <a:pt x="993" y="567"/>
                    </a:cubicBezTo>
                    <a:close/>
                    <a:moveTo>
                      <a:pt x="1035" y="177"/>
                    </a:moveTo>
                    <a:cubicBezTo>
                      <a:pt x="1035" y="180"/>
                      <a:pt x="1026" y="180"/>
                      <a:pt x="1029" y="183"/>
                    </a:cubicBezTo>
                    <a:cubicBezTo>
                      <a:pt x="1032" y="186"/>
                      <a:pt x="1050" y="183"/>
                      <a:pt x="1050" y="180"/>
                    </a:cubicBezTo>
                    <a:cubicBezTo>
                      <a:pt x="1050" y="174"/>
                      <a:pt x="1038" y="174"/>
                      <a:pt x="1035" y="177"/>
                    </a:cubicBezTo>
                    <a:close/>
                    <a:moveTo>
                      <a:pt x="339" y="24"/>
                    </a:moveTo>
                    <a:cubicBezTo>
                      <a:pt x="345" y="27"/>
                      <a:pt x="327" y="27"/>
                      <a:pt x="324" y="30"/>
                    </a:cubicBezTo>
                    <a:cubicBezTo>
                      <a:pt x="324" y="33"/>
                      <a:pt x="312" y="30"/>
                      <a:pt x="315" y="36"/>
                    </a:cubicBezTo>
                    <a:cubicBezTo>
                      <a:pt x="315" y="39"/>
                      <a:pt x="333" y="39"/>
                      <a:pt x="333" y="36"/>
                    </a:cubicBezTo>
                    <a:cubicBezTo>
                      <a:pt x="333" y="33"/>
                      <a:pt x="342" y="36"/>
                      <a:pt x="342" y="33"/>
                    </a:cubicBezTo>
                    <a:cubicBezTo>
                      <a:pt x="342" y="30"/>
                      <a:pt x="345" y="27"/>
                      <a:pt x="354" y="27"/>
                    </a:cubicBezTo>
                    <a:cubicBezTo>
                      <a:pt x="366" y="24"/>
                      <a:pt x="366" y="21"/>
                      <a:pt x="357" y="18"/>
                    </a:cubicBezTo>
                    <a:cubicBezTo>
                      <a:pt x="348" y="15"/>
                      <a:pt x="336" y="21"/>
                      <a:pt x="339" y="24"/>
                    </a:cubicBezTo>
                    <a:close/>
                    <a:moveTo>
                      <a:pt x="384" y="204"/>
                    </a:moveTo>
                    <a:cubicBezTo>
                      <a:pt x="384" y="207"/>
                      <a:pt x="384" y="210"/>
                      <a:pt x="378" y="210"/>
                    </a:cubicBezTo>
                    <a:cubicBezTo>
                      <a:pt x="369" y="210"/>
                      <a:pt x="381" y="213"/>
                      <a:pt x="381" y="216"/>
                    </a:cubicBezTo>
                    <a:cubicBezTo>
                      <a:pt x="381" y="219"/>
                      <a:pt x="375" y="219"/>
                      <a:pt x="375" y="222"/>
                    </a:cubicBezTo>
                    <a:cubicBezTo>
                      <a:pt x="372" y="228"/>
                      <a:pt x="360" y="222"/>
                      <a:pt x="360" y="231"/>
                    </a:cubicBezTo>
                    <a:cubicBezTo>
                      <a:pt x="357" y="237"/>
                      <a:pt x="366" y="237"/>
                      <a:pt x="372" y="237"/>
                    </a:cubicBezTo>
                    <a:cubicBezTo>
                      <a:pt x="375" y="237"/>
                      <a:pt x="369" y="243"/>
                      <a:pt x="372" y="246"/>
                    </a:cubicBezTo>
                    <a:cubicBezTo>
                      <a:pt x="378" y="249"/>
                      <a:pt x="381" y="249"/>
                      <a:pt x="378" y="243"/>
                    </a:cubicBezTo>
                    <a:cubicBezTo>
                      <a:pt x="375" y="237"/>
                      <a:pt x="390" y="243"/>
                      <a:pt x="387" y="249"/>
                    </a:cubicBezTo>
                    <a:cubicBezTo>
                      <a:pt x="381" y="252"/>
                      <a:pt x="393" y="255"/>
                      <a:pt x="402" y="255"/>
                    </a:cubicBezTo>
                    <a:cubicBezTo>
                      <a:pt x="408" y="258"/>
                      <a:pt x="429" y="261"/>
                      <a:pt x="429" y="255"/>
                    </a:cubicBezTo>
                    <a:cubicBezTo>
                      <a:pt x="429" y="252"/>
                      <a:pt x="423" y="249"/>
                      <a:pt x="414" y="243"/>
                    </a:cubicBezTo>
                    <a:cubicBezTo>
                      <a:pt x="408" y="234"/>
                      <a:pt x="402" y="222"/>
                      <a:pt x="411" y="219"/>
                    </a:cubicBezTo>
                    <a:cubicBezTo>
                      <a:pt x="420" y="213"/>
                      <a:pt x="411" y="210"/>
                      <a:pt x="420" y="204"/>
                    </a:cubicBezTo>
                    <a:cubicBezTo>
                      <a:pt x="429" y="201"/>
                      <a:pt x="423" y="195"/>
                      <a:pt x="429" y="195"/>
                    </a:cubicBezTo>
                    <a:cubicBezTo>
                      <a:pt x="435" y="192"/>
                      <a:pt x="429" y="186"/>
                      <a:pt x="435" y="186"/>
                    </a:cubicBezTo>
                    <a:cubicBezTo>
                      <a:pt x="441" y="186"/>
                      <a:pt x="444" y="177"/>
                      <a:pt x="444" y="174"/>
                    </a:cubicBezTo>
                    <a:cubicBezTo>
                      <a:pt x="441" y="171"/>
                      <a:pt x="450" y="174"/>
                      <a:pt x="453" y="171"/>
                    </a:cubicBezTo>
                    <a:cubicBezTo>
                      <a:pt x="456" y="168"/>
                      <a:pt x="465" y="171"/>
                      <a:pt x="468" y="165"/>
                    </a:cubicBezTo>
                    <a:cubicBezTo>
                      <a:pt x="471" y="159"/>
                      <a:pt x="510" y="147"/>
                      <a:pt x="531" y="141"/>
                    </a:cubicBezTo>
                    <a:cubicBezTo>
                      <a:pt x="552" y="135"/>
                      <a:pt x="567" y="126"/>
                      <a:pt x="561" y="120"/>
                    </a:cubicBezTo>
                    <a:cubicBezTo>
                      <a:pt x="552" y="114"/>
                      <a:pt x="531" y="123"/>
                      <a:pt x="525" y="126"/>
                    </a:cubicBezTo>
                    <a:cubicBezTo>
                      <a:pt x="519" y="132"/>
                      <a:pt x="513" y="129"/>
                      <a:pt x="507" y="132"/>
                    </a:cubicBezTo>
                    <a:cubicBezTo>
                      <a:pt x="501" y="135"/>
                      <a:pt x="489" y="138"/>
                      <a:pt x="486" y="135"/>
                    </a:cubicBezTo>
                    <a:cubicBezTo>
                      <a:pt x="480" y="129"/>
                      <a:pt x="471" y="138"/>
                      <a:pt x="468" y="138"/>
                    </a:cubicBezTo>
                    <a:cubicBezTo>
                      <a:pt x="465" y="138"/>
                      <a:pt x="459" y="141"/>
                      <a:pt x="453" y="141"/>
                    </a:cubicBezTo>
                    <a:cubicBezTo>
                      <a:pt x="450" y="141"/>
                      <a:pt x="441" y="144"/>
                      <a:pt x="438" y="147"/>
                    </a:cubicBezTo>
                    <a:cubicBezTo>
                      <a:pt x="438" y="150"/>
                      <a:pt x="432" y="150"/>
                      <a:pt x="432" y="153"/>
                    </a:cubicBezTo>
                    <a:cubicBezTo>
                      <a:pt x="432" y="156"/>
                      <a:pt x="423" y="159"/>
                      <a:pt x="420" y="156"/>
                    </a:cubicBezTo>
                    <a:cubicBezTo>
                      <a:pt x="417" y="153"/>
                      <a:pt x="414" y="159"/>
                      <a:pt x="417" y="165"/>
                    </a:cubicBezTo>
                    <a:cubicBezTo>
                      <a:pt x="423" y="168"/>
                      <a:pt x="411" y="168"/>
                      <a:pt x="411" y="171"/>
                    </a:cubicBezTo>
                    <a:cubicBezTo>
                      <a:pt x="414" y="174"/>
                      <a:pt x="408" y="177"/>
                      <a:pt x="408" y="180"/>
                    </a:cubicBezTo>
                    <a:cubicBezTo>
                      <a:pt x="411" y="183"/>
                      <a:pt x="405" y="183"/>
                      <a:pt x="399" y="183"/>
                    </a:cubicBezTo>
                    <a:cubicBezTo>
                      <a:pt x="393" y="186"/>
                      <a:pt x="390" y="192"/>
                      <a:pt x="399" y="192"/>
                    </a:cubicBezTo>
                    <a:cubicBezTo>
                      <a:pt x="405" y="192"/>
                      <a:pt x="393" y="192"/>
                      <a:pt x="396" y="198"/>
                    </a:cubicBezTo>
                    <a:cubicBezTo>
                      <a:pt x="396" y="204"/>
                      <a:pt x="384" y="201"/>
                      <a:pt x="384" y="204"/>
                    </a:cubicBezTo>
                    <a:close/>
                    <a:moveTo>
                      <a:pt x="429" y="30"/>
                    </a:moveTo>
                    <a:cubicBezTo>
                      <a:pt x="432" y="33"/>
                      <a:pt x="429" y="33"/>
                      <a:pt x="423" y="33"/>
                    </a:cubicBezTo>
                    <a:cubicBezTo>
                      <a:pt x="414" y="33"/>
                      <a:pt x="411" y="36"/>
                      <a:pt x="414" y="39"/>
                    </a:cubicBezTo>
                    <a:cubicBezTo>
                      <a:pt x="420" y="42"/>
                      <a:pt x="438" y="42"/>
                      <a:pt x="441" y="39"/>
                    </a:cubicBezTo>
                    <a:cubicBezTo>
                      <a:pt x="444" y="33"/>
                      <a:pt x="450" y="36"/>
                      <a:pt x="453" y="33"/>
                    </a:cubicBezTo>
                    <a:cubicBezTo>
                      <a:pt x="453" y="30"/>
                      <a:pt x="429" y="27"/>
                      <a:pt x="429" y="30"/>
                    </a:cubicBezTo>
                    <a:close/>
                    <a:moveTo>
                      <a:pt x="429" y="12"/>
                    </a:moveTo>
                    <a:cubicBezTo>
                      <a:pt x="438" y="12"/>
                      <a:pt x="435" y="6"/>
                      <a:pt x="441" y="9"/>
                    </a:cubicBezTo>
                    <a:cubicBezTo>
                      <a:pt x="444" y="9"/>
                      <a:pt x="453" y="9"/>
                      <a:pt x="450" y="6"/>
                    </a:cubicBezTo>
                    <a:cubicBezTo>
                      <a:pt x="447" y="0"/>
                      <a:pt x="426" y="3"/>
                      <a:pt x="429" y="6"/>
                    </a:cubicBezTo>
                    <a:cubicBezTo>
                      <a:pt x="432" y="9"/>
                      <a:pt x="414" y="6"/>
                      <a:pt x="414" y="9"/>
                    </a:cubicBezTo>
                    <a:cubicBezTo>
                      <a:pt x="414" y="9"/>
                      <a:pt x="420" y="12"/>
                      <a:pt x="429" y="12"/>
                    </a:cubicBezTo>
                    <a:close/>
                    <a:moveTo>
                      <a:pt x="486" y="24"/>
                    </a:moveTo>
                    <a:cubicBezTo>
                      <a:pt x="489" y="21"/>
                      <a:pt x="483" y="21"/>
                      <a:pt x="483" y="18"/>
                    </a:cubicBezTo>
                    <a:cubicBezTo>
                      <a:pt x="483" y="15"/>
                      <a:pt x="462" y="15"/>
                      <a:pt x="465" y="18"/>
                    </a:cubicBezTo>
                    <a:cubicBezTo>
                      <a:pt x="465" y="21"/>
                      <a:pt x="450" y="24"/>
                      <a:pt x="456" y="27"/>
                    </a:cubicBezTo>
                    <a:cubicBezTo>
                      <a:pt x="462" y="33"/>
                      <a:pt x="486" y="27"/>
                      <a:pt x="486" y="24"/>
                    </a:cubicBezTo>
                    <a:close/>
                    <a:moveTo>
                      <a:pt x="387" y="33"/>
                    </a:moveTo>
                    <a:cubicBezTo>
                      <a:pt x="387" y="30"/>
                      <a:pt x="369" y="36"/>
                      <a:pt x="372" y="36"/>
                    </a:cubicBezTo>
                    <a:cubicBezTo>
                      <a:pt x="375" y="36"/>
                      <a:pt x="387" y="39"/>
                      <a:pt x="387" y="33"/>
                    </a:cubicBezTo>
                    <a:close/>
                    <a:moveTo>
                      <a:pt x="435" y="18"/>
                    </a:moveTo>
                    <a:cubicBezTo>
                      <a:pt x="435" y="12"/>
                      <a:pt x="423" y="18"/>
                      <a:pt x="414" y="12"/>
                    </a:cubicBezTo>
                    <a:cubicBezTo>
                      <a:pt x="405" y="9"/>
                      <a:pt x="402" y="9"/>
                      <a:pt x="408" y="15"/>
                    </a:cubicBezTo>
                    <a:cubicBezTo>
                      <a:pt x="411" y="18"/>
                      <a:pt x="393" y="18"/>
                      <a:pt x="396" y="21"/>
                    </a:cubicBezTo>
                    <a:cubicBezTo>
                      <a:pt x="402" y="27"/>
                      <a:pt x="432" y="24"/>
                      <a:pt x="435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" name="Freeform 167">
                <a:extLst>
                  <a:ext uri="{FF2B5EF4-FFF2-40B4-BE49-F238E27FC236}">
                    <a16:creationId xmlns:a16="http://schemas.microsoft.com/office/drawing/2014/main" id="{B07795DA-B1DC-54E8-47D1-168B5DBFC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7684" y="3120732"/>
                <a:ext cx="396072" cy="420403"/>
              </a:xfrm>
              <a:custGeom>
                <a:avLst/>
                <a:gdLst>
                  <a:gd name="T0" fmla="*/ 183 w 207"/>
                  <a:gd name="T1" fmla="*/ 102 h 219"/>
                  <a:gd name="T2" fmla="*/ 183 w 207"/>
                  <a:gd name="T3" fmla="*/ 96 h 219"/>
                  <a:gd name="T4" fmla="*/ 180 w 207"/>
                  <a:gd name="T5" fmla="*/ 93 h 219"/>
                  <a:gd name="T6" fmla="*/ 186 w 207"/>
                  <a:gd name="T7" fmla="*/ 81 h 219"/>
                  <a:gd name="T8" fmla="*/ 189 w 207"/>
                  <a:gd name="T9" fmla="*/ 72 h 219"/>
                  <a:gd name="T10" fmla="*/ 195 w 207"/>
                  <a:gd name="T11" fmla="*/ 54 h 219"/>
                  <a:gd name="T12" fmla="*/ 204 w 207"/>
                  <a:gd name="T13" fmla="*/ 45 h 219"/>
                  <a:gd name="T14" fmla="*/ 204 w 207"/>
                  <a:gd name="T15" fmla="*/ 33 h 219"/>
                  <a:gd name="T16" fmla="*/ 204 w 207"/>
                  <a:gd name="T17" fmla="*/ 24 h 219"/>
                  <a:gd name="T18" fmla="*/ 186 w 207"/>
                  <a:gd name="T19" fmla="*/ 15 h 219"/>
                  <a:gd name="T20" fmla="*/ 171 w 207"/>
                  <a:gd name="T21" fmla="*/ 15 h 219"/>
                  <a:gd name="T22" fmla="*/ 165 w 207"/>
                  <a:gd name="T23" fmla="*/ 6 h 219"/>
                  <a:gd name="T24" fmla="*/ 156 w 207"/>
                  <a:gd name="T25" fmla="*/ 6 h 219"/>
                  <a:gd name="T26" fmla="*/ 135 w 207"/>
                  <a:gd name="T27" fmla="*/ 6 h 219"/>
                  <a:gd name="T28" fmla="*/ 114 w 207"/>
                  <a:gd name="T29" fmla="*/ 9 h 219"/>
                  <a:gd name="T30" fmla="*/ 90 w 207"/>
                  <a:gd name="T31" fmla="*/ 15 h 219"/>
                  <a:gd name="T32" fmla="*/ 69 w 207"/>
                  <a:gd name="T33" fmla="*/ 18 h 219"/>
                  <a:gd name="T34" fmla="*/ 66 w 207"/>
                  <a:gd name="T35" fmla="*/ 36 h 219"/>
                  <a:gd name="T36" fmla="*/ 54 w 207"/>
                  <a:gd name="T37" fmla="*/ 72 h 219"/>
                  <a:gd name="T38" fmla="*/ 42 w 207"/>
                  <a:gd name="T39" fmla="*/ 102 h 219"/>
                  <a:gd name="T40" fmla="*/ 33 w 207"/>
                  <a:gd name="T41" fmla="*/ 117 h 219"/>
                  <a:gd name="T42" fmla="*/ 18 w 207"/>
                  <a:gd name="T43" fmla="*/ 117 h 219"/>
                  <a:gd name="T44" fmla="*/ 0 w 207"/>
                  <a:gd name="T45" fmla="*/ 123 h 219"/>
                  <a:gd name="T46" fmla="*/ 3 w 207"/>
                  <a:gd name="T47" fmla="*/ 135 h 219"/>
                  <a:gd name="T48" fmla="*/ 48 w 207"/>
                  <a:gd name="T49" fmla="*/ 132 h 219"/>
                  <a:gd name="T50" fmla="*/ 54 w 207"/>
                  <a:gd name="T51" fmla="*/ 150 h 219"/>
                  <a:gd name="T52" fmla="*/ 75 w 207"/>
                  <a:gd name="T53" fmla="*/ 156 h 219"/>
                  <a:gd name="T54" fmla="*/ 90 w 207"/>
                  <a:gd name="T55" fmla="*/ 147 h 219"/>
                  <a:gd name="T56" fmla="*/ 102 w 207"/>
                  <a:gd name="T57" fmla="*/ 150 h 219"/>
                  <a:gd name="T58" fmla="*/ 102 w 207"/>
                  <a:gd name="T59" fmla="*/ 174 h 219"/>
                  <a:gd name="T60" fmla="*/ 108 w 207"/>
                  <a:gd name="T61" fmla="*/ 192 h 219"/>
                  <a:gd name="T62" fmla="*/ 123 w 207"/>
                  <a:gd name="T63" fmla="*/ 189 h 219"/>
                  <a:gd name="T64" fmla="*/ 129 w 207"/>
                  <a:gd name="T65" fmla="*/ 192 h 219"/>
                  <a:gd name="T66" fmla="*/ 141 w 207"/>
                  <a:gd name="T67" fmla="*/ 195 h 219"/>
                  <a:gd name="T68" fmla="*/ 153 w 207"/>
                  <a:gd name="T69" fmla="*/ 201 h 219"/>
                  <a:gd name="T70" fmla="*/ 162 w 207"/>
                  <a:gd name="T71" fmla="*/ 198 h 219"/>
                  <a:gd name="T72" fmla="*/ 177 w 207"/>
                  <a:gd name="T73" fmla="*/ 207 h 219"/>
                  <a:gd name="T74" fmla="*/ 189 w 207"/>
                  <a:gd name="T75" fmla="*/ 216 h 219"/>
                  <a:gd name="T76" fmla="*/ 189 w 207"/>
                  <a:gd name="T77" fmla="*/ 204 h 219"/>
                  <a:gd name="T78" fmla="*/ 174 w 207"/>
                  <a:gd name="T79" fmla="*/ 198 h 219"/>
                  <a:gd name="T80" fmla="*/ 177 w 207"/>
                  <a:gd name="T81" fmla="*/ 174 h 219"/>
                  <a:gd name="T82" fmla="*/ 183 w 207"/>
                  <a:gd name="T83" fmla="*/ 162 h 219"/>
                  <a:gd name="T84" fmla="*/ 195 w 207"/>
                  <a:gd name="T85" fmla="*/ 159 h 219"/>
                  <a:gd name="T86" fmla="*/ 189 w 207"/>
                  <a:gd name="T87" fmla="*/ 14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7" h="219">
                    <a:moveTo>
                      <a:pt x="189" y="144"/>
                    </a:moveTo>
                    <a:cubicBezTo>
                      <a:pt x="183" y="141"/>
                      <a:pt x="180" y="105"/>
                      <a:pt x="183" y="102"/>
                    </a:cubicBezTo>
                    <a:cubicBezTo>
                      <a:pt x="183" y="102"/>
                      <a:pt x="186" y="102"/>
                      <a:pt x="186" y="105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0" y="93"/>
                      <a:pt x="180" y="93"/>
                      <a:pt x="180" y="93"/>
                    </a:cubicBezTo>
                    <a:cubicBezTo>
                      <a:pt x="180" y="90"/>
                      <a:pt x="183" y="90"/>
                      <a:pt x="183" y="90"/>
                    </a:cubicBezTo>
                    <a:cubicBezTo>
                      <a:pt x="183" y="90"/>
                      <a:pt x="183" y="84"/>
                      <a:pt x="186" y="81"/>
                    </a:cubicBezTo>
                    <a:cubicBezTo>
                      <a:pt x="186" y="81"/>
                      <a:pt x="186" y="81"/>
                      <a:pt x="189" y="81"/>
                    </a:cubicBezTo>
                    <a:cubicBezTo>
                      <a:pt x="189" y="78"/>
                      <a:pt x="189" y="75"/>
                      <a:pt x="189" y="72"/>
                    </a:cubicBezTo>
                    <a:cubicBezTo>
                      <a:pt x="189" y="69"/>
                      <a:pt x="189" y="66"/>
                      <a:pt x="192" y="63"/>
                    </a:cubicBezTo>
                    <a:cubicBezTo>
                      <a:pt x="192" y="60"/>
                      <a:pt x="192" y="57"/>
                      <a:pt x="195" y="54"/>
                    </a:cubicBezTo>
                    <a:cubicBezTo>
                      <a:pt x="195" y="54"/>
                      <a:pt x="195" y="48"/>
                      <a:pt x="198" y="48"/>
                    </a:cubicBezTo>
                    <a:cubicBezTo>
                      <a:pt x="201" y="48"/>
                      <a:pt x="204" y="48"/>
                      <a:pt x="204" y="45"/>
                    </a:cubicBezTo>
                    <a:cubicBezTo>
                      <a:pt x="204" y="45"/>
                      <a:pt x="207" y="42"/>
                      <a:pt x="207" y="39"/>
                    </a:cubicBezTo>
                    <a:cubicBezTo>
                      <a:pt x="207" y="36"/>
                      <a:pt x="204" y="36"/>
                      <a:pt x="204" y="33"/>
                    </a:cubicBezTo>
                    <a:cubicBezTo>
                      <a:pt x="204" y="30"/>
                      <a:pt x="204" y="24"/>
                      <a:pt x="204" y="24"/>
                    </a:cubicBezTo>
                    <a:cubicBezTo>
                      <a:pt x="204" y="24"/>
                      <a:pt x="204" y="24"/>
                      <a:pt x="204" y="24"/>
                    </a:cubicBezTo>
                    <a:cubicBezTo>
                      <a:pt x="198" y="18"/>
                      <a:pt x="192" y="15"/>
                      <a:pt x="192" y="12"/>
                    </a:cubicBezTo>
                    <a:cubicBezTo>
                      <a:pt x="189" y="12"/>
                      <a:pt x="186" y="15"/>
                      <a:pt x="186" y="15"/>
                    </a:cubicBezTo>
                    <a:cubicBezTo>
                      <a:pt x="186" y="15"/>
                      <a:pt x="183" y="12"/>
                      <a:pt x="180" y="15"/>
                    </a:cubicBezTo>
                    <a:cubicBezTo>
                      <a:pt x="177" y="15"/>
                      <a:pt x="171" y="15"/>
                      <a:pt x="171" y="15"/>
                    </a:cubicBezTo>
                    <a:cubicBezTo>
                      <a:pt x="171" y="15"/>
                      <a:pt x="168" y="12"/>
                      <a:pt x="168" y="9"/>
                    </a:cubicBezTo>
                    <a:cubicBezTo>
                      <a:pt x="168" y="6"/>
                      <a:pt x="165" y="6"/>
                      <a:pt x="165" y="6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56" y="6"/>
                      <a:pt x="156" y="6"/>
                      <a:pt x="156" y="6"/>
                    </a:cubicBezTo>
                    <a:cubicBezTo>
                      <a:pt x="156" y="6"/>
                      <a:pt x="147" y="0"/>
                      <a:pt x="144" y="6"/>
                    </a:cubicBezTo>
                    <a:cubicBezTo>
                      <a:pt x="141" y="9"/>
                      <a:pt x="138" y="6"/>
                      <a:pt x="135" y="6"/>
                    </a:cubicBezTo>
                    <a:cubicBezTo>
                      <a:pt x="129" y="6"/>
                      <a:pt x="126" y="9"/>
                      <a:pt x="123" y="9"/>
                    </a:cubicBezTo>
                    <a:cubicBezTo>
                      <a:pt x="120" y="12"/>
                      <a:pt x="117" y="9"/>
                      <a:pt x="114" y="9"/>
                    </a:cubicBezTo>
                    <a:cubicBezTo>
                      <a:pt x="111" y="12"/>
                      <a:pt x="111" y="18"/>
                      <a:pt x="111" y="18"/>
                    </a:cubicBezTo>
                    <a:cubicBezTo>
                      <a:pt x="90" y="15"/>
                      <a:pt x="90" y="15"/>
                      <a:pt x="90" y="15"/>
                    </a:cubicBezTo>
                    <a:cubicBezTo>
                      <a:pt x="90" y="15"/>
                      <a:pt x="84" y="9"/>
                      <a:pt x="81" y="9"/>
                    </a:cubicBezTo>
                    <a:cubicBezTo>
                      <a:pt x="75" y="9"/>
                      <a:pt x="69" y="18"/>
                      <a:pt x="69" y="18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30"/>
                      <a:pt x="66" y="33"/>
                      <a:pt x="66" y="36"/>
                    </a:cubicBezTo>
                    <a:cubicBezTo>
                      <a:pt x="63" y="39"/>
                      <a:pt x="63" y="42"/>
                      <a:pt x="63" y="48"/>
                    </a:cubicBezTo>
                    <a:cubicBezTo>
                      <a:pt x="63" y="54"/>
                      <a:pt x="54" y="66"/>
                      <a:pt x="54" y="72"/>
                    </a:cubicBezTo>
                    <a:cubicBezTo>
                      <a:pt x="54" y="78"/>
                      <a:pt x="45" y="81"/>
                      <a:pt x="45" y="84"/>
                    </a:cubicBezTo>
                    <a:cubicBezTo>
                      <a:pt x="45" y="87"/>
                      <a:pt x="42" y="96"/>
                      <a:pt x="42" y="102"/>
                    </a:cubicBezTo>
                    <a:cubicBezTo>
                      <a:pt x="42" y="111"/>
                      <a:pt x="39" y="105"/>
                      <a:pt x="39" y="111"/>
                    </a:cubicBezTo>
                    <a:cubicBezTo>
                      <a:pt x="39" y="117"/>
                      <a:pt x="36" y="114"/>
                      <a:pt x="33" y="117"/>
                    </a:cubicBezTo>
                    <a:cubicBezTo>
                      <a:pt x="27" y="120"/>
                      <a:pt x="27" y="123"/>
                      <a:pt x="27" y="117"/>
                    </a:cubicBezTo>
                    <a:cubicBezTo>
                      <a:pt x="27" y="114"/>
                      <a:pt x="21" y="114"/>
                      <a:pt x="18" y="117"/>
                    </a:cubicBezTo>
                    <a:cubicBezTo>
                      <a:pt x="15" y="120"/>
                      <a:pt x="12" y="117"/>
                      <a:pt x="9" y="117"/>
                    </a:cubicBezTo>
                    <a:cubicBezTo>
                      <a:pt x="9" y="117"/>
                      <a:pt x="3" y="120"/>
                      <a:pt x="0" y="123"/>
                    </a:cubicBezTo>
                    <a:cubicBezTo>
                      <a:pt x="3" y="126"/>
                      <a:pt x="3" y="132"/>
                      <a:pt x="3" y="135"/>
                    </a:cubicBezTo>
                    <a:cubicBezTo>
                      <a:pt x="3" y="135"/>
                      <a:pt x="3" y="135"/>
                      <a:pt x="3" y="135"/>
                    </a:cubicBezTo>
                    <a:cubicBezTo>
                      <a:pt x="6" y="135"/>
                      <a:pt x="9" y="132"/>
                      <a:pt x="9" y="132"/>
                    </a:cubicBezTo>
                    <a:cubicBezTo>
                      <a:pt x="15" y="132"/>
                      <a:pt x="48" y="132"/>
                      <a:pt x="48" y="132"/>
                    </a:cubicBezTo>
                    <a:cubicBezTo>
                      <a:pt x="48" y="132"/>
                      <a:pt x="51" y="138"/>
                      <a:pt x="48" y="141"/>
                    </a:cubicBezTo>
                    <a:cubicBezTo>
                      <a:pt x="48" y="147"/>
                      <a:pt x="51" y="144"/>
                      <a:pt x="54" y="150"/>
                    </a:cubicBezTo>
                    <a:cubicBezTo>
                      <a:pt x="57" y="156"/>
                      <a:pt x="57" y="159"/>
                      <a:pt x="63" y="159"/>
                    </a:cubicBezTo>
                    <a:cubicBezTo>
                      <a:pt x="69" y="156"/>
                      <a:pt x="75" y="156"/>
                      <a:pt x="75" y="156"/>
                    </a:cubicBezTo>
                    <a:cubicBezTo>
                      <a:pt x="78" y="156"/>
                      <a:pt x="78" y="147"/>
                      <a:pt x="81" y="147"/>
                    </a:cubicBezTo>
                    <a:cubicBezTo>
                      <a:pt x="84" y="144"/>
                      <a:pt x="90" y="147"/>
                      <a:pt x="90" y="147"/>
                    </a:cubicBezTo>
                    <a:cubicBezTo>
                      <a:pt x="90" y="147"/>
                      <a:pt x="90" y="147"/>
                      <a:pt x="96" y="147"/>
                    </a:cubicBezTo>
                    <a:cubicBezTo>
                      <a:pt x="99" y="147"/>
                      <a:pt x="102" y="147"/>
                      <a:pt x="102" y="150"/>
                    </a:cubicBezTo>
                    <a:cubicBezTo>
                      <a:pt x="102" y="153"/>
                      <a:pt x="102" y="156"/>
                      <a:pt x="105" y="159"/>
                    </a:cubicBezTo>
                    <a:cubicBezTo>
                      <a:pt x="105" y="159"/>
                      <a:pt x="99" y="174"/>
                      <a:pt x="102" y="174"/>
                    </a:cubicBezTo>
                    <a:cubicBezTo>
                      <a:pt x="105" y="177"/>
                      <a:pt x="108" y="180"/>
                      <a:pt x="108" y="183"/>
                    </a:cubicBezTo>
                    <a:cubicBezTo>
                      <a:pt x="108" y="186"/>
                      <a:pt x="105" y="192"/>
                      <a:pt x="108" y="192"/>
                    </a:cubicBezTo>
                    <a:cubicBezTo>
                      <a:pt x="111" y="192"/>
                      <a:pt x="111" y="189"/>
                      <a:pt x="114" y="189"/>
                    </a:cubicBezTo>
                    <a:cubicBezTo>
                      <a:pt x="117" y="189"/>
                      <a:pt x="120" y="189"/>
                      <a:pt x="123" y="189"/>
                    </a:cubicBezTo>
                    <a:cubicBezTo>
                      <a:pt x="126" y="189"/>
                      <a:pt x="126" y="189"/>
                      <a:pt x="126" y="189"/>
                    </a:cubicBezTo>
                    <a:cubicBezTo>
                      <a:pt x="129" y="189"/>
                      <a:pt x="129" y="192"/>
                      <a:pt x="129" y="192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5" y="192"/>
                      <a:pt x="141" y="192"/>
                      <a:pt x="141" y="195"/>
                    </a:cubicBezTo>
                    <a:cubicBezTo>
                      <a:pt x="141" y="195"/>
                      <a:pt x="141" y="201"/>
                      <a:pt x="144" y="198"/>
                    </a:cubicBezTo>
                    <a:cubicBezTo>
                      <a:pt x="147" y="198"/>
                      <a:pt x="150" y="201"/>
                      <a:pt x="153" y="201"/>
                    </a:cubicBezTo>
                    <a:cubicBezTo>
                      <a:pt x="156" y="201"/>
                      <a:pt x="159" y="201"/>
                      <a:pt x="159" y="201"/>
                    </a:cubicBezTo>
                    <a:cubicBezTo>
                      <a:pt x="159" y="198"/>
                      <a:pt x="162" y="198"/>
                      <a:pt x="162" y="198"/>
                    </a:cubicBezTo>
                    <a:cubicBezTo>
                      <a:pt x="162" y="201"/>
                      <a:pt x="165" y="204"/>
                      <a:pt x="168" y="204"/>
                    </a:cubicBezTo>
                    <a:cubicBezTo>
                      <a:pt x="171" y="204"/>
                      <a:pt x="177" y="204"/>
                      <a:pt x="177" y="207"/>
                    </a:cubicBezTo>
                    <a:cubicBezTo>
                      <a:pt x="177" y="210"/>
                      <a:pt x="180" y="216"/>
                      <a:pt x="180" y="216"/>
                    </a:cubicBezTo>
                    <a:cubicBezTo>
                      <a:pt x="183" y="219"/>
                      <a:pt x="189" y="216"/>
                      <a:pt x="189" y="216"/>
                    </a:cubicBezTo>
                    <a:cubicBezTo>
                      <a:pt x="189" y="216"/>
                      <a:pt x="192" y="216"/>
                      <a:pt x="192" y="213"/>
                    </a:cubicBezTo>
                    <a:cubicBezTo>
                      <a:pt x="192" y="207"/>
                      <a:pt x="192" y="204"/>
                      <a:pt x="189" y="204"/>
                    </a:cubicBezTo>
                    <a:cubicBezTo>
                      <a:pt x="189" y="204"/>
                      <a:pt x="186" y="207"/>
                      <a:pt x="183" y="207"/>
                    </a:cubicBezTo>
                    <a:cubicBezTo>
                      <a:pt x="180" y="204"/>
                      <a:pt x="177" y="198"/>
                      <a:pt x="174" y="198"/>
                    </a:cubicBezTo>
                    <a:cubicBezTo>
                      <a:pt x="174" y="195"/>
                      <a:pt x="177" y="189"/>
                      <a:pt x="177" y="186"/>
                    </a:cubicBezTo>
                    <a:cubicBezTo>
                      <a:pt x="177" y="183"/>
                      <a:pt x="180" y="174"/>
                      <a:pt x="177" y="174"/>
                    </a:cubicBezTo>
                    <a:cubicBezTo>
                      <a:pt x="177" y="174"/>
                      <a:pt x="177" y="171"/>
                      <a:pt x="180" y="168"/>
                    </a:cubicBezTo>
                    <a:cubicBezTo>
                      <a:pt x="183" y="165"/>
                      <a:pt x="177" y="162"/>
                      <a:pt x="183" y="162"/>
                    </a:cubicBezTo>
                    <a:cubicBezTo>
                      <a:pt x="186" y="162"/>
                      <a:pt x="195" y="162"/>
                      <a:pt x="195" y="159"/>
                    </a:cubicBezTo>
                    <a:cubicBezTo>
                      <a:pt x="195" y="159"/>
                      <a:pt x="195" y="159"/>
                      <a:pt x="195" y="159"/>
                    </a:cubicBezTo>
                    <a:cubicBezTo>
                      <a:pt x="198" y="156"/>
                      <a:pt x="198" y="156"/>
                      <a:pt x="198" y="156"/>
                    </a:cubicBezTo>
                    <a:cubicBezTo>
                      <a:pt x="195" y="153"/>
                      <a:pt x="192" y="147"/>
                      <a:pt x="189" y="14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" name="Freeform 168">
                <a:extLst>
                  <a:ext uri="{FF2B5EF4-FFF2-40B4-BE49-F238E27FC236}">
                    <a16:creationId xmlns:a16="http://schemas.microsoft.com/office/drawing/2014/main" id="{DF9271D7-D09B-B576-2886-A09AFC999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7795" y="3299167"/>
                <a:ext cx="35146" cy="45961"/>
              </a:xfrm>
              <a:custGeom>
                <a:avLst/>
                <a:gdLst>
                  <a:gd name="T0" fmla="*/ 3 w 18"/>
                  <a:gd name="T1" fmla="*/ 12 h 24"/>
                  <a:gd name="T2" fmla="*/ 6 w 18"/>
                  <a:gd name="T3" fmla="*/ 24 h 24"/>
                  <a:gd name="T4" fmla="*/ 9 w 18"/>
                  <a:gd name="T5" fmla="*/ 21 h 24"/>
                  <a:gd name="T6" fmla="*/ 18 w 18"/>
                  <a:gd name="T7" fmla="*/ 6 h 24"/>
                  <a:gd name="T8" fmla="*/ 15 w 18"/>
                  <a:gd name="T9" fmla="*/ 6 h 24"/>
                  <a:gd name="T10" fmla="*/ 15 w 18"/>
                  <a:gd name="T11" fmla="*/ 0 h 24"/>
                  <a:gd name="T12" fmla="*/ 9 w 18"/>
                  <a:gd name="T13" fmla="*/ 0 h 24"/>
                  <a:gd name="T14" fmla="*/ 3 w 18"/>
                  <a:gd name="T15" fmla="*/ 3 h 24"/>
                  <a:gd name="T16" fmla="*/ 0 w 18"/>
                  <a:gd name="T17" fmla="*/ 3 h 24"/>
                  <a:gd name="T18" fmla="*/ 0 w 18"/>
                  <a:gd name="T19" fmla="*/ 3 h 24"/>
                  <a:gd name="T20" fmla="*/ 3 w 18"/>
                  <a:gd name="T21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4">
                    <a:moveTo>
                      <a:pt x="3" y="12"/>
                    </a:moveTo>
                    <a:cubicBezTo>
                      <a:pt x="3" y="12"/>
                      <a:pt x="3" y="18"/>
                      <a:pt x="6" y="24"/>
                    </a:cubicBezTo>
                    <a:cubicBezTo>
                      <a:pt x="6" y="21"/>
                      <a:pt x="9" y="21"/>
                      <a:pt x="9" y="21"/>
                    </a:cubicBezTo>
                    <a:cubicBezTo>
                      <a:pt x="12" y="18"/>
                      <a:pt x="18" y="6"/>
                      <a:pt x="18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3"/>
                      <a:pt x="15" y="0"/>
                    </a:cubicBezTo>
                    <a:cubicBezTo>
                      <a:pt x="12" y="0"/>
                      <a:pt x="9" y="0"/>
                      <a:pt x="9" y="0"/>
                    </a:cubicBezTo>
                    <a:cubicBezTo>
                      <a:pt x="9" y="0"/>
                      <a:pt x="12" y="3"/>
                      <a:pt x="3" y="3"/>
                    </a:cubicBezTo>
                    <a:cubicBezTo>
                      <a:pt x="3" y="3"/>
                      <a:pt x="3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3" y="12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" name="Freeform 169">
                <a:extLst>
                  <a:ext uri="{FF2B5EF4-FFF2-40B4-BE49-F238E27FC236}">
                    <a16:creationId xmlns:a16="http://schemas.microsoft.com/office/drawing/2014/main" id="{D18843E3-0BE4-889E-FD4B-6AFEB780D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0775" y="3477602"/>
                <a:ext cx="229803" cy="367684"/>
              </a:xfrm>
              <a:custGeom>
                <a:avLst/>
                <a:gdLst>
                  <a:gd name="T0" fmla="*/ 120 w 120"/>
                  <a:gd name="T1" fmla="*/ 48 h 192"/>
                  <a:gd name="T2" fmla="*/ 117 w 120"/>
                  <a:gd name="T3" fmla="*/ 27 h 192"/>
                  <a:gd name="T4" fmla="*/ 114 w 120"/>
                  <a:gd name="T5" fmla="*/ 0 h 192"/>
                  <a:gd name="T6" fmla="*/ 114 w 120"/>
                  <a:gd name="T7" fmla="*/ 0 h 192"/>
                  <a:gd name="T8" fmla="*/ 102 w 120"/>
                  <a:gd name="T9" fmla="*/ 6 h 192"/>
                  <a:gd name="T10" fmla="*/ 96 w 120"/>
                  <a:gd name="T11" fmla="*/ 9 h 192"/>
                  <a:gd name="T12" fmla="*/ 90 w 120"/>
                  <a:gd name="T13" fmla="*/ 6 h 192"/>
                  <a:gd name="T14" fmla="*/ 84 w 120"/>
                  <a:gd name="T15" fmla="*/ 12 h 192"/>
                  <a:gd name="T16" fmla="*/ 78 w 120"/>
                  <a:gd name="T17" fmla="*/ 12 h 192"/>
                  <a:gd name="T18" fmla="*/ 69 w 120"/>
                  <a:gd name="T19" fmla="*/ 15 h 192"/>
                  <a:gd name="T20" fmla="*/ 66 w 120"/>
                  <a:gd name="T21" fmla="*/ 9 h 192"/>
                  <a:gd name="T22" fmla="*/ 57 w 120"/>
                  <a:gd name="T23" fmla="*/ 12 h 192"/>
                  <a:gd name="T24" fmla="*/ 51 w 120"/>
                  <a:gd name="T25" fmla="*/ 12 h 192"/>
                  <a:gd name="T26" fmla="*/ 51 w 120"/>
                  <a:gd name="T27" fmla="*/ 15 h 192"/>
                  <a:gd name="T28" fmla="*/ 57 w 120"/>
                  <a:gd name="T29" fmla="*/ 39 h 192"/>
                  <a:gd name="T30" fmla="*/ 63 w 120"/>
                  <a:gd name="T31" fmla="*/ 45 h 192"/>
                  <a:gd name="T32" fmla="*/ 63 w 120"/>
                  <a:gd name="T33" fmla="*/ 57 h 192"/>
                  <a:gd name="T34" fmla="*/ 57 w 120"/>
                  <a:gd name="T35" fmla="*/ 63 h 192"/>
                  <a:gd name="T36" fmla="*/ 57 w 120"/>
                  <a:gd name="T37" fmla="*/ 75 h 192"/>
                  <a:gd name="T38" fmla="*/ 45 w 120"/>
                  <a:gd name="T39" fmla="*/ 60 h 192"/>
                  <a:gd name="T40" fmla="*/ 48 w 120"/>
                  <a:gd name="T41" fmla="*/ 45 h 192"/>
                  <a:gd name="T42" fmla="*/ 39 w 120"/>
                  <a:gd name="T43" fmla="*/ 45 h 192"/>
                  <a:gd name="T44" fmla="*/ 30 w 120"/>
                  <a:gd name="T45" fmla="*/ 39 h 192"/>
                  <a:gd name="T46" fmla="*/ 0 w 120"/>
                  <a:gd name="T47" fmla="*/ 51 h 192"/>
                  <a:gd name="T48" fmla="*/ 3 w 120"/>
                  <a:gd name="T49" fmla="*/ 60 h 192"/>
                  <a:gd name="T50" fmla="*/ 3 w 120"/>
                  <a:gd name="T51" fmla="*/ 60 h 192"/>
                  <a:gd name="T52" fmla="*/ 3 w 120"/>
                  <a:gd name="T53" fmla="*/ 63 h 192"/>
                  <a:gd name="T54" fmla="*/ 18 w 120"/>
                  <a:gd name="T55" fmla="*/ 66 h 192"/>
                  <a:gd name="T56" fmla="*/ 30 w 120"/>
                  <a:gd name="T57" fmla="*/ 72 h 192"/>
                  <a:gd name="T58" fmla="*/ 30 w 120"/>
                  <a:gd name="T59" fmla="*/ 87 h 192"/>
                  <a:gd name="T60" fmla="*/ 27 w 120"/>
                  <a:gd name="T61" fmla="*/ 99 h 192"/>
                  <a:gd name="T62" fmla="*/ 33 w 120"/>
                  <a:gd name="T63" fmla="*/ 108 h 192"/>
                  <a:gd name="T64" fmla="*/ 27 w 120"/>
                  <a:gd name="T65" fmla="*/ 114 h 192"/>
                  <a:gd name="T66" fmla="*/ 24 w 120"/>
                  <a:gd name="T67" fmla="*/ 126 h 192"/>
                  <a:gd name="T68" fmla="*/ 12 w 120"/>
                  <a:gd name="T69" fmla="*/ 138 h 192"/>
                  <a:gd name="T70" fmla="*/ 12 w 120"/>
                  <a:gd name="T71" fmla="*/ 138 h 192"/>
                  <a:gd name="T72" fmla="*/ 18 w 120"/>
                  <a:gd name="T73" fmla="*/ 159 h 192"/>
                  <a:gd name="T74" fmla="*/ 21 w 120"/>
                  <a:gd name="T75" fmla="*/ 180 h 192"/>
                  <a:gd name="T76" fmla="*/ 21 w 120"/>
                  <a:gd name="T77" fmla="*/ 192 h 192"/>
                  <a:gd name="T78" fmla="*/ 30 w 120"/>
                  <a:gd name="T79" fmla="*/ 192 h 192"/>
                  <a:gd name="T80" fmla="*/ 30 w 120"/>
                  <a:gd name="T81" fmla="*/ 186 h 192"/>
                  <a:gd name="T82" fmla="*/ 27 w 120"/>
                  <a:gd name="T83" fmla="*/ 183 h 192"/>
                  <a:gd name="T84" fmla="*/ 42 w 120"/>
                  <a:gd name="T85" fmla="*/ 168 h 192"/>
                  <a:gd name="T86" fmla="*/ 57 w 120"/>
                  <a:gd name="T87" fmla="*/ 159 h 192"/>
                  <a:gd name="T88" fmla="*/ 60 w 120"/>
                  <a:gd name="T89" fmla="*/ 144 h 192"/>
                  <a:gd name="T90" fmla="*/ 57 w 120"/>
                  <a:gd name="T91" fmla="*/ 129 h 192"/>
                  <a:gd name="T92" fmla="*/ 51 w 120"/>
                  <a:gd name="T93" fmla="*/ 114 h 192"/>
                  <a:gd name="T94" fmla="*/ 54 w 120"/>
                  <a:gd name="T95" fmla="*/ 108 h 192"/>
                  <a:gd name="T96" fmla="*/ 57 w 120"/>
                  <a:gd name="T97" fmla="*/ 102 h 192"/>
                  <a:gd name="T98" fmla="*/ 69 w 120"/>
                  <a:gd name="T99" fmla="*/ 96 h 192"/>
                  <a:gd name="T100" fmla="*/ 78 w 120"/>
                  <a:gd name="T101" fmla="*/ 81 h 192"/>
                  <a:gd name="T102" fmla="*/ 102 w 120"/>
                  <a:gd name="T103" fmla="*/ 72 h 192"/>
                  <a:gd name="T104" fmla="*/ 120 w 120"/>
                  <a:gd name="T105" fmla="*/ 48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0" h="192">
                    <a:moveTo>
                      <a:pt x="120" y="48"/>
                    </a:moveTo>
                    <a:cubicBezTo>
                      <a:pt x="117" y="45"/>
                      <a:pt x="117" y="33"/>
                      <a:pt x="117" y="27"/>
                    </a:cubicBezTo>
                    <a:cubicBezTo>
                      <a:pt x="117" y="21"/>
                      <a:pt x="114" y="6"/>
                      <a:pt x="114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1" y="3"/>
                      <a:pt x="105" y="3"/>
                      <a:pt x="102" y="6"/>
                    </a:cubicBezTo>
                    <a:cubicBezTo>
                      <a:pt x="102" y="9"/>
                      <a:pt x="99" y="6"/>
                      <a:pt x="96" y="9"/>
                    </a:cubicBezTo>
                    <a:cubicBezTo>
                      <a:pt x="93" y="9"/>
                      <a:pt x="90" y="9"/>
                      <a:pt x="90" y="6"/>
                    </a:cubicBezTo>
                    <a:cubicBezTo>
                      <a:pt x="87" y="6"/>
                      <a:pt x="84" y="9"/>
                      <a:pt x="84" y="12"/>
                    </a:cubicBezTo>
                    <a:cubicBezTo>
                      <a:pt x="84" y="15"/>
                      <a:pt x="81" y="12"/>
                      <a:pt x="78" y="12"/>
                    </a:cubicBezTo>
                    <a:cubicBezTo>
                      <a:pt x="78" y="12"/>
                      <a:pt x="72" y="15"/>
                      <a:pt x="69" y="15"/>
                    </a:cubicBezTo>
                    <a:cubicBezTo>
                      <a:pt x="66" y="15"/>
                      <a:pt x="69" y="12"/>
                      <a:pt x="66" y="9"/>
                    </a:cubicBezTo>
                    <a:cubicBezTo>
                      <a:pt x="63" y="9"/>
                      <a:pt x="60" y="12"/>
                      <a:pt x="57" y="12"/>
                    </a:cubicBezTo>
                    <a:cubicBezTo>
                      <a:pt x="57" y="12"/>
                      <a:pt x="54" y="12"/>
                      <a:pt x="51" y="12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8" y="21"/>
                      <a:pt x="57" y="33"/>
                      <a:pt x="57" y="39"/>
                    </a:cubicBezTo>
                    <a:cubicBezTo>
                      <a:pt x="60" y="42"/>
                      <a:pt x="63" y="42"/>
                      <a:pt x="63" y="45"/>
                    </a:cubicBezTo>
                    <a:cubicBezTo>
                      <a:pt x="66" y="48"/>
                      <a:pt x="63" y="48"/>
                      <a:pt x="63" y="57"/>
                    </a:cubicBezTo>
                    <a:cubicBezTo>
                      <a:pt x="63" y="66"/>
                      <a:pt x="60" y="60"/>
                      <a:pt x="57" y="63"/>
                    </a:cubicBezTo>
                    <a:cubicBezTo>
                      <a:pt x="54" y="66"/>
                      <a:pt x="57" y="72"/>
                      <a:pt x="57" y="75"/>
                    </a:cubicBezTo>
                    <a:cubicBezTo>
                      <a:pt x="54" y="75"/>
                      <a:pt x="45" y="63"/>
                      <a:pt x="45" y="60"/>
                    </a:cubicBezTo>
                    <a:cubicBezTo>
                      <a:pt x="45" y="60"/>
                      <a:pt x="48" y="51"/>
                      <a:pt x="48" y="45"/>
                    </a:cubicBezTo>
                    <a:cubicBezTo>
                      <a:pt x="48" y="42"/>
                      <a:pt x="42" y="45"/>
                      <a:pt x="39" y="45"/>
                    </a:cubicBezTo>
                    <a:cubicBezTo>
                      <a:pt x="36" y="45"/>
                      <a:pt x="33" y="39"/>
                      <a:pt x="30" y="3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60"/>
                      <a:pt x="3" y="60"/>
                      <a:pt x="3" y="60"/>
                    </a:cubicBezTo>
                    <a:cubicBezTo>
                      <a:pt x="3" y="60"/>
                      <a:pt x="3" y="60"/>
                      <a:pt x="3" y="60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3" y="63"/>
                      <a:pt x="12" y="63"/>
                      <a:pt x="18" y="66"/>
                    </a:cubicBezTo>
                    <a:cubicBezTo>
                      <a:pt x="21" y="69"/>
                      <a:pt x="30" y="69"/>
                      <a:pt x="30" y="72"/>
                    </a:cubicBezTo>
                    <a:cubicBezTo>
                      <a:pt x="33" y="72"/>
                      <a:pt x="30" y="84"/>
                      <a:pt x="30" y="87"/>
                    </a:cubicBezTo>
                    <a:cubicBezTo>
                      <a:pt x="33" y="93"/>
                      <a:pt x="24" y="96"/>
                      <a:pt x="27" y="99"/>
                    </a:cubicBezTo>
                    <a:cubicBezTo>
                      <a:pt x="30" y="102"/>
                      <a:pt x="30" y="105"/>
                      <a:pt x="33" y="108"/>
                    </a:cubicBezTo>
                    <a:cubicBezTo>
                      <a:pt x="27" y="114"/>
                      <a:pt x="27" y="114"/>
                      <a:pt x="27" y="114"/>
                    </a:cubicBezTo>
                    <a:cubicBezTo>
                      <a:pt x="24" y="117"/>
                      <a:pt x="27" y="123"/>
                      <a:pt x="24" y="126"/>
                    </a:cubicBezTo>
                    <a:cubicBezTo>
                      <a:pt x="21" y="129"/>
                      <a:pt x="15" y="135"/>
                      <a:pt x="12" y="138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12" y="141"/>
                      <a:pt x="15" y="156"/>
                      <a:pt x="18" y="159"/>
                    </a:cubicBezTo>
                    <a:cubicBezTo>
                      <a:pt x="21" y="162"/>
                      <a:pt x="21" y="177"/>
                      <a:pt x="21" y="180"/>
                    </a:cubicBezTo>
                    <a:cubicBezTo>
                      <a:pt x="21" y="192"/>
                      <a:pt x="21" y="192"/>
                      <a:pt x="21" y="192"/>
                    </a:cubicBezTo>
                    <a:cubicBezTo>
                      <a:pt x="21" y="192"/>
                      <a:pt x="27" y="192"/>
                      <a:pt x="30" y="192"/>
                    </a:cubicBezTo>
                    <a:cubicBezTo>
                      <a:pt x="30" y="189"/>
                      <a:pt x="30" y="186"/>
                      <a:pt x="30" y="186"/>
                    </a:cubicBezTo>
                    <a:cubicBezTo>
                      <a:pt x="30" y="180"/>
                      <a:pt x="27" y="186"/>
                      <a:pt x="27" y="183"/>
                    </a:cubicBezTo>
                    <a:cubicBezTo>
                      <a:pt x="24" y="177"/>
                      <a:pt x="33" y="171"/>
                      <a:pt x="42" y="168"/>
                    </a:cubicBezTo>
                    <a:cubicBezTo>
                      <a:pt x="54" y="165"/>
                      <a:pt x="57" y="162"/>
                      <a:pt x="57" y="159"/>
                    </a:cubicBezTo>
                    <a:cubicBezTo>
                      <a:pt x="57" y="156"/>
                      <a:pt x="57" y="147"/>
                      <a:pt x="60" y="144"/>
                    </a:cubicBezTo>
                    <a:cubicBezTo>
                      <a:pt x="60" y="141"/>
                      <a:pt x="57" y="138"/>
                      <a:pt x="57" y="129"/>
                    </a:cubicBezTo>
                    <a:cubicBezTo>
                      <a:pt x="54" y="120"/>
                      <a:pt x="51" y="120"/>
                      <a:pt x="51" y="114"/>
                    </a:cubicBezTo>
                    <a:cubicBezTo>
                      <a:pt x="51" y="111"/>
                      <a:pt x="51" y="108"/>
                      <a:pt x="54" y="108"/>
                    </a:cubicBezTo>
                    <a:cubicBezTo>
                      <a:pt x="57" y="105"/>
                      <a:pt x="57" y="105"/>
                      <a:pt x="57" y="102"/>
                    </a:cubicBezTo>
                    <a:cubicBezTo>
                      <a:pt x="60" y="96"/>
                      <a:pt x="63" y="99"/>
                      <a:pt x="69" y="96"/>
                    </a:cubicBezTo>
                    <a:cubicBezTo>
                      <a:pt x="72" y="90"/>
                      <a:pt x="72" y="87"/>
                      <a:pt x="78" y="81"/>
                    </a:cubicBezTo>
                    <a:cubicBezTo>
                      <a:pt x="87" y="75"/>
                      <a:pt x="93" y="75"/>
                      <a:pt x="102" y="72"/>
                    </a:cubicBezTo>
                    <a:cubicBezTo>
                      <a:pt x="108" y="69"/>
                      <a:pt x="120" y="51"/>
                      <a:pt x="120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" name="Freeform 170">
                <a:extLst>
                  <a:ext uri="{FF2B5EF4-FFF2-40B4-BE49-F238E27FC236}">
                    <a16:creationId xmlns:a16="http://schemas.microsoft.com/office/drawing/2014/main" id="{6FF1EEA4-59EE-2613-9DE9-CD85C34D1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9961" y="3264020"/>
                <a:ext cx="229803" cy="241969"/>
              </a:xfrm>
              <a:custGeom>
                <a:avLst/>
                <a:gdLst>
                  <a:gd name="T0" fmla="*/ 114 w 120"/>
                  <a:gd name="T1" fmla="*/ 99 h 126"/>
                  <a:gd name="T2" fmla="*/ 108 w 120"/>
                  <a:gd name="T3" fmla="*/ 87 h 126"/>
                  <a:gd name="T4" fmla="*/ 108 w 120"/>
                  <a:gd name="T5" fmla="*/ 78 h 126"/>
                  <a:gd name="T6" fmla="*/ 111 w 120"/>
                  <a:gd name="T7" fmla="*/ 72 h 126"/>
                  <a:gd name="T8" fmla="*/ 105 w 120"/>
                  <a:gd name="T9" fmla="*/ 60 h 126"/>
                  <a:gd name="T10" fmla="*/ 108 w 120"/>
                  <a:gd name="T11" fmla="*/ 45 h 126"/>
                  <a:gd name="T12" fmla="*/ 90 w 120"/>
                  <a:gd name="T13" fmla="*/ 30 h 126"/>
                  <a:gd name="T14" fmla="*/ 90 w 120"/>
                  <a:gd name="T15" fmla="*/ 24 h 126"/>
                  <a:gd name="T16" fmla="*/ 48 w 120"/>
                  <a:gd name="T17" fmla="*/ 0 h 126"/>
                  <a:gd name="T18" fmla="*/ 42 w 120"/>
                  <a:gd name="T19" fmla="*/ 12 h 126"/>
                  <a:gd name="T20" fmla="*/ 42 w 120"/>
                  <a:gd name="T21" fmla="*/ 18 h 126"/>
                  <a:gd name="T22" fmla="*/ 24 w 120"/>
                  <a:gd name="T23" fmla="*/ 18 h 126"/>
                  <a:gd name="T24" fmla="*/ 24 w 120"/>
                  <a:gd name="T25" fmla="*/ 0 h 126"/>
                  <a:gd name="T26" fmla="*/ 15 w 120"/>
                  <a:gd name="T27" fmla="*/ 0 h 126"/>
                  <a:gd name="T28" fmla="*/ 9 w 120"/>
                  <a:gd name="T29" fmla="*/ 3 h 126"/>
                  <a:gd name="T30" fmla="*/ 12 w 120"/>
                  <a:gd name="T31" fmla="*/ 6 h 126"/>
                  <a:gd name="T32" fmla="*/ 15 w 120"/>
                  <a:gd name="T33" fmla="*/ 15 h 126"/>
                  <a:gd name="T34" fmla="*/ 9 w 120"/>
                  <a:gd name="T35" fmla="*/ 18 h 126"/>
                  <a:gd name="T36" fmla="*/ 9 w 120"/>
                  <a:gd name="T37" fmla="*/ 24 h 126"/>
                  <a:gd name="T38" fmla="*/ 12 w 120"/>
                  <a:gd name="T39" fmla="*/ 24 h 126"/>
                  <a:gd name="T40" fmla="*/ 3 w 120"/>
                  <a:gd name="T41" fmla="*/ 39 h 126"/>
                  <a:gd name="T42" fmla="*/ 0 w 120"/>
                  <a:gd name="T43" fmla="*/ 42 h 126"/>
                  <a:gd name="T44" fmla="*/ 6 w 120"/>
                  <a:gd name="T45" fmla="*/ 63 h 126"/>
                  <a:gd name="T46" fmla="*/ 12 w 120"/>
                  <a:gd name="T47" fmla="*/ 78 h 126"/>
                  <a:gd name="T48" fmla="*/ 15 w 120"/>
                  <a:gd name="T49" fmla="*/ 87 h 126"/>
                  <a:gd name="T50" fmla="*/ 9 w 120"/>
                  <a:gd name="T51" fmla="*/ 81 h 126"/>
                  <a:gd name="T52" fmla="*/ 6 w 120"/>
                  <a:gd name="T53" fmla="*/ 84 h 126"/>
                  <a:gd name="T54" fmla="*/ 6 w 120"/>
                  <a:gd name="T55" fmla="*/ 84 h 126"/>
                  <a:gd name="T56" fmla="*/ 15 w 120"/>
                  <a:gd name="T57" fmla="*/ 87 h 126"/>
                  <a:gd name="T58" fmla="*/ 24 w 120"/>
                  <a:gd name="T59" fmla="*/ 93 h 126"/>
                  <a:gd name="T60" fmla="*/ 39 w 120"/>
                  <a:gd name="T61" fmla="*/ 99 h 126"/>
                  <a:gd name="T62" fmla="*/ 42 w 120"/>
                  <a:gd name="T63" fmla="*/ 99 h 126"/>
                  <a:gd name="T64" fmla="*/ 48 w 120"/>
                  <a:gd name="T65" fmla="*/ 99 h 126"/>
                  <a:gd name="T66" fmla="*/ 51 w 120"/>
                  <a:gd name="T67" fmla="*/ 99 h 126"/>
                  <a:gd name="T68" fmla="*/ 57 w 120"/>
                  <a:gd name="T69" fmla="*/ 123 h 126"/>
                  <a:gd name="T70" fmla="*/ 63 w 120"/>
                  <a:gd name="T71" fmla="*/ 123 h 126"/>
                  <a:gd name="T72" fmla="*/ 72 w 120"/>
                  <a:gd name="T73" fmla="*/ 120 h 126"/>
                  <a:gd name="T74" fmla="*/ 75 w 120"/>
                  <a:gd name="T75" fmla="*/ 126 h 126"/>
                  <a:gd name="T76" fmla="*/ 84 w 120"/>
                  <a:gd name="T77" fmla="*/ 123 h 126"/>
                  <a:gd name="T78" fmla="*/ 90 w 120"/>
                  <a:gd name="T79" fmla="*/ 123 h 126"/>
                  <a:gd name="T80" fmla="*/ 96 w 120"/>
                  <a:gd name="T81" fmla="*/ 117 h 126"/>
                  <a:gd name="T82" fmla="*/ 102 w 120"/>
                  <a:gd name="T83" fmla="*/ 120 h 126"/>
                  <a:gd name="T84" fmla="*/ 108 w 120"/>
                  <a:gd name="T85" fmla="*/ 117 h 126"/>
                  <a:gd name="T86" fmla="*/ 120 w 120"/>
                  <a:gd name="T87" fmla="*/ 111 h 126"/>
                  <a:gd name="T88" fmla="*/ 114 w 120"/>
                  <a:gd name="T89" fmla="*/ 99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0" h="126">
                    <a:moveTo>
                      <a:pt x="114" y="99"/>
                    </a:moveTo>
                    <a:cubicBezTo>
                      <a:pt x="114" y="93"/>
                      <a:pt x="108" y="93"/>
                      <a:pt x="108" y="87"/>
                    </a:cubicBezTo>
                    <a:cubicBezTo>
                      <a:pt x="108" y="84"/>
                      <a:pt x="111" y="81"/>
                      <a:pt x="108" y="78"/>
                    </a:cubicBezTo>
                    <a:cubicBezTo>
                      <a:pt x="105" y="78"/>
                      <a:pt x="108" y="75"/>
                      <a:pt x="111" y="72"/>
                    </a:cubicBezTo>
                    <a:cubicBezTo>
                      <a:pt x="114" y="66"/>
                      <a:pt x="105" y="66"/>
                      <a:pt x="105" y="60"/>
                    </a:cubicBezTo>
                    <a:cubicBezTo>
                      <a:pt x="105" y="60"/>
                      <a:pt x="105" y="51"/>
                      <a:pt x="108" y="45"/>
                    </a:cubicBezTo>
                    <a:cubicBezTo>
                      <a:pt x="99" y="36"/>
                      <a:pt x="90" y="30"/>
                      <a:pt x="90" y="30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6"/>
                      <a:pt x="45" y="9"/>
                      <a:pt x="42" y="12"/>
                    </a:cubicBezTo>
                    <a:cubicBezTo>
                      <a:pt x="39" y="12"/>
                      <a:pt x="48" y="18"/>
                      <a:pt x="42" y="18"/>
                    </a:cubicBezTo>
                    <a:cubicBezTo>
                      <a:pt x="39" y="18"/>
                      <a:pt x="30" y="15"/>
                      <a:pt x="24" y="18"/>
                    </a:cubicBezTo>
                    <a:cubicBezTo>
                      <a:pt x="21" y="18"/>
                      <a:pt x="21" y="9"/>
                      <a:pt x="2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2" y="3"/>
                      <a:pt x="9" y="3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5" y="12"/>
                      <a:pt x="15" y="15"/>
                    </a:cubicBezTo>
                    <a:cubicBezTo>
                      <a:pt x="15" y="15"/>
                      <a:pt x="12" y="18"/>
                      <a:pt x="9" y="18"/>
                    </a:cubicBezTo>
                    <a:cubicBezTo>
                      <a:pt x="9" y="21"/>
                      <a:pt x="9" y="24"/>
                      <a:pt x="9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6" y="36"/>
                      <a:pt x="3" y="39"/>
                    </a:cubicBezTo>
                    <a:cubicBezTo>
                      <a:pt x="3" y="39"/>
                      <a:pt x="0" y="39"/>
                      <a:pt x="0" y="42"/>
                    </a:cubicBezTo>
                    <a:cubicBezTo>
                      <a:pt x="0" y="48"/>
                      <a:pt x="3" y="60"/>
                      <a:pt x="6" y="63"/>
                    </a:cubicBezTo>
                    <a:cubicBezTo>
                      <a:pt x="12" y="69"/>
                      <a:pt x="9" y="75"/>
                      <a:pt x="12" y="78"/>
                    </a:cubicBezTo>
                    <a:cubicBezTo>
                      <a:pt x="12" y="81"/>
                      <a:pt x="18" y="84"/>
                      <a:pt x="15" y="87"/>
                    </a:cubicBezTo>
                    <a:cubicBezTo>
                      <a:pt x="12" y="87"/>
                      <a:pt x="9" y="84"/>
                      <a:pt x="9" y="81"/>
                    </a:cubicBezTo>
                    <a:cubicBezTo>
                      <a:pt x="9" y="81"/>
                      <a:pt x="9" y="81"/>
                      <a:pt x="6" y="84"/>
                    </a:cubicBezTo>
                    <a:cubicBezTo>
                      <a:pt x="6" y="84"/>
                      <a:pt x="6" y="84"/>
                      <a:pt x="6" y="84"/>
                    </a:cubicBezTo>
                    <a:cubicBezTo>
                      <a:pt x="9" y="87"/>
                      <a:pt x="15" y="87"/>
                      <a:pt x="15" y="87"/>
                    </a:cubicBezTo>
                    <a:cubicBezTo>
                      <a:pt x="18" y="87"/>
                      <a:pt x="24" y="93"/>
                      <a:pt x="24" y="93"/>
                    </a:cubicBezTo>
                    <a:cubicBezTo>
                      <a:pt x="27" y="93"/>
                      <a:pt x="39" y="96"/>
                      <a:pt x="39" y="99"/>
                    </a:cubicBezTo>
                    <a:cubicBezTo>
                      <a:pt x="39" y="99"/>
                      <a:pt x="39" y="99"/>
                      <a:pt x="42" y="99"/>
                    </a:cubicBezTo>
                    <a:cubicBezTo>
                      <a:pt x="42" y="99"/>
                      <a:pt x="45" y="99"/>
                      <a:pt x="48" y="99"/>
                    </a:cubicBezTo>
                    <a:cubicBezTo>
                      <a:pt x="48" y="99"/>
                      <a:pt x="48" y="99"/>
                      <a:pt x="51" y="99"/>
                    </a:cubicBezTo>
                    <a:cubicBezTo>
                      <a:pt x="54" y="99"/>
                      <a:pt x="57" y="114"/>
                      <a:pt x="57" y="123"/>
                    </a:cubicBezTo>
                    <a:cubicBezTo>
                      <a:pt x="60" y="123"/>
                      <a:pt x="63" y="123"/>
                      <a:pt x="63" y="123"/>
                    </a:cubicBezTo>
                    <a:cubicBezTo>
                      <a:pt x="66" y="123"/>
                      <a:pt x="69" y="120"/>
                      <a:pt x="72" y="120"/>
                    </a:cubicBezTo>
                    <a:cubicBezTo>
                      <a:pt x="75" y="123"/>
                      <a:pt x="72" y="126"/>
                      <a:pt x="75" y="126"/>
                    </a:cubicBezTo>
                    <a:cubicBezTo>
                      <a:pt x="78" y="126"/>
                      <a:pt x="84" y="123"/>
                      <a:pt x="84" y="123"/>
                    </a:cubicBezTo>
                    <a:cubicBezTo>
                      <a:pt x="87" y="123"/>
                      <a:pt x="90" y="126"/>
                      <a:pt x="90" y="123"/>
                    </a:cubicBezTo>
                    <a:cubicBezTo>
                      <a:pt x="90" y="120"/>
                      <a:pt x="93" y="117"/>
                      <a:pt x="96" y="117"/>
                    </a:cubicBezTo>
                    <a:cubicBezTo>
                      <a:pt x="96" y="120"/>
                      <a:pt x="99" y="120"/>
                      <a:pt x="102" y="120"/>
                    </a:cubicBezTo>
                    <a:cubicBezTo>
                      <a:pt x="105" y="117"/>
                      <a:pt x="108" y="120"/>
                      <a:pt x="108" y="117"/>
                    </a:cubicBezTo>
                    <a:cubicBezTo>
                      <a:pt x="111" y="114"/>
                      <a:pt x="117" y="114"/>
                      <a:pt x="120" y="111"/>
                    </a:cubicBezTo>
                    <a:cubicBezTo>
                      <a:pt x="120" y="105"/>
                      <a:pt x="114" y="108"/>
                      <a:pt x="114" y="9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" name="Freeform 171">
                <a:extLst>
                  <a:ext uri="{FF2B5EF4-FFF2-40B4-BE49-F238E27FC236}">
                    <a16:creationId xmlns:a16="http://schemas.microsoft.com/office/drawing/2014/main" id="{50C0D000-5FC7-9919-077F-4597B48D0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8902" y="3454621"/>
                <a:ext cx="68941" cy="166269"/>
              </a:xfrm>
              <a:custGeom>
                <a:avLst/>
                <a:gdLst>
                  <a:gd name="T0" fmla="*/ 33 w 36"/>
                  <a:gd name="T1" fmla="*/ 57 h 87"/>
                  <a:gd name="T2" fmla="*/ 27 w 36"/>
                  <a:gd name="T3" fmla="*/ 51 h 87"/>
                  <a:gd name="T4" fmla="*/ 27 w 36"/>
                  <a:gd name="T5" fmla="*/ 54 h 87"/>
                  <a:gd name="T6" fmla="*/ 15 w 36"/>
                  <a:gd name="T7" fmla="*/ 36 h 87"/>
                  <a:gd name="T8" fmla="*/ 15 w 36"/>
                  <a:gd name="T9" fmla="*/ 15 h 87"/>
                  <a:gd name="T10" fmla="*/ 12 w 36"/>
                  <a:gd name="T11" fmla="*/ 0 h 87"/>
                  <a:gd name="T12" fmla="*/ 6 w 36"/>
                  <a:gd name="T13" fmla="*/ 0 h 87"/>
                  <a:gd name="T14" fmla="*/ 9 w 36"/>
                  <a:gd name="T15" fmla="*/ 12 h 87"/>
                  <a:gd name="T16" fmla="*/ 6 w 36"/>
                  <a:gd name="T17" fmla="*/ 15 h 87"/>
                  <a:gd name="T18" fmla="*/ 6 w 36"/>
                  <a:gd name="T19" fmla="*/ 33 h 87"/>
                  <a:gd name="T20" fmla="*/ 0 w 36"/>
                  <a:gd name="T21" fmla="*/ 36 h 87"/>
                  <a:gd name="T22" fmla="*/ 0 w 36"/>
                  <a:gd name="T23" fmla="*/ 45 h 87"/>
                  <a:gd name="T24" fmla="*/ 0 w 36"/>
                  <a:gd name="T25" fmla="*/ 51 h 87"/>
                  <a:gd name="T26" fmla="*/ 0 w 36"/>
                  <a:gd name="T27" fmla="*/ 51 h 87"/>
                  <a:gd name="T28" fmla="*/ 9 w 36"/>
                  <a:gd name="T29" fmla="*/ 57 h 87"/>
                  <a:gd name="T30" fmla="*/ 18 w 36"/>
                  <a:gd name="T31" fmla="*/ 57 h 87"/>
                  <a:gd name="T32" fmla="*/ 15 w 36"/>
                  <a:gd name="T33" fmla="*/ 72 h 87"/>
                  <a:gd name="T34" fmla="*/ 27 w 36"/>
                  <a:gd name="T35" fmla="*/ 87 h 87"/>
                  <a:gd name="T36" fmla="*/ 27 w 36"/>
                  <a:gd name="T37" fmla="*/ 75 h 87"/>
                  <a:gd name="T38" fmla="*/ 33 w 36"/>
                  <a:gd name="T39" fmla="*/ 69 h 87"/>
                  <a:gd name="T40" fmla="*/ 33 w 36"/>
                  <a:gd name="T41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87">
                    <a:moveTo>
                      <a:pt x="33" y="57"/>
                    </a:moveTo>
                    <a:cubicBezTo>
                      <a:pt x="33" y="54"/>
                      <a:pt x="30" y="54"/>
                      <a:pt x="27" y="51"/>
                    </a:cubicBezTo>
                    <a:cubicBezTo>
                      <a:pt x="27" y="51"/>
                      <a:pt x="27" y="51"/>
                      <a:pt x="27" y="54"/>
                    </a:cubicBezTo>
                    <a:cubicBezTo>
                      <a:pt x="24" y="57"/>
                      <a:pt x="15" y="45"/>
                      <a:pt x="15" y="36"/>
                    </a:cubicBezTo>
                    <a:cubicBezTo>
                      <a:pt x="12" y="27"/>
                      <a:pt x="18" y="24"/>
                      <a:pt x="15" y="15"/>
                    </a:cubicBezTo>
                    <a:cubicBezTo>
                      <a:pt x="12" y="9"/>
                      <a:pt x="9" y="3"/>
                      <a:pt x="12" y="0"/>
                    </a:cubicBezTo>
                    <a:cubicBezTo>
                      <a:pt x="9" y="0"/>
                      <a:pt x="6" y="0"/>
                      <a:pt x="6" y="0"/>
                    </a:cubicBezTo>
                    <a:cubicBezTo>
                      <a:pt x="6" y="3"/>
                      <a:pt x="9" y="9"/>
                      <a:pt x="9" y="12"/>
                    </a:cubicBezTo>
                    <a:cubicBezTo>
                      <a:pt x="9" y="15"/>
                      <a:pt x="6" y="12"/>
                      <a:pt x="6" y="15"/>
                    </a:cubicBezTo>
                    <a:cubicBezTo>
                      <a:pt x="3" y="18"/>
                      <a:pt x="3" y="30"/>
                      <a:pt x="6" y="33"/>
                    </a:cubicBezTo>
                    <a:cubicBezTo>
                      <a:pt x="9" y="36"/>
                      <a:pt x="0" y="33"/>
                      <a:pt x="0" y="36"/>
                    </a:cubicBezTo>
                    <a:cubicBezTo>
                      <a:pt x="0" y="39"/>
                      <a:pt x="0" y="45"/>
                      <a:pt x="0" y="45"/>
                    </a:cubicBezTo>
                    <a:cubicBezTo>
                      <a:pt x="0" y="48"/>
                      <a:pt x="0" y="48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51"/>
                      <a:pt x="6" y="57"/>
                      <a:pt x="9" y="57"/>
                    </a:cubicBezTo>
                    <a:cubicBezTo>
                      <a:pt x="12" y="57"/>
                      <a:pt x="18" y="54"/>
                      <a:pt x="18" y="57"/>
                    </a:cubicBezTo>
                    <a:cubicBezTo>
                      <a:pt x="18" y="63"/>
                      <a:pt x="15" y="72"/>
                      <a:pt x="15" y="72"/>
                    </a:cubicBezTo>
                    <a:cubicBezTo>
                      <a:pt x="15" y="75"/>
                      <a:pt x="24" y="87"/>
                      <a:pt x="27" y="87"/>
                    </a:cubicBezTo>
                    <a:cubicBezTo>
                      <a:pt x="27" y="84"/>
                      <a:pt x="24" y="78"/>
                      <a:pt x="27" y="75"/>
                    </a:cubicBezTo>
                    <a:cubicBezTo>
                      <a:pt x="30" y="72"/>
                      <a:pt x="33" y="78"/>
                      <a:pt x="33" y="69"/>
                    </a:cubicBezTo>
                    <a:cubicBezTo>
                      <a:pt x="33" y="60"/>
                      <a:pt x="36" y="60"/>
                      <a:pt x="33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" name="Freeform 172">
                <a:extLst>
                  <a:ext uri="{FF2B5EF4-FFF2-40B4-BE49-F238E27FC236}">
                    <a16:creationId xmlns:a16="http://schemas.microsoft.com/office/drawing/2014/main" id="{763645F4-22B8-FEF1-9A29-95616AFB2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2233" y="3696590"/>
                <a:ext cx="68941" cy="56775"/>
              </a:xfrm>
              <a:custGeom>
                <a:avLst/>
                <a:gdLst>
                  <a:gd name="T0" fmla="*/ 0 w 36"/>
                  <a:gd name="T1" fmla="*/ 6 h 30"/>
                  <a:gd name="T2" fmla="*/ 33 w 36"/>
                  <a:gd name="T3" fmla="*/ 27 h 30"/>
                  <a:gd name="T4" fmla="*/ 0 w 36"/>
                  <a:gd name="T5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30">
                    <a:moveTo>
                      <a:pt x="0" y="6"/>
                    </a:moveTo>
                    <a:cubicBezTo>
                      <a:pt x="0" y="0"/>
                      <a:pt x="36" y="24"/>
                      <a:pt x="33" y="27"/>
                    </a:cubicBezTo>
                    <a:cubicBezTo>
                      <a:pt x="30" y="30"/>
                      <a:pt x="0" y="9"/>
                      <a:pt x="0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" name="Freeform 173">
                <a:extLst>
                  <a:ext uri="{FF2B5EF4-FFF2-40B4-BE49-F238E27FC236}">
                    <a16:creationId xmlns:a16="http://schemas.microsoft.com/office/drawing/2014/main" id="{9A080C25-72F8-BCC2-F9B5-F55331B0E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788" y="2684107"/>
                <a:ext cx="22980" cy="40553"/>
              </a:xfrm>
              <a:custGeom>
                <a:avLst/>
                <a:gdLst>
                  <a:gd name="T0" fmla="*/ 9 w 12"/>
                  <a:gd name="T1" fmla="*/ 18 h 21"/>
                  <a:gd name="T2" fmla="*/ 6 w 12"/>
                  <a:gd name="T3" fmla="*/ 15 h 21"/>
                  <a:gd name="T4" fmla="*/ 0 w 12"/>
                  <a:gd name="T5" fmla="*/ 6 h 21"/>
                  <a:gd name="T6" fmla="*/ 6 w 12"/>
                  <a:gd name="T7" fmla="*/ 3 h 21"/>
                  <a:gd name="T8" fmla="*/ 6 w 12"/>
                  <a:gd name="T9" fmla="*/ 12 h 21"/>
                  <a:gd name="T10" fmla="*/ 9 w 12"/>
                  <a:gd name="T11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1">
                    <a:moveTo>
                      <a:pt x="9" y="18"/>
                    </a:moveTo>
                    <a:cubicBezTo>
                      <a:pt x="9" y="21"/>
                      <a:pt x="6" y="15"/>
                      <a:pt x="6" y="15"/>
                    </a:cubicBezTo>
                    <a:cubicBezTo>
                      <a:pt x="6" y="12"/>
                      <a:pt x="0" y="12"/>
                      <a:pt x="0" y="6"/>
                    </a:cubicBezTo>
                    <a:cubicBezTo>
                      <a:pt x="0" y="3"/>
                      <a:pt x="3" y="0"/>
                      <a:pt x="6" y="3"/>
                    </a:cubicBezTo>
                    <a:cubicBezTo>
                      <a:pt x="9" y="6"/>
                      <a:pt x="6" y="9"/>
                      <a:pt x="6" y="12"/>
                    </a:cubicBezTo>
                    <a:cubicBezTo>
                      <a:pt x="6" y="12"/>
                      <a:pt x="12" y="15"/>
                      <a:pt x="9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" name="Freeform 174">
                <a:extLst>
                  <a:ext uri="{FF2B5EF4-FFF2-40B4-BE49-F238E27FC236}">
                    <a16:creationId xmlns:a16="http://schemas.microsoft.com/office/drawing/2014/main" id="{8E0C2A61-17FC-26E4-1A68-93D086A90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3658" y="3011238"/>
                <a:ext cx="28387" cy="17573"/>
              </a:xfrm>
              <a:custGeom>
                <a:avLst/>
                <a:gdLst>
                  <a:gd name="T0" fmla="*/ 3 w 15"/>
                  <a:gd name="T1" fmla="*/ 9 h 9"/>
                  <a:gd name="T2" fmla="*/ 3 w 15"/>
                  <a:gd name="T3" fmla="*/ 3 h 9"/>
                  <a:gd name="T4" fmla="*/ 12 w 15"/>
                  <a:gd name="T5" fmla="*/ 0 h 9"/>
                  <a:gd name="T6" fmla="*/ 12 w 15"/>
                  <a:gd name="T7" fmla="*/ 6 h 9"/>
                  <a:gd name="T8" fmla="*/ 3 w 1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9">
                    <a:moveTo>
                      <a:pt x="3" y="9"/>
                    </a:moveTo>
                    <a:cubicBezTo>
                      <a:pt x="3" y="6"/>
                      <a:pt x="6" y="3"/>
                      <a:pt x="3" y="3"/>
                    </a:cubicBezTo>
                    <a:cubicBezTo>
                      <a:pt x="0" y="3"/>
                      <a:pt x="9" y="0"/>
                      <a:pt x="12" y="0"/>
                    </a:cubicBezTo>
                    <a:cubicBezTo>
                      <a:pt x="15" y="3"/>
                      <a:pt x="15" y="6"/>
                      <a:pt x="12" y="6"/>
                    </a:cubicBezTo>
                    <a:cubicBezTo>
                      <a:pt x="9" y="9"/>
                      <a:pt x="6" y="9"/>
                      <a:pt x="3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" name="Freeform 175">
                <a:extLst>
                  <a:ext uri="{FF2B5EF4-FFF2-40B4-BE49-F238E27FC236}">
                    <a16:creationId xmlns:a16="http://schemas.microsoft.com/office/drawing/2014/main" id="{F08B6B18-F898-A689-1E6B-654D7D76F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4111" y="2292091"/>
                <a:ext cx="68941" cy="63534"/>
              </a:xfrm>
              <a:custGeom>
                <a:avLst/>
                <a:gdLst>
                  <a:gd name="T0" fmla="*/ 33 w 36"/>
                  <a:gd name="T1" fmla="*/ 24 h 33"/>
                  <a:gd name="T2" fmla="*/ 27 w 36"/>
                  <a:gd name="T3" fmla="*/ 15 h 33"/>
                  <a:gd name="T4" fmla="*/ 24 w 36"/>
                  <a:gd name="T5" fmla="*/ 6 h 33"/>
                  <a:gd name="T6" fmla="*/ 21 w 36"/>
                  <a:gd name="T7" fmla="*/ 0 h 33"/>
                  <a:gd name="T8" fmla="*/ 9 w 36"/>
                  <a:gd name="T9" fmla="*/ 0 h 33"/>
                  <a:gd name="T10" fmla="*/ 0 w 36"/>
                  <a:gd name="T11" fmla="*/ 3 h 33"/>
                  <a:gd name="T12" fmla="*/ 0 w 36"/>
                  <a:gd name="T13" fmla="*/ 12 h 33"/>
                  <a:gd name="T14" fmla="*/ 9 w 36"/>
                  <a:gd name="T15" fmla="*/ 15 h 33"/>
                  <a:gd name="T16" fmla="*/ 12 w 36"/>
                  <a:gd name="T17" fmla="*/ 18 h 33"/>
                  <a:gd name="T18" fmla="*/ 12 w 36"/>
                  <a:gd name="T19" fmla="*/ 18 h 33"/>
                  <a:gd name="T20" fmla="*/ 15 w 36"/>
                  <a:gd name="T21" fmla="*/ 21 h 33"/>
                  <a:gd name="T22" fmla="*/ 21 w 36"/>
                  <a:gd name="T23" fmla="*/ 24 h 33"/>
                  <a:gd name="T24" fmla="*/ 27 w 36"/>
                  <a:gd name="T25" fmla="*/ 27 h 33"/>
                  <a:gd name="T26" fmla="*/ 30 w 36"/>
                  <a:gd name="T27" fmla="*/ 33 h 33"/>
                  <a:gd name="T28" fmla="*/ 36 w 36"/>
                  <a:gd name="T29" fmla="*/ 30 h 33"/>
                  <a:gd name="T30" fmla="*/ 33 w 36"/>
                  <a:gd name="T31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3">
                    <a:moveTo>
                      <a:pt x="33" y="24"/>
                    </a:moveTo>
                    <a:cubicBezTo>
                      <a:pt x="33" y="21"/>
                      <a:pt x="27" y="21"/>
                      <a:pt x="27" y="15"/>
                    </a:cubicBezTo>
                    <a:cubicBezTo>
                      <a:pt x="27" y="12"/>
                      <a:pt x="21" y="9"/>
                      <a:pt x="24" y="6"/>
                    </a:cubicBezTo>
                    <a:cubicBezTo>
                      <a:pt x="24" y="6"/>
                      <a:pt x="21" y="3"/>
                      <a:pt x="21" y="0"/>
                    </a:cubicBezTo>
                    <a:cubicBezTo>
                      <a:pt x="18" y="0"/>
                      <a:pt x="12" y="0"/>
                      <a:pt x="9" y="0"/>
                    </a:cubicBezTo>
                    <a:cubicBezTo>
                      <a:pt x="6" y="0"/>
                      <a:pt x="3" y="0"/>
                      <a:pt x="0" y="3"/>
                    </a:cubicBezTo>
                    <a:cubicBezTo>
                      <a:pt x="0" y="6"/>
                      <a:pt x="0" y="6"/>
                      <a:pt x="0" y="12"/>
                    </a:cubicBezTo>
                    <a:cubicBezTo>
                      <a:pt x="3" y="15"/>
                      <a:pt x="9" y="12"/>
                      <a:pt x="9" y="15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5" y="18"/>
                      <a:pt x="15" y="21"/>
                      <a:pt x="15" y="21"/>
                    </a:cubicBezTo>
                    <a:cubicBezTo>
                      <a:pt x="18" y="21"/>
                      <a:pt x="21" y="24"/>
                      <a:pt x="21" y="24"/>
                    </a:cubicBezTo>
                    <a:cubicBezTo>
                      <a:pt x="24" y="24"/>
                      <a:pt x="24" y="21"/>
                      <a:pt x="27" y="27"/>
                    </a:cubicBezTo>
                    <a:cubicBezTo>
                      <a:pt x="30" y="27"/>
                      <a:pt x="30" y="30"/>
                      <a:pt x="30" y="33"/>
                    </a:cubicBezTo>
                    <a:cubicBezTo>
                      <a:pt x="33" y="33"/>
                      <a:pt x="33" y="30"/>
                      <a:pt x="36" y="30"/>
                    </a:cubicBezTo>
                    <a:cubicBezTo>
                      <a:pt x="36" y="27"/>
                      <a:pt x="33" y="27"/>
                      <a:pt x="33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" name="Freeform 176">
                <a:extLst>
                  <a:ext uri="{FF2B5EF4-FFF2-40B4-BE49-F238E27FC236}">
                    <a16:creationId xmlns:a16="http://schemas.microsoft.com/office/drawing/2014/main" id="{96149B67-26BB-B00E-9118-0B1D48D7BB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93851" y="2275869"/>
                <a:ext cx="108142" cy="91921"/>
              </a:xfrm>
              <a:custGeom>
                <a:avLst/>
                <a:gdLst>
                  <a:gd name="T0" fmla="*/ 54 w 57"/>
                  <a:gd name="T1" fmla="*/ 15 h 48"/>
                  <a:gd name="T2" fmla="*/ 45 w 57"/>
                  <a:gd name="T3" fmla="*/ 3 h 48"/>
                  <a:gd name="T4" fmla="*/ 36 w 57"/>
                  <a:gd name="T5" fmla="*/ 9 h 48"/>
                  <a:gd name="T6" fmla="*/ 30 w 57"/>
                  <a:gd name="T7" fmla="*/ 9 h 48"/>
                  <a:gd name="T8" fmla="*/ 24 w 57"/>
                  <a:gd name="T9" fmla="*/ 3 h 48"/>
                  <a:gd name="T10" fmla="*/ 18 w 57"/>
                  <a:gd name="T11" fmla="*/ 0 h 48"/>
                  <a:gd name="T12" fmla="*/ 18 w 57"/>
                  <a:gd name="T13" fmla="*/ 6 h 48"/>
                  <a:gd name="T14" fmla="*/ 21 w 57"/>
                  <a:gd name="T15" fmla="*/ 9 h 48"/>
                  <a:gd name="T16" fmla="*/ 12 w 57"/>
                  <a:gd name="T17" fmla="*/ 9 h 48"/>
                  <a:gd name="T18" fmla="*/ 3 w 57"/>
                  <a:gd name="T19" fmla="*/ 6 h 48"/>
                  <a:gd name="T20" fmla="*/ 9 w 57"/>
                  <a:gd name="T21" fmla="*/ 15 h 48"/>
                  <a:gd name="T22" fmla="*/ 12 w 57"/>
                  <a:gd name="T23" fmla="*/ 24 h 48"/>
                  <a:gd name="T24" fmla="*/ 18 w 57"/>
                  <a:gd name="T25" fmla="*/ 33 h 48"/>
                  <a:gd name="T26" fmla="*/ 21 w 57"/>
                  <a:gd name="T27" fmla="*/ 39 h 48"/>
                  <a:gd name="T28" fmla="*/ 36 w 57"/>
                  <a:gd name="T29" fmla="*/ 30 h 48"/>
                  <a:gd name="T30" fmla="*/ 36 w 57"/>
                  <a:gd name="T31" fmla="*/ 42 h 48"/>
                  <a:gd name="T32" fmla="*/ 45 w 57"/>
                  <a:gd name="T33" fmla="*/ 48 h 48"/>
                  <a:gd name="T34" fmla="*/ 48 w 57"/>
                  <a:gd name="T35" fmla="*/ 39 h 48"/>
                  <a:gd name="T36" fmla="*/ 54 w 57"/>
                  <a:gd name="T37" fmla="*/ 15 h 48"/>
                  <a:gd name="T38" fmla="*/ 6 w 57"/>
                  <a:gd name="T39" fmla="*/ 33 h 48"/>
                  <a:gd name="T40" fmla="*/ 0 w 57"/>
                  <a:gd name="T41" fmla="*/ 30 h 48"/>
                  <a:gd name="T42" fmla="*/ 6 w 57"/>
                  <a:gd name="T43" fmla="*/ 36 h 48"/>
                  <a:gd name="T44" fmla="*/ 12 w 57"/>
                  <a:gd name="T45" fmla="*/ 42 h 48"/>
                  <a:gd name="T46" fmla="*/ 15 w 57"/>
                  <a:gd name="T47" fmla="*/ 42 h 48"/>
                  <a:gd name="T48" fmla="*/ 12 w 57"/>
                  <a:gd name="T49" fmla="*/ 36 h 48"/>
                  <a:gd name="T50" fmla="*/ 6 w 57"/>
                  <a:gd name="T51" fmla="*/ 3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7" h="48">
                    <a:moveTo>
                      <a:pt x="54" y="15"/>
                    </a:moveTo>
                    <a:cubicBezTo>
                      <a:pt x="51" y="15"/>
                      <a:pt x="48" y="9"/>
                      <a:pt x="45" y="3"/>
                    </a:cubicBezTo>
                    <a:cubicBezTo>
                      <a:pt x="42" y="6"/>
                      <a:pt x="36" y="6"/>
                      <a:pt x="36" y="9"/>
                    </a:cubicBezTo>
                    <a:cubicBezTo>
                      <a:pt x="36" y="12"/>
                      <a:pt x="33" y="9"/>
                      <a:pt x="30" y="9"/>
                    </a:cubicBezTo>
                    <a:cubicBezTo>
                      <a:pt x="30" y="9"/>
                      <a:pt x="27" y="3"/>
                      <a:pt x="24" y="3"/>
                    </a:cubicBezTo>
                    <a:cubicBezTo>
                      <a:pt x="21" y="3"/>
                      <a:pt x="21" y="3"/>
                      <a:pt x="18" y="0"/>
                    </a:cubicBezTo>
                    <a:cubicBezTo>
                      <a:pt x="18" y="3"/>
                      <a:pt x="18" y="3"/>
                      <a:pt x="18" y="6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8" y="12"/>
                      <a:pt x="15" y="12"/>
                      <a:pt x="12" y="9"/>
                    </a:cubicBezTo>
                    <a:cubicBezTo>
                      <a:pt x="9" y="9"/>
                      <a:pt x="6" y="6"/>
                      <a:pt x="3" y="6"/>
                    </a:cubicBezTo>
                    <a:cubicBezTo>
                      <a:pt x="3" y="9"/>
                      <a:pt x="9" y="15"/>
                      <a:pt x="9" y="15"/>
                    </a:cubicBezTo>
                    <a:cubicBezTo>
                      <a:pt x="6" y="18"/>
                      <a:pt x="12" y="21"/>
                      <a:pt x="12" y="24"/>
                    </a:cubicBezTo>
                    <a:cubicBezTo>
                      <a:pt x="12" y="30"/>
                      <a:pt x="18" y="30"/>
                      <a:pt x="18" y="33"/>
                    </a:cubicBezTo>
                    <a:cubicBezTo>
                      <a:pt x="18" y="36"/>
                      <a:pt x="21" y="36"/>
                      <a:pt x="21" y="39"/>
                    </a:cubicBezTo>
                    <a:cubicBezTo>
                      <a:pt x="27" y="36"/>
                      <a:pt x="30" y="33"/>
                      <a:pt x="36" y="30"/>
                    </a:cubicBezTo>
                    <a:cubicBezTo>
                      <a:pt x="39" y="27"/>
                      <a:pt x="39" y="39"/>
                      <a:pt x="36" y="42"/>
                    </a:cubicBezTo>
                    <a:cubicBezTo>
                      <a:pt x="36" y="42"/>
                      <a:pt x="42" y="45"/>
                      <a:pt x="45" y="48"/>
                    </a:cubicBezTo>
                    <a:cubicBezTo>
                      <a:pt x="45" y="45"/>
                      <a:pt x="45" y="42"/>
                      <a:pt x="48" y="39"/>
                    </a:cubicBezTo>
                    <a:cubicBezTo>
                      <a:pt x="54" y="33"/>
                      <a:pt x="57" y="21"/>
                      <a:pt x="54" y="15"/>
                    </a:cubicBezTo>
                    <a:close/>
                    <a:moveTo>
                      <a:pt x="6" y="33"/>
                    </a:moveTo>
                    <a:cubicBezTo>
                      <a:pt x="6" y="33"/>
                      <a:pt x="3" y="30"/>
                      <a:pt x="0" y="30"/>
                    </a:cubicBezTo>
                    <a:cubicBezTo>
                      <a:pt x="3" y="33"/>
                      <a:pt x="0" y="36"/>
                      <a:pt x="6" y="36"/>
                    </a:cubicBezTo>
                    <a:cubicBezTo>
                      <a:pt x="9" y="39"/>
                      <a:pt x="3" y="39"/>
                      <a:pt x="12" y="42"/>
                    </a:cubicBezTo>
                    <a:cubicBezTo>
                      <a:pt x="12" y="42"/>
                      <a:pt x="12" y="42"/>
                      <a:pt x="15" y="42"/>
                    </a:cubicBezTo>
                    <a:cubicBezTo>
                      <a:pt x="15" y="39"/>
                      <a:pt x="15" y="36"/>
                      <a:pt x="12" y="36"/>
                    </a:cubicBezTo>
                    <a:cubicBezTo>
                      <a:pt x="9" y="30"/>
                      <a:pt x="9" y="33"/>
                      <a:pt x="6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" name="Freeform 177">
                <a:extLst>
                  <a:ext uri="{FF2B5EF4-FFF2-40B4-BE49-F238E27FC236}">
                    <a16:creationId xmlns:a16="http://schemas.microsoft.com/office/drawing/2014/main" id="{DD0801F5-7639-0FE5-5C8E-EF1DA810D8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1757" y="3120732"/>
                <a:ext cx="994910" cy="362277"/>
              </a:xfrm>
              <a:custGeom>
                <a:avLst/>
                <a:gdLst>
                  <a:gd name="T0" fmla="*/ 39 w 519"/>
                  <a:gd name="T1" fmla="*/ 81 h 189"/>
                  <a:gd name="T2" fmla="*/ 147 w 519"/>
                  <a:gd name="T3" fmla="*/ 102 h 189"/>
                  <a:gd name="T4" fmla="*/ 24 w 519"/>
                  <a:gd name="T5" fmla="*/ 51 h 189"/>
                  <a:gd name="T6" fmla="*/ 279 w 519"/>
                  <a:gd name="T7" fmla="*/ 135 h 189"/>
                  <a:gd name="T8" fmla="*/ 291 w 519"/>
                  <a:gd name="T9" fmla="*/ 108 h 189"/>
                  <a:gd name="T10" fmla="*/ 306 w 519"/>
                  <a:gd name="T11" fmla="*/ 111 h 189"/>
                  <a:gd name="T12" fmla="*/ 318 w 519"/>
                  <a:gd name="T13" fmla="*/ 75 h 189"/>
                  <a:gd name="T14" fmla="*/ 318 w 519"/>
                  <a:gd name="T15" fmla="*/ 63 h 189"/>
                  <a:gd name="T16" fmla="*/ 297 w 519"/>
                  <a:gd name="T17" fmla="*/ 54 h 189"/>
                  <a:gd name="T18" fmla="*/ 267 w 519"/>
                  <a:gd name="T19" fmla="*/ 96 h 189"/>
                  <a:gd name="T20" fmla="*/ 123 w 519"/>
                  <a:gd name="T21" fmla="*/ 105 h 189"/>
                  <a:gd name="T22" fmla="*/ 120 w 519"/>
                  <a:gd name="T23" fmla="*/ 87 h 189"/>
                  <a:gd name="T24" fmla="*/ 114 w 519"/>
                  <a:gd name="T25" fmla="*/ 96 h 189"/>
                  <a:gd name="T26" fmla="*/ 96 w 519"/>
                  <a:gd name="T27" fmla="*/ 72 h 189"/>
                  <a:gd name="T28" fmla="*/ 78 w 519"/>
                  <a:gd name="T29" fmla="*/ 51 h 189"/>
                  <a:gd name="T30" fmla="*/ 54 w 519"/>
                  <a:gd name="T31" fmla="*/ 33 h 189"/>
                  <a:gd name="T32" fmla="*/ 3 w 519"/>
                  <a:gd name="T33" fmla="*/ 6 h 189"/>
                  <a:gd name="T34" fmla="*/ 45 w 519"/>
                  <a:gd name="T35" fmla="*/ 66 h 189"/>
                  <a:gd name="T36" fmla="*/ 99 w 519"/>
                  <a:gd name="T37" fmla="*/ 129 h 189"/>
                  <a:gd name="T38" fmla="*/ 123 w 519"/>
                  <a:gd name="T39" fmla="*/ 117 h 189"/>
                  <a:gd name="T40" fmla="*/ 375 w 519"/>
                  <a:gd name="T41" fmla="*/ 54 h 189"/>
                  <a:gd name="T42" fmla="*/ 378 w 519"/>
                  <a:gd name="T43" fmla="*/ 63 h 189"/>
                  <a:gd name="T44" fmla="*/ 348 w 519"/>
                  <a:gd name="T45" fmla="*/ 105 h 189"/>
                  <a:gd name="T46" fmla="*/ 279 w 519"/>
                  <a:gd name="T47" fmla="*/ 168 h 189"/>
                  <a:gd name="T48" fmla="*/ 324 w 519"/>
                  <a:gd name="T49" fmla="*/ 162 h 189"/>
                  <a:gd name="T50" fmla="*/ 387 w 519"/>
                  <a:gd name="T51" fmla="*/ 108 h 189"/>
                  <a:gd name="T52" fmla="*/ 219 w 519"/>
                  <a:gd name="T53" fmla="*/ 159 h 189"/>
                  <a:gd name="T54" fmla="*/ 198 w 519"/>
                  <a:gd name="T55" fmla="*/ 147 h 189"/>
                  <a:gd name="T56" fmla="*/ 123 w 519"/>
                  <a:gd name="T57" fmla="*/ 138 h 189"/>
                  <a:gd name="T58" fmla="*/ 132 w 519"/>
                  <a:gd name="T59" fmla="*/ 153 h 189"/>
                  <a:gd name="T60" fmla="*/ 201 w 519"/>
                  <a:gd name="T61" fmla="*/ 165 h 189"/>
                  <a:gd name="T62" fmla="*/ 219 w 519"/>
                  <a:gd name="T63" fmla="*/ 159 h 189"/>
                  <a:gd name="T64" fmla="*/ 453 w 519"/>
                  <a:gd name="T65" fmla="*/ 105 h 189"/>
                  <a:gd name="T66" fmla="*/ 405 w 519"/>
                  <a:gd name="T67" fmla="*/ 81 h 189"/>
                  <a:gd name="T68" fmla="*/ 435 w 519"/>
                  <a:gd name="T69" fmla="*/ 93 h 189"/>
                  <a:gd name="T70" fmla="*/ 417 w 519"/>
                  <a:gd name="T71" fmla="*/ 102 h 189"/>
                  <a:gd name="T72" fmla="*/ 444 w 519"/>
                  <a:gd name="T73" fmla="*/ 114 h 189"/>
                  <a:gd name="T74" fmla="*/ 492 w 519"/>
                  <a:gd name="T75" fmla="*/ 144 h 189"/>
                  <a:gd name="T76" fmla="*/ 507 w 519"/>
                  <a:gd name="T77" fmla="*/ 162 h 189"/>
                  <a:gd name="T78" fmla="*/ 480 w 519"/>
                  <a:gd name="T79" fmla="*/ 87 h 189"/>
                  <a:gd name="T80" fmla="*/ 330 w 519"/>
                  <a:gd name="T81" fmla="*/ 174 h 189"/>
                  <a:gd name="T82" fmla="*/ 336 w 519"/>
                  <a:gd name="T83" fmla="*/ 177 h 189"/>
                  <a:gd name="T84" fmla="*/ 339 w 519"/>
                  <a:gd name="T85" fmla="*/ 174 h 189"/>
                  <a:gd name="T86" fmla="*/ 252 w 519"/>
                  <a:gd name="T87" fmla="*/ 66 h 189"/>
                  <a:gd name="T88" fmla="*/ 255 w 519"/>
                  <a:gd name="T89" fmla="*/ 39 h 189"/>
                  <a:gd name="T90" fmla="*/ 255 w 519"/>
                  <a:gd name="T91" fmla="*/ 21 h 189"/>
                  <a:gd name="T92" fmla="*/ 225 w 519"/>
                  <a:gd name="T93" fmla="*/ 36 h 189"/>
                  <a:gd name="T94" fmla="*/ 201 w 519"/>
                  <a:gd name="T95" fmla="*/ 51 h 189"/>
                  <a:gd name="T96" fmla="*/ 165 w 519"/>
                  <a:gd name="T97" fmla="*/ 51 h 189"/>
                  <a:gd name="T98" fmla="*/ 153 w 519"/>
                  <a:gd name="T99" fmla="*/ 60 h 189"/>
                  <a:gd name="T100" fmla="*/ 180 w 519"/>
                  <a:gd name="T101" fmla="*/ 102 h 189"/>
                  <a:gd name="T102" fmla="*/ 219 w 519"/>
                  <a:gd name="T103" fmla="*/ 111 h 189"/>
                  <a:gd name="T104" fmla="*/ 270 w 519"/>
                  <a:gd name="T105" fmla="*/ 177 h 189"/>
                  <a:gd name="T106" fmla="*/ 270 w 519"/>
                  <a:gd name="T107" fmla="*/ 177 h 189"/>
                  <a:gd name="T108" fmla="*/ 237 w 519"/>
                  <a:gd name="T109" fmla="*/ 168 h 189"/>
                  <a:gd name="T110" fmla="*/ 252 w 519"/>
                  <a:gd name="T111" fmla="*/ 162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19" h="189">
                    <a:moveTo>
                      <a:pt x="39" y="81"/>
                    </a:moveTo>
                    <a:cubicBezTo>
                      <a:pt x="39" y="81"/>
                      <a:pt x="42" y="90"/>
                      <a:pt x="45" y="87"/>
                    </a:cubicBezTo>
                    <a:cubicBezTo>
                      <a:pt x="48" y="84"/>
                      <a:pt x="42" y="75"/>
                      <a:pt x="39" y="81"/>
                    </a:cubicBezTo>
                    <a:close/>
                    <a:moveTo>
                      <a:pt x="147" y="102"/>
                    </a:moveTo>
                    <a:cubicBezTo>
                      <a:pt x="147" y="99"/>
                      <a:pt x="138" y="99"/>
                      <a:pt x="141" y="102"/>
                    </a:cubicBezTo>
                    <a:cubicBezTo>
                      <a:pt x="144" y="108"/>
                      <a:pt x="147" y="105"/>
                      <a:pt x="147" y="102"/>
                    </a:cubicBezTo>
                    <a:close/>
                    <a:moveTo>
                      <a:pt x="24" y="51"/>
                    </a:moveTo>
                    <a:cubicBezTo>
                      <a:pt x="21" y="54"/>
                      <a:pt x="27" y="66"/>
                      <a:pt x="30" y="60"/>
                    </a:cubicBezTo>
                    <a:cubicBezTo>
                      <a:pt x="33" y="57"/>
                      <a:pt x="24" y="48"/>
                      <a:pt x="24" y="51"/>
                    </a:cubicBezTo>
                    <a:close/>
                    <a:moveTo>
                      <a:pt x="273" y="108"/>
                    </a:moveTo>
                    <a:cubicBezTo>
                      <a:pt x="279" y="108"/>
                      <a:pt x="279" y="117"/>
                      <a:pt x="279" y="120"/>
                    </a:cubicBezTo>
                    <a:cubicBezTo>
                      <a:pt x="276" y="126"/>
                      <a:pt x="276" y="135"/>
                      <a:pt x="279" y="135"/>
                    </a:cubicBezTo>
                    <a:cubicBezTo>
                      <a:pt x="285" y="132"/>
                      <a:pt x="288" y="126"/>
                      <a:pt x="285" y="123"/>
                    </a:cubicBezTo>
                    <a:cubicBezTo>
                      <a:pt x="282" y="120"/>
                      <a:pt x="282" y="105"/>
                      <a:pt x="282" y="102"/>
                    </a:cubicBezTo>
                    <a:cubicBezTo>
                      <a:pt x="285" y="99"/>
                      <a:pt x="294" y="102"/>
                      <a:pt x="291" y="108"/>
                    </a:cubicBezTo>
                    <a:cubicBezTo>
                      <a:pt x="288" y="111"/>
                      <a:pt x="297" y="111"/>
                      <a:pt x="297" y="117"/>
                    </a:cubicBezTo>
                    <a:cubicBezTo>
                      <a:pt x="297" y="123"/>
                      <a:pt x="300" y="120"/>
                      <a:pt x="306" y="120"/>
                    </a:cubicBezTo>
                    <a:cubicBezTo>
                      <a:pt x="312" y="117"/>
                      <a:pt x="312" y="114"/>
                      <a:pt x="306" y="111"/>
                    </a:cubicBezTo>
                    <a:cubicBezTo>
                      <a:pt x="303" y="108"/>
                      <a:pt x="309" y="102"/>
                      <a:pt x="306" y="99"/>
                    </a:cubicBezTo>
                    <a:cubicBezTo>
                      <a:pt x="300" y="93"/>
                      <a:pt x="297" y="90"/>
                      <a:pt x="300" y="87"/>
                    </a:cubicBezTo>
                    <a:cubicBezTo>
                      <a:pt x="306" y="87"/>
                      <a:pt x="321" y="78"/>
                      <a:pt x="318" y="75"/>
                    </a:cubicBezTo>
                    <a:cubicBezTo>
                      <a:pt x="318" y="72"/>
                      <a:pt x="297" y="78"/>
                      <a:pt x="294" y="84"/>
                    </a:cubicBezTo>
                    <a:cubicBezTo>
                      <a:pt x="294" y="90"/>
                      <a:pt x="279" y="81"/>
                      <a:pt x="282" y="72"/>
                    </a:cubicBezTo>
                    <a:cubicBezTo>
                      <a:pt x="282" y="60"/>
                      <a:pt x="312" y="60"/>
                      <a:pt x="318" y="63"/>
                    </a:cubicBezTo>
                    <a:cubicBezTo>
                      <a:pt x="327" y="66"/>
                      <a:pt x="336" y="57"/>
                      <a:pt x="339" y="51"/>
                    </a:cubicBezTo>
                    <a:cubicBezTo>
                      <a:pt x="342" y="45"/>
                      <a:pt x="333" y="54"/>
                      <a:pt x="327" y="57"/>
                    </a:cubicBezTo>
                    <a:cubicBezTo>
                      <a:pt x="321" y="60"/>
                      <a:pt x="306" y="57"/>
                      <a:pt x="297" y="54"/>
                    </a:cubicBezTo>
                    <a:cubicBezTo>
                      <a:pt x="291" y="51"/>
                      <a:pt x="291" y="57"/>
                      <a:pt x="285" y="60"/>
                    </a:cubicBezTo>
                    <a:cubicBezTo>
                      <a:pt x="279" y="60"/>
                      <a:pt x="279" y="75"/>
                      <a:pt x="276" y="75"/>
                    </a:cubicBezTo>
                    <a:cubicBezTo>
                      <a:pt x="273" y="78"/>
                      <a:pt x="273" y="87"/>
                      <a:pt x="267" y="96"/>
                    </a:cubicBezTo>
                    <a:cubicBezTo>
                      <a:pt x="261" y="108"/>
                      <a:pt x="270" y="108"/>
                      <a:pt x="273" y="108"/>
                    </a:cubicBezTo>
                    <a:close/>
                    <a:moveTo>
                      <a:pt x="123" y="117"/>
                    </a:moveTo>
                    <a:cubicBezTo>
                      <a:pt x="123" y="114"/>
                      <a:pt x="123" y="108"/>
                      <a:pt x="123" y="105"/>
                    </a:cubicBezTo>
                    <a:cubicBezTo>
                      <a:pt x="123" y="102"/>
                      <a:pt x="126" y="102"/>
                      <a:pt x="129" y="102"/>
                    </a:cubicBezTo>
                    <a:cubicBezTo>
                      <a:pt x="132" y="105"/>
                      <a:pt x="132" y="96"/>
                      <a:pt x="129" y="96"/>
                    </a:cubicBezTo>
                    <a:cubicBezTo>
                      <a:pt x="126" y="96"/>
                      <a:pt x="126" y="87"/>
                      <a:pt x="120" y="87"/>
                    </a:cubicBezTo>
                    <a:cubicBezTo>
                      <a:pt x="114" y="87"/>
                      <a:pt x="114" y="93"/>
                      <a:pt x="117" y="93"/>
                    </a:cubicBezTo>
                    <a:cubicBezTo>
                      <a:pt x="120" y="93"/>
                      <a:pt x="123" y="96"/>
                      <a:pt x="123" y="96"/>
                    </a:cubicBezTo>
                    <a:cubicBezTo>
                      <a:pt x="120" y="99"/>
                      <a:pt x="120" y="96"/>
                      <a:pt x="114" y="96"/>
                    </a:cubicBezTo>
                    <a:cubicBezTo>
                      <a:pt x="111" y="96"/>
                      <a:pt x="114" y="90"/>
                      <a:pt x="108" y="90"/>
                    </a:cubicBezTo>
                    <a:cubicBezTo>
                      <a:pt x="102" y="90"/>
                      <a:pt x="105" y="78"/>
                      <a:pt x="99" y="78"/>
                    </a:cubicBezTo>
                    <a:cubicBezTo>
                      <a:pt x="93" y="78"/>
                      <a:pt x="93" y="75"/>
                      <a:pt x="96" y="72"/>
                    </a:cubicBezTo>
                    <a:cubicBezTo>
                      <a:pt x="99" y="69"/>
                      <a:pt x="90" y="66"/>
                      <a:pt x="90" y="60"/>
                    </a:cubicBezTo>
                    <a:cubicBezTo>
                      <a:pt x="90" y="57"/>
                      <a:pt x="84" y="60"/>
                      <a:pt x="84" y="57"/>
                    </a:cubicBezTo>
                    <a:cubicBezTo>
                      <a:pt x="84" y="54"/>
                      <a:pt x="81" y="54"/>
                      <a:pt x="78" y="51"/>
                    </a:cubicBezTo>
                    <a:cubicBezTo>
                      <a:pt x="75" y="45"/>
                      <a:pt x="75" y="51"/>
                      <a:pt x="72" y="48"/>
                    </a:cubicBezTo>
                    <a:cubicBezTo>
                      <a:pt x="69" y="45"/>
                      <a:pt x="66" y="42"/>
                      <a:pt x="63" y="42"/>
                    </a:cubicBezTo>
                    <a:cubicBezTo>
                      <a:pt x="60" y="45"/>
                      <a:pt x="54" y="39"/>
                      <a:pt x="54" y="33"/>
                    </a:cubicBezTo>
                    <a:cubicBezTo>
                      <a:pt x="51" y="30"/>
                      <a:pt x="36" y="21"/>
                      <a:pt x="33" y="18"/>
                    </a:cubicBezTo>
                    <a:cubicBezTo>
                      <a:pt x="33" y="12"/>
                      <a:pt x="27" y="9"/>
                      <a:pt x="18" y="9"/>
                    </a:cubicBezTo>
                    <a:cubicBezTo>
                      <a:pt x="9" y="9"/>
                      <a:pt x="6" y="0"/>
                      <a:pt x="3" y="6"/>
                    </a:cubicBezTo>
                    <a:cubicBezTo>
                      <a:pt x="0" y="9"/>
                      <a:pt x="12" y="24"/>
                      <a:pt x="18" y="27"/>
                    </a:cubicBezTo>
                    <a:cubicBezTo>
                      <a:pt x="24" y="30"/>
                      <a:pt x="27" y="42"/>
                      <a:pt x="33" y="42"/>
                    </a:cubicBezTo>
                    <a:cubicBezTo>
                      <a:pt x="42" y="42"/>
                      <a:pt x="42" y="63"/>
                      <a:pt x="45" y="66"/>
                    </a:cubicBezTo>
                    <a:cubicBezTo>
                      <a:pt x="51" y="66"/>
                      <a:pt x="63" y="81"/>
                      <a:pt x="63" y="90"/>
                    </a:cubicBezTo>
                    <a:cubicBezTo>
                      <a:pt x="66" y="99"/>
                      <a:pt x="75" y="105"/>
                      <a:pt x="81" y="111"/>
                    </a:cubicBezTo>
                    <a:cubicBezTo>
                      <a:pt x="84" y="117"/>
                      <a:pt x="99" y="126"/>
                      <a:pt x="99" y="129"/>
                    </a:cubicBezTo>
                    <a:cubicBezTo>
                      <a:pt x="102" y="132"/>
                      <a:pt x="105" y="138"/>
                      <a:pt x="105" y="135"/>
                    </a:cubicBezTo>
                    <a:cubicBezTo>
                      <a:pt x="108" y="132"/>
                      <a:pt x="114" y="135"/>
                      <a:pt x="117" y="135"/>
                    </a:cubicBezTo>
                    <a:cubicBezTo>
                      <a:pt x="120" y="135"/>
                      <a:pt x="123" y="123"/>
                      <a:pt x="123" y="117"/>
                    </a:cubicBezTo>
                    <a:close/>
                    <a:moveTo>
                      <a:pt x="378" y="63"/>
                    </a:moveTo>
                    <a:cubicBezTo>
                      <a:pt x="384" y="66"/>
                      <a:pt x="381" y="60"/>
                      <a:pt x="381" y="57"/>
                    </a:cubicBezTo>
                    <a:cubicBezTo>
                      <a:pt x="381" y="51"/>
                      <a:pt x="375" y="54"/>
                      <a:pt x="375" y="54"/>
                    </a:cubicBezTo>
                    <a:cubicBezTo>
                      <a:pt x="375" y="51"/>
                      <a:pt x="372" y="42"/>
                      <a:pt x="366" y="48"/>
                    </a:cubicBezTo>
                    <a:cubicBezTo>
                      <a:pt x="360" y="57"/>
                      <a:pt x="369" y="75"/>
                      <a:pt x="372" y="72"/>
                    </a:cubicBezTo>
                    <a:cubicBezTo>
                      <a:pt x="375" y="72"/>
                      <a:pt x="369" y="63"/>
                      <a:pt x="378" y="63"/>
                    </a:cubicBezTo>
                    <a:close/>
                    <a:moveTo>
                      <a:pt x="348" y="105"/>
                    </a:moveTo>
                    <a:cubicBezTo>
                      <a:pt x="351" y="111"/>
                      <a:pt x="360" y="114"/>
                      <a:pt x="363" y="108"/>
                    </a:cubicBezTo>
                    <a:cubicBezTo>
                      <a:pt x="366" y="105"/>
                      <a:pt x="348" y="99"/>
                      <a:pt x="348" y="105"/>
                    </a:cubicBezTo>
                    <a:close/>
                    <a:moveTo>
                      <a:pt x="324" y="162"/>
                    </a:moveTo>
                    <a:cubicBezTo>
                      <a:pt x="315" y="162"/>
                      <a:pt x="309" y="168"/>
                      <a:pt x="300" y="165"/>
                    </a:cubicBezTo>
                    <a:cubicBezTo>
                      <a:pt x="291" y="162"/>
                      <a:pt x="276" y="165"/>
                      <a:pt x="279" y="168"/>
                    </a:cubicBezTo>
                    <a:cubicBezTo>
                      <a:pt x="279" y="171"/>
                      <a:pt x="288" y="171"/>
                      <a:pt x="297" y="171"/>
                    </a:cubicBezTo>
                    <a:cubicBezTo>
                      <a:pt x="306" y="171"/>
                      <a:pt x="312" y="165"/>
                      <a:pt x="318" y="165"/>
                    </a:cubicBezTo>
                    <a:cubicBezTo>
                      <a:pt x="324" y="165"/>
                      <a:pt x="333" y="162"/>
                      <a:pt x="324" y="162"/>
                    </a:cubicBezTo>
                    <a:close/>
                    <a:moveTo>
                      <a:pt x="393" y="102"/>
                    </a:moveTo>
                    <a:cubicBezTo>
                      <a:pt x="387" y="99"/>
                      <a:pt x="372" y="99"/>
                      <a:pt x="372" y="105"/>
                    </a:cubicBezTo>
                    <a:cubicBezTo>
                      <a:pt x="375" y="108"/>
                      <a:pt x="381" y="108"/>
                      <a:pt x="387" y="108"/>
                    </a:cubicBezTo>
                    <a:cubicBezTo>
                      <a:pt x="396" y="108"/>
                      <a:pt x="399" y="111"/>
                      <a:pt x="402" y="111"/>
                    </a:cubicBezTo>
                    <a:cubicBezTo>
                      <a:pt x="405" y="111"/>
                      <a:pt x="402" y="105"/>
                      <a:pt x="393" y="102"/>
                    </a:cubicBezTo>
                    <a:close/>
                    <a:moveTo>
                      <a:pt x="219" y="159"/>
                    </a:moveTo>
                    <a:cubicBezTo>
                      <a:pt x="219" y="153"/>
                      <a:pt x="204" y="159"/>
                      <a:pt x="198" y="156"/>
                    </a:cubicBezTo>
                    <a:cubicBezTo>
                      <a:pt x="192" y="153"/>
                      <a:pt x="207" y="150"/>
                      <a:pt x="210" y="147"/>
                    </a:cubicBezTo>
                    <a:cubicBezTo>
                      <a:pt x="216" y="144"/>
                      <a:pt x="207" y="144"/>
                      <a:pt x="198" y="147"/>
                    </a:cubicBezTo>
                    <a:cubicBezTo>
                      <a:pt x="186" y="150"/>
                      <a:pt x="174" y="141"/>
                      <a:pt x="174" y="144"/>
                    </a:cubicBezTo>
                    <a:cubicBezTo>
                      <a:pt x="174" y="150"/>
                      <a:pt x="153" y="144"/>
                      <a:pt x="150" y="138"/>
                    </a:cubicBezTo>
                    <a:cubicBezTo>
                      <a:pt x="144" y="135"/>
                      <a:pt x="126" y="132"/>
                      <a:pt x="123" y="138"/>
                    </a:cubicBezTo>
                    <a:cubicBezTo>
                      <a:pt x="120" y="144"/>
                      <a:pt x="117" y="138"/>
                      <a:pt x="117" y="144"/>
                    </a:cubicBezTo>
                    <a:cubicBezTo>
                      <a:pt x="120" y="150"/>
                      <a:pt x="123" y="147"/>
                      <a:pt x="126" y="147"/>
                    </a:cubicBezTo>
                    <a:cubicBezTo>
                      <a:pt x="129" y="147"/>
                      <a:pt x="129" y="153"/>
                      <a:pt x="132" y="153"/>
                    </a:cubicBezTo>
                    <a:cubicBezTo>
                      <a:pt x="138" y="153"/>
                      <a:pt x="150" y="156"/>
                      <a:pt x="153" y="153"/>
                    </a:cubicBezTo>
                    <a:cubicBezTo>
                      <a:pt x="153" y="150"/>
                      <a:pt x="168" y="153"/>
                      <a:pt x="174" y="159"/>
                    </a:cubicBezTo>
                    <a:cubicBezTo>
                      <a:pt x="180" y="165"/>
                      <a:pt x="195" y="165"/>
                      <a:pt x="201" y="165"/>
                    </a:cubicBezTo>
                    <a:cubicBezTo>
                      <a:pt x="207" y="162"/>
                      <a:pt x="213" y="168"/>
                      <a:pt x="216" y="165"/>
                    </a:cubicBezTo>
                    <a:cubicBezTo>
                      <a:pt x="219" y="162"/>
                      <a:pt x="222" y="171"/>
                      <a:pt x="231" y="165"/>
                    </a:cubicBezTo>
                    <a:cubicBezTo>
                      <a:pt x="237" y="159"/>
                      <a:pt x="219" y="162"/>
                      <a:pt x="219" y="159"/>
                    </a:cubicBezTo>
                    <a:close/>
                    <a:moveTo>
                      <a:pt x="480" y="87"/>
                    </a:moveTo>
                    <a:cubicBezTo>
                      <a:pt x="477" y="87"/>
                      <a:pt x="474" y="96"/>
                      <a:pt x="471" y="96"/>
                    </a:cubicBezTo>
                    <a:cubicBezTo>
                      <a:pt x="468" y="96"/>
                      <a:pt x="462" y="105"/>
                      <a:pt x="453" y="105"/>
                    </a:cubicBezTo>
                    <a:cubicBezTo>
                      <a:pt x="444" y="108"/>
                      <a:pt x="444" y="84"/>
                      <a:pt x="441" y="78"/>
                    </a:cubicBezTo>
                    <a:cubicBezTo>
                      <a:pt x="438" y="72"/>
                      <a:pt x="417" y="69"/>
                      <a:pt x="414" y="75"/>
                    </a:cubicBezTo>
                    <a:cubicBezTo>
                      <a:pt x="414" y="81"/>
                      <a:pt x="405" y="78"/>
                      <a:pt x="405" y="81"/>
                    </a:cubicBezTo>
                    <a:cubicBezTo>
                      <a:pt x="405" y="87"/>
                      <a:pt x="408" y="84"/>
                      <a:pt x="411" y="84"/>
                    </a:cubicBezTo>
                    <a:cubicBezTo>
                      <a:pt x="417" y="84"/>
                      <a:pt x="417" y="90"/>
                      <a:pt x="417" y="93"/>
                    </a:cubicBezTo>
                    <a:cubicBezTo>
                      <a:pt x="420" y="96"/>
                      <a:pt x="432" y="93"/>
                      <a:pt x="435" y="93"/>
                    </a:cubicBezTo>
                    <a:cubicBezTo>
                      <a:pt x="441" y="93"/>
                      <a:pt x="441" y="99"/>
                      <a:pt x="435" y="96"/>
                    </a:cubicBezTo>
                    <a:cubicBezTo>
                      <a:pt x="429" y="96"/>
                      <a:pt x="429" y="99"/>
                      <a:pt x="426" y="99"/>
                    </a:cubicBezTo>
                    <a:cubicBezTo>
                      <a:pt x="420" y="99"/>
                      <a:pt x="417" y="99"/>
                      <a:pt x="417" y="102"/>
                    </a:cubicBezTo>
                    <a:cubicBezTo>
                      <a:pt x="420" y="102"/>
                      <a:pt x="426" y="105"/>
                      <a:pt x="426" y="111"/>
                    </a:cubicBezTo>
                    <a:cubicBezTo>
                      <a:pt x="426" y="117"/>
                      <a:pt x="432" y="114"/>
                      <a:pt x="432" y="111"/>
                    </a:cubicBezTo>
                    <a:cubicBezTo>
                      <a:pt x="432" y="105"/>
                      <a:pt x="438" y="111"/>
                      <a:pt x="444" y="114"/>
                    </a:cubicBezTo>
                    <a:cubicBezTo>
                      <a:pt x="453" y="117"/>
                      <a:pt x="447" y="120"/>
                      <a:pt x="456" y="120"/>
                    </a:cubicBezTo>
                    <a:cubicBezTo>
                      <a:pt x="462" y="120"/>
                      <a:pt x="480" y="126"/>
                      <a:pt x="486" y="129"/>
                    </a:cubicBezTo>
                    <a:cubicBezTo>
                      <a:pt x="492" y="135"/>
                      <a:pt x="489" y="138"/>
                      <a:pt x="492" y="144"/>
                    </a:cubicBezTo>
                    <a:cubicBezTo>
                      <a:pt x="498" y="147"/>
                      <a:pt x="498" y="153"/>
                      <a:pt x="492" y="153"/>
                    </a:cubicBezTo>
                    <a:cubicBezTo>
                      <a:pt x="486" y="153"/>
                      <a:pt x="480" y="159"/>
                      <a:pt x="483" y="162"/>
                    </a:cubicBezTo>
                    <a:cubicBezTo>
                      <a:pt x="483" y="165"/>
                      <a:pt x="504" y="162"/>
                      <a:pt x="507" y="162"/>
                    </a:cubicBezTo>
                    <a:cubicBezTo>
                      <a:pt x="510" y="162"/>
                      <a:pt x="513" y="165"/>
                      <a:pt x="519" y="171"/>
                    </a:cubicBezTo>
                    <a:cubicBezTo>
                      <a:pt x="519" y="99"/>
                      <a:pt x="519" y="99"/>
                      <a:pt x="519" y="99"/>
                    </a:cubicBezTo>
                    <a:cubicBezTo>
                      <a:pt x="504" y="93"/>
                      <a:pt x="486" y="84"/>
                      <a:pt x="480" y="87"/>
                    </a:cubicBezTo>
                    <a:close/>
                    <a:moveTo>
                      <a:pt x="336" y="171"/>
                    </a:moveTo>
                    <a:cubicBezTo>
                      <a:pt x="336" y="171"/>
                      <a:pt x="336" y="171"/>
                      <a:pt x="333" y="171"/>
                    </a:cubicBezTo>
                    <a:cubicBezTo>
                      <a:pt x="333" y="174"/>
                      <a:pt x="333" y="174"/>
                      <a:pt x="330" y="174"/>
                    </a:cubicBezTo>
                    <a:cubicBezTo>
                      <a:pt x="330" y="177"/>
                      <a:pt x="330" y="174"/>
                      <a:pt x="327" y="174"/>
                    </a:cubicBezTo>
                    <a:cubicBezTo>
                      <a:pt x="321" y="174"/>
                      <a:pt x="318" y="183"/>
                      <a:pt x="321" y="186"/>
                    </a:cubicBezTo>
                    <a:cubicBezTo>
                      <a:pt x="327" y="189"/>
                      <a:pt x="333" y="183"/>
                      <a:pt x="336" y="177"/>
                    </a:cubicBezTo>
                    <a:cubicBezTo>
                      <a:pt x="339" y="177"/>
                      <a:pt x="339" y="177"/>
                      <a:pt x="339" y="177"/>
                    </a:cubicBezTo>
                    <a:cubicBezTo>
                      <a:pt x="339" y="174"/>
                      <a:pt x="339" y="174"/>
                      <a:pt x="339" y="174"/>
                    </a:cubicBezTo>
                    <a:cubicBezTo>
                      <a:pt x="339" y="174"/>
                      <a:pt x="339" y="174"/>
                      <a:pt x="339" y="174"/>
                    </a:cubicBezTo>
                    <a:cubicBezTo>
                      <a:pt x="339" y="171"/>
                      <a:pt x="339" y="171"/>
                      <a:pt x="336" y="171"/>
                    </a:cubicBezTo>
                    <a:close/>
                    <a:moveTo>
                      <a:pt x="243" y="84"/>
                    </a:moveTo>
                    <a:cubicBezTo>
                      <a:pt x="249" y="81"/>
                      <a:pt x="252" y="75"/>
                      <a:pt x="252" y="66"/>
                    </a:cubicBezTo>
                    <a:cubicBezTo>
                      <a:pt x="249" y="60"/>
                      <a:pt x="264" y="60"/>
                      <a:pt x="267" y="57"/>
                    </a:cubicBezTo>
                    <a:cubicBezTo>
                      <a:pt x="270" y="54"/>
                      <a:pt x="264" y="51"/>
                      <a:pt x="261" y="48"/>
                    </a:cubicBezTo>
                    <a:cubicBezTo>
                      <a:pt x="255" y="45"/>
                      <a:pt x="258" y="42"/>
                      <a:pt x="255" y="39"/>
                    </a:cubicBezTo>
                    <a:cubicBezTo>
                      <a:pt x="252" y="36"/>
                      <a:pt x="249" y="30"/>
                      <a:pt x="252" y="30"/>
                    </a:cubicBezTo>
                    <a:cubicBezTo>
                      <a:pt x="258" y="30"/>
                      <a:pt x="249" y="24"/>
                      <a:pt x="252" y="21"/>
                    </a:cubicBezTo>
                    <a:cubicBezTo>
                      <a:pt x="255" y="21"/>
                      <a:pt x="255" y="21"/>
                      <a:pt x="255" y="21"/>
                    </a:cubicBezTo>
                    <a:cubicBezTo>
                      <a:pt x="252" y="18"/>
                      <a:pt x="252" y="18"/>
                      <a:pt x="249" y="18"/>
                    </a:cubicBezTo>
                    <a:cubicBezTo>
                      <a:pt x="243" y="18"/>
                      <a:pt x="231" y="18"/>
                      <a:pt x="231" y="27"/>
                    </a:cubicBezTo>
                    <a:cubicBezTo>
                      <a:pt x="234" y="33"/>
                      <a:pt x="225" y="30"/>
                      <a:pt x="225" y="36"/>
                    </a:cubicBezTo>
                    <a:cubicBezTo>
                      <a:pt x="225" y="39"/>
                      <a:pt x="222" y="39"/>
                      <a:pt x="222" y="45"/>
                    </a:cubicBezTo>
                    <a:cubicBezTo>
                      <a:pt x="222" y="51"/>
                      <a:pt x="219" y="51"/>
                      <a:pt x="213" y="54"/>
                    </a:cubicBezTo>
                    <a:cubicBezTo>
                      <a:pt x="207" y="57"/>
                      <a:pt x="207" y="51"/>
                      <a:pt x="201" y="51"/>
                    </a:cubicBezTo>
                    <a:cubicBezTo>
                      <a:pt x="195" y="51"/>
                      <a:pt x="195" y="54"/>
                      <a:pt x="189" y="57"/>
                    </a:cubicBezTo>
                    <a:cubicBezTo>
                      <a:pt x="186" y="57"/>
                      <a:pt x="177" y="54"/>
                      <a:pt x="177" y="57"/>
                    </a:cubicBezTo>
                    <a:cubicBezTo>
                      <a:pt x="174" y="60"/>
                      <a:pt x="168" y="51"/>
                      <a:pt x="165" y="51"/>
                    </a:cubicBezTo>
                    <a:cubicBezTo>
                      <a:pt x="165" y="51"/>
                      <a:pt x="165" y="48"/>
                      <a:pt x="162" y="45"/>
                    </a:cubicBezTo>
                    <a:cubicBezTo>
                      <a:pt x="162" y="45"/>
                      <a:pt x="162" y="45"/>
                      <a:pt x="162" y="45"/>
                    </a:cubicBezTo>
                    <a:cubicBezTo>
                      <a:pt x="156" y="45"/>
                      <a:pt x="150" y="57"/>
                      <a:pt x="153" y="60"/>
                    </a:cubicBezTo>
                    <a:cubicBezTo>
                      <a:pt x="159" y="66"/>
                      <a:pt x="159" y="72"/>
                      <a:pt x="159" y="75"/>
                    </a:cubicBezTo>
                    <a:cubicBezTo>
                      <a:pt x="162" y="81"/>
                      <a:pt x="171" y="81"/>
                      <a:pt x="171" y="87"/>
                    </a:cubicBezTo>
                    <a:cubicBezTo>
                      <a:pt x="171" y="96"/>
                      <a:pt x="177" y="105"/>
                      <a:pt x="180" y="102"/>
                    </a:cubicBezTo>
                    <a:cubicBezTo>
                      <a:pt x="186" y="99"/>
                      <a:pt x="189" y="105"/>
                      <a:pt x="189" y="108"/>
                    </a:cubicBezTo>
                    <a:cubicBezTo>
                      <a:pt x="192" y="111"/>
                      <a:pt x="201" y="105"/>
                      <a:pt x="204" y="105"/>
                    </a:cubicBezTo>
                    <a:cubicBezTo>
                      <a:pt x="207" y="105"/>
                      <a:pt x="219" y="108"/>
                      <a:pt x="219" y="111"/>
                    </a:cubicBezTo>
                    <a:cubicBezTo>
                      <a:pt x="219" y="117"/>
                      <a:pt x="228" y="111"/>
                      <a:pt x="234" y="108"/>
                    </a:cubicBezTo>
                    <a:cubicBezTo>
                      <a:pt x="243" y="108"/>
                      <a:pt x="237" y="87"/>
                      <a:pt x="243" y="84"/>
                    </a:cubicBezTo>
                    <a:close/>
                    <a:moveTo>
                      <a:pt x="270" y="177"/>
                    </a:moveTo>
                    <a:cubicBezTo>
                      <a:pt x="270" y="180"/>
                      <a:pt x="276" y="180"/>
                      <a:pt x="279" y="183"/>
                    </a:cubicBezTo>
                    <a:cubicBezTo>
                      <a:pt x="282" y="186"/>
                      <a:pt x="291" y="189"/>
                      <a:pt x="291" y="183"/>
                    </a:cubicBezTo>
                    <a:cubicBezTo>
                      <a:pt x="291" y="177"/>
                      <a:pt x="267" y="174"/>
                      <a:pt x="270" y="177"/>
                    </a:cubicBezTo>
                    <a:close/>
                    <a:moveTo>
                      <a:pt x="252" y="162"/>
                    </a:moveTo>
                    <a:cubicBezTo>
                      <a:pt x="252" y="165"/>
                      <a:pt x="246" y="165"/>
                      <a:pt x="243" y="162"/>
                    </a:cubicBezTo>
                    <a:cubicBezTo>
                      <a:pt x="240" y="159"/>
                      <a:pt x="234" y="165"/>
                      <a:pt x="237" y="168"/>
                    </a:cubicBezTo>
                    <a:cubicBezTo>
                      <a:pt x="237" y="171"/>
                      <a:pt x="246" y="174"/>
                      <a:pt x="252" y="171"/>
                    </a:cubicBezTo>
                    <a:cubicBezTo>
                      <a:pt x="261" y="168"/>
                      <a:pt x="267" y="171"/>
                      <a:pt x="270" y="168"/>
                    </a:cubicBezTo>
                    <a:cubicBezTo>
                      <a:pt x="270" y="162"/>
                      <a:pt x="255" y="159"/>
                      <a:pt x="252" y="16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" name="Freeform 178">
                <a:extLst>
                  <a:ext uri="{FF2B5EF4-FFF2-40B4-BE49-F238E27FC236}">
                    <a16:creationId xmlns:a16="http://schemas.microsoft.com/office/drawing/2014/main" id="{08162ECF-3F1B-1D2B-1EB8-7F07EF5D40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88983" y="3426234"/>
                <a:ext cx="74348" cy="33794"/>
              </a:xfrm>
              <a:custGeom>
                <a:avLst/>
                <a:gdLst>
                  <a:gd name="T0" fmla="*/ 3 w 39"/>
                  <a:gd name="T1" fmla="*/ 12 h 18"/>
                  <a:gd name="T2" fmla="*/ 0 w 39"/>
                  <a:gd name="T3" fmla="*/ 15 h 18"/>
                  <a:gd name="T4" fmla="*/ 3 w 39"/>
                  <a:gd name="T5" fmla="*/ 15 h 18"/>
                  <a:gd name="T6" fmla="*/ 6 w 39"/>
                  <a:gd name="T7" fmla="*/ 12 h 18"/>
                  <a:gd name="T8" fmla="*/ 6 w 39"/>
                  <a:gd name="T9" fmla="*/ 12 h 18"/>
                  <a:gd name="T10" fmla="*/ 3 w 39"/>
                  <a:gd name="T11" fmla="*/ 12 h 18"/>
                  <a:gd name="T12" fmla="*/ 21 w 39"/>
                  <a:gd name="T13" fmla="*/ 3 h 18"/>
                  <a:gd name="T14" fmla="*/ 12 w 39"/>
                  <a:gd name="T15" fmla="*/ 9 h 18"/>
                  <a:gd name="T16" fmla="*/ 9 w 39"/>
                  <a:gd name="T17" fmla="*/ 12 h 18"/>
                  <a:gd name="T18" fmla="*/ 12 w 39"/>
                  <a:gd name="T19" fmla="*/ 15 h 18"/>
                  <a:gd name="T20" fmla="*/ 36 w 39"/>
                  <a:gd name="T21" fmla="*/ 3 h 18"/>
                  <a:gd name="T22" fmla="*/ 21 w 39"/>
                  <a:gd name="T23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18">
                    <a:moveTo>
                      <a:pt x="3" y="12"/>
                    </a:moveTo>
                    <a:cubicBezTo>
                      <a:pt x="3" y="12"/>
                      <a:pt x="3" y="12"/>
                      <a:pt x="0" y="15"/>
                    </a:cubicBezTo>
                    <a:cubicBezTo>
                      <a:pt x="3" y="15"/>
                      <a:pt x="3" y="18"/>
                      <a:pt x="3" y="15"/>
                    </a:cubicBezTo>
                    <a:cubicBezTo>
                      <a:pt x="6" y="15"/>
                      <a:pt x="6" y="15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3" y="12"/>
                      <a:pt x="3" y="12"/>
                    </a:cubicBezTo>
                    <a:close/>
                    <a:moveTo>
                      <a:pt x="21" y="3"/>
                    </a:moveTo>
                    <a:cubicBezTo>
                      <a:pt x="15" y="3"/>
                      <a:pt x="15" y="9"/>
                      <a:pt x="12" y="9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2" y="12"/>
                      <a:pt x="12" y="12"/>
                      <a:pt x="12" y="15"/>
                    </a:cubicBezTo>
                    <a:cubicBezTo>
                      <a:pt x="21" y="12"/>
                      <a:pt x="36" y="6"/>
                      <a:pt x="36" y="3"/>
                    </a:cubicBezTo>
                    <a:cubicBezTo>
                      <a:pt x="39" y="0"/>
                      <a:pt x="27" y="6"/>
                      <a:pt x="21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" name="Freeform 179">
                <a:extLst>
                  <a:ext uri="{FF2B5EF4-FFF2-40B4-BE49-F238E27FC236}">
                    <a16:creationId xmlns:a16="http://schemas.microsoft.com/office/drawing/2014/main" id="{47246EFB-ECE8-7788-093D-3ED9EE533B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77375" y="2137988"/>
                <a:ext cx="252783" cy="270356"/>
              </a:xfrm>
              <a:custGeom>
                <a:avLst/>
                <a:gdLst>
                  <a:gd name="T0" fmla="*/ 90 w 132"/>
                  <a:gd name="T1" fmla="*/ 123 h 141"/>
                  <a:gd name="T2" fmla="*/ 78 w 132"/>
                  <a:gd name="T3" fmla="*/ 123 h 141"/>
                  <a:gd name="T4" fmla="*/ 69 w 132"/>
                  <a:gd name="T5" fmla="*/ 126 h 141"/>
                  <a:gd name="T6" fmla="*/ 81 w 132"/>
                  <a:gd name="T7" fmla="*/ 132 h 141"/>
                  <a:gd name="T8" fmla="*/ 93 w 132"/>
                  <a:gd name="T9" fmla="*/ 141 h 141"/>
                  <a:gd name="T10" fmla="*/ 96 w 132"/>
                  <a:gd name="T11" fmla="*/ 135 h 141"/>
                  <a:gd name="T12" fmla="*/ 99 w 132"/>
                  <a:gd name="T13" fmla="*/ 123 h 141"/>
                  <a:gd name="T14" fmla="*/ 90 w 132"/>
                  <a:gd name="T15" fmla="*/ 123 h 141"/>
                  <a:gd name="T16" fmla="*/ 27 w 132"/>
                  <a:gd name="T17" fmla="*/ 84 h 141"/>
                  <a:gd name="T18" fmla="*/ 18 w 132"/>
                  <a:gd name="T19" fmla="*/ 87 h 141"/>
                  <a:gd name="T20" fmla="*/ 24 w 132"/>
                  <a:gd name="T21" fmla="*/ 102 h 141"/>
                  <a:gd name="T22" fmla="*/ 27 w 132"/>
                  <a:gd name="T23" fmla="*/ 111 h 141"/>
                  <a:gd name="T24" fmla="*/ 36 w 132"/>
                  <a:gd name="T25" fmla="*/ 108 h 141"/>
                  <a:gd name="T26" fmla="*/ 36 w 132"/>
                  <a:gd name="T27" fmla="*/ 90 h 141"/>
                  <a:gd name="T28" fmla="*/ 27 w 132"/>
                  <a:gd name="T29" fmla="*/ 84 h 141"/>
                  <a:gd name="T30" fmla="*/ 108 w 132"/>
                  <a:gd name="T31" fmla="*/ 78 h 141"/>
                  <a:gd name="T32" fmla="*/ 99 w 132"/>
                  <a:gd name="T33" fmla="*/ 72 h 141"/>
                  <a:gd name="T34" fmla="*/ 84 w 132"/>
                  <a:gd name="T35" fmla="*/ 54 h 141"/>
                  <a:gd name="T36" fmla="*/ 66 w 132"/>
                  <a:gd name="T37" fmla="*/ 39 h 141"/>
                  <a:gd name="T38" fmla="*/ 66 w 132"/>
                  <a:gd name="T39" fmla="*/ 27 h 141"/>
                  <a:gd name="T40" fmla="*/ 72 w 132"/>
                  <a:gd name="T41" fmla="*/ 21 h 141"/>
                  <a:gd name="T42" fmla="*/ 72 w 132"/>
                  <a:gd name="T43" fmla="*/ 6 h 141"/>
                  <a:gd name="T44" fmla="*/ 66 w 132"/>
                  <a:gd name="T45" fmla="*/ 6 h 141"/>
                  <a:gd name="T46" fmla="*/ 66 w 132"/>
                  <a:gd name="T47" fmla="*/ 0 h 141"/>
                  <a:gd name="T48" fmla="*/ 57 w 132"/>
                  <a:gd name="T49" fmla="*/ 0 h 141"/>
                  <a:gd name="T50" fmla="*/ 48 w 132"/>
                  <a:gd name="T51" fmla="*/ 3 h 141"/>
                  <a:gd name="T52" fmla="*/ 48 w 132"/>
                  <a:gd name="T53" fmla="*/ 3 h 141"/>
                  <a:gd name="T54" fmla="*/ 45 w 132"/>
                  <a:gd name="T55" fmla="*/ 6 h 141"/>
                  <a:gd name="T56" fmla="*/ 42 w 132"/>
                  <a:gd name="T57" fmla="*/ 6 h 141"/>
                  <a:gd name="T58" fmla="*/ 39 w 132"/>
                  <a:gd name="T59" fmla="*/ 9 h 141"/>
                  <a:gd name="T60" fmla="*/ 36 w 132"/>
                  <a:gd name="T61" fmla="*/ 9 h 141"/>
                  <a:gd name="T62" fmla="*/ 30 w 132"/>
                  <a:gd name="T63" fmla="*/ 12 h 141"/>
                  <a:gd name="T64" fmla="*/ 27 w 132"/>
                  <a:gd name="T65" fmla="*/ 15 h 141"/>
                  <a:gd name="T66" fmla="*/ 21 w 132"/>
                  <a:gd name="T67" fmla="*/ 9 h 141"/>
                  <a:gd name="T68" fmla="*/ 15 w 132"/>
                  <a:gd name="T69" fmla="*/ 18 h 141"/>
                  <a:gd name="T70" fmla="*/ 6 w 132"/>
                  <a:gd name="T71" fmla="*/ 18 h 141"/>
                  <a:gd name="T72" fmla="*/ 6 w 132"/>
                  <a:gd name="T73" fmla="*/ 24 h 141"/>
                  <a:gd name="T74" fmla="*/ 6 w 132"/>
                  <a:gd name="T75" fmla="*/ 27 h 141"/>
                  <a:gd name="T76" fmla="*/ 3 w 132"/>
                  <a:gd name="T77" fmla="*/ 30 h 141"/>
                  <a:gd name="T78" fmla="*/ 6 w 132"/>
                  <a:gd name="T79" fmla="*/ 36 h 141"/>
                  <a:gd name="T80" fmla="*/ 9 w 132"/>
                  <a:gd name="T81" fmla="*/ 42 h 141"/>
                  <a:gd name="T82" fmla="*/ 15 w 132"/>
                  <a:gd name="T83" fmla="*/ 42 h 141"/>
                  <a:gd name="T84" fmla="*/ 12 w 132"/>
                  <a:gd name="T85" fmla="*/ 48 h 141"/>
                  <a:gd name="T86" fmla="*/ 18 w 132"/>
                  <a:gd name="T87" fmla="*/ 45 h 141"/>
                  <a:gd name="T88" fmla="*/ 27 w 132"/>
                  <a:gd name="T89" fmla="*/ 39 h 141"/>
                  <a:gd name="T90" fmla="*/ 42 w 132"/>
                  <a:gd name="T91" fmla="*/ 45 h 141"/>
                  <a:gd name="T92" fmla="*/ 45 w 132"/>
                  <a:gd name="T93" fmla="*/ 51 h 141"/>
                  <a:gd name="T94" fmla="*/ 57 w 132"/>
                  <a:gd name="T95" fmla="*/ 66 h 141"/>
                  <a:gd name="T96" fmla="*/ 72 w 132"/>
                  <a:gd name="T97" fmla="*/ 78 h 141"/>
                  <a:gd name="T98" fmla="*/ 81 w 132"/>
                  <a:gd name="T99" fmla="*/ 84 h 141"/>
                  <a:gd name="T100" fmla="*/ 93 w 132"/>
                  <a:gd name="T101" fmla="*/ 90 h 141"/>
                  <a:gd name="T102" fmla="*/ 99 w 132"/>
                  <a:gd name="T103" fmla="*/ 96 h 141"/>
                  <a:gd name="T104" fmla="*/ 105 w 132"/>
                  <a:gd name="T105" fmla="*/ 102 h 141"/>
                  <a:gd name="T106" fmla="*/ 105 w 132"/>
                  <a:gd name="T107" fmla="*/ 114 h 141"/>
                  <a:gd name="T108" fmla="*/ 105 w 132"/>
                  <a:gd name="T109" fmla="*/ 123 h 141"/>
                  <a:gd name="T110" fmla="*/ 111 w 132"/>
                  <a:gd name="T111" fmla="*/ 114 h 141"/>
                  <a:gd name="T112" fmla="*/ 117 w 132"/>
                  <a:gd name="T113" fmla="*/ 108 h 141"/>
                  <a:gd name="T114" fmla="*/ 111 w 132"/>
                  <a:gd name="T115" fmla="*/ 99 h 141"/>
                  <a:gd name="T116" fmla="*/ 123 w 132"/>
                  <a:gd name="T117" fmla="*/ 96 h 141"/>
                  <a:gd name="T118" fmla="*/ 132 w 132"/>
                  <a:gd name="T119" fmla="*/ 96 h 141"/>
                  <a:gd name="T120" fmla="*/ 108 w 132"/>
                  <a:gd name="T121" fmla="*/ 78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2" h="141">
                    <a:moveTo>
                      <a:pt x="90" y="123"/>
                    </a:moveTo>
                    <a:cubicBezTo>
                      <a:pt x="84" y="123"/>
                      <a:pt x="81" y="123"/>
                      <a:pt x="78" y="123"/>
                    </a:cubicBezTo>
                    <a:cubicBezTo>
                      <a:pt x="75" y="120"/>
                      <a:pt x="66" y="123"/>
                      <a:pt x="69" y="126"/>
                    </a:cubicBezTo>
                    <a:cubicBezTo>
                      <a:pt x="69" y="129"/>
                      <a:pt x="72" y="132"/>
                      <a:pt x="81" y="132"/>
                    </a:cubicBezTo>
                    <a:cubicBezTo>
                      <a:pt x="87" y="135"/>
                      <a:pt x="90" y="141"/>
                      <a:pt x="93" y="141"/>
                    </a:cubicBezTo>
                    <a:cubicBezTo>
                      <a:pt x="96" y="141"/>
                      <a:pt x="96" y="138"/>
                      <a:pt x="96" y="135"/>
                    </a:cubicBezTo>
                    <a:cubicBezTo>
                      <a:pt x="96" y="129"/>
                      <a:pt x="99" y="123"/>
                      <a:pt x="99" y="123"/>
                    </a:cubicBezTo>
                    <a:cubicBezTo>
                      <a:pt x="102" y="123"/>
                      <a:pt x="99" y="120"/>
                      <a:pt x="90" y="123"/>
                    </a:cubicBezTo>
                    <a:close/>
                    <a:moveTo>
                      <a:pt x="27" y="84"/>
                    </a:moveTo>
                    <a:cubicBezTo>
                      <a:pt x="24" y="87"/>
                      <a:pt x="21" y="84"/>
                      <a:pt x="18" y="87"/>
                    </a:cubicBezTo>
                    <a:cubicBezTo>
                      <a:pt x="18" y="90"/>
                      <a:pt x="24" y="96"/>
                      <a:pt x="24" y="102"/>
                    </a:cubicBezTo>
                    <a:cubicBezTo>
                      <a:pt x="21" y="108"/>
                      <a:pt x="24" y="117"/>
                      <a:pt x="27" y="111"/>
                    </a:cubicBezTo>
                    <a:cubicBezTo>
                      <a:pt x="30" y="108"/>
                      <a:pt x="33" y="111"/>
                      <a:pt x="36" y="108"/>
                    </a:cubicBezTo>
                    <a:cubicBezTo>
                      <a:pt x="39" y="105"/>
                      <a:pt x="36" y="93"/>
                      <a:pt x="36" y="90"/>
                    </a:cubicBezTo>
                    <a:cubicBezTo>
                      <a:pt x="39" y="84"/>
                      <a:pt x="30" y="81"/>
                      <a:pt x="27" y="84"/>
                    </a:cubicBezTo>
                    <a:close/>
                    <a:moveTo>
                      <a:pt x="108" y="78"/>
                    </a:moveTo>
                    <a:cubicBezTo>
                      <a:pt x="105" y="78"/>
                      <a:pt x="108" y="72"/>
                      <a:pt x="99" y="72"/>
                    </a:cubicBezTo>
                    <a:cubicBezTo>
                      <a:pt x="93" y="72"/>
                      <a:pt x="84" y="63"/>
                      <a:pt x="84" y="54"/>
                    </a:cubicBezTo>
                    <a:cubicBezTo>
                      <a:pt x="81" y="45"/>
                      <a:pt x="69" y="45"/>
                      <a:pt x="66" y="39"/>
                    </a:cubicBezTo>
                    <a:cubicBezTo>
                      <a:pt x="63" y="33"/>
                      <a:pt x="69" y="33"/>
                      <a:pt x="66" y="27"/>
                    </a:cubicBezTo>
                    <a:cubicBezTo>
                      <a:pt x="66" y="24"/>
                      <a:pt x="69" y="21"/>
                      <a:pt x="72" y="21"/>
                    </a:cubicBezTo>
                    <a:cubicBezTo>
                      <a:pt x="72" y="15"/>
                      <a:pt x="72" y="9"/>
                      <a:pt x="72" y="6"/>
                    </a:cubicBezTo>
                    <a:cubicBezTo>
                      <a:pt x="69" y="6"/>
                      <a:pt x="69" y="6"/>
                      <a:pt x="66" y="6"/>
                    </a:cubicBezTo>
                    <a:cubicBezTo>
                      <a:pt x="66" y="3"/>
                      <a:pt x="66" y="0"/>
                      <a:pt x="66" y="0"/>
                    </a:cubicBezTo>
                    <a:cubicBezTo>
                      <a:pt x="63" y="0"/>
                      <a:pt x="57" y="0"/>
                      <a:pt x="57" y="0"/>
                    </a:cubicBezTo>
                    <a:cubicBezTo>
                      <a:pt x="54" y="3"/>
                      <a:pt x="51" y="6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6"/>
                      <a:pt x="45" y="6"/>
                      <a:pt x="42" y="6"/>
                    </a:cubicBezTo>
                    <a:cubicBezTo>
                      <a:pt x="42" y="6"/>
                      <a:pt x="39" y="6"/>
                      <a:pt x="39" y="9"/>
                    </a:cubicBezTo>
                    <a:cubicBezTo>
                      <a:pt x="39" y="12"/>
                      <a:pt x="36" y="9"/>
                      <a:pt x="36" y="9"/>
                    </a:cubicBezTo>
                    <a:cubicBezTo>
                      <a:pt x="33" y="9"/>
                      <a:pt x="30" y="9"/>
                      <a:pt x="30" y="12"/>
                    </a:cubicBezTo>
                    <a:cubicBezTo>
                      <a:pt x="30" y="15"/>
                      <a:pt x="30" y="18"/>
                      <a:pt x="27" y="15"/>
                    </a:cubicBezTo>
                    <a:cubicBezTo>
                      <a:pt x="24" y="15"/>
                      <a:pt x="21" y="9"/>
                      <a:pt x="21" y="9"/>
                    </a:cubicBezTo>
                    <a:cubicBezTo>
                      <a:pt x="21" y="9"/>
                      <a:pt x="18" y="18"/>
                      <a:pt x="15" y="18"/>
                    </a:cubicBezTo>
                    <a:cubicBezTo>
                      <a:pt x="15" y="18"/>
                      <a:pt x="9" y="18"/>
                      <a:pt x="6" y="18"/>
                    </a:cubicBezTo>
                    <a:cubicBezTo>
                      <a:pt x="6" y="21"/>
                      <a:pt x="6" y="21"/>
                      <a:pt x="6" y="24"/>
                    </a:cubicBezTo>
                    <a:cubicBezTo>
                      <a:pt x="9" y="24"/>
                      <a:pt x="6" y="27"/>
                      <a:pt x="6" y="27"/>
                    </a:cubicBezTo>
                    <a:cubicBezTo>
                      <a:pt x="3" y="27"/>
                      <a:pt x="0" y="27"/>
                      <a:pt x="3" y="30"/>
                    </a:cubicBezTo>
                    <a:cubicBezTo>
                      <a:pt x="6" y="33"/>
                      <a:pt x="9" y="33"/>
                      <a:pt x="6" y="36"/>
                    </a:cubicBezTo>
                    <a:cubicBezTo>
                      <a:pt x="3" y="39"/>
                      <a:pt x="6" y="42"/>
                      <a:pt x="9" y="42"/>
                    </a:cubicBezTo>
                    <a:cubicBezTo>
                      <a:pt x="12" y="42"/>
                      <a:pt x="15" y="42"/>
                      <a:pt x="15" y="42"/>
                    </a:cubicBezTo>
                    <a:cubicBezTo>
                      <a:pt x="12" y="45"/>
                      <a:pt x="12" y="45"/>
                      <a:pt x="12" y="48"/>
                    </a:cubicBezTo>
                    <a:cubicBezTo>
                      <a:pt x="15" y="45"/>
                      <a:pt x="15" y="45"/>
                      <a:pt x="18" y="45"/>
                    </a:cubicBezTo>
                    <a:cubicBezTo>
                      <a:pt x="21" y="42"/>
                      <a:pt x="21" y="39"/>
                      <a:pt x="27" y="39"/>
                    </a:cubicBezTo>
                    <a:cubicBezTo>
                      <a:pt x="33" y="36"/>
                      <a:pt x="39" y="42"/>
                      <a:pt x="42" y="45"/>
                    </a:cubicBezTo>
                    <a:cubicBezTo>
                      <a:pt x="45" y="48"/>
                      <a:pt x="45" y="48"/>
                      <a:pt x="45" y="51"/>
                    </a:cubicBezTo>
                    <a:cubicBezTo>
                      <a:pt x="45" y="54"/>
                      <a:pt x="48" y="60"/>
                      <a:pt x="57" y="66"/>
                    </a:cubicBezTo>
                    <a:cubicBezTo>
                      <a:pt x="63" y="72"/>
                      <a:pt x="66" y="75"/>
                      <a:pt x="72" y="78"/>
                    </a:cubicBezTo>
                    <a:cubicBezTo>
                      <a:pt x="75" y="81"/>
                      <a:pt x="81" y="81"/>
                      <a:pt x="81" y="84"/>
                    </a:cubicBezTo>
                    <a:cubicBezTo>
                      <a:pt x="84" y="87"/>
                      <a:pt x="87" y="87"/>
                      <a:pt x="93" y="90"/>
                    </a:cubicBezTo>
                    <a:cubicBezTo>
                      <a:pt x="96" y="93"/>
                      <a:pt x="96" y="96"/>
                      <a:pt x="99" y="96"/>
                    </a:cubicBezTo>
                    <a:cubicBezTo>
                      <a:pt x="105" y="96"/>
                      <a:pt x="102" y="99"/>
                      <a:pt x="105" y="102"/>
                    </a:cubicBezTo>
                    <a:cubicBezTo>
                      <a:pt x="105" y="105"/>
                      <a:pt x="108" y="111"/>
                      <a:pt x="105" y="114"/>
                    </a:cubicBezTo>
                    <a:cubicBezTo>
                      <a:pt x="102" y="120"/>
                      <a:pt x="102" y="123"/>
                      <a:pt x="105" y="123"/>
                    </a:cubicBezTo>
                    <a:cubicBezTo>
                      <a:pt x="105" y="123"/>
                      <a:pt x="111" y="117"/>
                      <a:pt x="111" y="114"/>
                    </a:cubicBezTo>
                    <a:cubicBezTo>
                      <a:pt x="111" y="111"/>
                      <a:pt x="114" y="111"/>
                      <a:pt x="117" y="108"/>
                    </a:cubicBezTo>
                    <a:cubicBezTo>
                      <a:pt x="120" y="105"/>
                      <a:pt x="114" y="105"/>
                      <a:pt x="111" y="99"/>
                    </a:cubicBezTo>
                    <a:cubicBezTo>
                      <a:pt x="111" y="96"/>
                      <a:pt x="117" y="90"/>
                      <a:pt x="123" y="96"/>
                    </a:cubicBezTo>
                    <a:cubicBezTo>
                      <a:pt x="129" y="99"/>
                      <a:pt x="132" y="102"/>
                      <a:pt x="132" y="96"/>
                    </a:cubicBezTo>
                    <a:cubicBezTo>
                      <a:pt x="132" y="90"/>
                      <a:pt x="114" y="81"/>
                      <a:pt x="108" y="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" name="Freeform 180">
                <a:extLst>
                  <a:ext uri="{FF2B5EF4-FFF2-40B4-BE49-F238E27FC236}">
                    <a16:creationId xmlns:a16="http://schemas.microsoft.com/office/drawing/2014/main" id="{FD4C6D0A-F4E0-1910-E137-D4971EDE2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0158" y="2235316"/>
                <a:ext cx="22980" cy="33794"/>
              </a:xfrm>
              <a:custGeom>
                <a:avLst/>
                <a:gdLst>
                  <a:gd name="T0" fmla="*/ 3 w 12"/>
                  <a:gd name="T1" fmla="*/ 0 h 18"/>
                  <a:gd name="T2" fmla="*/ 0 w 12"/>
                  <a:gd name="T3" fmla="*/ 9 h 18"/>
                  <a:gd name="T4" fmla="*/ 0 w 12"/>
                  <a:gd name="T5" fmla="*/ 12 h 18"/>
                  <a:gd name="T6" fmla="*/ 6 w 12"/>
                  <a:gd name="T7" fmla="*/ 18 h 18"/>
                  <a:gd name="T8" fmla="*/ 9 w 12"/>
                  <a:gd name="T9" fmla="*/ 18 h 18"/>
                  <a:gd name="T10" fmla="*/ 12 w 12"/>
                  <a:gd name="T11" fmla="*/ 12 h 18"/>
                  <a:gd name="T12" fmla="*/ 3 w 12"/>
                  <a:gd name="T1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">
                    <a:moveTo>
                      <a:pt x="3" y="0"/>
                    </a:moveTo>
                    <a:cubicBezTo>
                      <a:pt x="3" y="3"/>
                      <a:pt x="0" y="9"/>
                      <a:pt x="0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15"/>
                      <a:pt x="6" y="18"/>
                      <a:pt x="6" y="18"/>
                    </a:cubicBezTo>
                    <a:cubicBezTo>
                      <a:pt x="6" y="18"/>
                      <a:pt x="6" y="18"/>
                      <a:pt x="9" y="18"/>
                    </a:cubicBezTo>
                    <a:cubicBezTo>
                      <a:pt x="9" y="15"/>
                      <a:pt x="12" y="12"/>
                      <a:pt x="12" y="12"/>
                    </a:cubicBezTo>
                    <a:cubicBezTo>
                      <a:pt x="9" y="9"/>
                      <a:pt x="6" y="3"/>
                      <a:pt x="3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" name="Freeform 181">
                <a:extLst>
                  <a:ext uri="{FF2B5EF4-FFF2-40B4-BE49-F238E27FC236}">
                    <a16:creationId xmlns:a16="http://schemas.microsoft.com/office/drawing/2014/main" id="{32F54301-6C0D-0504-CC29-4DC892C0B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5565" y="2160968"/>
                <a:ext cx="86514" cy="108142"/>
              </a:xfrm>
              <a:custGeom>
                <a:avLst/>
                <a:gdLst>
                  <a:gd name="T0" fmla="*/ 39 w 45"/>
                  <a:gd name="T1" fmla="*/ 36 h 57"/>
                  <a:gd name="T2" fmla="*/ 39 w 45"/>
                  <a:gd name="T3" fmla="*/ 30 h 57"/>
                  <a:gd name="T4" fmla="*/ 42 w 45"/>
                  <a:gd name="T5" fmla="*/ 24 h 57"/>
                  <a:gd name="T6" fmla="*/ 27 w 45"/>
                  <a:gd name="T7" fmla="*/ 21 h 57"/>
                  <a:gd name="T8" fmla="*/ 27 w 45"/>
                  <a:gd name="T9" fmla="*/ 12 h 57"/>
                  <a:gd name="T10" fmla="*/ 24 w 45"/>
                  <a:gd name="T11" fmla="*/ 9 h 57"/>
                  <a:gd name="T12" fmla="*/ 18 w 45"/>
                  <a:gd name="T13" fmla="*/ 3 h 57"/>
                  <a:gd name="T14" fmla="*/ 18 w 45"/>
                  <a:gd name="T15" fmla="*/ 3 h 57"/>
                  <a:gd name="T16" fmla="*/ 15 w 45"/>
                  <a:gd name="T17" fmla="*/ 0 h 57"/>
                  <a:gd name="T18" fmla="*/ 12 w 45"/>
                  <a:gd name="T19" fmla="*/ 0 h 57"/>
                  <a:gd name="T20" fmla="*/ 0 w 45"/>
                  <a:gd name="T21" fmla="*/ 3 h 57"/>
                  <a:gd name="T22" fmla="*/ 3 w 45"/>
                  <a:gd name="T23" fmla="*/ 9 h 57"/>
                  <a:gd name="T24" fmla="*/ 6 w 45"/>
                  <a:gd name="T25" fmla="*/ 18 h 57"/>
                  <a:gd name="T26" fmla="*/ 6 w 45"/>
                  <a:gd name="T27" fmla="*/ 36 h 57"/>
                  <a:gd name="T28" fmla="*/ 0 w 45"/>
                  <a:gd name="T29" fmla="*/ 39 h 57"/>
                  <a:gd name="T30" fmla="*/ 9 w 45"/>
                  <a:gd name="T31" fmla="*/ 51 h 57"/>
                  <a:gd name="T32" fmla="*/ 9 w 45"/>
                  <a:gd name="T33" fmla="*/ 51 h 57"/>
                  <a:gd name="T34" fmla="*/ 21 w 45"/>
                  <a:gd name="T35" fmla="*/ 57 h 57"/>
                  <a:gd name="T36" fmla="*/ 39 w 45"/>
                  <a:gd name="T37" fmla="*/ 51 h 57"/>
                  <a:gd name="T38" fmla="*/ 39 w 45"/>
                  <a:gd name="T39" fmla="*/ 48 h 57"/>
                  <a:gd name="T40" fmla="*/ 45 w 45"/>
                  <a:gd name="T41" fmla="*/ 45 h 57"/>
                  <a:gd name="T42" fmla="*/ 39 w 45"/>
                  <a:gd name="T43" fmla="*/ 3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5" h="57">
                    <a:moveTo>
                      <a:pt x="39" y="36"/>
                    </a:moveTo>
                    <a:cubicBezTo>
                      <a:pt x="39" y="30"/>
                      <a:pt x="39" y="30"/>
                      <a:pt x="39" y="30"/>
                    </a:cubicBezTo>
                    <a:cubicBezTo>
                      <a:pt x="42" y="27"/>
                      <a:pt x="42" y="27"/>
                      <a:pt x="42" y="24"/>
                    </a:cubicBezTo>
                    <a:cubicBezTo>
                      <a:pt x="42" y="21"/>
                      <a:pt x="30" y="21"/>
                      <a:pt x="27" y="21"/>
                    </a:cubicBezTo>
                    <a:cubicBezTo>
                      <a:pt x="27" y="18"/>
                      <a:pt x="30" y="12"/>
                      <a:pt x="27" y="12"/>
                    </a:cubicBezTo>
                    <a:cubicBezTo>
                      <a:pt x="24" y="12"/>
                      <a:pt x="24" y="12"/>
                      <a:pt x="24" y="9"/>
                    </a:cubicBezTo>
                    <a:cubicBezTo>
                      <a:pt x="24" y="6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0"/>
                      <a:pt x="15" y="0"/>
                      <a:pt x="1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3" y="3"/>
                      <a:pt x="0" y="3"/>
                    </a:cubicBezTo>
                    <a:cubicBezTo>
                      <a:pt x="0" y="6"/>
                      <a:pt x="0" y="9"/>
                      <a:pt x="3" y="9"/>
                    </a:cubicBezTo>
                    <a:cubicBezTo>
                      <a:pt x="6" y="12"/>
                      <a:pt x="6" y="15"/>
                      <a:pt x="6" y="18"/>
                    </a:cubicBezTo>
                    <a:cubicBezTo>
                      <a:pt x="6" y="21"/>
                      <a:pt x="6" y="36"/>
                      <a:pt x="6" y="36"/>
                    </a:cubicBezTo>
                    <a:cubicBezTo>
                      <a:pt x="3" y="36"/>
                      <a:pt x="3" y="36"/>
                      <a:pt x="0" y="39"/>
                    </a:cubicBezTo>
                    <a:cubicBezTo>
                      <a:pt x="3" y="42"/>
                      <a:pt x="6" y="48"/>
                      <a:pt x="9" y="51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12" y="51"/>
                      <a:pt x="21" y="57"/>
                      <a:pt x="21" y="57"/>
                    </a:cubicBezTo>
                    <a:cubicBezTo>
                      <a:pt x="21" y="57"/>
                      <a:pt x="33" y="54"/>
                      <a:pt x="39" y="51"/>
                    </a:cubicBezTo>
                    <a:cubicBezTo>
                      <a:pt x="39" y="51"/>
                      <a:pt x="39" y="51"/>
                      <a:pt x="39" y="48"/>
                    </a:cubicBezTo>
                    <a:cubicBezTo>
                      <a:pt x="39" y="48"/>
                      <a:pt x="42" y="45"/>
                      <a:pt x="45" y="45"/>
                    </a:cubicBezTo>
                    <a:cubicBezTo>
                      <a:pt x="45" y="45"/>
                      <a:pt x="42" y="39"/>
                      <a:pt x="39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" name="Freeform 182">
                <a:extLst>
                  <a:ext uri="{FF2B5EF4-FFF2-40B4-BE49-F238E27FC236}">
                    <a16:creationId xmlns:a16="http://schemas.microsoft.com/office/drawing/2014/main" id="{B2FA2AFC-3720-A35D-6C3E-ED9308E86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9686" y="2804415"/>
                <a:ext cx="56775" cy="51368"/>
              </a:xfrm>
              <a:custGeom>
                <a:avLst/>
                <a:gdLst>
                  <a:gd name="T0" fmla="*/ 15 w 30"/>
                  <a:gd name="T1" fmla="*/ 3 h 27"/>
                  <a:gd name="T2" fmla="*/ 6 w 30"/>
                  <a:gd name="T3" fmla="*/ 18 h 27"/>
                  <a:gd name="T4" fmla="*/ 24 w 30"/>
                  <a:gd name="T5" fmla="*/ 18 h 27"/>
                  <a:gd name="T6" fmla="*/ 30 w 30"/>
                  <a:gd name="T7" fmla="*/ 3 h 27"/>
                  <a:gd name="T8" fmla="*/ 15 w 30"/>
                  <a:gd name="T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7">
                    <a:moveTo>
                      <a:pt x="15" y="3"/>
                    </a:moveTo>
                    <a:cubicBezTo>
                      <a:pt x="12" y="3"/>
                      <a:pt x="0" y="9"/>
                      <a:pt x="6" y="18"/>
                    </a:cubicBezTo>
                    <a:cubicBezTo>
                      <a:pt x="9" y="27"/>
                      <a:pt x="24" y="21"/>
                      <a:pt x="24" y="18"/>
                    </a:cubicBezTo>
                    <a:cubicBezTo>
                      <a:pt x="24" y="12"/>
                      <a:pt x="30" y="6"/>
                      <a:pt x="30" y="3"/>
                    </a:cubicBezTo>
                    <a:cubicBezTo>
                      <a:pt x="30" y="0"/>
                      <a:pt x="21" y="3"/>
                      <a:pt x="15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" name="Freeform 183">
                <a:extLst>
                  <a:ext uri="{FF2B5EF4-FFF2-40B4-BE49-F238E27FC236}">
                    <a16:creationId xmlns:a16="http://schemas.microsoft.com/office/drawing/2014/main" id="{EDD1F98D-6AC8-DE69-EC3E-D081557615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469" y="2684107"/>
                <a:ext cx="51368" cy="74348"/>
              </a:xfrm>
              <a:custGeom>
                <a:avLst/>
                <a:gdLst>
                  <a:gd name="T0" fmla="*/ 3 w 27"/>
                  <a:gd name="T1" fmla="*/ 21 h 39"/>
                  <a:gd name="T2" fmla="*/ 9 w 27"/>
                  <a:gd name="T3" fmla="*/ 39 h 39"/>
                  <a:gd name="T4" fmla="*/ 24 w 27"/>
                  <a:gd name="T5" fmla="*/ 3 h 39"/>
                  <a:gd name="T6" fmla="*/ 3 w 27"/>
                  <a:gd name="T7" fmla="*/ 2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39">
                    <a:moveTo>
                      <a:pt x="3" y="21"/>
                    </a:moveTo>
                    <a:cubicBezTo>
                      <a:pt x="0" y="33"/>
                      <a:pt x="9" y="39"/>
                      <a:pt x="9" y="39"/>
                    </a:cubicBezTo>
                    <a:cubicBezTo>
                      <a:pt x="12" y="36"/>
                      <a:pt x="27" y="9"/>
                      <a:pt x="24" y="3"/>
                    </a:cubicBezTo>
                    <a:cubicBezTo>
                      <a:pt x="21" y="0"/>
                      <a:pt x="6" y="6"/>
                      <a:pt x="3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" name="Freeform 184">
                <a:extLst>
                  <a:ext uri="{FF2B5EF4-FFF2-40B4-BE49-F238E27FC236}">
                    <a16:creationId xmlns:a16="http://schemas.microsoft.com/office/drawing/2014/main" id="{62B623C6-A35C-7D8E-2C07-D56FD99B0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9369" y="2408344"/>
                <a:ext cx="316317" cy="316316"/>
              </a:xfrm>
              <a:custGeom>
                <a:avLst/>
                <a:gdLst>
                  <a:gd name="T0" fmla="*/ 93 w 165"/>
                  <a:gd name="T1" fmla="*/ 156 h 165"/>
                  <a:gd name="T2" fmla="*/ 105 w 165"/>
                  <a:gd name="T3" fmla="*/ 156 h 165"/>
                  <a:gd name="T4" fmla="*/ 114 w 165"/>
                  <a:gd name="T5" fmla="*/ 156 h 165"/>
                  <a:gd name="T6" fmla="*/ 111 w 165"/>
                  <a:gd name="T7" fmla="*/ 144 h 165"/>
                  <a:gd name="T8" fmla="*/ 105 w 165"/>
                  <a:gd name="T9" fmla="*/ 132 h 165"/>
                  <a:gd name="T10" fmla="*/ 99 w 165"/>
                  <a:gd name="T11" fmla="*/ 126 h 165"/>
                  <a:gd name="T12" fmla="*/ 105 w 165"/>
                  <a:gd name="T13" fmla="*/ 114 h 165"/>
                  <a:gd name="T14" fmla="*/ 114 w 165"/>
                  <a:gd name="T15" fmla="*/ 114 h 165"/>
                  <a:gd name="T16" fmla="*/ 123 w 165"/>
                  <a:gd name="T17" fmla="*/ 114 h 165"/>
                  <a:gd name="T18" fmla="*/ 129 w 165"/>
                  <a:gd name="T19" fmla="*/ 105 h 165"/>
                  <a:gd name="T20" fmla="*/ 138 w 165"/>
                  <a:gd name="T21" fmla="*/ 99 h 165"/>
                  <a:gd name="T22" fmla="*/ 141 w 165"/>
                  <a:gd name="T23" fmla="*/ 87 h 165"/>
                  <a:gd name="T24" fmla="*/ 150 w 165"/>
                  <a:gd name="T25" fmla="*/ 84 h 165"/>
                  <a:gd name="T26" fmla="*/ 153 w 165"/>
                  <a:gd name="T27" fmla="*/ 78 h 165"/>
                  <a:gd name="T28" fmla="*/ 156 w 165"/>
                  <a:gd name="T29" fmla="*/ 69 h 165"/>
                  <a:gd name="T30" fmla="*/ 162 w 165"/>
                  <a:gd name="T31" fmla="*/ 60 h 165"/>
                  <a:gd name="T32" fmla="*/ 156 w 165"/>
                  <a:gd name="T33" fmla="*/ 54 h 165"/>
                  <a:gd name="T34" fmla="*/ 150 w 165"/>
                  <a:gd name="T35" fmla="*/ 45 h 165"/>
                  <a:gd name="T36" fmla="*/ 147 w 165"/>
                  <a:gd name="T37" fmla="*/ 33 h 165"/>
                  <a:gd name="T38" fmla="*/ 153 w 165"/>
                  <a:gd name="T39" fmla="*/ 27 h 165"/>
                  <a:gd name="T40" fmla="*/ 147 w 165"/>
                  <a:gd name="T41" fmla="*/ 19 h 165"/>
                  <a:gd name="T42" fmla="*/ 135 w 165"/>
                  <a:gd name="T43" fmla="*/ 10 h 165"/>
                  <a:gd name="T44" fmla="*/ 143 w 165"/>
                  <a:gd name="T45" fmla="*/ 3 h 165"/>
                  <a:gd name="T46" fmla="*/ 152 w 165"/>
                  <a:gd name="T47" fmla="*/ 0 h 165"/>
                  <a:gd name="T48" fmla="*/ 144 w 165"/>
                  <a:gd name="T49" fmla="*/ 0 h 165"/>
                  <a:gd name="T50" fmla="*/ 129 w 165"/>
                  <a:gd name="T51" fmla="*/ 6 h 165"/>
                  <a:gd name="T52" fmla="*/ 123 w 165"/>
                  <a:gd name="T53" fmla="*/ 6 h 165"/>
                  <a:gd name="T54" fmla="*/ 123 w 165"/>
                  <a:gd name="T55" fmla="*/ 9 h 165"/>
                  <a:gd name="T56" fmla="*/ 120 w 165"/>
                  <a:gd name="T57" fmla="*/ 12 h 165"/>
                  <a:gd name="T58" fmla="*/ 123 w 165"/>
                  <a:gd name="T59" fmla="*/ 21 h 165"/>
                  <a:gd name="T60" fmla="*/ 117 w 165"/>
                  <a:gd name="T61" fmla="*/ 27 h 165"/>
                  <a:gd name="T62" fmla="*/ 117 w 165"/>
                  <a:gd name="T63" fmla="*/ 36 h 165"/>
                  <a:gd name="T64" fmla="*/ 102 w 165"/>
                  <a:gd name="T65" fmla="*/ 36 h 165"/>
                  <a:gd name="T66" fmla="*/ 108 w 165"/>
                  <a:gd name="T67" fmla="*/ 45 h 165"/>
                  <a:gd name="T68" fmla="*/ 99 w 165"/>
                  <a:gd name="T69" fmla="*/ 48 h 165"/>
                  <a:gd name="T70" fmla="*/ 96 w 165"/>
                  <a:gd name="T71" fmla="*/ 60 h 165"/>
                  <a:gd name="T72" fmla="*/ 90 w 165"/>
                  <a:gd name="T73" fmla="*/ 66 h 165"/>
                  <a:gd name="T74" fmla="*/ 78 w 165"/>
                  <a:gd name="T75" fmla="*/ 69 h 165"/>
                  <a:gd name="T76" fmla="*/ 69 w 165"/>
                  <a:gd name="T77" fmla="*/ 72 h 165"/>
                  <a:gd name="T78" fmla="*/ 60 w 165"/>
                  <a:gd name="T79" fmla="*/ 78 h 165"/>
                  <a:gd name="T80" fmla="*/ 63 w 165"/>
                  <a:gd name="T81" fmla="*/ 87 h 165"/>
                  <a:gd name="T82" fmla="*/ 18 w 165"/>
                  <a:gd name="T83" fmla="*/ 93 h 165"/>
                  <a:gd name="T84" fmla="*/ 0 w 165"/>
                  <a:gd name="T85" fmla="*/ 93 h 165"/>
                  <a:gd name="T86" fmla="*/ 6 w 165"/>
                  <a:gd name="T87" fmla="*/ 99 h 165"/>
                  <a:gd name="T88" fmla="*/ 18 w 165"/>
                  <a:gd name="T89" fmla="*/ 108 h 165"/>
                  <a:gd name="T90" fmla="*/ 21 w 165"/>
                  <a:gd name="T91" fmla="*/ 120 h 165"/>
                  <a:gd name="T92" fmla="*/ 24 w 165"/>
                  <a:gd name="T93" fmla="*/ 129 h 165"/>
                  <a:gd name="T94" fmla="*/ 15 w 165"/>
                  <a:gd name="T95" fmla="*/ 132 h 165"/>
                  <a:gd name="T96" fmla="*/ 6 w 165"/>
                  <a:gd name="T97" fmla="*/ 144 h 165"/>
                  <a:gd name="T98" fmla="*/ 9 w 165"/>
                  <a:gd name="T99" fmla="*/ 147 h 165"/>
                  <a:gd name="T100" fmla="*/ 30 w 165"/>
                  <a:gd name="T101" fmla="*/ 144 h 165"/>
                  <a:gd name="T102" fmla="*/ 36 w 165"/>
                  <a:gd name="T103" fmla="*/ 144 h 165"/>
                  <a:gd name="T104" fmla="*/ 54 w 165"/>
                  <a:gd name="T105" fmla="*/ 144 h 165"/>
                  <a:gd name="T106" fmla="*/ 63 w 165"/>
                  <a:gd name="T107" fmla="*/ 147 h 165"/>
                  <a:gd name="T108" fmla="*/ 69 w 165"/>
                  <a:gd name="T109" fmla="*/ 153 h 165"/>
                  <a:gd name="T110" fmla="*/ 72 w 165"/>
                  <a:gd name="T111" fmla="*/ 159 h 165"/>
                  <a:gd name="T112" fmla="*/ 81 w 165"/>
                  <a:gd name="T113" fmla="*/ 165 h 165"/>
                  <a:gd name="T114" fmla="*/ 84 w 165"/>
                  <a:gd name="T115" fmla="*/ 165 h 165"/>
                  <a:gd name="T116" fmla="*/ 93 w 165"/>
                  <a:gd name="T117" fmla="*/ 15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5" h="165">
                    <a:moveTo>
                      <a:pt x="93" y="156"/>
                    </a:moveTo>
                    <a:cubicBezTo>
                      <a:pt x="102" y="159"/>
                      <a:pt x="102" y="156"/>
                      <a:pt x="105" y="156"/>
                    </a:cubicBezTo>
                    <a:cubicBezTo>
                      <a:pt x="108" y="159"/>
                      <a:pt x="111" y="156"/>
                      <a:pt x="114" y="156"/>
                    </a:cubicBezTo>
                    <a:cubicBezTo>
                      <a:pt x="114" y="153"/>
                      <a:pt x="111" y="147"/>
                      <a:pt x="111" y="144"/>
                    </a:cubicBezTo>
                    <a:cubicBezTo>
                      <a:pt x="108" y="141"/>
                      <a:pt x="105" y="138"/>
                      <a:pt x="105" y="132"/>
                    </a:cubicBezTo>
                    <a:cubicBezTo>
                      <a:pt x="105" y="129"/>
                      <a:pt x="99" y="129"/>
                      <a:pt x="99" y="126"/>
                    </a:cubicBezTo>
                    <a:cubicBezTo>
                      <a:pt x="99" y="120"/>
                      <a:pt x="105" y="114"/>
                      <a:pt x="105" y="114"/>
                    </a:cubicBezTo>
                    <a:cubicBezTo>
                      <a:pt x="108" y="114"/>
                      <a:pt x="114" y="117"/>
                      <a:pt x="114" y="114"/>
                    </a:cubicBezTo>
                    <a:cubicBezTo>
                      <a:pt x="117" y="111"/>
                      <a:pt x="120" y="114"/>
                      <a:pt x="123" y="114"/>
                    </a:cubicBezTo>
                    <a:cubicBezTo>
                      <a:pt x="123" y="114"/>
                      <a:pt x="129" y="111"/>
                      <a:pt x="129" y="105"/>
                    </a:cubicBezTo>
                    <a:cubicBezTo>
                      <a:pt x="129" y="102"/>
                      <a:pt x="135" y="102"/>
                      <a:pt x="138" y="99"/>
                    </a:cubicBezTo>
                    <a:cubicBezTo>
                      <a:pt x="138" y="99"/>
                      <a:pt x="141" y="90"/>
                      <a:pt x="141" y="87"/>
                    </a:cubicBezTo>
                    <a:cubicBezTo>
                      <a:pt x="144" y="87"/>
                      <a:pt x="150" y="87"/>
                      <a:pt x="150" y="84"/>
                    </a:cubicBezTo>
                    <a:cubicBezTo>
                      <a:pt x="150" y="78"/>
                      <a:pt x="150" y="78"/>
                      <a:pt x="153" y="78"/>
                    </a:cubicBezTo>
                    <a:cubicBezTo>
                      <a:pt x="156" y="75"/>
                      <a:pt x="156" y="72"/>
                      <a:pt x="156" y="69"/>
                    </a:cubicBezTo>
                    <a:cubicBezTo>
                      <a:pt x="156" y="66"/>
                      <a:pt x="159" y="60"/>
                      <a:pt x="162" y="60"/>
                    </a:cubicBezTo>
                    <a:cubicBezTo>
                      <a:pt x="165" y="60"/>
                      <a:pt x="162" y="54"/>
                      <a:pt x="156" y="54"/>
                    </a:cubicBezTo>
                    <a:cubicBezTo>
                      <a:pt x="153" y="57"/>
                      <a:pt x="150" y="45"/>
                      <a:pt x="150" y="45"/>
                    </a:cubicBezTo>
                    <a:cubicBezTo>
                      <a:pt x="150" y="45"/>
                      <a:pt x="150" y="36"/>
                      <a:pt x="147" y="33"/>
                    </a:cubicBezTo>
                    <a:cubicBezTo>
                      <a:pt x="147" y="33"/>
                      <a:pt x="150" y="27"/>
                      <a:pt x="153" y="27"/>
                    </a:cubicBezTo>
                    <a:cubicBezTo>
                      <a:pt x="153" y="26"/>
                      <a:pt x="152" y="23"/>
                      <a:pt x="147" y="19"/>
                    </a:cubicBezTo>
                    <a:cubicBezTo>
                      <a:pt x="141" y="15"/>
                      <a:pt x="134" y="11"/>
                      <a:pt x="135" y="10"/>
                    </a:cubicBezTo>
                    <a:cubicBezTo>
                      <a:pt x="138" y="7"/>
                      <a:pt x="140" y="3"/>
                      <a:pt x="143" y="3"/>
                    </a:cubicBezTo>
                    <a:cubicBezTo>
                      <a:pt x="149" y="3"/>
                      <a:pt x="152" y="0"/>
                      <a:pt x="152" y="0"/>
                    </a:cubicBezTo>
                    <a:cubicBezTo>
                      <a:pt x="149" y="0"/>
                      <a:pt x="146" y="0"/>
                      <a:pt x="144" y="0"/>
                    </a:cubicBezTo>
                    <a:cubicBezTo>
                      <a:pt x="141" y="0"/>
                      <a:pt x="132" y="3"/>
                      <a:pt x="129" y="6"/>
                    </a:cubicBezTo>
                    <a:cubicBezTo>
                      <a:pt x="129" y="6"/>
                      <a:pt x="126" y="6"/>
                      <a:pt x="123" y="6"/>
                    </a:cubicBezTo>
                    <a:cubicBezTo>
                      <a:pt x="123" y="6"/>
                      <a:pt x="123" y="6"/>
                      <a:pt x="123" y="9"/>
                    </a:cubicBezTo>
                    <a:cubicBezTo>
                      <a:pt x="120" y="9"/>
                      <a:pt x="117" y="12"/>
                      <a:pt x="120" y="12"/>
                    </a:cubicBezTo>
                    <a:cubicBezTo>
                      <a:pt x="123" y="15"/>
                      <a:pt x="123" y="18"/>
                      <a:pt x="123" y="21"/>
                    </a:cubicBezTo>
                    <a:cubicBezTo>
                      <a:pt x="123" y="24"/>
                      <a:pt x="117" y="24"/>
                      <a:pt x="117" y="27"/>
                    </a:cubicBezTo>
                    <a:cubicBezTo>
                      <a:pt x="114" y="30"/>
                      <a:pt x="117" y="33"/>
                      <a:pt x="117" y="36"/>
                    </a:cubicBezTo>
                    <a:cubicBezTo>
                      <a:pt x="114" y="39"/>
                      <a:pt x="105" y="36"/>
                      <a:pt x="102" y="36"/>
                    </a:cubicBezTo>
                    <a:cubicBezTo>
                      <a:pt x="102" y="39"/>
                      <a:pt x="105" y="42"/>
                      <a:pt x="108" y="45"/>
                    </a:cubicBezTo>
                    <a:cubicBezTo>
                      <a:pt x="108" y="45"/>
                      <a:pt x="102" y="48"/>
                      <a:pt x="99" y="48"/>
                    </a:cubicBezTo>
                    <a:cubicBezTo>
                      <a:pt x="96" y="48"/>
                      <a:pt x="96" y="54"/>
                      <a:pt x="96" y="60"/>
                    </a:cubicBezTo>
                    <a:cubicBezTo>
                      <a:pt x="96" y="66"/>
                      <a:pt x="90" y="69"/>
                      <a:pt x="90" y="66"/>
                    </a:cubicBezTo>
                    <a:cubicBezTo>
                      <a:pt x="90" y="63"/>
                      <a:pt x="78" y="66"/>
                      <a:pt x="78" y="69"/>
                    </a:cubicBezTo>
                    <a:cubicBezTo>
                      <a:pt x="78" y="72"/>
                      <a:pt x="75" y="72"/>
                      <a:pt x="69" y="72"/>
                    </a:cubicBezTo>
                    <a:cubicBezTo>
                      <a:pt x="66" y="72"/>
                      <a:pt x="63" y="75"/>
                      <a:pt x="60" y="78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90"/>
                      <a:pt x="24" y="96"/>
                      <a:pt x="18" y="93"/>
                    </a:cubicBezTo>
                    <a:cubicBezTo>
                      <a:pt x="12" y="93"/>
                      <a:pt x="6" y="93"/>
                      <a:pt x="0" y="93"/>
                    </a:cubicBezTo>
                    <a:cubicBezTo>
                      <a:pt x="3" y="93"/>
                      <a:pt x="3" y="96"/>
                      <a:pt x="6" y="99"/>
                    </a:cubicBezTo>
                    <a:cubicBezTo>
                      <a:pt x="6" y="102"/>
                      <a:pt x="12" y="105"/>
                      <a:pt x="18" y="108"/>
                    </a:cubicBezTo>
                    <a:cubicBezTo>
                      <a:pt x="21" y="111"/>
                      <a:pt x="18" y="120"/>
                      <a:pt x="21" y="120"/>
                    </a:cubicBezTo>
                    <a:cubicBezTo>
                      <a:pt x="24" y="120"/>
                      <a:pt x="27" y="129"/>
                      <a:pt x="24" y="129"/>
                    </a:cubicBezTo>
                    <a:cubicBezTo>
                      <a:pt x="21" y="129"/>
                      <a:pt x="18" y="129"/>
                      <a:pt x="15" y="132"/>
                    </a:cubicBezTo>
                    <a:cubicBezTo>
                      <a:pt x="12" y="135"/>
                      <a:pt x="6" y="138"/>
                      <a:pt x="6" y="144"/>
                    </a:cubicBezTo>
                    <a:cubicBezTo>
                      <a:pt x="6" y="144"/>
                      <a:pt x="6" y="144"/>
                      <a:pt x="9" y="147"/>
                    </a:cubicBezTo>
                    <a:cubicBezTo>
                      <a:pt x="18" y="147"/>
                      <a:pt x="27" y="147"/>
                      <a:pt x="30" y="144"/>
                    </a:cubicBezTo>
                    <a:cubicBezTo>
                      <a:pt x="30" y="144"/>
                      <a:pt x="36" y="141"/>
                      <a:pt x="36" y="144"/>
                    </a:cubicBezTo>
                    <a:cubicBezTo>
                      <a:pt x="39" y="144"/>
                      <a:pt x="51" y="147"/>
                      <a:pt x="54" y="144"/>
                    </a:cubicBezTo>
                    <a:cubicBezTo>
                      <a:pt x="60" y="141"/>
                      <a:pt x="63" y="144"/>
                      <a:pt x="63" y="147"/>
                    </a:cubicBezTo>
                    <a:cubicBezTo>
                      <a:pt x="66" y="150"/>
                      <a:pt x="66" y="150"/>
                      <a:pt x="69" y="153"/>
                    </a:cubicBezTo>
                    <a:cubicBezTo>
                      <a:pt x="72" y="153"/>
                      <a:pt x="69" y="156"/>
                      <a:pt x="72" y="159"/>
                    </a:cubicBezTo>
                    <a:cubicBezTo>
                      <a:pt x="75" y="162"/>
                      <a:pt x="78" y="162"/>
                      <a:pt x="81" y="165"/>
                    </a:cubicBezTo>
                    <a:cubicBezTo>
                      <a:pt x="84" y="165"/>
                      <a:pt x="84" y="165"/>
                      <a:pt x="84" y="165"/>
                    </a:cubicBezTo>
                    <a:cubicBezTo>
                      <a:pt x="87" y="162"/>
                      <a:pt x="87" y="156"/>
                      <a:pt x="93" y="1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" name="Freeform 185">
                <a:extLst>
                  <a:ext uri="{FF2B5EF4-FFF2-40B4-BE49-F238E27FC236}">
                    <a16:creationId xmlns:a16="http://schemas.microsoft.com/office/drawing/2014/main" id="{096E1158-CDD3-46A3-41A9-93A58BA2A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9369" y="2408344"/>
                <a:ext cx="316317" cy="316316"/>
              </a:xfrm>
              <a:custGeom>
                <a:avLst/>
                <a:gdLst>
                  <a:gd name="T0" fmla="*/ 93 w 165"/>
                  <a:gd name="T1" fmla="*/ 156 h 165"/>
                  <a:gd name="T2" fmla="*/ 105 w 165"/>
                  <a:gd name="T3" fmla="*/ 156 h 165"/>
                  <a:gd name="T4" fmla="*/ 114 w 165"/>
                  <a:gd name="T5" fmla="*/ 156 h 165"/>
                  <a:gd name="T6" fmla="*/ 111 w 165"/>
                  <a:gd name="T7" fmla="*/ 144 h 165"/>
                  <a:gd name="T8" fmla="*/ 105 w 165"/>
                  <a:gd name="T9" fmla="*/ 132 h 165"/>
                  <a:gd name="T10" fmla="*/ 99 w 165"/>
                  <a:gd name="T11" fmla="*/ 126 h 165"/>
                  <a:gd name="T12" fmla="*/ 105 w 165"/>
                  <a:gd name="T13" fmla="*/ 114 h 165"/>
                  <a:gd name="T14" fmla="*/ 114 w 165"/>
                  <a:gd name="T15" fmla="*/ 114 h 165"/>
                  <a:gd name="T16" fmla="*/ 123 w 165"/>
                  <a:gd name="T17" fmla="*/ 114 h 165"/>
                  <a:gd name="T18" fmla="*/ 129 w 165"/>
                  <a:gd name="T19" fmla="*/ 105 h 165"/>
                  <a:gd name="T20" fmla="*/ 138 w 165"/>
                  <a:gd name="T21" fmla="*/ 99 h 165"/>
                  <a:gd name="T22" fmla="*/ 141 w 165"/>
                  <a:gd name="T23" fmla="*/ 87 h 165"/>
                  <a:gd name="T24" fmla="*/ 150 w 165"/>
                  <a:gd name="T25" fmla="*/ 84 h 165"/>
                  <a:gd name="T26" fmla="*/ 153 w 165"/>
                  <a:gd name="T27" fmla="*/ 78 h 165"/>
                  <a:gd name="T28" fmla="*/ 156 w 165"/>
                  <a:gd name="T29" fmla="*/ 69 h 165"/>
                  <a:gd name="T30" fmla="*/ 162 w 165"/>
                  <a:gd name="T31" fmla="*/ 60 h 165"/>
                  <a:gd name="T32" fmla="*/ 156 w 165"/>
                  <a:gd name="T33" fmla="*/ 54 h 165"/>
                  <a:gd name="T34" fmla="*/ 150 w 165"/>
                  <a:gd name="T35" fmla="*/ 45 h 165"/>
                  <a:gd name="T36" fmla="*/ 147 w 165"/>
                  <a:gd name="T37" fmla="*/ 33 h 165"/>
                  <a:gd name="T38" fmla="*/ 153 w 165"/>
                  <a:gd name="T39" fmla="*/ 27 h 165"/>
                  <a:gd name="T40" fmla="*/ 147 w 165"/>
                  <a:gd name="T41" fmla="*/ 19 h 165"/>
                  <a:gd name="T42" fmla="*/ 135 w 165"/>
                  <a:gd name="T43" fmla="*/ 10 h 165"/>
                  <a:gd name="T44" fmla="*/ 143 w 165"/>
                  <a:gd name="T45" fmla="*/ 3 h 165"/>
                  <a:gd name="T46" fmla="*/ 152 w 165"/>
                  <a:gd name="T47" fmla="*/ 0 h 165"/>
                  <a:gd name="T48" fmla="*/ 144 w 165"/>
                  <a:gd name="T49" fmla="*/ 0 h 165"/>
                  <a:gd name="T50" fmla="*/ 129 w 165"/>
                  <a:gd name="T51" fmla="*/ 6 h 165"/>
                  <a:gd name="T52" fmla="*/ 123 w 165"/>
                  <a:gd name="T53" fmla="*/ 6 h 165"/>
                  <a:gd name="T54" fmla="*/ 123 w 165"/>
                  <a:gd name="T55" fmla="*/ 9 h 165"/>
                  <a:gd name="T56" fmla="*/ 120 w 165"/>
                  <a:gd name="T57" fmla="*/ 12 h 165"/>
                  <a:gd name="T58" fmla="*/ 123 w 165"/>
                  <a:gd name="T59" fmla="*/ 21 h 165"/>
                  <a:gd name="T60" fmla="*/ 117 w 165"/>
                  <a:gd name="T61" fmla="*/ 27 h 165"/>
                  <a:gd name="T62" fmla="*/ 117 w 165"/>
                  <a:gd name="T63" fmla="*/ 36 h 165"/>
                  <a:gd name="T64" fmla="*/ 102 w 165"/>
                  <a:gd name="T65" fmla="*/ 36 h 165"/>
                  <a:gd name="T66" fmla="*/ 108 w 165"/>
                  <a:gd name="T67" fmla="*/ 45 h 165"/>
                  <a:gd name="T68" fmla="*/ 99 w 165"/>
                  <a:gd name="T69" fmla="*/ 48 h 165"/>
                  <a:gd name="T70" fmla="*/ 96 w 165"/>
                  <a:gd name="T71" fmla="*/ 60 h 165"/>
                  <a:gd name="T72" fmla="*/ 90 w 165"/>
                  <a:gd name="T73" fmla="*/ 66 h 165"/>
                  <a:gd name="T74" fmla="*/ 78 w 165"/>
                  <a:gd name="T75" fmla="*/ 69 h 165"/>
                  <a:gd name="T76" fmla="*/ 69 w 165"/>
                  <a:gd name="T77" fmla="*/ 72 h 165"/>
                  <a:gd name="T78" fmla="*/ 60 w 165"/>
                  <a:gd name="T79" fmla="*/ 78 h 165"/>
                  <a:gd name="T80" fmla="*/ 63 w 165"/>
                  <a:gd name="T81" fmla="*/ 87 h 165"/>
                  <a:gd name="T82" fmla="*/ 18 w 165"/>
                  <a:gd name="T83" fmla="*/ 93 h 165"/>
                  <a:gd name="T84" fmla="*/ 0 w 165"/>
                  <a:gd name="T85" fmla="*/ 93 h 165"/>
                  <a:gd name="T86" fmla="*/ 6 w 165"/>
                  <a:gd name="T87" fmla="*/ 99 h 165"/>
                  <a:gd name="T88" fmla="*/ 18 w 165"/>
                  <a:gd name="T89" fmla="*/ 108 h 165"/>
                  <a:gd name="T90" fmla="*/ 21 w 165"/>
                  <a:gd name="T91" fmla="*/ 120 h 165"/>
                  <a:gd name="T92" fmla="*/ 24 w 165"/>
                  <a:gd name="T93" fmla="*/ 129 h 165"/>
                  <a:gd name="T94" fmla="*/ 15 w 165"/>
                  <a:gd name="T95" fmla="*/ 132 h 165"/>
                  <a:gd name="T96" fmla="*/ 6 w 165"/>
                  <a:gd name="T97" fmla="*/ 144 h 165"/>
                  <a:gd name="T98" fmla="*/ 9 w 165"/>
                  <a:gd name="T99" fmla="*/ 147 h 165"/>
                  <a:gd name="T100" fmla="*/ 30 w 165"/>
                  <a:gd name="T101" fmla="*/ 144 h 165"/>
                  <a:gd name="T102" fmla="*/ 36 w 165"/>
                  <a:gd name="T103" fmla="*/ 144 h 165"/>
                  <a:gd name="T104" fmla="*/ 54 w 165"/>
                  <a:gd name="T105" fmla="*/ 144 h 165"/>
                  <a:gd name="T106" fmla="*/ 63 w 165"/>
                  <a:gd name="T107" fmla="*/ 147 h 165"/>
                  <a:gd name="T108" fmla="*/ 69 w 165"/>
                  <a:gd name="T109" fmla="*/ 153 h 165"/>
                  <a:gd name="T110" fmla="*/ 72 w 165"/>
                  <a:gd name="T111" fmla="*/ 159 h 165"/>
                  <a:gd name="T112" fmla="*/ 81 w 165"/>
                  <a:gd name="T113" fmla="*/ 165 h 165"/>
                  <a:gd name="T114" fmla="*/ 84 w 165"/>
                  <a:gd name="T115" fmla="*/ 165 h 165"/>
                  <a:gd name="T116" fmla="*/ 93 w 165"/>
                  <a:gd name="T117" fmla="*/ 15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5" h="165">
                    <a:moveTo>
                      <a:pt x="93" y="156"/>
                    </a:moveTo>
                    <a:cubicBezTo>
                      <a:pt x="102" y="159"/>
                      <a:pt x="102" y="156"/>
                      <a:pt x="105" y="156"/>
                    </a:cubicBezTo>
                    <a:cubicBezTo>
                      <a:pt x="108" y="159"/>
                      <a:pt x="111" y="156"/>
                      <a:pt x="114" y="156"/>
                    </a:cubicBezTo>
                    <a:cubicBezTo>
                      <a:pt x="114" y="153"/>
                      <a:pt x="111" y="147"/>
                      <a:pt x="111" y="144"/>
                    </a:cubicBezTo>
                    <a:cubicBezTo>
                      <a:pt x="108" y="141"/>
                      <a:pt x="105" y="138"/>
                      <a:pt x="105" y="132"/>
                    </a:cubicBezTo>
                    <a:cubicBezTo>
                      <a:pt x="105" y="129"/>
                      <a:pt x="99" y="129"/>
                      <a:pt x="99" y="126"/>
                    </a:cubicBezTo>
                    <a:cubicBezTo>
                      <a:pt x="99" y="120"/>
                      <a:pt x="105" y="114"/>
                      <a:pt x="105" y="114"/>
                    </a:cubicBezTo>
                    <a:cubicBezTo>
                      <a:pt x="108" y="114"/>
                      <a:pt x="114" y="117"/>
                      <a:pt x="114" y="114"/>
                    </a:cubicBezTo>
                    <a:cubicBezTo>
                      <a:pt x="117" y="111"/>
                      <a:pt x="120" y="114"/>
                      <a:pt x="123" y="114"/>
                    </a:cubicBezTo>
                    <a:cubicBezTo>
                      <a:pt x="123" y="114"/>
                      <a:pt x="129" y="111"/>
                      <a:pt x="129" y="105"/>
                    </a:cubicBezTo>
                    <a:cubicBezTo>
                      <a:pt x="129" y="102"/>
                      <a:pt x="135" y="102"/>
                      <a:pt x="138" y="99"/>
                    </a:cubicBezTo>
                    <a:cubicBezTo>
                      <a:pt x="138" y="99"/>
                      <a:pt x="141" y="90"/>
                      <a:pt x="141" y="87"/>
                    </a:cubicBezTo>
                    <a:cubicBezTo>
                      <a:pt x="144" y="87"/>
                      <a:pt x="150" y="87"/>
                      <a:pt x="150" y="84"/>
                    </a:cubicBezTo>
                    <a:cubicBezTo>
                      <a:pt x="150" y="78"/>
                      <a:pt x="150" y="78"/>
                      <a:pt x="153" y="78"/>
                    </a:cubicBezTo>
                    <a:cubicBezTo>
                      <a:pt x="156" y="75"/>
                      <a:pt x="156" y="72"/>
                      <a:pt x="156" y="69"/>
                    </a:cubicBezTo>
                    <a:cubicBezTo>
                      <a:pt x="156" y="66"/>
                      <a:pt x="159" y="60"/>
                      <a:pt x="162" y="60"/>
                    </a:cubicBezTo>
                    <a:cubicBezTo>
                      <a:pt x="165" y="60"/>
                      <a:pt x="162" y="54"/>
                      <a:pt x="156" y="54"/>
                    </a:cubicBezTo>
                    <a:cubicBezTo>
                      <a:pt x="153" y="57"/>
                      <a:pt x="150" y="45"/>
                      <a:pt x="150" y="45"/>
                    </a:cubicBezTo>
                    <a:cubicBezTo>
                      <a:pt x="150" y="45"/>
                      <a:pt x="150" y="36"/>
                      <a:pt x="147" y="33"/>
                    </a:cubicBezTo>
                    <a:cubicBezTo>
                      <a:pt x="147" y="33"/>
                      <a:pt x="150" y="27"/>
                      <a:pt x="153" y="27"/>
                    </a:cubicBezTo>
                    <a:cubicBezTo>
                      <a:pt x="153" y="26"/>
                      <a:pt x="152" y="23"/>
                      <a:pt x="147" y="19"/>
                    </a:cubicBezTo>
                    <a:cubicBezTo>
                      <a:pt x="141" y="15"/>
                      <a:pt x="134" y="11"/>
                      <a:pt x="135" y="10"/>
                    </a:cubicBezTo>
                    <a:cubicBezTo>
                      <a:pt x="138" y="7"/>
                      <a:pt x="140" y="3"/>
                      <a:pt x="143" y="3"/>
                    </a:cubicBezTo>
                    <a:cubicBezTo>
                      <a:pt x="149" y="3"/>
                      <a:pt x="152" y="0"/>
                      <a:pt x="152" y="0"/>
                    </a:cubicBezTo>
                    <a:cubicBezTo>
                      <a:pt x="149" y="0"/>
                      <a:pt x="146" y="0"/>
                      <a:pt x="144" y="0"/>
                    </a:cubicBezTo>
                    <a:cubicBezTo>
                      <a:pt x="141" y="0"/>
                      <a:pt x="132" y="3"/>
                      <a:pt x="129" y="6"/>
                    </a:cubicBezTo>
                    <a:cubicBezTo>
                      <a:pt x="129" y="6"/>
                      <a:pt x="126" y="6"/>
                      <a:pt x="123" y="6"/>
                    </a:cubicBezTo>
                    <a:cubicBezTo>
                      <a:pt x="123" y="6"/>
                      <a:pt x="123" y="6"/>
                      <a:pt x="123" y="9"/>
                    </a:cubicBezTo>
                    <a:cubicBezTo>
                      <a:pt x="120" y="9"/>
                      <a:pt x="117" y="12"/>
                      <a:pt x="120" y="12"/>
                    </a:cubicBezTo>
                    <a:cubicBezTo>
                      <a:pt x="123" y="15"/>
                      <a:pt x="123" y="18"/>
                      <a:pt x="123" y="21"/>
                    </a:cubicBezTo>
                    <a:cubicBezTo>
                      <a:pt x="123" y="24"/>
                      <a:pt x="117" y="24"/>
                      <a:pt x="117" y="27"/>
                    </a:cubicBezTo>
                    <a:cubicBezTo>
                      <a:pt x="114" y="30"/>
                      <a:pt x="117" y="33"/>
                      <a:pt x="117" y="36"/>
                    </a:cubicBezTo>
                    <a:cubicBezTo>
                      <a:pt x="114" y="39"/>
                      <a:pt x="105" y="36"/>
                      <a:pt x="102" y="36"/>
                    </a:cubicBezTo>
                    <a:cubicBezTo>
                      <a:pt x="102" y="39"/>
                      <a:pt x="105" y="42"/>
                      <a:pt x="108" y="45"/>
                    </a:cubicBezTo>
                    <a:cubicBezTo>
                      <a:pt x="108" y="45"/>
                      <a:pt x="102" y="48"/>
                      <a:pt x="99" y="48"/>
                    </a:cubicBezTo>
                    <a:cubicBezTo>
                      <a:pt x="96" y="48"/>
                      <a:pt x="96" y="54"/>
                      <a:pt x="96" y="60"/>
                    </a:cubicBezTo>
                    <a:cubicBezTo>
                      <a:pt x="96" y="66"/>
                      <a:pt x="90" y="69"/>
                      <a:pt x="90" y="66"/>
                    </a:cubicBezTo>
                    <a:cubicBezTo>
                      <a:pt x="90" y="63"/>
                      <a:pt x="78" y="66"/>
                      <a:pt x="78" y="69"/>
                    </a:cubicBezTo>
                    <a:cubicBezTo>
                      <a:pt x="78" y="72"/>
                      <a:pt x="75" y="72"/>
                      <a:pt x="69" y="72"/>
                    </a:cubicBezTo>
                    <a:cubicBezTo>
                      <a:pt x="66" y="72"/>
                      <a:pt x="63" y="75"/>
                      <a:pt x="60" y="78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90"/>
                      <a:pt x="24" y="96"/>
                      <a:pt x="18" y="93"/>
                    </a:cubicBezTo>
                    <a:cubicBezTo>
                      <a:pt x="12" y="93"/>
                      <a:pt x="6" y="93"/>
                      <a:pt x="0" y="93"/>
                    </a:cubicBezTo>
                    <a:cubicBezTo>
                      <a:pt x="3" y="93"/>
                      <a:pt x="3" y="96"/>
                      <a:pt x="6" y="99"/>
                    </a:cubicBezTo>
                    <a:cubicBezTo>
                      <a:pt x="6" y="102"/>
                      <a:pt x="12" y="105"/>
                      <a:pt x="18" y="108"/>
                    </a:cubicBezTo>
                    <a:cubicBezTo>
                      <a:pt x="21" y="111"/>
                      <a:pt x="18" y="120"/>
                      <a:pt x="21" y="120"/>
                    </a:cubicBezTo>
                    <a:cubicBezTo>
                      <a:pt x="24" y="120"/>
                      <a:pt x="27" y="129"/>
                      <a:pt x="24" y="129"/>
                    </a:cubicBezTo>
                    <a:cubicBezTo>
                      <a:pt x="21" y="129"/>
                      <a:pt x="18" y="129"/>
                      <a:pt x="15" y="132"/>
                    </a:cubicBezTo>
                    <a:cubicBezTo>
                      <a:pt x="12" y="135"/>
                      <a:pt x="6" y="138"/>
                      <a:pt x="6" y="144"/>
                    </a:cubicBezTo>
                    <a:cubicBezTo>
                      <a:pt x="6" y="144"/>
                      <a:pt x="6" y="144"/>
                      <a:pt x="9" y="147"/>
                    </a:cubicBezTo>
                    <a:cubicBezTo>
                      <a:pt x="18" y="147"/>
                      <a:pt x="27" y="147"/>
                      <a:pt x="30" y="144"/>
                    </a:cubicBezTo>
                    <a:cubicBezTo>
                      <a:pt x="30" y="144"/>
                      <a:pt x="36" y="141"/>
                      <a:pt x="36" y="144"/>
                    </a:cubicBezTo>
                    <a:cubicBezTo>
                      <a:pt x="39" y="144"/>
                      <a:pt x="51" y="147"/>
                      <a:pt x="54" y="144"/>
                    </a:cubicBezTo>
                    <a:cubicBezTo>
                      <a:pt x="60" y="141"/>
                      <a:pt x="63" y="144"/>
                      <a:pt x="63" y="147"/>
                    </a:cubicBezTo>
                    <a:cubicBezTo>
                      <a:pt x="66" y="150"/>
                      <a:pt x="66" y="150"/>
                      <a:pt x="69" y="153"/>
                    </a:cubicBezTo>
                    <a:cubicBezTo>
                      <a:pt x="72" y="153"/>
                      <a:pt x="69" y="156"/>
                      <a:pt x="72" y="159"/>
                    </a:cubicBezTo>
                    <a:cubicBezTo>
                      <a:pt x="75" y="162"/>
                      <a:pt x="78" y="162"/>
                      <a:pt x="81" y="165"/>
                    </a:cubicBezTo>
                    <a:cubicBezTo>
                      <a:pt x="84" y="165"/>
                      <a:pt x="84" y="165"/>
                      <a:pt x="84" y="165"/>
                    </a:cubicBezTo>
                    <a:cubicBezTo>
                      <a:pt x="87" y="162"/>
                      <a:pt x="87" y="156"/>
                      <a:pt x="93" y="1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" name="Freeform 186">
                <a:extLst>
                  <a:ext uri="{FF2B5EF4-FFF2-40B4-BE49-F238E27FC236}">
                    <a16:creationId xmlns:a16="http://schemas.microsoft.com/office/drawing/2014/main" id="{611753B6-4684-8E51-44EE-583ED0FCB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2658" y="2304257"/>
                <a:ext cx="164917" cy="109494"/>
              </a:xfrm>
              <a:custGeom>
                <a:avLst/>
                <a:gdLst>
                  <a:gd name="T0" fmla="*/ 21 w 86"/>
                  <a:gd name="T1" fmla="*/ 48 h 57"/>
                  <a:gd name="T2" fmla="*/ 33 w 86"/>
                  <a:gd name="T3" fmla="*/ 42 h 57"/>
                  <a:gd name="T4" fmla="*/ 42 w 86"/>
                  <a:gd name="T5" fmla="*/ 33 h 57"/>
                  <a:gd name="T6" fmla="*/ 48 w 86"/>
                  <a:gd name="T7" fmla="*/ 42 h 57"/>
                  <a:gd name="T8" fmla="*/ 48 w 86"/>
                  <a:gd name="T9" fmla="*/ 57 h 57"/>
                  <a:gd name="T10" fmla="*/ 51 w 86"/>
                  <a:gd name="T11" fmla="*/ 57 h 57"/>
                  <a:gd name="T12" fmla="*/ 57 w 86"/>
                  <a:gd name="T13" fmla="*/ 54 h 57"/>
                  <a:gd name="T14" fmla="*/ 72 w 86"/>
                  <a:gd name="T15" fmla="*/ 45 h 57"/>
                  <a:gd name="T16" fmla="*/ 75 w 86"/>
                  <a:gd name="T17" fmla="*/ 51 h 57"/>
                  <a:gd name="T18" fmla="*/ 81 w 86"/>
                  <a:gd name="T19" fmla="*/ 51 h 57"/>
                  <a:gd name="T20" fmla="*/ 86 w 86"/>
                  <a:gd name="T21" fmla="*/ 49 h 57"/>
                  <a:gd name="T22" fmla="*/ 84 w 86"/>
                  <a:gd name="T23" fmla="*/ 36 h 57"/>
                  <a:gd name="T24" fmla="*/ 72 w 86"/>
                  <a:gd name="T25" fmla="*/ 30 h 57"/>
                  <a:gd name="T26" fmla="*/ 72 w 86"/>
                  <a:gd name="T27" fmla="*/ 18 h 57"/>
                  <a:gd name="T28" fmla="*/ 57 w 86"/>
                  <a:gd name="T29" fmla="*/ 21 h 57"/>
                  <a:gd name="T30" fmla="*/ 48 w 86"/>
                  <a:gd name="T31" fmla="*/ 18 h 57"/>
                  <a:gd name="T32" fmla="*/ 36 w 86"/>
                  <a:gd name="T33" fmla="*/ 18 h 57"/>
                  <a:gd name="T34" fmla="*/ 21 w 86"/>
                  <a:gd name="T35" fmla="*/ 18 h 57"/>
                  <a:gd name="T36" fmla="*/ 30 w 86"/>
                  <a:gd name="T37" fmla="*/ 9 h 57"/>
                  <a:gd name="T38" fmla="*/ 33 w 86"/>
                  <a:gd name="T39" fmla="*/ 9 h 57"/>
                  <a:gd name="T40" fmla="*/ 36 w 86"/>
                  <a:gd name="T41" fmla="*/ 0 h 57"/>
                  <a:gd name="T42" fmla="*/ 30 w 86"/>
                  <a:gd name="T43" fmla="*/ 3 h 57"/>
                  <a:gd name="T44" fmla="*/ 21 w 86"/>
                  <a:gd name="T45" fmla="*/ 6 h 57"/>
                  <a:gd name="T46" fmla="*/ 15 w 86"/>
                  <a:gd name="T47" fmla="*/ 12 h 57"/>
                  <a:gd name="T48" fmla="*/ 12 w 86"/>
                  <a:gd name="T49" fmla="*/ 18 h 57"/>
                  <a:gd name="T50" fmla="*/ 0 w 86"/>
                  <a:gd name="T51" fmla="*/ 21 h 57"/>
                  <a:gd name="T52" fmla="*/ 9 w 86"/>
                  <a:gd name="T53" fmla="*/ 30 h 57"/>
                  <a:gd name="T54" fmla="*/ 9 w 86"/>
                  <a:gd name="T55" fmla="*/ 39 h 57"/>
                  <a:gd name="T56" fmla="*/ 3 w 86"/>
                  <a:gd name="T57" fmla="*/ 51 h 57"/>
                  <a:gd name="T58" fmla="*/ 9 w 86"/>
                  <a:gd name="T59" fmla="*/ 51 h 57"/>
                  <a:gd name="T60" fmla="*/ 21 w 86"/>
                  <a:gd name="T61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6" h="57">
                    <a:moveTo>
                      <a:pt x="21" y="48"/>
                    </a:moveTo>
                    <a:cubicBezTo>
                      <a:pt x="21" y="45"/>
                      <a:pt x="33" y="48"/>
                      <a:pt x="33" y="42"/>
                    </a:cubicBezTo>
                    <a:cubicBezTo>
                      <a:pt x="33" y="39"/>
                      <a:pt x="39" y="33"/>
                      <a:pt x="42" y="33"/>
                    </a:cubicBezTo>
                    <a:cubicBezTo>
                      <a:pt x="45" y="33"/>
                      <a:pt x="42" y="42"/>
                      <a:pt x="48" y="42"/>
                    </a:cubicBezTo>
                    <a:cubicBezTo>
                      <a:pt x="51" y="45"/>
                      <a:pt x="45" y="54"/>
                      <a:pt x="48" y="57"/>
                    </a:cubicBezTo>
                    <a:cubicBezTo>
                      <a:pt x="51" y="57"/>
                      <a:pt x="51" y="57"/>
                      <a:pt x="51" y="57"/>
                    </a:cubicBezTo>
                    <a:cubicBezTo>
                      <a:pt x="54" y="57"/>
                      <a:pt x="57" y="54"/>
                      <a:pt x="57" y="54"/>
                    </a:cubicBezTo>
                    <a:cubicBezTo>
                      <a:pt x="63" y="51"/>
                      <a:pt x="69" y="45"/>
                      <a:pt x="72" y="45"/>
                    </a:cubicBezTo>
                    <a:cubicBezTo>
                      <a:pt x="72" y="48"/>
                      <a:pt x="72" y="51"/>
                      <a:pt x="75" y="51"/>
                    </a:cubicBezTo>
                    <a:cubicBezTo>
                      <a:pt x="77" y="49"/>
                      <a:pt x="79" y="50"/>
                      <a:pt x="81" y="51"/>
                    </a:cubicBezTo>
                    <a:cubicBezTo>
                      <a:pt x="83" y="50"/>
                      <a:pt x="84" y="49"/>
                      <a:pt x="86" y="49"/>
                    </a:cubicBezTo>
                    <a:cubicBezTo>
                      <a:pt x="85" y="45"/>
                      <a:pt x="84" y="39"/>
                      <a:pt x="84" y="36"/>
                    </a:cubicBezTo>
                    <a:cubicBezTo>
                      <a:pt x="84" y="33"/>
                      <a:pt x="72" y="30"/>
                      <a:pt x="72" y="30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8"/>
                      <a:pt x="60" y="21"/>
                      <a:pt x="57" y="21"/>
                    </a:cubicBezTo>
                    <a:cubicBezTo>
                      <a:pt x="54" y="18"/>
                      <a:pt x="51" y="21"/>
                      <a:pt x="48" y="18"/>
                    </a:cubicBezTo>
                    <a:cubicBezTo>
                      <a:pt x="45" y="15"/>
                      <a:pt x="42" y="21"/>
                      <a:pt x="36" y="18"/>
                    </a:cubicBezTo>
                    <a:cubicBezTo>
                      <a:pt x="33" y="15"/>
                      <a:pt x="21" y="18"/>
                      <a:pt x="21" y="18"/>
                    </a:cubicBezTo>
                    <a:cubicBezTo>
                      <a:pt x="21" y="15"/>
                      <a:pt x="27" y="9"/>
                      <a:pt x="30" y="9"/>
                    </a:cubicBezTo>
                    <a:cubicBezTo>
                      <a:pt x="30" y="9"/>
                      <a:pt x="30" y="9"/>
                      <a:pt x="33" y="9"/>
                    </a:cubicBezTo>
                    <a:cubicBezTo>
                      <a:pt x="33" y="9"/>
                      <a:pt x="39" y="3"/>
                      <a:pt x="36" y="0"/>
                    </a:cubicBezTo>
                    <a:cubicBezTo>
                      <a:pt x="36" y="0"/>
                      <a:pt x="33" y="0"/>
                      <a:pt x="30" y="3"/>
                    </a:cubicBezTo>
                    <a:cubicBezTo>
                      <a:pt x="27" y="6"/>
                      <a:pt x="21" y="3"/>
                      <a:pt x="21" y="6"/>
                    </a:cubicBezTo>
                    <a:cubicBezTo>
                      <a:pt x="18" y="9"/>
                      <a:pt x="18" y="12"/>
                      <a:pt x="15" y="12"/>
                    </a:cubicBezTo>
                    <a:cubicBezTo>
                      <a:pt x="12" y="12"/>
                      <a:pt x="15" y="15"/>
                      <a:pt x="12" y="18"/>
                    </a:cubicBezTo>
                    <a:cubicBezTo>
                      <a:pt x="9" y="18"/>
                      <a:pt x="0" y="18"/>
                      <a:pt x="0" y="21"/>
                    </a:cubicBezTo>
                    <a:cubicBezTo>
                      <a:pt x="0" y="24"/>
                      <a:pt x="9" y="27"/>
                      <a:pt x="9" y="30"/>
                    </a:cubicBezTo>
                    <a:cubicBezTo>
                      <a:pt x="6" y="33"/>
                      <a:pt x="12" y="36"/>
                      <a:pt x="9" y="39"/>
                    </a:cubicBezTo>
                    <a:cubicBezTo>
                      <a:pt x="6" y="42"/>
                      <a:pt x="3" y="45"/>
                      <a:pt x="3" y="51"/>
                    </a:cubicBezTo>
                    <a:cubicBezTo>
                      <a:pt x="6" y="54"/>
                      <a:pt x="9" y="54"/>
                      <a:pt x="9" y="51"/>
                    </a:cubicBezTo>
                    <a:cubicBezTo>
                      <a:pt x="12" y="48"/>
                      <a:pt x="21" y="51"/>
                      <a:pt x="21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" name="Freeform 187">
                <a:extLst>
                  <a:ext uri="{FF2B5EF4-FFF2-40B4-BE49-F238E27FC236}">
                    <a16:creationId xmlns:a16="http://schemas.microsoft.com/office/drawing/2014/main" id="{43B5E38E-748F-C3F7-8BF2-D87E56638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8555" y="2367790"/>
                <a:ext cx="309558" cy="224395"/>
              </a:xfrm>
              <a:custGeom>
                <a:avLst/>
                <a:gdLst>
                  <a:gd name="T0" fmla="*/ 96 w 162"/>
                  <a:gd name="T1" fmla="*/ 87 h 117"/>
                  <a:gd name="T2" fmla="*/ 102 w 162"/>
                  <a:gd name="T3" fmla="*/ 81 h 117"/>
                  <a:gd name="T4" fmla="*/ 105 w 162"/>
                  <a:gd name="T5" fmla="*/ 69 h 117"/>
                  <a:gd name="T6" fmla="*/ 114 w 162"/>
                  <a:gd name="T7" fmla="*/ 66 h 117"/>
                  <a:gd name="T8" fmla="*/ 108 w 162"/>
                  <a:gd name="T9" fmla="*/ 57 h 117"/>
                  <a:gd name="T10" fmla="*/ 123 w 162"/>
                  <a:gd name="T11" fmla="*/ 57 h 117"/>
                  <a:gd name="T12" fmla="*/ 123 w 162"/>
                  <a:gd name="T13" fmla="*/ 48 h 117"/>
                  <a:gd name="T14" fmla="*/ 129 w 162"/>
                  <a:gd name="T15" fmla="*/ 42 h 117"/>
                  <a:gd name="T16" fmla="*/ 126 w 162"/>
                  <a:gd name="T17" fmla="*/ 33 h 117"/>
                  <a:gd name="T18" fmla="*/ 129 w 162"/>
                  <a:gd name="T19" fmla="*/ 30 h 117"/>
                  <a:gd name="T20" fmla="*/ 129 w 162"/>
                  <a:gd name="T21" fmla="*/ 27 h 117"/>
                  <a:gd name="T22" fmla="*/ 135 w 162"/>
                  <a:gd name="T23" fmla="*/ 27 h 117"/>
                  <a:gd name="T24" fmla="*/ 150 w 162"/>
                  <a:gd name="T25" fmla="*/ 21 h 117"/>
                  <a:gd name="T26" fmla="*/ 158 w 162"/>
                  <a:gd name="T27" fmla="*/ 21 h 117"/>
                  <a:gd name="T28" fmla="*/ 162 w 162"/>
                  <a:gd name="T29" fmla="*/ 18 h 117"/>
                  <a:gd name="T30" fmla="*/ 162 w 162"/>
                  <a:gd name="T31" fmla="*/ 18 h 117"/>
                  <a:gd name="T32" fmla="*/ 156 w 162"/>
                  <a:gd name="T33" fmla="*/ 18 h 117"/>
                  <a:gd name="T34" fmla="*/ 153 w 162"/>
                  <a:gd name="T35" fmla="*/ 12 h 117"/>
                  <a:gd name="T36" fmla="*/ 138 w 162"/>
                  <a:gd name="T37" fmla="*/ 21 h 117"/>
                  <a:gd name="T38" fmla="*/ 135 w 162"/>
                  <a:gd name="T39" fmla="*/ 24 h 117"/>
                  <a:gd name="T40" fmla="*/ 129 w 162"/>
                  <a:gd name="T41" fmla="*/ 24 h 117"/>
                  <a:gd name="T42" fmla="*/ 129 w 162"/>
                  <a:gd name="T43" fmla="*/ 9 h 117"/>
                  <a:gd name="T44" fmla="*/ 123 w 162"/>
                  <a:gd name="T45" fmla="*/ 0 h 117"/>
                  <a:gd name="T46" fmla="*/ 114 w 162"/>
                  <a:gd name="T47" fmla="*/ 9 h 117"/>
                  <a:gd name="T48" fmla="*/ 102 w 162"/>
                  <a:gd name="T49" fmla="*/ 15 h 117"/>
                  <a:gd name="T50" fmla="*/ 90 w 162"/>
                  <a:gd name="T51" fmla="*/ 18 h 117"/>
                  <a:gd name="T52" fmla="*/ 81 w 162"/>
                  <a:gd name="T53" fmla="*/ 15 h 117"/>
                  <a:gd name="T54" fmla="*/ 72 w 162"/>
                  <a:gd name="T55" fmla="*/ 12 h 117"/>
                  <a:gd name="T56" fmla="*/ 63 w 162"/>
                  <a:gd name="T57" fmla="*/ 12 h 117"/>
                  <a:gd name="T58" fmla="*/ 54 w 162"/>
                  <a:gd name="T59" fmla="*/ 18 h 117"/>
                  <a:gd name="T60" fmla="*/ 48 w 162"/>
                  <a:gd name="T61" fmla="*/ 27 h 117"/>
                  <a:gd name="T62" fmla="*/ 30 w 162"/>
                  <a:gd name="T63" fmla="*/ 36 h 117"/>
                  <a:gd name="T64" fmla="*/ 21 w 162"/>
                  <a:gd name="T65" fmla="*/ 42 h 117"/>
                  <a:gd name="T66" fmla="*/ 12 w 162"/>
                  <a:gd name="T67" fmla="*/ 39 h 117"/>
                  <a:gd name="T68" fmla="*/ 9 w 162"/>
                  <a:gd name="T69" fmla="*/ 45 h 117"/>
                  <a:gd name="T70" fmla="*/ 3 w 162"/>
                  <a:gd name="T71" fmla="*/ 54 h 117"/>
                  <a:gd name="T72" fmla="*/ 3 w 162"/>
                  <a:gd name="T73" fmla="*/ 63 h 117"/>
                  <a:gd name="T74" fmla="*/ 3 w 162"/>
                  <a:gd name="T75" fmla="*/ 75 h 117"/>
                  <a:gd name="T76" fmla="*/ 3 w 162"/>
                  <a:gd name="T77" fmla="*/ 87 h 117"/>
                  <a:gd name="T78" fmla="*/ 15 w 162"/>
                  <a:gd name="T79" fmla="*/ 93 h 117"/>
                  <a:gd name="T80" fmla="*/ 3 w 162"/>
                  <a:gd name="T81" fmla="*/ 108 h 117"/>
                  <a:gd name="T82" fmla="*/ 6 w 162"/>
                  <a:gd name="T83" fmla="*/ 114 h 117"/>
                  <a:gd name="T84" fmla="*/ 24 w 162"/>
                  <a:gd name="T85" fmla="*/ 114 h 117"/>
                  <a:gd name="T86" fmla="*/ 69 w 162"/>
                  <a:gd name="T87" fmla="*/ 108 h 117"/>
                  <a:gd name="T88" fmla="*/ 66 w 162"/>
                  <a:gd name="T89" fmla="*/ 99 h 117"/>
                  <a:gd name="T90" fmla="*/ 75 w 162"/>
                  <a:gd name="T91" fmla="*/ 93 h 117"/>
                  <a:gd name="T92" fmla="*/ 84 w 162"/>
                  <a:gd name="T93" fmla="*/ 90 h 117"/>
                  <a:gd name="T94" fmla="*/ 96 w 162"/>
                  <a:gd name="T95" fmla="*/ 8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62" h="117">
                    <a:moveTo>
                      <a:pt x="96" y="87"/>
                    </a:moveTo>
                    <a:cubicBezTo>
                      <a:pt x="96" y="90"/>
                      <a:pt x="102" y="87"/>
                      <a:pt x="102" y="81"/>
                    </a:cubicBezTo>
                    <a:cubicBezTo>
                      <a:pt x="102" y="75"/>
                      <a:pt x="102" y="69"/>
                      <a:pt x="105" y="69"/>
                    </a:cubicBezTo>
                    <a:cubicBezTo>
                      <a:pt x="108" y="69"/>
                      <a:pt x="114" y="66"/>
                      <a:pt x="114" y="66"/>
                    </a:cubicBezTo>
                    <a:cubicBezTo>
                      <a:pt x="111" y="63"/>
                      <a:pt x="108" y="60"/>
                      <a:pt x="108" y="57"/>
                    </a:cubicBezTo>
                    <a:cubicBezTo>
                      <a:pt x="111" y="57"/>
                      <a:pt x="120" y="60"/>
                      <a:pt x="123" y="57"/>
                    </a:cubicBezTo>
                    <a:cubicBezTo>
                      <a:pt x="123" y="54"/>
                      <a:pt x="120" y="51"/>
                      <a:pt x="123" y="48"/>
                    </a:cubicBezTo>
                    <a:cubicBezTo>
                      <a:pt x="123" y="45"/>
                      <a:pt x="129" y="45"/>
                      <a:pt x="129" y="42"/>
                    </a:cubicBezTo>
                    <a:cubicBezTo>
                      <a:pt x="129" y="39"/>
                      <a:pt x="129" y="36"/>
                      <a:pt x="126" y="33"/>
                    </a:cubicBezTo>
                    <a:cubicBezTo>
                      <a:pt x="123" y="33"/>
                      <a:pt x="126" y="30"/>
                      <a:pt x="129" y="30"/>
                    </a:cubicBezTo>
                    <a:cubicBezTo>
                      <a:pt x="129" y="27"/>
                      <a:pt x="129" y="27"/>
                      <a:pt x="129" y="27"/>
                    </a:cubicBezTo>
                    <a:cubicBezTo>
                      <a:pt x="132" y="27"/>
                      <a:pt x="135" y="27"/>
                      <a:pt x="135" y="27"/>
                    </a:cubicBezTo>
                    <a:cubicBezTo>
                      <a:pt x="138" y="24"/>
                      <a:pt x="147" y="21"/>
                      <a:pt x="150" y="21"/>
                    </a:cubicBezTo>
                    <a:cubicBezTo>
                      <a:pt x="152" y="21"/>
                      <a:pt x="155" y="22"/>
                      <a:pt x="158" y="21"/>
                    </a:cubicBezTo>
                    <a:cubicBezTo>
                      <a:pt x="158" y="20"/>
                      <a:pt x="160" y="19"/>
                      <a:pt x="162" y="18"/>
                    </a:cubicBezTo>
                    <a:cubicBezTo>
                      <a:pt x="162" y="18"/>
                      <a:pt x="162" y="18"/>
                      <a:pt x="162" y="18"/>
                    </a:cubicBezTo>
                    <a:cubicBezTo>
                      <a:pt x="160" y="17"/>
                      <a:pt x="158" y="16"/>
                      <a:pt x="156" y="18"/>
                    </a:cubicBezTo>
                    <a:cubicBezTo>
                      <a:pt x="153" y="18"/>
                      <a:pt x="153" y="15"/>
                      <a:pt x="153" y="12"/>
                    </a:cubicBezTo>
                    <a:cubicBezTo>
                      <a:pt x="150" y="12"/>
                      <a:pt x="144" y="18"/>
                      <a:pt x="138" y="21"/>
                    </a:cubicBezTo>
                    <a:cubicBezTo>
                      <a:pt x="135" y="24"/>
                      <a:pt x="135" y="24"/>
                      <a:pt x="135" y="24"/>
                    </a:cubicBezTo>
                    <a:cubicBezTo>
                      <a:pt x="132" y="24"/>
                      <a:pt x="129" y="24"/>
                      <a:pt x="129" y="24"/>
                    </a:cubicBezTo>
                    <a:cubicBezTo>
                      <a:pt x="126" y="21"/>
                      <a:pt x="132" y="12"/>
                      <a:pt x="129" y="9"/>
                    </a:cubicBezTo>
                    <a:cubicBezTo>
                      <a:pt x="123" y="9"/>
                      <a:pt x="126" y="0"/>
                      <a:pt x="123" y="0"/>
                    </a:cubicBezTo>
                    <a:cubicBezTo>
                      <a:pt x="120" y="0"/>
                      <a:pt x="114" y="6"/>
                      <a:pt x="114" y="9"/>
                    </a:cubicBezTo>
                    <a:cubicBezTo>
                      <a:pt x="114" y="15"/>
                      <a:pt x="102" y="12"/>
                      <a:pt x="102" y="15"/>
                    </a:cubicBezTo>
                    <a:cubicBezTo>
                      <a:pt x="102" y="18"/>
                      <a:pt x="93" y="15"/>
                      <a:pt x="90" y="18"/>
                    </a:cubicBezTo>
                    <a:cubicBezTo>
                      <a:pt x="90" y="21"/>
                      <a:pt x="84" y="15"/>
                      <a:pt x="81" y="15"/>
                    </a:cubicBezTo>
                    <a:cubicBezTo>
                      <a:pt x="78" y="15"/>
                      <a:pt x="75" y="12"/>
                      <a:pt x="72" y="12"/>
                    </a:cubicBezTo>
                    <a:cubicBezTo>
                      <a:pt x="69" y="15"/>
                      <a:pt x="66" y="12"/>
                      <a:pt x="63" y="12"/>
                    </a:cubicBezTo>
                    <a:cubicBezTo>
                      <a:pt x="60" y="12"/>
                      <a:pt x="57" y="18"/>
                      <a:pt x="54" y="18"/>
                    </a:cubicBezTo>
                    <a:cubicBezTo>
                      <a:pt x="51" y="15"/>
                      <a:pt x="48" y="24"/>
                      <a:pt x="48" y="27"/>
                    </a:cubicBezTo>
                    <a:cubicBezTo>
                      <a:pt x="45" y="33"/>
                      <a:pt x="30" y="33"/>
                      <a:pt x="30" y="36"/>
                    </a:cubicBezTo>
                    <a:cubicBezTo>
                      <a:pt x="30" y="42"/>
                      <a:pt x="21" y="45"/>
                      <a:pt x="21" y="42"/>
                    </a:cubicBezTo>
                    <a:cubicBezTo>
                      <a:pt x="21" y="39"/>
                      <a:pt x="15" y="39"/>
                      <a:pt x="12" y="39"/>
                    </a:cubicBezTo>
                    <a:cubicBezTo>
                      <a:pt x="12" y="39"/>
                      <a:pt x="6" y="39"/>
                      <a:pt x="9" y="45"/>
                    </a:cubicBezTo>
                    <a:cubicBezTo>
                      <a:pt x="9" y="48"/>
                      <a:pt x="3" y="51"/>
                      <a:pt x="3" y="54"/>
                    </a:cubicBezTo>
                    <a:cubicBezTo>
                      <a:pt x="3" y="54"/>
                      <a:pt x="0" y="60"/>
                      <a:pt x="3" y="63"/>
                    </a:cubicBezTo>
                    <a:cubicBezTo>
                      <a:pt x="3" y="66"/>
                      <a:pt x="0" y="69"/>
                      <a:pt x="3" y="75"/>
                    </a:cubicBezTo>
                    <a:cubicBezTo>
                      <a:pt x="3" y="78"/>
                      <a:pt x="3" y="87"/>
                      <a:pt x="3" y="87"/>
                    </a:cubicBezTo>
                    <a:cubicBezTo>
                      <a:pt x="6" y="90"/>
                      <a:pt x="12" y="87"/>
                      <a:pt x="15" y="93"/>
                    </a:cubicBezTo>
                    <a:cubicBezTo>
                      <a:pt x="18" y="99"/>
                      <a:pt x="3" y="108"/>
                      <a:pt x="3" y="108"/>
                    </a:cubicBezTo>
                    <a:cubicBezTo>
                      <a:pt x="3" y="111"/>
                      <a:pt x="3" y="111"/>
                      <a:pt x="6" y="114"/>
                    </a:cubicBezTo>
                    <a:cubicBezTo>
                      <a:pt x="12" y="114"/>
                      <a:pt x="18" y="114"/>
                      <a:pt x="24" y="114"/>
                    </a:cubicBezTo>
                    <a:cubicBezTo>
                      <a:pt x="30" y="117"/>
                      <a:pt x="69" y="111"/>
                      <a:pt x="69" y="108"/>
                    </a:cubicBezTo>
                    <a:cubicBezTo>
                      <a:pt x="66" y="99"/>
                      <a:pt x="66" y="99"/>
                      <a:pt x="66" y="99"/>
                    </a:cubicBezTo>
                    <a:cubicBezTo>
                      <a:pt x="69" y="96"/>
                      <a:pt x="72" y="93"/>
                      <a:pt x="75" y="93"/>
                    </a:cubicBezTo>
                    <a:cubicBezTo>
                      <a:pt x="81" y="93"/>
                      <a:pt x="84" y="93"/>
                      <a:pt x="84" y="90"/>
                    </a:cubicBezTo>
                    <a:cubicBezTo>
                      <a:pt x="84" y="87"/>
                      <a:pt x="96" y="84"/>
                      <a:pt x="96" y="8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5" name="Freeform 156">
              <a:extLst>
                <a:ext uri="{FF2B5EF4-FFF2-40B4-BE49-F238E27FC236}">
                  <a16:creationId xmlns:a16="http://schemas.microsoft.com/office/drawing/2014/main" id="{59DAE6F5-B747-436B-4300-D32FD3A9C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784" y="3677659"/>
              <a:ext cx="58127" cy="33794"/>
            </a:xfrm>
            <a:custGeom>
              <a:avLst/>
              <a:gdLst>
                <a:gd name="T0" fmla="*/ 12 w 30"/>
                <a:gd name="T1" fmla="*/ 3 h 18"/>
                <a:gd name="T2" fmla="*/ 9 w 30"/>
                <a:gd name="T3" fmla="*/ 15 h 18"/>
                <a:gd name="T4" fmla="*/ 18 w 30"/>
                <a:gd name="T5" fmla="*/ 15 h 18"/>
                <a:gd name="T6" fmla="*/ 27 w 30"/>
                <a:gd name="T7" fmla="*/ 12 h 18"/>
                <a:gd name="T8" fmla="*/ 12 w 30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8">
                  <a:moveTo>
                    <a:pt x="12" y="3"/>
                  </a:moveTo>
                  <a:cubicBezTo>
                    <a:pt x="12" y="0"/>
                    <a:pt x="0" y="12"/>
                    <a:pt x="9" y="15"/>
                  </a:cubicBezTo>
                  <a:cubicBezTo>
                    <a:pt x="12" y="18"/>
                    <a:pt x="15" y="12"/>
                    <a:pt x="18" y="15"/>
                  </a:cubicBezTo>
                  <a:cubicBezTo>
                    <a:pt x="21" y="18"/>
                    <a:pt x="27" y="18"/>
                    <a:pt x="27" y="12"/>
                  </a:cubicBezTo>
                  <a:cubicBezTo>
                    <a:pt x="30" y="6"/>
                    <a:pt x="15" y="6"/>
                    <a:pt x="12" y="3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" name="Freeform 127">
              <a:extLst>
                <a:ext uri="{FF2B5EF4-FFF2-40B4-BE49-F238E27FC236}">
                  <a16:creationId xmlns:a16="http://schemas.microsoft.com/office/drawing/2014/main" id="{DA1BD568-6C0A-C312-CCE7-0903D2EFE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7689" y="3715554"/>
              <a:ext cx="52719" cy="29739"/>
            </a:xfrm>
            <a:custGeom>
              <a:avLst/>
              <a:gdLst>
                <a:gd name="T0" fmla="*/ 6 w 27"/>
                <a:gd name="T1" fmla="*/ 6 h 15"/>
                <a:gd name="T2" fmla="*/ 24 w 27"/>
                <a:gd name="T3" fmla="*/ 6 h 15"/>
                <a:gd name="T4" fmla="*/ 6 w 27"/>
                <a:gd name="T5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5">
                  <a:moveTo>
                    <a:pt x="6" y="6"/>
                  </a:moveTo>
                  <a:cubicBezTo>
                    <a:pt x="9" y="15"/>
                    <a:pt x="24" y="9"/>
                    <a:pt x="24" y="6"/>
                  </a:cubicBezTo>
                  <a:cubicBezTo>
                    <a:pt x="27" y="3"/>
                    <a:pt x="0" y="0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World map with country names</a:t>
            </a:r>
            <a:endParaRPr lang="en-GB" dirty="0">
              <a:latin typeface="+mn-lt"/>
            </a:endParaRPr>
          </a:p>
        </p:txBody>
      </p:sp>
      <p:grpSp>
        <p:nvGrpSpPr>
          <p:cNvPr id="729" name="Group 728"/>
          <p:cNvGrpSpPr/>
          <p:nvPr/>
        </p:nvGrpSpPr>
        <p:grpSpPr>
          <a:xfrm>
            <a:off x="812935" y="1032163"/>
            <a:ext cx="7587218" cy="3587703"/>
            <a:chOff x="159217" y="1495904"/>
            <a:chExt cx="8886414" cy="4202045"/>
          </a:xfrm>
        </p:grpSpPr>
        <p:sp>
          <p:nvSpPr>
            <p:cNvPr id="730" name="TextBox 729"/>
            <p:cNvSpPr txBox="1"/>
            <p:nvPr/>
          </p:nvSpPr>
          <p:spPr>
            <a:xfrm>
              <a:off x="1918116" y="3570289"/>
              <a:ext cx="321427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Belize</a:t>
              </a:r>
            </a:p>
          </p:txBody>
        </p:sp>
        <p:sp>
          <p:nvSpPr>
            <p:cNvPr id="731" name="TextBox 730"/>
            <p:cNvSpPr txBox="1"/>
            <p:nvPr/>
          </p:nvSpPr>
          <p:spPr>
            <a:xfrm>
              <a:off x="1666964" y="3654304"/>
              <a:ext cx="40591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Guatemala</a:t>
              </a:r>
            </a:p>
          </p:txBody>
        </p:sp>
        <p:sp>
          <p:nvSpPr>
            <p:cNvPr id="732" name="TextBox 731"/>
            <p:cNvSpPr txBox="1"/>
            <p:nvPr/>
          </p:nvSpPr>
          <p:spPr>
            <a:xfrm>
              <a:off x="2268732" y="3578227"/>
              <a:ext cx="29702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Haiti</a:t>
              </a:r>
            </a:p>
          </p:txBody>
        </p:sp>
        <p:sp>
          <p:nvSpPr>
            <p:cNvPr id="733" name="TextBox 732"/>
            <p:cNvSpPr txBox="1"/>
            <p:nvPr/>
          </p:nvSpPr>
          <p:spPr>
            <a:xfrm>
              <a:off x="2032970" y="3685861"/>
              <a:ext cx="396526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Nicaragua</a:t>
              </a:r>
            </a:p>
          </p:txBody>
        </p:sp>
        <p:sp>
          <p:nvSpPr>
            <p:cNvPr id="734" name="TextBox 733"/>
            <p:cNvSpPr txBox="1"/>
            <p:nvPr/>
          </p:nvSpPr>
          <p:spPr>
            <a:xfrm>
              <a:off x="1859708" y="3791194"/>
              <a:ext cx="40967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Costa Rica</a:t>
              </a:r>
            </a:p>
          </p:txBody>
        </p:sp>
        <p:sp>
          <p:nvSpPr>
            <p:cNvPr id="735" name="TextBox 734"/>
            <p:cNvSpPr txBox="1"/>
            <p:nvPr/>
          </p:nvSpPr>
          <p:spPr>
            <a:xfrm>
              <a:off x="2089844" y="3764422"/>
              <a:ext cx="358976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Panama</a:t>
              </a:r>
            </a:p>
          </p:txBody>
        </p:sp>
        <p:sp>
          <p:nvSpPr>
            <p:cNvPr id="736" name="TextBox 735"/>
            <p:cNvSpPr txBox="1"/>
            <p:nvPr/>
          </p:nvSpPr>
          <p:spPr>
            <a:xfrm>
              <a:off x="1682978" y="3994904"/>
              <a:ext cx="404037" cy="18925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Galapagos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Islands</a:t>
              </a:r>
            </a:p>
          </p:txBody>
        </p:sp>
        <p:sp>
          <p:nvSpPr>
            <p:cNvPr id="737" name="TextBox 736"/>
            <p:cNvSpPr txBox="1"/>
            <p:nvPr/>
          </p:nvSpPr>
          <p:spPr>
            <a:xfrm>
              <a:off x="1995745" y="4015746"/>
              <a:ext cx="36461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Ecuador</a:t>
              </a:r>
            </a:p>
          </p:txBody>
        </p:sp>
        <p:sp>
          <p:nvSpPr>
            <p:cNvPr id="738" name="TextBox 737"/>
            <p:cNvSpPr txBox="1"/>
            <p:nvPr/>
          </p:nvSpPr>
          <p:spPr>
            <a:xfrm>
              <a:off x="2236244" y="3921922"/>
              <a:ext cx="385263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Colombia</a:t>
              </a:r>
            </a:p>
          </p:txBody>
        </p:sp>
        <p:sp>
          <p:nvSpPr>
            <p:cNvPr id="739" name="TextBox 738"/>
            <p:cNvSpPr txBox="1"/>
            <p:nvPr/>
          </p:nvSpPr>
          <p:spPr>
            <a:xfrm>
              <a:off x="2406717" y="3819965"/>
              <a:ext cx="396526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Venezuela</a:t>
              </a:r>
            </a:p>
          </p:txBody>
        </p:sp>
        <p:sp>
          <p:nvSpPr>
            <p:cNvPr id="740" name="TextBox 739"/>
            <p:cNvSpPr txBox="1"/>
            <p:nvPr/>
          </p:nvSpPr>
          <p:spPr>
            <a:xfrm>
              <a:off x="2572953" y="3707006"/>
              <a:ext cx="437832" cy="18474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Trinidad and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Tobago</a:t>
              </a:r>
            </a:p>
          </p:txBody>
        </p:sp>
        <p:sp>
          <p:nvSpPr>
            <p:cNvPr id="741" name="TextBox 740"/>
            <p:cNvSpPr txBox="1"/>
            <p:nvPr/>
          </p:nvSpPr>
          <p:spPr>
            <a:xfrm>
              <a:off x="2662071" y="3806991"/>
              <a:ext cx="34959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Guyana</a:t>
              </a:r>
            </a:p>
          </p:txBody>
        </p:sp>
        <p:sp>
          <p:nvSpPr>
            <p:cNvPr id="742" name="TextBox 741"/>
            <p:cNvSpPr txBox="1"/>
            <p:nvPr/>
          </p:nvSpPr>
          <p:spPr>
            <a:xfrm>
              <a:off x="1234700" y="2330451"/>
              <a:ext cx="492279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Canada</a:t>
              </a:r>
            </a:p>
          </p:txBody>
        </p:sp>
        <p:sp>
          <p:nvSpPr>
            <p:cNvPr id="743" name="TextBox 742"/>
            <p:cNvSpPr txBox="1"/>
            <p:nvPr/>
          </p:nvSpPr>
          <p:spPr>
            <a:xfrm>
              <a:off x="204936" y="2023247"/>
              <a:ext cx="454730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Alaska</a:t>
              </a:r>
            </a:p>
          </p:txBody>
        </p:sp>
        <p:sp>
          <p:nvSpPr>
            <p:cNvPr id="744" name="TextBox 743"/>
            <p:cNvSpPr txBox="1"/>
            <p:nvPr/>
          </p:nvSpPr>
          <p:spPr>
            <a:xfrm>
              <a:off x="159217" y="3411855"/>
              <a:ext cx="415301" cy="20006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Hawaiian</a:t>
              </a:r>
              <a:br>
                <a:rPr lang="en-GB" sz="3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Islands</a:t>
              </a:r>
            </a:p>
          </p:txBody>
        </p:sp>
        <p:sp>
          <p:nvSpPr>
            <p:cNvPr id="745" name="TextBox 744"/>
            <p:cNvSpPr txBox="1"/>
            <p:nvPr/>
          </p:nvSpPr>
          <p:spPr>
            <a:xfrm>
              <a:off x="2193917" y="4235134"/>
              <a:ext cx="29889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Peru</a:t>
              </a:r>
            </a:p>
          </p:txBody>
        </p:sp>
        <p:sp>
          <p:nvSpPr>
            <p:cNvPr id="746" name="TextBox 745"/>
            <p:cNvSpPr txBox="1"/>
            <p:nvPr/>
          </p:nvSpPr>
          <p:spPr>
            <a:xfrm>
              <a:off x="2764476" y="4285640"/>
              <a:ext cx="377753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Brazil</a:t>
              </a:r>
            </a:p>
          </p:txBody>
        </p:sp>
        <p:sp>
          <p:nvSpPr>
            <p:cNvPr id="747" name="TextBox 746"/>
            <p:cNvSpPr txBox="1"/>
            <p:nvPr/>
          </p:nvSpPr>
          <p:spPr>
            <a:xfrm>
              <a:off x="2829893" y="3892553"/>
              <a:ext cx="475382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French Guiana</a:t>
              </a:r>
            </a:p>
          </p:txBody>
        </p:sp>
        <p:sp>
          <p:nvSpPr>
            <p:cNvPr id="748" name="TextBox 747"/>
            <p:cNvSpPr txBox="1"/>
            <p:nvPr/>
          </p:nvSpPr>
          <p:spPr>
            <a:xfrm>
              <a:off x="2439953" y="4452502"/>
              <a:ext cx="407791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Bolivia</a:t>
              </a:r>
            </a:p>
          </p:txBody>
        </p:sp>
        <p:sp>
          <p:nvSpPr>
            <p:cNvPr id="749" name="TextBox 748"/>
            <p:cNvSpPr txBox="1"/>
            <p:nvPr/>
          </p:nvSpPr>
          <p:spPr>
            <a:xfrm>
              <a:off x="2538995" y="4611689"/>
              <a:ext cx="484769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Paraguay</a:t>
              </a:r>
            </a:p>
          </p:txBody>
        </p:sp>
        <p:sp>
          <p:nvSpPr>
            <p:cNvPr id="750" name="TextBox 749"/>
            <p:cNvSpPr txBox="1"/>
            <p:nvPr/>
          </p:nvSpPr>
          <p:spPr>
            <a:xfrm>
              <a:off x="2724940" y="4989513"/>
              <a:ext cx="520441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Uruguay</a:t>
              </a:r>
            </a:p>
          </p:txBody>
        </p:sp>
        <p:sp>
          <p:nvSpPr>
            <p:cNvPr id="751" name="TextBox 750"/>
            <p:cNvSpPr txBox="1"/>
            <p:nvPr/>
          </p:nvSpPr>
          <p:spPr>
            <a:xfrm>
              <a:off x="2391974" y="4931955"/>
              <a:ext cx="492279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Argentina</a:t>
              </a:r>
            </a:p>
          </p:txBody>
        </p:sp>
        <p:sp>
          <p:nvSpPr>
            <p:cNvPr id="752" name="TextBox 751"/>
            <p:cNvSpPr txBox="1"/>
            <p:nvPr/>
          </p:nvSpPr>
          <p:spPr>
            <a:xfrm>
              <a:off x="2093208" y="4984514"/>
              <a:ext cx="398405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Chile</a:t>
              </a:r>
            </a:p>
          </p:txBody>
        </p:sp>
        <p:sp>
          <p:nvSpPr>
            <p:cNvPr id="753" name="TextBox 752"/>
            <p:cNvSpPr txBox="1"/>
            <p:nvPr/>
          </p:nvSpPr>
          <p:spPr>
            <a:xfrm>
              <a:off x="2525898" y="5438007"/>
              <a:ext cx="503544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Falkland Islands</a:t>
              </a:r>
            </a:p>
          </p:txBody>
        </p:sp>
        <p:sp>
          <p:nvSpPr>
            <p:cNvPr id="754" name="TextBox 753"/>
            <p:cNvSpPr txBox="1"/>
            <p:nvPr/>
          </p:nvSpPr>
          <p:spPr>
            <a:xfrm>
              <a:off x="3083037" y="5499686"/>
              <a:ext cx="644356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South Georgia and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South Sandwich Islands</a:t>
              </a:r>
            </a:p>
          </p:txBody>
        </p:sp>
        <p:sp>
          <p:nvSpPr>
            <p:cNvPr id="755" name="TextBox 754"/>
            <p:cNvSpPr txBox="1"/>
            <p:nvPr/>
          </p:nvSpPr>
          <p:spPr>
            <a:xfrm>
              <a:off x="2728174" y="3854929"/>
              <a:ext cx="385262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Suriname</a:t>
              </a:r>
            </a:p>
          </p:txBody>
        </p:sp>
        <p:sp>
          <p:nvSpPr>
            <p:cNvPr id="756" name="TextBox 755"/>
            <p:cNvSpPr txBox="1"/>
            <p:nvPr/>
          </p:nvSpPr>
          <p:spPr>
            <a:xfrm>
              <a:off x="2954437" y="1495904"/>
              <a:ext cx="586154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Greenland</a:t>
              </a:r>
            </a:p>
          </p:txBody>
        </p:sp>
        <p:sp>
          <p:nvSpPr>
            <p:cNvPr id="757" name="TextBox 756"/>
            <p:cNvSpPr txBox="1"/>
            <p:nvPr/>
          </p:nvSpPr>
          <p:spPr>
            <a:xfrm>
              <a:off x="3614976" y="1936752"/>
              <a:ext cx="477259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Iceland</a:t>
              </a:r>
            </a:p>
          </p:txBody>
        </p:sp>
        <p:sp>
          <p:nvSpPr>
            <p:cNvPr id="758" name="TextBox 757"/>
            <p:cNvSpPr txBox="1"/>
            <p:nvPr/>
          </p:nvSpPr>
          <p:spPr>
            <a:xfrm>
              <a:off x="1313065" y="2922423"/>
              <a:ext cx="968174" cy="28838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United States </a:t>
              </a:r>
              <a:br>
                <a:rPr lang="en-GB" sz="5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500" dirty="0">
                  <a:solidFill>
                    <a:srgbClr val="000000"/>
                  </a:solidFill>
                  <a:cs typeface="Helvetica 45 Light"/>
                </a:rPr>
                <a:t>of America</a:t>
              </a:r>
            </a:p>
          </p:txBody>
        </p:sp>
        <p:sp>
          <p:nvSpPr>
            <p:cNvPr id="759" name="TextBox 758"/>
            <p:cNvSpPr txBox="1"/>
            <p:nvPr/>
          </p:nvSpPr>
          <p:spPr>
            <a:xfrm>
              <a:off x="1476288" y="3368680"/>
              <a:ext cx="422811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Mexico</a:t>
              </a:r>
            </a:p>
          </p:txBody>
        </p:sp>
        <p:sp>
          <p:nvSpPr>
            <p:cNvPr id="760" name="TextBox 759"/>
            <p:cNvSpPr txBox="1"/>
            <p:nvPr/>
          </p:nvSpPr>
          <p:spPr>
            <a:xfrm>
              <a:off x="2171238" y="3357248"/>
              <a:ext cx="45848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The Bahamas</a:t>
              </a:r>
            </a:p>
          </p:txBody>
        </p:sp>
        <p:sp>
          <p:nvSpPr>
            <p:cNvPr id="761" name="TextBox 760"/>
            <p:cNvSpPr txBox="1"/>
            <p:nvPr/>
          </p:nvSpPr>
          <p:spPr>
            <a:xfrm>
              <a:off x="2204551" y="3445040"/>
              <a:ext cx="310163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Cuba</a:t>
              </a:r>
            </a:p>
          </p:txBody>
        </p:sp>
        <p:sp>
          <p:nvSpPr>
            <p:cNvPr id="762" name="TextBox 761"/>
            <p:cNvSpPr txBox="1"/>
            <p:nvPr/>
          </p:nvSpPr>
          <p:spPr>
            <a:xfrm>
              <a:off x="2354267" y="3465698"/>
              <a:ext cx="405915" cy="1982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Dominican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Republic</a:t>
              </a:r>
            </a:p>
          </p:txBody>
        </p:sp>
        <p:sp>
          <p:nvSpPr>
            <p:cNvPr id="763" name="TextBox 762"/>
            <p:cNvSpPr txBox="1"/>
            <p:nvPr/>
          </p:nvSpPr>
          <p:spPr>
            <a:xfrm>
              <a:off x="2099872" y="3575845"/>
              <a:ext cx="362733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Jamaica</a:t>
              </a:r>
            </a:p>
          </p:txBody>
        </p:sp>
        <p:sp>
          <p:nvSpPr>
            <p:cNvPr id="764" name="TextBox 763"/>
            <p:cNvSpPr txBox="1"/>
            <p:nvPr/>
          </p:nvSpPr>
          <p:spPr>
            <a:xfrm>
              <a:off x="1763839" y="3694908"/>
              <a:ext cx="415301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El Salvador</a:t>
              </a:r>
            </a:p>
          </p:txBody>
        </p:sp>
        <p:sp>
          <p:nvSpPr>
            <p:cNvPr id="765" name="TextBox 764"/>
            <p:cNvSpPr txBox="1"/>
            <p:nvPr/>
          </p:nvSpPr>
          <p:spPr>
            <a:xfrm>
              <a:off x="1935063" y="3611564"/>
              <a:ext cx="39089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Honduras</a:t>
              </a:r>
            </a:p>
          </p:txBody>
        </p:sp>
        <p:sp>
          <p:nvSpPr>
            <p:cNvPr id="766" name="TextBox 765"/>
            <p:cNvSpPr txBox="1"/>
            <p:nvPr/>
          </p:nvSpPr>
          <p:spPr>
            <a:xfrm>
              <a:off x="4579225" y="4857556"/>
              <a:ext cx="569256" cy="17303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South Africa</a:t>
              </a:r>
            </a:p>
          </p:txBody>
        </p:sp>
        <p:sp>
          <p:nvSpPr>
            <p:cNvPr id="767" name="TextBox 766"/>
            <p:cNvSpPr txBox="1"/>
            <p:nvPr/>
          </p:nvSpPr>
          <p:spPr>
            <a:xfrm>
              <a:off x="5035568" y="4539622"/>
              <a:ext cx="44346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Mozambique</a:t>
              </a:r>
            </a:p>
          </p:txBody>
        </p:sp>
        <p:sp>
          <p:nvSpPr>
            <p:cNvPr id="768" name="TextBox 767"/>
            <p:cNvSpPr txBox="1"/>
            <p:nvPr/>
          </p:nvSpPr>
          <p:spPr>
            <a:xfrm>
              <a:off x="4950440" y="4177312"/>
              <a:ext cx="40967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Tanzania</a:t>
              </a:r>
            </a:p>
          </p:txBody>
        </p:sp>
        <p:sp>
          <p:nvSpPr>
            <p:cNvPr id="769" name="TextBox 768"/>
            <p:cNvSpPr txBox="1"/>
            <p:nvPr/>
          </p:nvSpPr>
          <p:spPr>
            <a:xfrm>
              <a:off x="5059131" y="3995354"/>
              <a:ext cx="34959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Kenya</a:t>
              </a:r>
            </a:p>
          </p:txBody>
        </p:sp>
        <p:sp>
          <p:nvSpPr>
            <p:cNvPr id="770" name="TextBox 769"/>
            <p:cNvSpPr txBox="1"/>
            <p:nvPr/>
          </p:nvSpPr>
          <p:spPr>
            <a:xfrm>
              <a:off x="5366257" y="4413618"/>
              <a:ext cx="569255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Madagascar</a:t>
              </a:r>
            </a:p>
          </p:txBody>
        </p:sp>
        <p:sp>
          <p:nvSpPr>
            <p:cNvPr id="771" name="TextBox 770"/>
            <p:cNvSpPr txBox="1"/>
            <p:nvPr/>
          </p:nvSpPr>
          <p:spPr>
            <a:xfrm>
              <a:off x="4945713" y="3979220"/>
              <a:ext cx="327060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Uganda</a:t>
              </a:r>
            </a:p>
          </p:txBody>
        </p:sp>
        <p:sp>
          <p:nvSpPr>
            <p:cNvPr id="772" name="TextBox 771"/>
            <p:cNvSpPr txBox="1"/>
            <p:nvPr/>
          </p:nvSpPr>
          <p:spPr>
            <a:xfrm>
              <a:off x="4994804" y="4368801"/>
              <a:ext cx="317673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Malawi</a:t>
              </a:r>
            </a:p>
          </p:txBody>
        </p:sp>
        <p:sp>
          <p:nvSpPr>
            <p:cNvPr id="773" name="TextBox 772"/>
            <p:cNvSpPr txBox="1"/>
            <p:nvPr/>
          </p:nvSpPr>
          <p:spPr>
            <a:xfrm>
              <a:off x="4937988" y="4712772"/>
              <a:ext cx="358978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Swaziland</a:t>
              </a:r>
            </a:p>
          </p:txBody>
        </p:sp>
        <p:sp>
          <p:nvSpPr>
            <p:cNvPr id="774" name="TextBox 773"/>
            <p:cNvSpPr txBox="1"/>
            <p:nvPr/>
          </p:nvSpPr>
          <p:spPr>
            <a:xfrm>
              <a:off x="4799354" y="4794251"/>
              <a:ext cx="332692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Lesotho</a:t>
              </a:r>
            </a:p>
          </p:txBody>
        </p:sp>
        <p:sp>
          <p:nvSpPr>
            <p:cNvPr id="775" name="TextBox 774"/>
            <p:cNvSpPr txBox="1"/>
            <p:nvPr/>
          </p:nvSpPr>
          <p:spPr>
            <a:xfrm>
              <a:off x="4411126" y="3896353"/>
              <a:ext cx="364610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Cameroon</a:t>
              </a:r>
            </a:p>
          </p:txBody>
        </p:sp>
        <p:sp>
          <p:nvSpPr>
            <p:cNvPr id="776" name="TextBox 775"/>
            <p:cNvSpPr txBox="1"/>
            <p:nvPr/>
          </p:nvSpPr>
          <p:spPr>
            <a:xfrm>
              <a:off x="4532590" y="4020344"/>
              <a:ext cx="312040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Congo</a:t>
              </a:r>
            </a:p>
          </p:txBody>
        </p:sp>
        <p:sp>
          <p:nvSpPr>
            <p:cNvPr id="777" name="TextBox 776"/>
            <p:cNvSpPr txBox="1"/>
            <p:nvPr/>
          </p:nvSpPr>
          <p:spPr>
            <a:xfrm>
              <a:off x="4608351" y="3843592"/>
              <a:ext cx="426566" cy="17303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Central African</a:t>
              </a:r>
              <a:br>
                <a:rPr lang="en-GB" sz="2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Republic</a:t>
              </a:r>
            </a:p>
          </p:txBody>
        </p:sp>
        <p:sp>
          <p:nvSpPr>
            <p:cNvPr id="778" name="TextBox 777"/>
            <p:cNvSpPr txBox="1"/>
            <p:nvPr/>
          </p:nvSpPr>
          <p:spPr>
            <a:xfrm>
              <a:off x="4679245" y="4058168"/>
              <a:ext cx="313743" cy="2056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Democratic</a:t>
              </a:r>
              <a:br>
                <a:rPr lang="en-GB" sz="2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Republic of</a:t>
              </a:r>
              <a:br>
                <a:rPr lang="en-GB" sz="2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the Congo</a:t>
              </a:r>
            </a:p>
          </p:txBody>
        </p:sp>
        <p:sp>
          <p:nvSpPr>
            <p:cNvPr id="779" name="TextBox 778"/>
            <p:cNvSpPr txBox="1"/>
            <p:nvPr/>
          </p:nvSpPr>
          <p:spPr>
            <a:xfrm>
              <a:off x="4565508" y="4338184"/>
              <a:ext cx="340202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Angola</a:t>
              </a:r>
            </a:p>
          </p:txBody>
        </p:sp>
        <p:sp>
          <p:nvSpPr>
            <p:cNvPr id="780" name="TextBox 779"/>
            <p:cNvSpPr txBox="1"/>
            <p:nvPr/>
          </p:nvSpPr>
          <p:spPr>
            <a:xfrm>
              <a:off x="4543991" y="4563414"/>
              <a:ext cx="360855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Namibia</a:t>
              </a:r>
            </a:p>
          </p:txBody>
        </p:sp>
        <p:sp>
          <p:nvSpPr>
            <p:cNvPr id="781" name="TextBox 780"/>
            <p:cNvSpPr txBox="1"/>
            <p:nvPr/>
          </p:nvSpPr>
          <p:spPr>
            <a:xfrm>
              <a:off x="4767836" y="4401388"/>
              <a:ext cx="347713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Zambia</a:t>
              </a:r>
            </a:p>
          </p:txBody>
        </p:sp>
        <p:sp>
          <p:nvSpPr>
            <p:cNvPr id="782" name="TextBox 781"/>
            <p:cNvSpPr txBox="1"/>
            <p:nvPr/>
          </p:nvSpPr>
          <p:spPr>
            <a:xfrm>
              <a:off x="4844523" y="4515796"/>
              <a:ext cx="364610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Zimbabwe</a:t>
              </a:r>
            </a:p>
          </p:txBody>
        </p:sp>
        <p:sp>
          <p:nvSpPr>
            <p:cNvPr id="783" name="TextBox 782"/>
            <p:cNvSpPr txBox="1"/>
            <p:nvPr/>
          </p:nvSpPr>
          <p:spPr>
            <a:xfrm>
              <a:off x="4716395" y="4604060"/>
              <a:ext cx="358976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Botswana</a:t>
              </a:r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5612317" y="4431241"/>
              <a:ext cx="481014" cy="33344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>
              <a:spAutoFit/>
            </a:bodyPr>
            <a:lstStyle/>
            <a:p>
              <a:pPr lvl="0">
                <a:lnSpc>
                  <a:spcPts val="1500"/>
                </a:lnSpc>
                <a:spcAft>
                  <a:spcPts val="0"/>
                </a:spcAft>
                <a:buSzPts val="1000"/>
                <a:tabLst>
                  <a:tab pos="457200" algn="l"/>
                </a:tabLst>
              </a:pPr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Mauritius</a:t>
              </a:r>
            </a:p>
          </p:txBody>
        </p:sp>
        <p:sp>
          <p:nvSpPr>
            <p:cNvPr id="785" name="TextBox 784"/>
            <p:cNvSpPr txBox="1"/>
            <p:nvPr/>
          </p:nvSpPr>
          <p:spPr>
            <a:xfrm>
              <a:off x="3623729" y="3629607"/>
              <a:ext cx="357100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Senegal</a:t>
              </a:r>
            </a:p>
          </p:txBody>
        </p:sp>
        <p:sp>
          <p:nvSpPr>
            <p:cNvPr id="786" name="TextBox 785"/>
            <p:cNvSpPr txBox="1"/>
            <p:nvPr/>
          </p:nvSpPr>
          <p:spPr>
            <a:xfrm>
              <a:off x="3750737" y="3813429"/>
              <a:ext cx="325182" cy="18474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Sierra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Leone</a:t>
              </a:r>
            </a:p>
          </p:txBody>
        </p:sp>
        <p:sp>
          <p:nvSpPr>
            <p:cNvPr id="787" name="TextBox 786"/>
            <p:cNvSpPr txBox="1"/>
            <p:nvPr/>
          </p:nvSpPr>
          <p:spPr>
            <a:xfrm>
              <a:off x="4089670" y="3684759"/>
              <a:ext cx="353345" cy="18474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Burkina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Faso</a:t>
              </a:r>
            </a:p>
          </p:txBody>
        </p:sp>
        <p:sp>
          <p:nvSpPr>
            <p:cNvPr id="788" name="TextBox 787"/>
            <p:cNvSpPr txBox="1"/>
            <p:nvPr/>
          </p:nvSpPr>
          <p:spPr>
            <a:xfrm>
              <a:off x="3993069" y="3807527"/>
              <a:ext cx="321427" cy="18925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Ivory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Coast</a:t>
              </a:r>
            </a:p>
          </p:txBody>
        </p:sp>
        <p:sp>
          <p:nvSpPr>
            <p:cNvPr id="789" name="TextBox 788"/>
            <p:cNvSpPr txBox="1"/>
            <p:nvPr/>
          </p:nvSpPr>
          <p:spPr>
            <a:xfrm>
              <a:off x="4037614" y="2921001"/>
              <a:ext cx="33832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Spain</a:t>
              </a:r>
            </a:p>
          </p:txBody>
        </p:sp>
        <p:sp>
          <p:nvSpPr>
            <p:cNvPr id="790" name="TextBox 789"/>
            <p:cNvSpPr txBox="1"/>
            <p:nvPr/>
          </p:nvSpPr>
          <p:spPr>
            <a:xfrm>
              <a:off x="3810054" y="2925763"/>
              <a:ext cx="36648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Portugal</a:t>
              </a:r>
            </a:p>
          </p:txBody>
        </p:sp>
        <p:sp>
          <p:nvSpPr>
            <p:cNvPr id="791" name="TextBox 790"/>
            <p:cNvSpPr txBox="1"/>
            <p:nvPr/>
          </p:nvSpPr>
          <p:spPr>
            <a:xfrm>
              <a:off x="4145510" y="2824735"/>
              <a:ext cx="36085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Andorra</a:t>
              </a:r>
            </a:p>
          </p:txBody>
        </p:sp>
        <p:sp>
          <p:nvSpPr>
            <p:cNvPr id="792" name="TextBox 791"/>
            <p:cNvSpPr txBox="1"/>
            <p:nvPr/>
          </p:nvSpPr>
          <p:spPr>
            <a:xfrm>
              <a:off x="4329148" y="2627121"/>
              <a:ext cx="394650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Luxembourg</a:t>
              </a:r>
            </a:p>
          </p:txBody>
        </p:sp>
        <p:sp>
          <p:nvSpPr>
            <p:cNvPr id="793" name="TextBox 792"/>
            <p:cNvSpPr txBox="1"/>
            <p:nvPr/>
          </p:nvSpPr>
          <p:spPr>
            <a:xfrm>
              <a:off x="4857778" y="3314702"/>
              <a:ext cx="340203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Egypt</a:t>
              </a:r>
            </a:p>
          </p:txBody>
        </p:sp>
        <p:sp>
          <p:nvSpPr>
            <p:cNvPr id="794" name="TextBox 793"/>
            <p:cNvSpPr txBox="1"/>
            <p:nvPr/>
          </p:nvSpPr>
          <p:spPr>
            <a:xfrm>
              <a:off x="4862092" y="3638164"/>
              <a:ext cx="35334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Sudan</a:t>
              </a:r>
            </a:p>
          </p:txBody>
        </p:sp>
        <p:sp>
          <p:nvSpPr>
            <p:cNvPr id="795" name="TextBox 794"/>
            <p:cNvSpPr txBox="1"/>
            <p:nvPr/>
          </p:nvSpPr>
          <p:spPr>
            <a:xfrm>
              <a:off x="3971597" y="3130446"/>
              <a:ext cx="37399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Morocco</a:t>
              </a:r>
            </a:p>
          </p:txBody>
        </p:sp>
        <p:sp>
          <p:nvSpPr>
            <p:cNvPr id="796" name="TextBox 795"/>
            <p:cNvSpPr txBox="1"/>
            <p:nvPr/>
          </p:nvSpPr>
          <p:spPr>
            <a:xfrm>
              <a:off x="4183986" y="3266331"/>
              <a:ext cx="366488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Algeria</a:t>
              </a:r>
            </a:p>
          </p:txBody>
        </p:sp>
        <p:sp>
          <p:nvSpPr>
            <p:cNvPr id="797" name="TextBox 796"/>
            <p:cNvSpPr txBox="1"/>
            <p:nvPr/>
          </p:nvSpPr>
          <p:spPr>
            <a:xfrm>
              <a:off x="4560288" y="3289901"/>
              <a:ext cx="33081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Libya</a:t>
              </a:r>
            </a:p>
          </p:txBody>
        </p:sp>
        <p:sp>
          <p:nvSpPr>
            <p:cNvPr id="798" name="TextBox 797"/>
            <p:cNvSpPr txBox="1"/>
            <p:nvPr/>
          </p:nvSpPr>
          <p:spPr>
            <a:xfrm>
              <a:off x="4450189" y="3106543"/>
              <a:ext cx="34395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Tunisia</a:t>
              </a:r>
            </a:p>
          </p:txBody>
        </p:sp>
        <p:sp>
          <p:nvSpPr>
            <p:cNvPr id="799" name="TextBox 798"/>
            <p:cNvSpPr txBox="1"/>
            <p:nvPr/>
          </p:nvSpPr>
          <p:spPr>
            <a:xfrm>
              <a:off x="3798015" y="3520262"/>
              <a:ext cx="44346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Mauritania</a:t>
              </a:r>
            </a:p>
          </p:txBody>
        </p:sp>
        <p:sp>
          <p:nvSpPr>
            <p:cNvPr id="800" name="TextBox 799"/>
            <p:cNvSpPr txBox="1"/>
            <p:nvPr/>
          </p:nvSpPr>
          <p:spPr>
            <a:xfrm>
              <a:off x="4382524" y="3556601"/>
              <a:ext cx="332693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Niger</a:t>
              </a:r>
            </a:p>
          </p:txBody>
        </p:sp>
        <p:sp>
          <p:nvSpPr>
            <p:cNvPr id="801" name="TextBox 800"/>
            <p:cNvSpPr txBox="1"/>
            <p:nvPr/>
          </p:nvSpPr>
          <p:spPr>
            <a:xfrm>
              <a:off x="4602274" y="3609589"/>
              <a:ext cx="33081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Chad</a:t>
              </a:r>
            </a:p>
          </p:txBody>
        </p:sp>
        <p:sp>
          <p:nvSpPr>
            <p:cNvPr id="802" name="TextBox 801"/>
            <p:cNvSpPr txBox="1"/>
            <p:nvPr/>
          </p:nvSpPr>
          <p:spPr>
            <a:xfrm>
              <a:off x="3671059" y="3722496"/>
              <a:ext cx="340202" cy="19646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Guinea</a:t>
              </a:r>
              <a:br>
                <a:rPr lang="en-GB" sz="2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Bissau</a:t>
              </a:r>
            </a:p>
          </p:txBody>
        </p:sp>
        <p:sp>
          <p:nvSpPr>
            <p:cNvPr id="803" name="TextBox 802"/>
            <p:cNvSpPr txBox="1"/>
            <p:nvPr/>
          </p:nvSpPr>
          <p:spPr>
            <a:xfrm>
              <a:off x="3845751" y="3751264"/>
              <a:ext cx="313918" cy="138784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Guinea</a:t>
              </a:r>
            </a:p>
          </p:txBody>
        </p:sp>
        <p:sp>
          <p:nvSpPr>
            <p:cNvPr id="804" name="TextBox 803"/>
            <p:cNvSpPr txBox="1"/>
            <p:nvPr/>
          </p:nvSpPr>
          <p:spPr>
            <a:xfrm>
              <a:off x="4204297" y="3877307"/>
              <a:ext cx="291388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Togo</a:t>
              </a:r>
            </a:p>
          </p:txBody>
        </p:sp>
        <p:sp>
          <p:nvSpPr>
            <p:cNvPr id="805" name="TextBox 804"/>
            <p:cNvSpPr txBox="1"/>
            <p:nvPr/>
          </p:nvSpPr>
          <p:spPr>
            <a:xfrm>
              <a:off x="4327235" y="3770355"/>
              <a:ext cx="342080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Nigeria</a:t>
              </a:r>
            </a:p>
          </p:txBody>
        </p:sp>
        <p:sp>
          <p:nvSpPr>
            <p:cNvPr id="806" name="TextBox 805"/>
            <p:cNvSpPr txBox="1"/>
            <p:nvPr/>
          </p:nvSpPr>
          <p:spPr>
            <a:xfrm>
              <a:off x="4305879" y="3970250"/>
              <a:ext cx="360855" cy="17303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Equatorial</a:t>
              </a:r>
              <a:br>
                <a:rPr lang="en-GB" sz="2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Guinea</a:t>
              </a:r>
            </a:p>
          </p:txBody>
        </p:sp>
        <p:sp>
          <p:nvSpPr>
            <p:cNvPr id="807" name="TextBox 806"/>
            <p:cNvSpPr txBox="1"/>
            <p:nvPr/>
          </p:nvSpPr>
          <p:spPr>
            <a:xfrm>
              <a:off x="4113839" y="3829051"/>
              <a:ext cx="306407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Ghana</a:t>
              </a:r>
            </a:p>
          </p:txBody>
        </p:sp>
        <p:sp>
          <p:nvSpPr>
            <p:cNvPr id="808" name="TextBox 807"/>
            <p:cNvSpPr txBox="1"/>
            <p:nvPr/>
          </p:nvSpPr>
          <p:spPr>
            <a:xfrm>
              <a:off x="3635887" y="3675766"/>
              <a:ext cx="351467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Gambia</a:t>
              </a:r>
            </a:p>
          </p:txBody>
        </p:sp>
        <p:sp>
          <p:nvSpPr>
            <p:cNvPr id="809" name="TextBox 808"/>
            <p:cNvSpPr txBox="1"/>
            <p:nvPr/>
          </p:nvSpPr>
          <p:spPr>
            <a:xfrm>
              <a:off x="4103903" y="3542508"/>
              <a:ext cx="306408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Mali</a:t>
              </a:r>
            </a:p>
          </p:txBody>
        </p:sp>
        <p:sp>
          <p:nvSpPr>
            <p:cNvPr id="810" name="TextBox 809"/>
            <p:cNvSpPr txBox="1"/>
            <p:nvPr/>
          </p:nvSpPr>
          <p:spPr>
            <a:xfrm>
              <a:off x="4841306" y="4070301"/>
              <a:ext cx="332692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Rwanda</a:t>
              </a:r>
            </a:p>
          </p:txBody>
        </p:sp>
        <p:sp>
          <p:nvSpPr>
            <p:cNvPr id="811" name="TextBox 810"/>
            <p:cNvSpPr txBox="1"/>
            <p:nvPr/>
          </p:nvSpPr>
          <p:spPr>
            <a:xfrm>
              <a:off x="3837097" y="3894140"/>
              <a:ext cx="336448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Liberia</a:t>
              </a:r>
            </a:p>
          </p:txBody>
        </p:sp>
        <p:sp>
          <p:nvSpPr>
            <p:cNvPr id="812" name="TextBox 811"/>
            <p:cNvSpPr txBox="1"/>
            <p:nvPr/>
          </p:nvSpPr>
          <p:spPr>
            <a:xfrm>
              <a:off x="4208121" y="3752934"/>
              <a:ext cx="295142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Benin</a:t>
              </a:r>
            </a:p>
          </p:txBody>
        </p:sp>
        <p:sp>
          <p:nvSpPr>
            <p:cNvPr id="813" name="TextBox 812"/>
            <p:cNvSpPr txBox="1"/>
            <p:nvPr/>
          </p:nvSpPr>
          <p:spPr>
            <a:xfrm>
              <a:off x="4427088" y="4037808"/>
              <a:ext cx="332693" cy="14869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Gabon</a:t>
              </a:r>
            </a:p>
          </p:txBody>
        </p:sp>
        <p:sp>
          <p:nvSpPr>
            <p:cNvPr id="814" name="TextBox 813"/>
            <p:cNvSpPr txBox="1"/>
            <p:nvPr/>
          </p:nvSpPr>
          <p:spPr>
            <a:xfrm>
              <a:off x="4905417" y="4115756"/>
              <a:ext cx="325183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Burundi</a:t>
              </a:r>
            </a:p>
          </p:txBody>
        </p:sp>
        <p:sp>
          <p:nvSpPr>
            <p:cNvPr id="815" name="TextBox 814"/>
            <p:cNvSpPr txBox="1"/>
            <p:nvPr/>
          </p:nvSpPr>
          <p:spPr>
            <a:xfrm>
              <a:off x="5355491" y="3251459"/>
              <a:ext cx="315795" cy="13698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Kuwait</a:t>
              </a:r>
            </a:p>
          </p:txBody>
        </p:sp>
        <p:sp>
          <p:nvSpPr>
            <p:cNvPr id="816" name="TextBox 815"/>
            <p:cNvSpPr txBox="1"/>
            <p:nvPr/>
          </p:nvSpPr>
          <p:spPr>
            <a:xfrm>
              <a:off x="5478743" y="3390634"/>
              <a:ext cx="342080" cy="15140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150" dirty="0">
                  <a:solidFill>
                    <a:srgbClr val="000000"/>
                  </a:solidFill>
                  <a:cs typeface="Helvetica 45 Light"/>
                </a:rPr>
                <a:t>United Arab</a:t>
              </a:r>
              <a:br>
                <a:rPr lang="en-GB" sz="15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150" dirty="0">
                  <a:solidFill>
                    <a:srgbClr val="000000"/>
                  </a:solidFill>
                  <a:cs typeface="Helvetica 45 Light"/>
                </a:rPr>
                <a:t>Emirates</a:t>
              </a:r>
            </a:p>
          </p:txBody>
        </p:sp>
        <p:sp>
          <p:nvSpPr>
            <p:cNvPr id="817" name="TextBox 816"/>
            <p:cNvSpPr txBox="1"/>
            <p:nvPr/>
          </p:nvSpPr>
          <p:spPr>
            <a:xfrm>
              <a:off x="5581781" y="3454676"/>
              <a:ext cx="323305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Oman</a:t>
              </a:r>
            </a:p>
          </p:txBody>
        </p:sp>
        <p:sp>
          <p:nvSpPr>
            <p:cNvPr id="818" name="TextBox 817"/>
            <p:cNvSpPr txBox="1"/>
            <p:nvPr/>
          </p:nvSpPr>
          <p:spPr>
            <a:xfrm>
              <a:off x="5325176" y="3614210"/>
              <a:ext cx="338325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Yemen</a:t>
              </a:r>
            </a:p>
          </p:txBody>
        </p:sp>
        <p:sp>
          <p:nvSpPr>
            <p:cNvPr id="819" name="TextBox 818"/>
            <p:cNvSpPr txBox="1"/>
            <p:nvPr/>
          </p:nvSpPr>
          <p:spPr>
            <a:xfrm>
              <a:off x="5113769" y="3075753"/>
              <a:ext cx="30453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Syria</a:t>
              </a:r>
            </a:p>
          </p:txBody>
        </p:sp>
        <p:sp>
          <p:nvSpPr>
            <p:cNvPr id="820" name="TextBox 819"/>
            <p:cNvSpPr txBox="1"/>
            <p:nvPr/>
          </p:nvSpPr>
          <p:spPr>
            <a:xfrm>
              <a:off x="5168619" y="3378120"/>
              <a:ext cx="490402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Saudi Arabia</a:t>
              </a:r>
            </a:p>
          </p:txBody>
        </p:sp>
        <p:sp>
          <p:nvSpPr>
            <p:cNvPr id="821" name="TextBox 820"/>
            <p:cNvSpPr txBox="1"/>
            <p:nvPr/>
          </p:nvSpPr>
          <p:spPr>
            <a:xfrm>
              <a:off x="5313197" y="3771585"/>
              <a:ext cx="35710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Somalia</a:t>
              </a:r>
            </a:p>
          </p:txBody>
        </p:sp>
        <p:sp>
          <p:nvSpPr>
            <p:cNvPr id="822" name="TextBox 821"/>
            <p:cNvSpPr txBox="1"/>
            <p:nvPr/>
          </p:nvSpPr>
          <p:spPr>
            <a:xfrm>
              <a:off x="5060129" y="3212470"/>
              <a:ext cx="315795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Jordan</a:t>
              </a:r>
            </a:p>
          </p:txBody>
        </p:sp>
        <p:sp>
          <p:nvSpPr>
            <p:cNvPr id="823" name="TextBox 822"/>
            <p:cNvSpPr txBox="1"/>
            <p:nvPr/>
          </p:nvSpPr>
          <p:spPr>
            <a:xfrm>
              <a:off x="5108040" y="3603625"/>
              <a:ext cx="33457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Eritrea</a:t>
              </a:r>
            </a:p>
          </p:txBody>
        </p:sp>
        <p:sp>
          <p:nvSpPr>
            <p:cNvPr id="824" name="TextBox 823"/>
            <p:cNvSpPr txBox="1"/>
            <p:nvPr/>
          </p:nvSpPr>
          <p:spPr>
            <a:xfrm>
              <a:off x="5075642" y="3790505"/>
              <a:ext cx="392771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Ethiopia</a:t>
              </a:r>
            </a:p>
          </p:txBody>
        </p:sp>
        <p:sp>
          <p:nvSpPr>
            <p:cNvPr id="825" name="TextBox 824"/>
            <p:cNvSpPr txBox="1"/>
            <p:nvPr/>
          </p:nvSpPr>
          <p:spPr>
            <a:xfrm>
              <a:off x="4948143" y="3078163"/>
              <a:ext cx="310162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Cyprus</a:t>
              </a:r>
            </a:p>
          </p:txBody>
        </p:sp>
        <p:sp>
          <p:nvSpPr>
            <p:cNvPr id="826" name="TextBox 825"/>
            <p:cNvSpPr txBox="1"/>
            <p:nvPr/>
          </p:nvSpPr>
          <p:spPr>
            <a:xfrm>
              <a:off x="5001784" y="2951944"/>
              <a:ext cx="362731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Turkey</a:t>
              </a:r>
            </a:p>
          </p:txBody>
        </p:sp>
        <p:sp>
          <p:nvSpPr>
            <p:cNvPr id="827" name="TextBox 826"/>
            <p:cNvSpPr txBox="1"/>
            <p:nvPr/>
          </p:nvSpPr>
          <p:spPr>
            <a:xfrm>
              <a:off x="5321541" y="2929652"/>
              <a:ext cx="364610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Azerbaijan</a:t>
              </a:r>
            </a:p>
          </p:txBody>
        </p:sp>
        <p:sp>
          <p:nvSpPr>
            <p:cNvPr id="828" name="TextBox 827"/>
            <p:cNvSpPr txBox="1"/>
            <p:nvPr/>
          </p:nvSpPr>
          <p:spPr>
            <a:xfrm>
              <a:off x="5494823" y="3127002"/>
              <a:ext cx="325183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Iran</a:t>
              </a:r>
            </a:p>
          </p:txBody>
        </p:sp>
        <p:sp>
          <p:nvSpPr>
            <p:cNvPr id="829" name="TextBox 828"/>
            <p:cNvSpPr txBox="1"/>
            <p:nvPr/>
          </p:nvSpPr>
          <p:spPr>
            <a:xfrm>
              <a:off x="5903118" y="2971063"/>
              <a:ext cx="38714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Tajikistan</a:t>
              </a:r>
            </a:p>
          </p:txBody>
        </p:sp>
        <p:sp>
          <p:nvSpPr>
            <p:cNvPr id="830" name="TextBox 829"/>
            <p:cNvSpPr txBox="1"/>
            <p:nvPr/>
          </p:nvSpPr>
          <p:spPr>
            <a:xfrm>
              <a:off x="5676401" y="2855235"/>
              <a:ext cx="41342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Uzbekistan</a:t>
              </a:r>
            </a:p>
          </p:txBody>
        </p:sp>
        <p:sp>
          <p:nvSpPr>
            <p:cNvPr id="831" name="TextBox 830"/>
            <p:cNvSpPr txBox="1"/>
            <p:nvPr/>
          </p:nvSpPr>
          <p:spPr>
            <a:xfrm>
              <a:off x="5773391" y="3287053"/>
              <a:ext cx="40216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Pakistan</a:t>
              </a:r>
            </a:p>
          </p:txBody>
        </p:sp>
        <p:sp>
          <p:nvSpPr>
            <p:cNvPr id="832" name="TextBox 831"/>
            <p:cNvSpPr txBox="1"/>
            <p:nvPr/>
          </p:nvSpPr>
          <p:spPr>
            <a:xfrm>
              <a:off x="6104328" y="3417824"/>
              <a:ext cx="355221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India</a:t>
              </a:r>
            </a:p>
          </p:txBody>
        </p:sp>
        <p:sp>
          <p:nvSpPr>
            <p:cNvPr id="833" name="TextBox 832"/>
            <p:cNvSpPr txBox="1"/>
            <p:nvPr/>
          </p:nvSpPr>
          <p:spPr>
            <a:xfrm>
              <a:off x="6218040" y="3258344"/>
              <a:ext cx="317672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Nepal</a:t>
              </a:r>
            </a:p>
          </p:txBody>
        </p:sp>
        <p:sp>
          <p:nvSpPr>
            <p:cNvPr id="834" name="TextBox 833"/>
            <p:cNvSpPr txBox="1"/>
            <p:nvPr/>
          </p:nvSpPr>
          <p:spPr>
            <a:xfrm>
              <a:off x="5995039" y="2880980"/>
              <a:ext cx="41342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Kyrgyzstan</a:t>
              </a:r>
            </a:p>
          </p:txBody>
        </p:sp>
        <p:sp>
          <p:nvSpPr>
            <p:cNvPr id="835" name="TextBox 834"/>
            <p:cNvSpPr txBox="1"/>
            <p:nvPr/>
          </p:nvSpPr>
          <p:spPr>
            <a:xfrm>
              <a:off x="5757444" y="2635849"/>
              <a:ext cx="550482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Kazakhstan</a:t>
              </a:r>
            </a:p>
          </p:txBody>
        </p:sp>
        <p:sp>
          <p:nvSpPr>
            <p:cNvPr id="836" name="TextBox 835"/>
            <p:cNvSpPr txBox="1"/>
            <p:nvPr/>
          </p:nvSpPr>
          <p:spPr>
            <a:xfrm>
              <a:off x="5712429" y="3115276"/>
              <a:ext cx="471627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Afghanistan</a:t>
              </a:r>
            </a:p>
          </p:txBody>
        </p:sp>
        <p:sp>
          <p:nvSpPr>
            <p:cNvPr id="837" name="TextBox 836"/>
            <p:cNvSpPr txBox="1"/>
            <p:nvPr/>
          </p:nvSpPr>
          <p:spPr>
            <a:xfrm>
              <a:off x="5230187" y="3121026"/>
              <a:ext cx="30077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Iraq</a:t>
              </a:r>
            </a:p>
          </p:txBody>
        </p:sp>
        <p:sp>
          <p:nvSpPr>
            <p:cNvPr id="838" name="TextBox 837"/>
            <p:cNvSpPr txBox="1"/>
            <p:nvPr/>
          </p:nvSpPr>
          <p:spPr>
            <a:xfrm>
              <a:off x="5451542" y="3337721"/>
              <a:ext cx="295143" cy="13698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Qatar</a:t>
              </a:r>
            </a:p>
          </p:txBody>
        </p:sp>
        <p:sp>
          <p:nvSpPr>
            <p:cNvPr id="839" name="TextBox 838"/>
            <p:cNvSpPr txBox="1"/>
            <p:nvPr/>
          </p:nvSpPr>
          <p:spPr>
            <a:xfrm>
              <a:off x="5228268" y="3719705"/>
              <a:ext cx="327060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Djibouti</a:t>
              </a:r>
            </a:p>
          </p:txBody>
        </p:sp>
        <p:sp>
          <p:nvSpPr>
            <p:cNvPr id="840" name="TextBox 839"/>
            <p:cNvSpPr txBox="1"/>
            <p:nvPr/>
          </p:nvSpPr>
          <p:spPr>
            <a:xfrm>
              <a:off x="4894730" y="2627121"/>
              <a:ext cx="38338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Ukraine</a:t>
              </a:r>
            </a:p>
          </p:txBody>
        </p:sp>
        <p:sp>
          <p:nvSpPr>
            <p:cNvPr id="841" name="TextBox 840"/>
            <p:cNvSpPr txBox="1"/>
            <p:nvPr/>
          </p:nvSpPr>
          <p:spPr>
            <a:xfrm>
              <a:off x="4700465" y="2417927"/>
              <a:ext cx="37963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Lithuania</a:t>
              </a:r>
            </a:p>
          </p:txBody>
        </p:sp>
        <p:sp>
          <p:nvSpPr>
            <p:cNvPr id="842" name="TextBox 841"/>
            <p:cNvSpPr txBox="1"/>
            <p:nvPr/>
          </p:nvSpPr>
          <p:spPr>
            <a:xfrm>
              <a:off x="5549592" y="2953159"/>
              <a:ext cx="460362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Turkmenistan</a:t>
              </a:r>
            </a:p>
          </p:txBody>
        </p:sp>
        <p:sp>
          <p:nvSpPr>
            <p:cNvPr id="843" name="TextBox 842"/>
            <p:cNvSpPr txBox="1"/>
            <p:nvPr/>
          </p:nvSpPr>
          <p:spPr>
            <a:xfrm>
              <a:off x="4294302" y="2378391"/>
              <a:ext cx="377753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Denmark</a:t>
              </a:r>
            </a:p>
          </p:txBody>
        </p:sp>
        <p:sp>
          <p:nvSpPr>
            <p:cNvPr id="844" name="TextBox 843"/>
            <p:cNvSpPr txBox="1"/>
            <p:nvPr/>
          </p:nvSpPr>
          <p:spPr>
            <a:xfrm>
              <a:off x="4778846" y="2136990"/>
              <a:ext cx="37212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Finland</a:t>
              </a:r>
            </a:p>
          </p:txBody>
        </p:sp>
        <p:sp>
          <p:nvSpPr>
            <p:cNvPr id="845" name="TextBox 844"/>
            <p:cNvSpPr txBox="1"/>
            <p:nvPr/>
          </p:nvSpPr>
          <p:spPr>
            <a:xfrm>
              <a:off x="4555240" y="2048111"/>
              <a:ext cx="39089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Sweden</a:t>
              </a:r>
            </a:p>
          </p:txBody>
        </p:sp>
        <p:sp>
          <p:nvSpPr>
            <p:cNvPr id="846" name="TextBox 845"/>
            <p:cNvSpPr txBox="1"/>
            <p:nvPr/>
          </p:nvSpPr>
          <p:spPr>
            <a:xfrm>
              <a:off x="4334118" y="2206240"/>
              <a:ext cx="381506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Norway</a:t>
              </a:r>
            </a:p>
          </p:txBody>
        </p:sp>
        <p:sp>
          <p:nvSpPr>
            <p:cNvPr id="847" name="TextBox 846"/>
            <p:cNvSpPr txBox="1"/>
            <p:nvPr/>
          </p:nvSpPr>
          <p:spPr>
            <a:xfrm>
              <a:off x="3785692" y="2517389"/>
              <a:ext cx="36461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Ireland</a:t>
              </a:r>
            </a:p>
          </p:txBody>
        </p:sp>
        <p:sp>
          <p:nvSpPr>
            <p:cNvPr id="848" name="TextBox 847"/>
            <p:cNvSpPr txBox="1"/>
            <p:nvPr/>
          </p:nvSpPr>
          <p:spPr>
            <a:xfrm>
              <a:off x="4108383" y="2360911"/>
              <a:ext cx="411546" cy="20006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United</a:t>
              </a:r>
              <a:br>
                <a:rPr lang="en-GB" sz="3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Kingdom</a:t>
              </a:r>
            </a:p>
          </p:txBody>
        </p:sp>
        <p:sp>
          <p:nvSpPr>
            <p:cNvPr id="849" name="TextBox 848"/>
            <p:cNvSpPr txBox="1"/>
            <p:nvPr/>
          </p:nvSpPr>
          <p:spPr>
            <a:xfrm>
              <a:off x="5205753" y="2920208"/>
              <a:ext cx="332692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Armenia</a:t>
              </a:r>
            </a:p>
          </p:txBody>
        </p:sp>
        <p:sp>
          <p:nvSpPr>
            <p:cNvPr id="850" name="TextBox 849"/>
            <p:cNvSpPr txBox="1"/>
            <p:nvPr/>
          </p:nvSpPr>
          <p:spPr>
            <a:xfrm>
              <a:off x="4729637" y="2748588"/>
              <a:ext cx="37212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Romania</a:t>
              </a:r>
            </a:p>
          </p:txBody>
        </p:sp>
        <p:sp>
          <p:nvSpPr>
            <p:cNvPr id="851" name="TextBox 850"/>
            <p:cNvSpPr txBox="1"/>
            <p:nvPr/>
          </p:nvSpPr>
          <p:spPr>
            <a:xfrm>
              <a:off x="4686232" y="2887971"/>
              <a:ext cx="358976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Macedonia</a:t>
              </a:r>
            </a:p>
          </p:txBody>
        </p:sp>
        <p:sp>
          <p:nvSpPr>
            <p:cNvPr id="852" name="TextBox 851"/>
            <p:cNvSpPr txBox="1"/>
            <p:nvPr/>
          </p:nvSpPr>
          <p:spPr>
            <a:xfrm>
              <a:off x="4951212" y="3175001"/>
              <a:ext cx="347713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Palestine</a:t>
              </a:r>
            </a:p>
          </p:txBody>
        </p:sp>
        <p:sp>
          <p:nvSpPr>
            <p:cNvPr id="853" name="TextBox 852"/>
            <p:cNvSpPr txBox="1"/>
            <p:nvPr/>
          </p:nvSpPr>
          <p:spPr>
            <a:xfrm>
              <a:off x="4360501" y="2553662"/>
              <a:ext cx="40967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Germany</a:t>
              </a:r>
            </a:p>
          </p:txBody>
        </p:sp>
        <p:sp>
          <p:nvSpPr>
            <p:cNvPr id="854" name="TextBox 853"/>
            <p:cNvSpPr txBox="1"/>
            <p:nvPr/>
          </p:nvSpPr>
          <p:spPr>
            <a:xfrm>
              <a:off x="4179352" y="2672727"/>
              <a:ext cx="36461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France</a:t>
              </a:r>
            </a:p>
          </p:txBody>
        </p:sp>
        <p:sp>
          <p:nvSpPr>
            <p:cNvPr id="855" name="TextBox 854"/>
            <p:cNvSpPr txBox="1"/>
            <p:nvPr/>
          </p:nvSpPr>
          <p:spPr>
            <a:xfrm>
              <a:off x="4182596" y="2498976"/>
              <a:ext cx="43220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Netherlands</a:t>
              </a:r>
            </a:p>
          </p:txBody>
        </p:sp>
        <p:sp>
          <p:nvSpPr>
            <p:cNvPr id="856" name="TextBox 855"/>
            <p:cNvSpPr txBox="1"/>
            <p:nvPr/>
          </p:nvSpPr>
          <p:spPr>
            <a:xfrm>
              <a:off x="4595659" y="2537234"/>
              <a:ext cx="366486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Poland</a:t>
              </a:r>
            </a:p>
          </p:txBody>
        </p:sp>
        <p:sp>
          <p:nvSpPr>
            <p:cNvPr id="857" name="TextBox 856"/>
            <p:cNvSpPr txBox="1"/>
            <p:nvPr/>
          </p:nvSpPr>
          <p:spPr>
            <a:xfrm>
              <a:off x="4825197" y="2492107"/>
              <a:ext cx="35146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Belarus</a:t>
              </a:r>
            </a:p>
          </p:txBody>
        </p:sp>
        <p:sp>
          <p:nvSpPr>
            <p:cNvPr id="858" name="TextBox 857"/>
            <p:cNvSpPr txBox="1"/>
            <p:nvPr/>
          </p:nvSpPr>
          <p:spPr>
            <a:xfrm>
              <a:off x="4756740" y="2360986"/>
              <a:ext cx="321427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Latvia</a:t>
              </a:r>
            </a:p>
          </p:txBody>
        </p:sp>
        <p:sp>
          <p:nvSpPr>
            <p:cNvPr id="859" name="TextBox 858"/>
            <p:cNvSpPr txBox="1"/>
            <p:nvPr/>
          </p:nvSpPr>
          <p:spPr>
            <a:xfrm>
              <a:off x="4749703" y="2279336"/>
              <a:ext cx="34959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Estonia</a:t>
              </a:r>
            </a:p>
          </p:txBody>
        </p:sp>
        <p:sp>
          <p:nvSpPr>
            <p:cNvPr id="860" name="TextBox 859"/>
            <p:cNvSpPr txBox="1"/>
            <p:nvPr/>
          </p:nvSpPr>
          <p:spPr>
            <a:xfrm>
              <a:off x="4201592" y="2582233"/>
              <a:ext cx="36085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Belgium</a:t>
              </a:r>
            </a:p>
          </p:txBody>
        </p:sp>
        <p:sp>
          <p:nvSpPr>
            <p:cNvPr id="861" name="TextBox 860"/>
            <p:cNvSpPr txBox="1"/>
            <p:nvPr/>
          </p:nvSpPr>
          <p:spPr>
            <a:xfrm>
              <a:off x="4724728" y="2945930"/>
              <a:ext cx="34208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Greece</a:t>
              </a:r>
            </a:p>
          </p:txBody>
        </p:sp>
        <p:sp>
          <p:nvSpPr>
            <p:cNvPr id="862" name="TextBox 861"/>
            <p:cNvSpPr txBox="1"/>
            <p:nvPr/>
          </p:nvSpPr>
          <p:spPr>
            <a:xfrm>
              <a:off x="4743834" y="2849200"/>
              <a:ext cx="362731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Bulgaria</a:t>
              </a:r>
            </a:p>
          </p:txBody>
        </p:sp>
        <p:sp>
          <p:nvSpPr>
            <p:cNvPr id="863" name="TextBox 862"/>
            <p:cNvSpPr txBox="1"/>
            <p:nvPr/>
          </p:nvSpPr>
          <p:spPr>
            <a:xfrm>
              <a:off x="4595132" y="2708276"/>
              <a:ext cx="36648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Hungary</a:t>
              </a:r>
            </a:p>
          </p:txBody>
        </p:sp>
        <p:sp>
          <p:nvSpPr>
            <p:cNvPr id="864" name="TextBox 863"/>
            <p:cNvSpPr txBox="1"/>
            <p:nvPr/>
          </p:nvSpPr>
          <p:spPr>
            <a:xfrm>
              <a:off x="4511785" y="2623708"/>
              <a:ext cx="32706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Czech</a:t>
              </a:r>
            </a:p>
          </p:txBody>
        </p:sp>
        <p:sp>
          <p:nvSpPr>
            <p:cNvPr id="865" name="TextBox 864"/>
            <p:cNvSpPr txBox="1"/>
            <p:nvPr/>
          </p:nvSpPr>
          <p:spPr>
            <a:xfrm>
              <a:off x="5228129" y="2874459"/>
              <a:ext cx="328937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Georgia</a:t>
              </a:r>
            </a:p>
          </p:txBody>
        </p:sp>
        <p:sp>
          <p:nvSpPr>
            <p:cNvPr id="866" name="TextBox 865"/>
            <p:cNvSpPr txBox="1"/>
            <p:nvPr/>
          </p:nvSpPr>
          <p:spPr>
            <a:xfrm>
              <a:off x="4414503" y="2738001"/>
              <a:ext cx="120226" cy="10348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lIns="0" tIns="36000" rIns="0" bIns="36000" rtlCol="0">
              <a:no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Switzerland</a:t>
              </a:r>
            </a:p>
          </p:txBody>
        </p:sp>
        <p:sp>
          <p:nvSpPr>
            <p:cNvPr id="867" name="TextBox 866"/>
            <p:cNvSpPr txBox="1"/>
            <p:nvPr/>
          </p:nvSpPr>
          <p:spPr>
            <a:xfrm>
              <a:off x="4874549" y="2706160"/>
              <a:ext cx="36648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Moldova</a:t>
              </a:r>
            </a:p>
          </p:txBody>
        </p:sp>
        <p:sp>
          <p:nvSpPr>
            <p:cNvPr id="868" name="TextBox 867"/>
            <p:cNvSpPr txBox="1"/>
            <p:nvPr/>
          </p:nvSpPr>
          <p:spPr>
            <a:xfrm>
              <a:off x="4511710" y="2804056"/>
              <a:ext cx="377751" cy="16011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Bosnia</a:t>
              </a:r>
              <a:br>
                <a:rPr lang="en-GB" sz="18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Herzegovina</a:t>
              </a:r>
            </a:p>
          </p:txBody>
        </p:sp>
        <p:sp>
          <p:nvSpPr>
            <p:cNvPr id="869" name="TextBox 868"/>
            <p:cNvSpPr txBox="1"/>
            <p:nvPr/>
          </p:nvSpPr>
          <p:spPr>
            <a:xfrm>
              <a:off x="4984303" y="3115276"/>
              <a:ext cx="330815" cy="14058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Lebanon</a:t>
              </a:r>
            </a:p>
          </p:txBody>
        </p:sp>
        <p:sp>
          <p:nvSpPr>
            <p:cNvPr id="870" name="TextBox 869"/>
            <p:cNvSpPr txBox="1"/>
            <p:nvPr/>
          </p:nvSpPr>
          <p:spPr>
            <a:xfrm>
              <a:off x="4491270" y="2692014"/>
              <a:ext cx="343958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Austria</a:t>
              </a:r>
            </a:p>
          </p:txBody>
        </p:sp>
        <p:sp>
          <p:nvSpPr>
            <p:cNvPr id="871" name="TextBox 870"/>
            <p:cNvSpPr txBox="1"/>
            <p:nvPr/>
          </p:nvSpPr>
          <p:spPr>
            <a:xfrm>
              <a:off x="4473874" y="2746732"/>
              <a:ext cx="334570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Slovenia</a:t>
              </a:r>
            </a:p>
          </p:txBody>
        </p:sp>
        <p:sp>
          <p:nvSpPr>
            <p:cNvPr id="872" name="TextBox 871"/>
            <p:cNvSpPr txBox="1"/>
            <p:nvPr/>
          </p:nvSpPr>
          <p:spPr>
            <a:xfrm>
              <a:off x="4628697" y="2654234"/>
              <a:ext cx="334570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Slovakia</a:t>
              </a:r>
            </a:p>
          </p:txBody>
        </p:sp>
        <p:sp>
          <p:nvSpPr>
            <p:cNvPr id="873" name="TextBox 872"/>
            <p:cNvSpPr txBox="1"/>
            <p:nvPr/>
          </p:nvSpPr>
          <p:spPr>
            <a:xfrm>
              <a:off x="4606922" y="2901161"/>
              <a:ext cx="313918" cy="140587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Albania</a:t>
              </a:r>
            </a:p>
          </p:txBody>
        </p:sp>
        <p:sp>
          <p:nvSpPr>
            <p:cNvPr id="874" name="TextBox 873"/>
            <p:cNvSpPr txBox="1"/>
            <p:nvPr/>
          </p:nvSpPr>
          <p:spPr>
            <a:xfrm>
              <a:off x="4660681" y="2822819"/>
              <a:ext cx="306407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Serbia</a:t>
              </a:r>
            </a:p>
          </p:txBody>
        </p:sp>
        <p:sp>
          <p:nvSpPr>
            <p:cNvPr id="875" name="TextBox 874"/>
            <p:cNvSpPr txBox="1"/>
            <p:nvPr/>
          </p:nvSpPr>
          <p:spPr>
            <a:xfrm>
              <a:off x="4988506" y="3144400"/>
              <a:ext cx="295142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Israel</a:t>
              </a:r>
            </a:p>
          </p:txBody>
        </p:sp>
        <p:sp>
          <p:nvSpPr>
            <p:cNvPr id="876" name="TextBox 875"/>
            <p:cNvSpPr txBox="1"/>
            <p:nvPr/>
          </p:nvSpPr>
          <p:spPr>
            <a:xfrm>
              <a:off x="4417603" y="2773376"/>
              <a:ext cx="304530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Italy</a:t>
              </a:r>
            </a:p>
          </p:txBody>
        </p:sp>
        <p:sp>
          <p:nvSpPr>
            <p:cNvPr id="877" name="TextBox 876"/>
            <p:cNvSpPr txBox="1"/>
            <p:nvPr/>
          </p:nvSpPr>
          <p:spPr>
            <a:xfrm>
              <a:off x="4565014" y="2761263"/>
              <a:ext cx="321428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Croatia</a:t>
              </a:r>
            </a:p>
          </p:txBody>
        </p:sp>
        <p:sp>
          <p:nvSpPr>
            <p:cNvPr id="878" name="TextBox 877"/>
            <p:cNvSpPr txBox="1"/>
            <p:nvPr/>
          </p:nvSpPr>
          <p:spPr>
            <a:xfrm>
              <a:off x="4523443" y="2863105"/>
              <a:ext cx="375875" cy="13412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GB" sz="180" dirty="0">
                  <a:solidFill>
                    <a:srgbClr val="000000"/>
                  </a:solidFill>
                  <a:cs typeface="Helvetica 45 Light"/>
                </a:rPr>
                <a:t>Montenegro</a:t>
              </a:r>
            </a:p>
          </p:txBody>
        </p:sp>
        <p:sp>
          <p:nvSpPr>
            <p:cNvPr id="879" name="TextBox 878"/>
            <p:cNvSpPr txBox="1"/>
            <p:nvPr/>
          </p:nvSpPr>
          <p:spPr>
            <a:xfrm>
              <a:off x="6606922" y="3059597"/>
              <a:ext cx="381508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China</a:t>
              </a:r>
            </a:p>
          </p:txBody>
        </p:sp>
        <p:sp>
          <p:nvSpPr>
            <p:cNvPr id="880" name="TextBox 879"/>
            <p:cNvSpPr txBox="1"/>
            <p:nvPr/>
          </p:nvSpPr>
          <p:spPr>
            <a:xfrm>
              <a:off x="6634811" y="2717006"/>
              <a:ext cx="482891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Mongolia</a:t>
              </a:r>
            </a:p>
          </p:txBody>
        </p:sp>
        <p:sp>
          <p:nvSpPr>
            <p:cNvPr id="881" name="TextBox 880"/>
            <p:cNvSpPr txBox="1"/>
            <p:nvPr/>
          </p:nvSpPr>
          <p:spPr>
            <a:xfrm>
              <a:off x="6560530" y="2077395"/>
              <a:ext cx="766393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Russian Federation</a:t>
              </a:r>
            </a:p>
          </p:txBody>
        </p:sp>
        <p:sp>
          <p:nvSpPr>
            <p:cNvPr id="882" name="TextBox 881"/>
            <p:cNvSpPr txBox="1"/>
            <p:nvPr/>
          </p:nvSpPr>
          <p:spPr>
            <a:xfrm>
              <a:off x="7744691" y="3028154"/>
              <a:ext cx="347713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Japan</a:t>
              </a:r>
            </a:p>
          </p:txBody>
        </p:sp>
        <p:sp>
          <p:nvSpPr>
            <p:cNvPr id="883" name="TextBox 882"/>
            <p:cNvSpPr txBox="1"/>
            <p:nvPr/>
          </p:nvSpPr>
          <p:spPr>
            <a:xfrm>
              <a:off x="7444623" y="3016157"/>
              <a:ext cx="345835" cy="20006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South</a:t>
              </a:r>
              <a:br>
                <a:rPr lang="en-GB" sz="3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Korea</a:t>
              </a:r>
            </a:p>
          </p:txBody>
        </p:sp>
        <p:sp>
          <p:nvSpPr>
            <p:cNvPr id="884" name="TextBox 883"/>
            <p:cNvSpPr txBox="1"/>
            <p:nvPr/>
          </p:nvSpPr>
          <p:spPr>
            <a:xfrm>
              <a:off x="7446209" y="2910523"/>
              <a:ext cx="345835" cy="20006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North</a:t>
              </a:r>
              <a:br>
                <a:rPr lang="en-GB" sz="3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Korea</a:t>
              </a:r>
            </a:p>
          </p:txBody>
        </p:sp>
        <p:sp>
          <p:nvSpPr>
            <p:cNvPr id="885" name="TextBox 884"/>
            <p:cNvSpPr txBox="1"/>
            <p:nvPr/>
          </p:nvSpPr>
          <p:spPr>
            <a:xfrm>
              <a:off x="6705864" y="3492500"/>
              <a:ext cx="321427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Laos</a:t>
              </a:r>
            </a:p>
          </p:txBody>
        </p:sp>
        <p:sp>
          <p:nvSpPr>
            <p:cNvPr id="886" name="TextBox 885"/>
            <p:cNvSpPr txBox="1"/>
            <p:nvPr/>
          </p:nvSpPr>
          <p:spPr>
            <a:xfrm>
              <a:off x="6529073" y="3455912"/>
              <a:ext cx="358978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Burma</a:t>
              </a:r>
            </a:p>
          </p:txBody>
        </p:sp>
        <p:sp>
          <p:nvSpPr>
            <p:cNvPr id="887" name="TextBox 886"/>
            <p:cNvSpPr txBox="1"/>
            <p:nvPr/>
          </p:nvSpPr>
          <p:spPr>
            <a:xfrm>
              <a:off x="6894395" y="3610557"/>
              <a:ext cx="39089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Vietnam</a:t>
              </a:r>
            </a:p>
          </p:txBody>
        </p:sp>
        <p:sp>
          <p:nvSpPr>
            <p:cNvPr id="888" name="TextBox 887"/>
            <p:cNvSpPr txBox="1"/>
            <p:nvPr/>
          </p:nvSpPr>
          <p:spPr>
            <a:xfrm>
              <a:off x="8543964" y="5220763"/>
              <a:ext cx="501667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3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New Zealand</a:t>
              </a:r>
            </a:p>
          </p:txBody>
        </p:sp>
        <p:sp>
          <p:nvSpPr>
            <p:cNvPr id="889" name="TextBox 888"/>
            <p:cNvSpPr txBox="1"/>
            <p:nvPr/>
          </p:nvSpPr>
          <p:spPr>
            <a:xfrm>
              <a:off x="8219114" y="4635829"/>
              <a:ext cx="544849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New Caledonia</a:t>
              </a:r>
            </a:p>
          </p:txBody>
        </p:sp>
        <p:sp>
          <p:nvSpPr>
            <p:cNvPr id="890" name="TextBox 889"/>
            <p:cNvSpPr txBox="1"/>
            <p:nvPr/>
          </p:nvSpPr>
          <p:spPr>
            <a:xfrm>
              <a:off x="8242604" y="4215924"/>
              <a:ext cx="409670" cy="20006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Solomon</a:t>
              </a:r>
              <a:br>
                <a:rPr lang="en-GB" sz="300" dirty="0">
                  <a:solidFill>
                    <a:srgbClr val="000000"/>
                  </a:solidFill>
                  <a:cs typeface="Helvetica 45 Light"/>
                </a:rPr>
              </a:br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Islands</a:t>
              </a:r>
            </a:p>
          </p:txBody>
        </p:sp>
        <p:sp>
          <p:nvSpPr>
            <p:cNvPr id="891" name="TextBox 890"/>
            <p:cNvSpPr txBox="1"/>
            <p:nvPr/>
          </p:nvSpPr>
          <p:spPr>
            <a:xfrm>
              <a:off x="7760783" y="4045695"/>
              <a:ext cx="477259" cy="20006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85000"/>
                </a:lnSpc>
                <a:defRPr sz="300">
                  <a:solidFill>
                    <a:srgbClr val="FF0000"/>
                  </a:solidFill>
                  <a:latin typeface="Helvetica 35 Thin" panose="020B0500000000000000" pitchFamily="34" charset="0"/>
                </a:defRPr>
              </a:lvl1pPr>
            </a:lstStyle>
            <a:p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Papua</a:t>
              </a:r>
              <a:b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</a:br>
              <a:r>
                <a:rPr lang="en-GB" dirty="0">
                  <a:solidFill>
                    <a:srgbClr val="000000"/>
                  </a:solidFill>
                  <a:latin typeface="+mn-lt"/>
                  <a:cs typeface="Helvetica 45 Light"/>
                </a:rPr>
                <a:t>New Guinea</a:t>
              </a:r>
            </a:p>
          </p:txBody>
        </p:sp>
        <p:sp>
          <p:nvSpPr>
            <p:cNvPr id="892" name="TextBox 891"/>
            <p:cNvSpPr txBox="1"/>
            <p:nvPr/>
          </p:nvSpPr>
          <p:spPr>
            <a:xfrm>
              <a:off x="7302444" y="4220240"/>
              <a:ext cx="420935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East Timor </a:t>
              </a:r>
            </a:p>
          </p:txBody>
        </p:sp>
        <p:sp>
          <p:nvSpPr>
            <p:cNvPr id="893" name="TextBox 892"/>
            <p:cNvSpPr txBox="1"/>
            <p:nvPr/>
          </p:nvSpPr>
          <p:spPr>
            <a:xfrm>
              <a:off x="6247070" y="3824263"/>
              <a:ext cx="419057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Sri Lanka</a:t>
              </a:r>
            </a:p>
          </p:txBody>
        </p:sp>
        <p:sp>
          <p:nvSpPr>
            <p:cNvPr id="894" name="TextBox 893"/>
            <p:cNvSpPr txBox="1"/>
            <p:nvPr/>
          </p:nvSpPr>
          <p:spPr>
            <a:xfrm>
              <a:off x="6410166" y="3277316"/>
              <a:ext cx="315795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Bhutan</a:t>
              </a:r>
            </a:p>
          </p:txBody>
        </p:sp>
        <p:sp>
          <p:nvSpPr>
            <p:cNvPr id="895" name="TextBox 894"/>
            <p:cNvSpPr txBox="1"/>
            <p:nvPr/>
          </p:nvSpPr>
          <p:spPr>
            <a:xfrm>
              <a:off x="6317365" y="3378120"/>
              <a:ext cx="42469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Bangladesh</a:t>
              </a:r>
            </a:p>
          </p:txBody>
        </p:sp>
        <p:sp>
          <p:nvSpPr>
            <p:cNvPr id="896" name="TextBox 895"/>
            <p:cNvSpPr txBox="1"/>
            <p:nvPr/>
          </p:nvSpPr>
          <p:spPr>
            <a:xfrm>
              <a:off x="7338951" y="3740751"/>
              <a:ext cx="45097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Philippines</a:t>
              </a:r>
            </a:p>
          </p:txBody>
        </p:sp>
        <p:sp>
          <p:nvSpPr>
            <p:cNvPr id="897" name="TextBox 896"/>
            <p:cNvSpPr txBox="1"/>
            <p:nvPr/>
          </p:nvSpPr>
          <p:spPr>
            <a:xfrm>
              <a:off x="7415101" y="4659313"/>
              <a:ext cx="465995" cy="1802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>
                  <a:solidFill>
                    <a:srgbClr val="000000"/>
                  </a:solidFill>
                  <a:cs typeface="Helvetica 45 Light"/>
                </a:rPr>
                <a:t>Australia</a:t>
              </a:r>
            </a:p>
          </p:txBody>
        </p:sp>
        <p:sp>
          <p:nvSpPr>
            <p:cNvPr id="898" name="TextBox 897"/>
            <p:cNvSpPr txBox="1"/>
            <p:nvPr/>
          </p:nvSpPr>
          <p:spPr>
            <a:xfrm>
              <a:off x="6865559" y="4131857"/>
              <a:ext cx="426566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Indonesia</a:t>
              </a:r>
            </a:p>
          </p:txBody>
        </p:sp>
        <p:sp>
          <p:nvSpPr>
            <p:cNvPr id="899" name="TextBox 898"/>
            <p:cNvSpPr txBox="1"/>
            <p:nvPr/>
          </p:nvSpPr>
          <p:spPr>
            <a:xfrm>
              <a:off x="6846557" y="3923895"/>
              <a:ext cx="405915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Malaysia</a:t>
              </a:r>
            </a:p>
          </p:txBody>
        </p:sp>
        <p:sp>
          <p:nvSpPr>
            <p:cNvPr id="900" name="TextBox 899"/>
            <p:cNvSpPr txBox="1"/>
            <p:nvPr/>
          </p:nvSpPr>
          <p:spPr>
            <a:xfrm>
              <a:off x="6948677" y="3872513"/>
              <a:ext cx="355223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Brunei</a:t>
              </a:r>
            </a:p>
          </p:txBody>
        </p:sp>
        <p:sp>
          <p:nvSpPr>
            <p:cNvPr id="901" name="TextBox 900"/>
            <p:cNvSpPr txBox="1"/>
            <p:nvPr/>
          </p:nvSpPr>
          <p:spPr>
            <a:xfrm>
              <a:off x="6748199" y="3690608"/>
              <a:ext cx="362733" cy="14419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" dirty="0">
                  <a:solidFill>
                    <a:srgbClr val="000000"/>
                  </a:solidFill>
                  <a:cs typeface="Helvetica 45 Light"/>
                </a:rPr>
                <a:t>Cambodia</a:t>
              </a:r>
            </a:p>
          </p:txBody>
        </p:sp>
        <p:sp>
          <p:nvSpPr>
            <p:cNvPr id="902" name="TextBox 901"/>
            <p:cNvSpPr txBox="1"/>
            <p:nvPr/>
          </p:nvSpPr>
          <p:spPr>
            <a:xfrm>
              <a:off x="8338747" y="4396746"/>
              <a:ext cx="362733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Vanuatu</a:t>
              </a:r>
            </a:p>
          </p:txBody>
        </p:sp>
        <p:sp>
          <p:nvSpPr>
            <p:cNvPr id="903" name="TextBox 902"/>
            <p:cNvSpPr txBox="1"/>
            <p:nvPr/>
          </p:nvSpPr>
          <p:spPr>
            <a:xfrm>
              <a:off x="6639960" y="3600451"/>
              <a:ext cx="400281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Thailand</a:t>
              </a:r>
            </a:p>
          </p:txBody>
        </p:sp>
        <p:sp>
          <p:nvSpPr>
            <p:cNvPr id="904" name="TextBox 903"/>
            <p:cNvSpPr txBox="1"/>
            <p:nvPr/>
          </p:nvSpPr>
          <p:spPr>
            <a:xfrm>
              <a:off x="8630227" y="4444807"/>
              <a:ext cx="278246" cy="16221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>
                  <a:solidFill>
                    <a:srgbClr val="000000"/>
                  </a:solidFill>
                  <a:cs typeface="Helvetica 45 Light"/>
                </a:rPr>
                <a:t>Fiji</a:t>
              </a:r>
            </a:p>
          </p:txBody>
        </p:sp>
        <p:sp>
          <p:nvSpPr>
            <p:cNvPr id="905" name="TextBox 904"/>
            <p:cNvSpPr txBox="1"/>
            <p:nvPr/>
          </p:nvSpPr>
          <p:spPr>
            <a:xfrm>
              <a:off x="2495234" y="3546776"/>
              <a:ext cx="402160" cy="15320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50" dirty="0">
                  <a:solidFill>
                    <a:srgbClr val="000000"/>
                  </a:solidFill>
                  <a:cs typeface="Helvetica 45 Light"/>
                </a:rPr>
                <a:t>Caribbean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751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World map without country names</a:t>
            </a:r>
            <a:endParaRPr lang="en-GB" dirty="0">
              <a:latin typeface="+mn-lt"/>
            </a:endParaRPr>
          </a:p>
        </p:txBody>
      </p:sp>
      <p:grpSp>
        <p:nvGrpSpPr>
          <p:cNvPr id="734" name="Group 3">
            <a:extLst>
              <a:ext uri="{FF2B5EF4-FFF2-40B4-BE49-F238E27FC236}">
                <a16:creationId xmlns:a16="http://schemas.microsoft.com/office/drawing/2014/main" id="{AD1E6AE8-D9C1-0035-41CD-DB7E65555D78}"/>
              </a:ext>
            </a:extLst>
          </p:cNvPr>
          <p:cNvGrpSpPr/>
          <p:nvPr/>
        </p:nvGrpSpPr>
        <p:grpSpPr>
          <a:xfrm>
            <a:off x="683569" y="771551"/>
            <a:ext cx="7776172" cy="3836784"/>
            <a:chOff x="678873" y="768635"/>
            <a:chExt cx="7786254" cy="3841758"/>
          </a:xfrm>
        </p:grpSpPr>
        <p:grpSp>
          <p:nvGrpSpPr>
            <p:cNvPr id="735" name="Group 1">
              <a:extLst>
                <a:ext uri="{FF2B5EF4-FFF2-40B4-BE49-F238E27FC236}">
                  <a16:creationId xmlns:a16="http://schemas.microsoft.com/office/drawing/2014/main" id="{5138CBB2-E5AB-50BF-1609-4D85D1EFBDAF}"/>
                </a:ext>
              </a:extLst>
            </p:cNvPr>
            <p:cNvGrpSpPr/>
            <p:nvPr/>
          </p:nvGrpSpPr>
          <p:grpSpPr>
            <a:xfrm>
              <a:off x="678873" y="768635"/>
              <a:ext cx="7786254" cy="3841758"/>
              <a:chOff x="678873" y="768635"/>
              <a:chExt cx="7786254" cy="3841758"/>
            </a:xfrm>
            <a:solidFill>
              <a:schemeClr val="bg1"/>
            </a:solidFill>
          </p:grpSpPr>
          <p:sp>
            <p:nvSpPr>
              <p:cNvPr id="738" name="Freeform 19">
                <a:extLst>
                  <a:ext uri="{FF2B5EF4-FFF2-40B4-BE49-F238E27FC236}">
                    <a16:creationId xmlns:a16="http://schemas.microsoft.com/office/drawing/2014/main" id="{AE1BE8BC-A6B4-9E8C-A9B0-741171C7D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1565" y="2431324"/>
                <a:ext cx="259542" cy="206822"/>
              </a:xfrm>
              <a:custGeom>
                <a:avLst/>
                <a:gdLst>
                  <a:gd name="T0" fmla="*/ 51 w 135"/>
                  <a:gd name="T1" fmla="*/ 108 h 108"/>
                  <a:gd name="T2" fmla="*/ 51 w 135"/>
                  <a:gd name="T3" fmla="*/ 93 h 108"/>
                  <a:gd name="T4" fmla="*/ 69 w 135"/>
                  <a:gd name="T5" fmla="*/ 81 h 108"/>
                  <a:gd name="T6" fmla="*/ 75 w 135"/>
                  <a:gd name="T7" fmla="*/ 78 h 108"/>
                  <a:gd name="T8" fmla="*/ 84 w 135"/>
                  <a:gd name="T9" fmla="*/ 75 h 108"/>
                  <a:gd name="T10" fmla="*/ 90 w 135"/>
                  <a:gd name="T11" fmla="*/ 69 h 108"/>
                  <a:gd name="T12" fmla="*/ 99 w 135"/>
                  <a:gd name="T13" fmla="*/ 66 h 108"/>
                  <a:gd name="T14" fmla="*/ 105 w 135"/>
                  <a:gd name="T15" fmla="*/ 63 h 108"/>
                  <a:gd name="T16" fmla="*/ 105 w 135"/>
                  <a:gd name="T17" fmla="*/ 57 h 108"/>
                  <a:gd name="T18" fmla="*/ 111 w 135"/>
                  <a:gd name="T19" fmla="*/ 54 h 108"/>
                  <a:gd name="T20" fmla="*/ 117 w 135"/>
                  <a:gd name="T21" fmla="*/ 48 h 108"/>
                  <a:gd name="T22" fmla="*/ 132 w 135"/>
                  <a:gd name="T23" fmla="*/ 48 h 108"/>
                  <a:gd name="T24" fmla="*/ 135 w 135"/>
                  <a:gd name="T25" fmla="*/ 45 h 108"/>
                  <a:gd name="T26" fmla="*/ 132 w 135"/>
                  <a:gd name="T27" fmla="*/ 36 h 108"/>
                  <a:gd name="T28" fmla="*/ 129 w 135"/>
                  <a:gd name="T29" fmla="*/ 27 h 108"/>
                  <a:gd name="T30" fmla="*/ 126 w 135"/>
                  <a:gd name="T31" fmla="*/ 15 h 108"/>
                  <a:gd name="T32" fmla="*/ 126 w 135"/>
                  <a:gd name="T33" fmla="*/ 9 h 108"/>
                  <a:gd name="T34" fmla="*/ 111 w 135"/>
                  <a:gd name="T35" fmla="*/ 6 h 108"/>
                  <a:gd name="T36" fmla="*/ 93 w 135"/>
                  <a:gd name="T37" fmla="*/ 6 h 108"/>
                  <a:gd name="T38" fmla="*/ 81 w 135"/>
                  <a:gd name="T39" fmla="*/ 0 h 108"/>
                  <a:gd name="T40" fmla="*/ 69 w 135"/>
                  <a:gd name="T41" fmla="*/ 24 h 108"/>
                  <a:gd name="T42" fmla="*/ 54 w 135"/>
                  <a:gd name="T43" fmla="*/ 33 h 108"/>
                  <a:gd name="T44" fmla="*/ 45 w 135"/>
                  <a:gd name="T45" fmla="*/ 42 h 108"/>
                  <a:gd name="T46" fmla="*/ 39 w 135"/>
                  <a:gd name="T47" fmla="*/ 51 h 108"/>
                  <a:gd name="T48" fmla="*/ 39 w 135"/>
                  <a:gd name="T49" fmla="*/ 69 h 108"/>
                  <a:gd name="T50" fmla="*/ 24 w 135"/>
                  <a:gd name="T51" fmla="*/ 87 h 108"/>
                  <a:gd name="T52" fmla="*/ 9 w 135"/>
                  <a:gd name="T53" fmla="*/ 99 h 108"/>
                  <a:gd name="T54" fmla="*/ 0 w 135"/>
                  <a:gd name="T55" fmla="*/ 10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5" h="108">
                    <a:moveTo>
                      <a:pt x="51" y="108"/>
                    </a:moveTo>
                    <a:cubicBezTo>
                      <a:pt x="51" y="99"/>
                      <a:pt x="48" y="93"/>
                      <a:pt x="51" y="93"/>
                    </a:cubicBezTo>
                    <a:cubicBezTo>
                      <a:pt x="51" y="90"/>
                      <a:pt x="66" y="81"/>
                      <a:pt x="69" y="81"/>
                    </a:cubicBezTo>
                    <a:cubicBezTo>
                      <a:pt x="69" y="78"/>
                      <a:pt x="75" y="81"/>
                      <a:pt x="75" y="78"/>
                    </a:cubicBezTo>
                    <a:cubicBezTo>
                      <a:pt x="75" y="75"/>
                      <a:pt x="81" y="75"/>
                      <a:pt x="84" y="75"/>
                    </a:cubicBezTo>
                    <a:cubicBezTo>
                      <a:pt x="90" y="75"/>
                      <a:pt x="90" y="72"/>
                      <a:pt x="90" y="69"/>
                    </a:cubicBezTo>
                    <a:cubicBezTo>
                      <a:pt x="90" y="66"/>
                      <a:pt x="96" y="66"/>
                      <a:pt x="99" y="66"/>
                    </a:cubicBezTo>
                    <a:cubicBezTo>
                      <a:pt x="102" y="66"/>
                      <a:pt x="102" y="63"/>
                      <a:pt x="105" y="63"/>
                    </a:cubicBezTo>
                    <a:cubicBezTo>
                      <a:pt x="108" y="63"/>
                      <a:pt x="105" y="60"/>
                      <a:pt x="105" y="57"/>
                    </a:cubicBezTo>
                    <a:cubicBezTo>
                      <a:pt x="105" y="51"/>
                      <a:pt x="105" y="54"/>
                      <a:pt x="111" y="54"/>
                    </a:cubicBezTo>
                    <a:cubicBezTo>
                      <a:pt x="114" y="54"/>
                      <a:pt x="117" y="51"/>
                      <a:pt x="117" y="48"/>
                    </a:cubicBezTo>
                    <a:cubicBezTo>
                      <a:pt x="132" y="48"/>
                      <a:pt x="132" y="48"/>
                      <a:pt x="132" y="48"/>
                    </a:cubicBezTo>
                    <a:cubicBezTo>
                      <a:pt x="135" y="48"/>
                      <a:pt x="135" y="45"/>
                      <a:pt x="135" y="45"/>
                    </a:cubicBezTo>
                    <a:cubicBezTo>
                      <a:pt x="135" y="42"/>
                      <a:pt x="132" y="36"/>
                      <a:pt x="132" y="36"/>
                    </a:cubicBezTo>
                    <a:cubicBezTo>
                      <a:pt x="129" y="36"/>
                      <a:pt x="129" y="30"/>
                      <a:pt x="129" y="27"/>
                    </a:cubicBezTo>
                    <a:cubicBezTo>
                      <a:pt x="129" y="21"/>
                      <a:pt x="129" y="18"/>
                      <a:pt x="126" y="15"/>
                    </a:cubicBezTo>
                    <a:cubicBezTo>
                      <a:pt x="126" y="12"/>
                      <a:pt x="126" y="12"/>
                      <a:pt x="126" y="9"/>
                    </a:cubicBezTo>
                    <a:cubicBezTo>
                      <a:pt x="120" y="9"/>
                      <a:pt x="117" y="6"/>
                      <a:pt x="111" y="6"/>
                    </a:cubicBezTo>
                    <a:cubicBezTo>
                      <a:pt x="105" y="6"/>
                      <a:pt x="96" y="9"/>
                      <a:pt x="93" y="6"/>
                    </a:cubicBezTo>
                    <a:cubicBezTo>
                      <a:pt x="87" y="0"/>
                      <a:pt x="84" y="0"/>
                      <a:pt x="81" y="0"/>
                    </a:cubicBezTo>
                    <a:cubicBezTo>
                      <a:pt x="78" y="3"/>
                      <a:pt x="72" y="18"/>
                      <a:pt x="69" y="24"/>
                    </a:cubicBezTo>
                    <a:cubicBezTo>
                      <a:pt x="66" y="27"/>
                      <a:pt x="57" y="33"/>
                      <a:pt x="54" y="33"/>
                    </a:cubicBezTo>
                    <a:cubicBezTo>
                      <a:pt x="48" y="33"/>
                      <a:pt x="48" y="39"/>
                      <a:pt x="45" y="42"/>
                    </a:cubicBezTo>
                    <a:cubicBezTo>
                      <a:pt x="42" y="45"/>
                      <a:pt x="42" y="48"/>
                      <a:pt x="39" y="51"/>
                    </a:cubicBezTo>
                    <a:cubicBezTo>
                      <a:pt x="33" y="54"/>
                      <a:pt x="36" y="66"/>
                      <a:pt x="39" y="69"/>
                    </a:cubicBezTo>
                    <a:cubicBezTo>
                      <a:pt x="39" y="72"/>
                      <a:pt x="30" y="84"/>
                      <a:pt x="24" y="87"/>
                    </a:cubicBezTo>
                    <a:cubicBezTo>
                      <a:pt x="18" y="90"/>
                      <a:pt x="18" y="96"/>
                      <a:pt x="9" y="99"/>
                    </a:cubicBezTo>
                    <a:cubicBezTo>
                      <a:pt x="6" y="99"/>
                      <a:pt x="3" y="102"/>
                      <a:pt x="0" y="102"/>
                    </a:cubicBezTo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9" name="Freeform 5">
                <a:extLst>
                  <a:ext uri="{FF2B5EF4-FFF2-40B4-BE49-F238E27FC236}">
                    <a16:creationId xmlns:a16="http://schemas.microsoft.com/office/drawing/2014/main" id="{D6C0DA9F-6503-B972-D7BD-43E66D455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0539" y="1959553"/>
                <a:ext cx="1299061" cy="844862"/>
              </a:xfrm>
              <a:custGeom>
                <a:avLst/>
                <a:gdLst>
                  <a:gd name="T0" fmla="*/ 642 w 678"/>
                  <a:gd name="T1" fmla="*/ 87 h 441"/>
                  <a:gd name="T2" fmla="*/ 609 w 678"/>
                  <a:gd name="T3" fmla="*/ 63 h 441"/>
                  <a:gd name="T4" fmla="*/ 582 w 678"/>
                  <a:gd name="T5" fmla="*/ 24 h 441"/>
                  <a:gd name="T6" fmla="*/ 543 w 678"/>
                  <a:gd name="T7" fmla="*/ 0 h 441"/>
                  <a:gd name="T8" fmla="*/ 516 w 678"/>
                  <a:gd name="T9" fmla="*/ 21 h 441"/>
                  <a:gd name="T10" fmla="*/ 495 w 678"/>
                  <a:gd name="T11" fmla="*/ 54 h 441"/>
                  <a:gd name="T12" fmla="*/ 462 w 678"/>
                  <a:gd name="T13" fmla="*/ 72 h 441"/>
                  <a:gd name="T14" fmla="*/ 483 w 678"/>
                  <a:gd name="T15" fmla="*/ 84 h 441"/>
                  <a:gd name="T16" fmla="*/ 480 w 678"/>
                  <a:gd name="T17" fmla="*/ 105 h 441"/>
                  <a:gd name="T18" fmla="*/ 423 w 678"/>
                  <a:gd name="T19" fmla="*/ 126 h 441"/>
                  <a:gd name="T20" fmla="*/ 381 w 678"/>
                  <a:gd name="T21" fmla="*/ 162 h 441"/>
                  <a:gd name="T22" fmla="*/ 315 w 678"/>
                  <a:gd name="T23" fmla="*/ 165 h 441"/>
                  <a:gd name="T24" fmla="*/ 240 w 678"/>
                  <a:gd name="T25" fmla="*/ 156 h 441"/>
                  <a:gd name="T26" fmla="*/ 210 w 678"/>
                  <a:gd name="T27" fmla="*/ 123 h 441"/>
                  <a:gd name="T28" fmla="*/ 183 w 678"/>
                  <a:gd name="T29" fmla="*/ 90 h 441"/>
                  <a:gd name="T30" fmla="*/ 153 w 678"/>
                  <a:gd name="T31" fmla="*/ 63 h 441"/>
                  <a:gd name="T32" fmla="*/ 138 w 678"/>
                  <a:gd name="T33" fmla="*/ 75 h 441"/>
                  <a:gd name="T34" fmla="*/ 111 w 678"/>
                  <a:gd name="T35" fmla="*/ 96 h 441"/>
                  <a:gd name="T36" fmla="*/ 87 w 678"/>
                  <a:gd name="T37" fmla="*/ 120 h 441"/>
                  <a:gd name="T38" fmla="*/ 78 w 678"/>
                  <a:gd name="T39" fmla="*/ 150 h 441"/>
                  <a:gd name="T40" fmla="*/ 51 w 678"/>
                  <a:gd name="T41" fmla="*/ 174 h 441"/>
                  <a:gd name="T42" fmla="*/ 18 w 678"/>
                  <a:gd name="T43" fmla="*/ 186 h 441"/>
                  <a:gd name="T44" fmla="*/ 0 w 678"/>
                  <a:gd name="T45" fmla="*/ 198 h 441"/>
                  <a:gd name="T46" fmla="*/ 18 w 678"/>
                  <a:gd name="T47" fmla="*/ 228 h 441"/>
                  <a:gd name="T48" fmla="*/ 59 w 678"/>
                  <a:gd name="T49" fmla="*/ 247 h 441"/>
                  <a:gd name="T50" fmla="*/ 63 w 678"/>
                  <a:gd name="T51" fmla="*/ 286 h 441"/>
                  <a:gd name="T52" fmla="*/ 61 w 678"/>
                  <a:gd name="T53" fmla="*/ 288 h 441"/>
                  <a:gd name="T54" fmla="*/ 60 w 678"/>
                  <a:gd name="T55" fmla="*/ 289 h 441"/>
                  <a:gd name="T56" fmla="*/ 57 w 678"/>
                  <a:gd name="T57" fmla="*/ 290 h 441"/>
                  <a:gd name="T58" fmla="*/ 57 w 678"/>
                  <a:gd name="T59" fmla="*/ 303 h 441"/>
                  <a:gd name="T60" fmla="*/ 84 w 678"/>
                  <a:gd name="T61" fmla="*/ 318 h 441"/>
                  <a:gd name="T62" fmla="*/ 153 w 678"/>
                  <a:gd name="T63" fmla="*/ 348 h 441"/>
                  <a:gd name="T64" fmla="*/ 162 w 678"/>
                  <a:gd name="T65" fmla="*/ 354 h 441"/>
                  <a:gd name="T66" fmla="*/ 165 w 678"/>
                  <a:gd name="T67" fmla="*/ 351 h 441"/>
                  <a:gd name="T68" fmla="*/ 201 w 678"/>
                  <a:gd name="T69" fmla="*/ 348 h 441"/>
                  <a:gd name="T70" fmla="*/ 234 w 678"/>
                  <a:gd name="T71" fmla="*/ 333 h 441"/>
                  <a:gd name="T72" fmla="*/ 252 w 678"/>
                  <a:gd name="T73" fmla="*/ 342 h 441"/>
                  <a:gd name="T74" fmla="*/ 264 w 678"/>
                  <a:gd name="T75" fmla="*/ 372 h 441"/>
                  <a:gd name="T76" fmla="*/ 270 w 678"/>
                  <a:gd name="T77" fmla="*/ 405 h 441"/>
                  <a:gd name="T78" fmla="*/ 288 w 678"/>
                  <a:gd name="T79" fmla="*/ 426 h 441"/>
                  <a:gd name="T80" fmla="*/ 300 w 678"/>
                  <a:gd name="T81" fmla="*/ 414 h 441"/>
                  <a:gd name="T82" fmla="*/ 333 w 678"/>
                  <a:gd name="T83" fmla="*/ 408 h 441"/>
                  <a:gd name="T84" fmla="*/ 366 w 678"/>
                  <a:gd name="T85" fmla="*/ 423 h 441"/>
                  <a:gd name="T86" fmla="*/ 387 w 678"/>
                  <a:gd name="T87" fmla="*/ 423 h 441"/>
                  <a:gd name="T88" fmla="*/ 411 w 678"/>
                  <a:gd name="T89" fmla="*/ 423 h 441"/>
                  <a:gd name="T90" fmla="*/ 471 w 678"/>
                  <a:gd name="T91" fmla="*/ 402 h 441"/>
                  <a:gd name="T92" fmla="*/ 498 w 678"/>
                  <a:gd name="T93" fmla="*/ 381 h 441"/>
                  <a:gd name="T94" fmla="*/ 510 w 678"/>
                  <a:gd name="T95" fmla="*/ 357 h 441"/>
                  <a:gd name="T96" fmla="*/ 528 w 678"/>
                  <a:gd name="T97" fmla="*/ 330 h 441"/>
                  <a:gd name="T98" fmla="*/ 516 w 678"/>
                  <a:gd name="T99" fmla="*/ 318 h 441"/>
                  <a:gd name="T100" fmla="*/ 519 w 678"/>
                  <a:gd name="T101" fmla="*/ 297 h 441"/>
                  <a:gd name="T102" fmla="*/ 510 w 678"/>
                  <a:gd name="T103" fmla="*/ 267 h 441"/>
                  <a:gd name="T104" fmla="*/ 516 w 678"/>
                  <a:gd name="T105" fmla="*/ 240 h 441"/>
                  <a:gd name="T106" fmla="*/ 519 w 678"/>
                  <a:gd name="T107" fmla="*/ 222 h 441"/>
                  <a:gd name="T108" fmla="*/ 486 w 678"/>
                  <a:gd name="T109" fmla="*/ 204 h 441"/>
                  <a:gd name="T110" fmla="*/ 522 w 678"/>
                  <a:gd name="T111" fmla="*/ 198 h 441"/>
                  <a:gd name="T112" fmla="*/ 555 w 678"/>
                  <a:gd name="T113" fmla="*/ 195 h 441"/>
                  <a:gd name="T114" fmla="*/ 594 w 678"/>
                  <a:gd name="T115" fmla="*/ 174 h 441"/>
                  <a:gd name="T116" fmla="*/ 621 w 678"/>
                  <a:gd name="T117" fmla="*/ 153 h 441"/>
                  <a:gd name="T118" fmla="*/ 636 w 678"/>
                  <a:gd name="T119" fmla="*/ 144 h 441"/>
                  <a:gd name="T120" fmla="*/ 654 w 678"/>
                  <a:gd name="T121" fmla="*/ 123 h 441"/>
                  <a:gd name="T122" fmla="*/ 672 w 678"/>
                  <a:gd name="T123" fmla="*/ 81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78" h="441">
                    <a:moveTo>
                      <a:pt x="672" y="81"/>
                    </a:moveTo>
                    <a:cubicBezTo>
                      <a:pt x="672" y="75"/>
                      <a:pt x="666" y="78"/>
                      <a:pt x="663" y="81"/>
                    </a:cubicBezTo>
                    <a:cubicBezTo>
                      <a:pt x="663" y="81"/>
                      <a:pt x="654" y="81"/>
                      <a:pt x="654" y="84"/>
                    </a:cubicBezTo>
                    <a:cubicBezTo>
                      <a:pt x="651" y="87"/>
                      <a:pt x="648" y="87"/>
                      <a:pt x="642" y="87"/>
                    </a:cubicBezTo>
                    <a:cubicBezTo>
                      <a:pt x="639" y="87"/>
                      <a:pt x="633" y="84"/>
                      <a:pt x="633" y="81"/>
                    </a:cubicBezTo>
                    <a:cubicBezTo>
                      <a:pt x="633" y="78"/>
                      <a:pt x="630" y="75"/>
                      <a:pt x="630" y="72"/>
                    </a:cubicBezTo>
                    <a:cubicBezTo>
                      <a:pt x="630" y="69"/>
                      <a:pt x="624" y="69"/>
                      <a:pt x="621" y="66"/>
                    </a:cubicBezTo>
                    <a:cubicBezTo>
                      <a:pt x="618" y="63"/>
                      <a:pt x="612" y="60"/>
                      <a:pt x="609" y="63"/>
                    </a:cubicBezTo>
                    <a:cubicBezTo>
                      <a:pt x="609" y="63"/>
                      <a:pt x="606" y="57"/>
                      <a:pt x="600" y="57"/>
                    </a:cubicBezTo>
                    <a:cubicBezTo>
                      <a:pt x="594" y="57"/>
                      <a:pt x="594" y="54"/>
                      <a:pt x="594" y="51"/>
                    </a:cubicBezTo>
                    <a:cubicBezTo>
                      <a:pt x="597" y="48"/>
                      <a:pt x="591" y="42"/>
                      <a:pt x="588" y="39"/>
                    </a:cubicBezTo>
                    <a:cubicBezTo>
                      <a:pt x="588" y="33"/>
                      <a:pt x="585" y="33"/>
                      <a:pt x="582" y="24"/>
                    </a:cubicBezTo>
                    <a:cubicBezTo>
                      <a:pt x="582" y="15"/>
                      <a:pt x="576" y="18"/>
                      <a:pt x="576" y="15"/>
                    </a:cubicBezTo>
                    <a:cubicBezTo>
                      <a:pt x="579" y="9"/>
                      <a:pt x="573" y="9"/>
                      <a:pt x="570" y="6"/>
                    </a:cubicBezTo>
                    <a:cubicBezTo>
                      <a:pt x="567" y="3"/>
                      <a:pt x="561" y="6"/>
                      <a:pt x="555" y="3"/>
                    </a:cubicBezTo>
                    <a:cubicBezTo>
                      <a:pt x="552" y="0"/>
                      <a:pt x="549" y="0"/>
                      <a:pt x="543" y="0"/>
                    </a:cubicBezTo>
                    <a:cubicBezTo>
                      <a:pt x="540" y="0"/>
                      <a:pt x="528" y="0"/>
                      <a:pt x="528" y="0"/>
                    </a:cubicBezTo>
                    <a:cubicBezTo>
                      <a:pt x="525" y="0"/>
                      <a:pt x="516" y="0"/>
                      <a:pt x="513" y="6"/>
                    </a:cubicBezTo>
                    <a:cubicBezTo>
                      <a:pt x="507" y="12"/>
                      <a:pt x="513" y="12"/>
                      <a:pt x="513" y="12"/>
                    </a:cubicBezTo>
                    <a:cubicBezTo>
                      <a:pt x="516" y="12"/>
                      <a:pt x="516" y="18"/>
                      <a:pt x="516" y="21"/>
                    </a:cubicBezTo>
                    <a:cubicBezTo>
                      <a:pt x="516" y="21"/>
                      <a:pt x="513" y="24"/>
                      <a:pt x="513" y="27"/>
                    </a:cubicBezTo>
                    <a:cubicBezTo>
                      <a:pt x="510" y="27"/>
                      <a:pt x="507" y="33"/>
                      <a:pt x="504" y="36"/>
                    </a:cubicBezTo>
                    <a:cubicBezTo>
                      <a:pt x="504" y="39"/>
                      <a:pt x="498" y="45"/>
                      <a:pt x="501" y="48"/>
                    </a:cubicBezTo>
                    <a:cubicBezTo>
                      <a:pt x="501" y="51"/>
                      <a:pt x="498" y="54"/>
                      <a:pt x="495" y="54"/>
                    </a:cubicBezTo>
                    <a:cubicBezTo>
                      <a:pt x="492" y="54"/>
                      <a:pt x="486" y="57"/>
                      <a:pt x="483" y="60"/>
                    </a:cubicBezTo>
                    <a:cubicBezTo>
                      <a:pt x="474" y="57"/>
                      <a:pt x="474" y="57"/>
                      <a:pt x="474" y="57"/>
                    </a:cubicBezTo>
                    <a:cubicBezTo>
                      <a:pt x="474" y="54"/>
                      <a:pt x="471" y="54"/>
                      <a:pt x="471" y="54"/>
                    </a:cubicBezTo>
                    <a:cubicBezTo>
                      <a:pt x="462" y="72"/>
                      <a:pt x="462" y="72"/>
                      <a:pt x="462" y="72"/>
                    </a:cubicBezTo>
                    <a:cubicBezTo>
                      <a:pt x="462" y="78"/>
                      <a:pt x="462" y="78"/>
                      <a:pt x="462" y="78"/>
                    </a:cubicBezTo>
                    <a:cubicBezTo>
                      <a:pt x="462" y="78"/>
                      <a:pt x="456" y="78"/>
                      <a:pt x="459" y="84"/>
                    </a:cubicBezTo>
                    <a:cubicBezTo>
                      <a:pt x="465" y="87"/>
                      <a:pt x="465" y="84"/>
                      <a:pt x="471" y="84"/>
                    </a:cubicBezTo>
                    <a:cubicBezTo>
                      <a:pt x="477" y="84"/>
                      <a:pt x="480" y="90"/>
                      <a:pt x="483" y="84"/>
                    </a:cubicBezTo>
                    <a:cubicBezTo>
                      <a:pt x="483" y="81"/>
                      <a:pt x="489" y="81"/>
                      <a:pt x="492" y="84"/>
                    </a:cubicBezTo>
                    <a:cubicBezTo>
                      <a:pt x="495" y="87"/>
                      <a:pt x="507" y="96"/>
                      <a:pt x="507" y="99"/>
                    </a:cubicBezTo>
                    <a:cubicBezTo>
                      <a:pt x="507" y="102"/>
                      <a:pt x="501" y="102"/>
                      <a:pt x="495" y="102"/>
                    </a:cubicBezTo>
                    <a:cubicBezTo>
                      <a:pt x="492" y="99"/>
                      <a:pt x="486" y="105"/>
                      <a:pt x="480" y="105"/>
                    </a:cubicBezTo>
                    <a:cubicBezTo>
                      <a:pt x="477" y="105"/>
                      <a:pt x="471" y="105"/>
                      <a:pt x="468" y="108"/>
                    </a:cubicBezTo>
                    <a:cubicBezTo>
                      <a:pt x="462" y="114"/>
                      <a:pt x="465" y="117"/>
                      <a:pt x="456" y="120"/>
                    </a:cubicBezTo>
                    <a:cubicBezTo>
                      <a:pt x="450" y="120"/>
                      <a:pt x="447" y="120"/>
                      <a:pt x="441" y="123"/>
                    </a:cubicBezTo>
                    <a:cubicBezTo>
                      <a:pt x="432" y="129"/>
                      <a:pt x="426" y="126"/>
                      <a:pt x="423" y="126"/>
                    </a:cubicBezTo>
                    <a:cubicBezTo>
                      <a:pt x="420" y="123"/>
                      <a:pt x="414" y="123"/>
                      <a:pt x="411" y="129"/>
                    </a:cubicBezTo>
                    <a:cubicBezTo>
                      <a:pt x="408" y="132"/>
                      <a:pt x="414" y="135"/>
                      <a:pt x="414" y="141"/>
                    </a:cubicBezTo>
                    <a:cubicBezTo>
                      <a:pt x="414" y="147"/>
                      <a:pt x="405" y="147"/>
                      <a:pt x="402" y="153"/>
                    </a:cubicBezTo>
                    <a:cubicBezTo>
                      <a:pt x="396" y="159"/>
                      <a:pt x="384" y="162"/>
                      <a:pt x="381" y="162"/>
                    </a:cubicBezTo>
                    <a:cubicBezTo>
                      <a:pt x="375" y="159"/>
                      <a:pt x="363" y="156"/>
                      <a:pt x="354" y="162"/>
                    </a:cubicBezTo>
                    <a:cubicBezTo>
                      <a:pt x="345" y="165"/>
                      <a:pt x="339" y="174"/>
                      <a:pt x="336" y="171"/>
                    </a:cubicBezTo>
                    <a:cubicBezTo>
                      <a:pt x="333" y="171"/>
                      <a:pt x="333" y="168"/>
                      <a:pt x="327" y="168"/>
                    </a:cubicBezTo>
                    <a:cubicBezTo>
                      <a:pt x="321" y="168"/>
                      <a:pt x="318" y="168"/>
                      <a:pt x="315" y="165"/>
                    </a:cubicBezTo>
                    <a:cubicBezTo>
                      <a:pt x="312" y="162"/>
                      <a:pt x="309" y="165"/>
                      <a:pt x="303" y="162"/>
                    </a:cubicBezTo>
                    <a:cubicBezTo>
                      <a:pt x="297" y="156"/>
                      <a:pt x="288" y="159"/>
                      <a:pt x="282" y="156"/>
                    </a:cubicBezTo>
                    <a:cubicBezTo>
                      <a:pt x="279" y="156"/>
                      <a:pt x="261" y="156"/>
                      <a:pt x="255" y="156"/>
                    </a:cubicBezTo>
                    <a:cubicBezTo>
                      <a:pt x="249" y="156"/>
                      <a:pt x="240" y="159"/>
                      <a:pt x="240" y="156"/>
                    </a:cubicBezTo>
                    <a:cubicBezTo>
                      <a:pt x="240" y="153"/>
                      <a:pt x="237" y="150"/>
                      <a:pt x="234" y="144"/>
                    </a:cubicBezTo>
                    <a:cubicBezTo>
                      <a:pt x="234" y="138"/>
                      <a:pt x="228" y="135"/>
                      <a:pt x="225" y="135"/>
                    </a:cubicBezTo>
                    <a:cubicBezTo>
                      <a:pt x="222" y="132"/>
                      <a:pt x="222" y="129"/>
                      <a:pt x="219" y="129"/>
                    </a:cubicBezTo>
                    <a:cubicBezTo>
                      <a:pt x="216" y="129"/>
                      <a:pt x="216" y="123"/>
                      <a:pt x="210" y="123"/>
                    </a:cubicBezTo>
                    <a:cubicBezTo>
                      <a:pt x="204" y="123"/>
                      <a:pt x="186" y="123"/>
                      <a:pt x="183" y="117"/>
                    </a:cubicBezTo>
                    <a:cubicBezTo>
                      <a:pt x="183" y="114"/>
                      <a:pt x="186" y="114"/>
                      <a:pt x="186" y="108"/>
                    </a:cubicBezTo>
                    <a:cubicBezTo>
                      <a:pt x="186" y="105"/>
                      <a:pt x="189" y="99"/>
                      <a:pt x="189" y="96"/>
                    </a:cubicBezTo>
                    <a:cubicBezTo>
                      <a:pt x="186" y="96"/>
                      <a:pt x="183" y="93"/>
                      <a:pt x="183" y="90"/>
                    </a:cubicBezTo>
                    <a:cubicBezTo>
                      <a:pt x="180" y="84"/>
                      <a:pt x="177" y="81"/>
                      <a:pt x="171" y="81"/>
                    </a:cubicBezTo>
                    <a:cubicBezTo>
                      <a:pt x="168" y="81"/>
                      <a:pt x="165" y="78"/>
                      <a:pt x="162" y="75"/>
                    </a:cubicBezTo>
                    <a:cubicBezTo>
                      <a:pt x="159" y="72"/>
                      <a:pt x="156" y="72"/>
                      <a:pt x="153" y="66"/>
                    </a:cubicBezTo>
                    <a:cubicBezTo>
                      <a:pt x="153" y="63"/>
                      <a:pt x="153" y="63"/>
                      <a:pt x="153" y="63"/>
                    </a:cubicBezTo>
                    <a:cubicBezTo>
                      <a:pt x="150" y="63"/>
                      <a:pt x="150" y="63"/>
                      <a:pt x="150" y="63"/>
                    </a:cubicBezTo>
                    <a:cubicBezTo>
                      <a:pt x="147" y="63"/>
                      <a:pt x="147" y="63"/>
                      <a:pt x="147" y="60"/>
                    </a:cubicBezTo>
                    <a:cubicBezTo>
                      <a:pt x="144" y="63"/>
                      <a:pt x="141" y="66"/>
                      <a:pt x="141" y="69"/>
                    </a:cubicBezTo>
                    <a:cubicBezTo>
                      <a:pt x="141" y="72"/>
                      <a:pt x="141" y="75"/>
                      <a:pt x="138" y="75"/>
                    </a:cubicBezTo>
                    <a:cubicBezTo>
                      <a:pt x="135" y="75"/>
                      <a:pt x="129" y="78"/>
                      <a:pt x="129" y="84"/>
                    </a:cubicBezTo>
                    <a:cubicBezTo>
                      <a:pt x="129" y="90"/>
                      <a:pt x="132" y="90"/>
                      <a:pt x="132" y="93"/>
                    </a:cubicBezTo>
                    <a:cubicBezTo>
                      <a:pt x="129" y="96"/>
                      <a:pt x="123" y="96"/>
                      <a:pt x="120" y="96"/>
                    </a:cubicBezTo>
                    <a:cubicBezTo>
                      <a:pt x="120" y="96"/>
                      <a:pt x="114" y="96"/>
                      <a:pt x="111" y="96"/>
                    </a:cubicBezTo>
                    <a:cubicBezTo>
                      <a:pt x="108" y="96"/>
                      <a:pt x="105" y="90"/>
                      <a:pt x="102" y="96"/>
                    </a:cubicBezTo>
                    <a:cubicBezTo>
                      <a:pt x="102" y="99"/>
                      <a:pt x="93" y="114"/>
                      <a:pt x="96" y="117"/>
                    </a:cubicBezTo>
                    <a:cubicBezTo>
                      <a:pt x="99" y="117"/>
                      <a:pt x="99" y="123"/>
                      <a:pt x="96" y="123"/>
                    </a:cubicBezTo>
                    <a:cubicBezTo>
                      <a:pt x="93" y="123"/>
                      <a:pt x="90" y="123"/>
                      <a:pt x="87" y="120"/>
                    </a:cubicBezTo>
                    <a:cubicBezTo>
                      <a:pt x="87" y="117"/>
                      <a:pt x="81" y="123"/>
                      <a:pt x="78" y="123"/>
                    </a:cubicBezTo>
                    <a:cubicBezTo>
                      <a:pt x="75" y="123"/>
                      <a:pt x="69" y="126"/>
                      <a:pt x="72" y="126"/>
                    </a:cubicBezTo>
                    <a:cubicBezTo>
                      <a:pt x="72" y="129"/>
                      <a:pt x="72" y="135"/>
                      <a:pt x="72" y="135"/>
                    </a:cubicBezTo>
                    <a:cubicBezTo>
                      <a:pt x="72" y="138"/>
                      <a:pt x="78" y="147"/>
                      <a:pt x="78" y="150"/>
                    </a:cubicBezTo>
                    <a:cubicBezTo>
                      <a:pt x="78" y="150"/>
                      <a:pt x="72" y="153"/>
                      <a:pt x="72" y="156"/>
                    </a:cubicBezTo>
                    <a:cubicBezTo>
                      <a:pt x="72" y="162"/>
                      <a:pt x="72" y="165"/>
                      <a:pt x="72" y="165"/>
                    </a:cubicBezTo>
                    <a:cubicBezTo>
                      <a:pt x="69" y="165"/>
                      <a:pt x="63" y="168"/>
                      <a:pt x="60" y="168"/>
                    </a:cubicBezTo>
                    <a:cubicBezTo>
                      <a:pt x="57" y="171"/>
                      <a:pt x="54" y="171"/>
                      <a:pt x="51" y="174"/>
                    </a:cubicBezTo>
                    <a:cubicBezTo>
                      <a:pt x="51" y="177"/>
                      <a:pt x="48" y="180"/>
                      <a:pt x="42" y="180"/>
                    </a:cubicBezTo>
                    <a:cubicBezTo>
                      <a:pt x="39" y="180"/>
                      <a:pt x="36" y="177"/>
                      <a:pt x="33" y="183"/>
                    </a:cubicBezTo>
                    <a:cubicBezTo>
                      <a:pt x="30" y="186"/>
                      <a:pt x="30" y="186"/>
                      <a:pt x="27" y="186"/>
                    </a:cubicBezTo>
                    <a:cubicBezTo>
                      <a:pt x="24" y="189"/>
                      <a:pt x="21" y="186"/>
                      <a:pt x="18" y="186"/>
                    </a:cubicBezTo>
                    <a:cubicBezTo>
                      <a:pt x="18" y="183"/>
                      <a:pt x="15" y="186"/>
                      <a:pt x="12" y="186"/>
                    </a:cubicBezTo>
                    <a:cubicBezTo>
                      <a:pt x="12" y="186"/>
                      <a:pt x="9" y="189"/>
                      <a:pt x="6" y="192"/>
                    </a:cubicBezTo>
                    <a:cubicBezTo>
                      <a:pt x="3" y="192"/>
                      <a:pt x="0" y="192"/>
                      <a:pt x="0" y="195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0" y="210"/>
                      <a:pt x="0" y="210"/>
                      <a:pt x="0" y="210"/>
                    </a:cubicBezTo>
                    <a:cubicBezTo>
                      <a:pt x="0" y="210"/>
                      <a:pt x="12" y="213"/>
                      <a:pt x="12" y="216"/>
                    </a:cubicBezTo>
                    <a:cubicBezTo>
                      <a:pt x="12" y="219"/>
                      <a:pt x="13" y="225"/>
                      <a:pt x="14" y="229"/>
                    </a:cubicBezTo>
                    <a:cubicBezTo>
                      <a:pt x="15" y="228"/>
                      <a:pt x="17" y="228"/>
                      <a:pt x="18" y="228"/>
                    </a:cubicBezTo>
                    <a:cubicBezTo>
                      <a:pt x="18" y="228"/>
                      <a:pt x="22" y="230"/>
                      <a:pt x="25" y="236"/>
                    </a:cubicBezTo>
                    <a:cubicBezTo>
                      <a:pt x="27" y="240"/>
                      <a:pt x="31" y="244"/>
                      <a:pt x="35" y="246"/>
                    </a:cubicBezTo>
                    <a:cubicBezTo>
                      <a:pt x="41" y="249"/>
                      <a:pt x="43" y="253"/>
                      <a:pt x="45" y="252"/>
                    </a:cubicBezTo>
                    <a:cubicBezTo>
                      <a:pt x="48" y="252"/>
                      <a:pt x="56" y="247"/>
                      <a:pt x="59" y="247"/>
                    </a:cubicBezTo>
                    <a:cubicBezTo>
                      <a:pt x="61" y="249"/>
                      <a:pt x="71" y="251"/>
                      <a:pt x="70" y="259"/>
                    </a:cubicBezTo>
                    <a:cubicBezTo>
                      <a:pt x="69" y="264"/>
                      <a:pt x="57" y="275"/>
                      <a:pt x="57" y="276"/>
                    </a:cubicBezTo>
                    <a:cubicBezTo>
                      <a:pt x="57" y="276"/>
                      <a:pt x="60" y="282"/>
                      <a:pt x="63" y="285"/>
                    </a:cubicBezTo>
                    <a:cubicBezTo>
                      <a:pt x="63" y="286"/>
                      <a:pt x="63" y="286"/>
                      <a:pt x="63" y="286"/>
                    </a:cubicBezTo>
                    <a:cubicBezTo>
                      <a:pt x="63" y="287"/>
                      <a:pt x="63" y="287"/>
                      <a:pt x="62" y="287"/>
                    </a:cubicBezTo>
                    <a:cubicBezTo>
                      <a:pt x="62" y="287"/>
                      <a:pt x="62" y="287"/>
                      <a:pt x="62" y="287"/>
                    </a:cubicBezTo>
                    <a:cubicBezTo>
                      <a:pt x="62" y="287"/>
                      <a:pt x="62" y="287"/>
                      <a:pt x="62" y="287"/>
                    </a:cubicBezTo>
                    <a:cubicBezTo>
                      <a:pt x="62" y="287"/>
                      <a:pt x="62" y="288"/>
                      <a:pt x="61" y="288"/>
                    </a:cubicBezTo>
                    <a:cubicBezTo>
                      <a:pt x="61" y="288"/>
                      <a:pt x="61" y="288"/>
                      <a:pt x="61" y="288"/>
                    </a:cubicBezTo>
                    <a:cubicBezTo>
                      <a:pt x="61" y="288"/>
                      <a:pt x="60" y="289"/>
                      <a:pt x="60" y="289"/>
                    </a:cubicBezTo>
                    <a:cubicBezTo>
                      <a:pt x="60" y="289"/>
                      <a:pt x="60" y="289"/>
                      <a:pt x="60" y="289"/>
                    </a:cubicBezTo>
                    <a:cubicBezTo>
                      <a:pt x="60" y="289"/>
                      <a:pt x="60" y="289"/>
                      <a:pt x="60" y="289"/>
                    </a:cubicBezTo>
                    <a:cubicBezTo>
                      <a:pt x="60" y="289"/>
                      <a:pt x="60" y="289"/>
                      <a:pt x="60" y="289"/>
                    </a:cubicBezTo>
                    <a:cubicBezTo>
                      <a:pt x="59" y="289"/>
                      <a:pt x="58" y="290"/>
                      <a:pt x="58" y="290"/>
                    </a:cubicBezTo>
                    <a:cubicBezTo>
                      <a:pt x="58" y="290"/>
                      <a:pt x="58" y="290"/>
                      <a:pt x="58" y="290"/>
                    </a:cubicBezTo>
                    <a:cubicBezTo>
                      <a:pt x="57" y="290"/>
                      <a:pt x="57" y="290"/>
                      <a:pt x="57" y="290"/>
                    </a:cubicBezTo>
                    <a:cubicBezTo>
                      <a:pt x="57" y="290"/>
                      <a:pt x="57" y="290"/>
                      <a:pt x="57" y="290"/>
                    </a:cubicBezTo>
                    <a:cubicBezTo>
                      <a:pt x="56" y="290"/>
                      <a:pt x="55" y="289"/>
                      <a:pt x="54" y="288"/>
                    </a:cubicBezTo>
                    <a:cubicBezTo>
                      <a:pt x="51" y="285"/>
                      <a:pt x="51" y="291"/>
                      <a:pt x="54" y="294"/>
                    </a:cubicBezTo>
                    <a:cubicBezTo>
                      <a:pt x="54" y="297"/>
                      <a:pt x="54" y="303"/>
                      <a:pt x="57" y="303"/>
                    </a:cubicBezTo>
                    <a:cubicBezTo>
                      <a:pt x="60" y="303"/>
                      <a:pt x="63" y="309"/>
                      <a:pt x="66" y="309"/>
                    </a:cubicBezTo>
                    <a:cubicBezTo>
                      <a:pt x="69" y="309"/>
                      <a:pt x="72" y="315"/>
                      <a:pt x="72" y="315"/>
                    </a:cubicBezTo>
                    <a:cubicBezTo>
                      <a:pt x="72" y="315"/>
                      <a:pt x="78" y="318"/>
                      <a:pt x="78" y="321"/>
                    </a:cubicBezTo>
                    <a:cubicBezTo>
                      <a:pt x="81" y="321"/>
                      <a:pt x="84" y="321"/>
                      <a:pt x="84" y="318"/>
                    </a:cubicBezTo>
                    <a:cubicBezTo>
                      <a:pt x="84" y="318"/>
                      <a:pt x="90" y="318"/>
                      <a:pt x="93" y="321"/>
                    </a:cubicBezTo>
                    <a:cubicBezTo>
                      <a:pt x="96" y="324"/>
                      <a:pt x="111" y="333"/>
                      <a:pt x="117" y="336"/>
                    </a:cubicBezTo>
                    <a:cubicBezTo>
                      <a:pt x="120" y="342"/>
                      <a:pt x="135" y="345"/>
                      <a:pt x="138" y="345"/>
                    </a:cubicBezTo>
                    <a:cubicBezTo>
                      <a:pt x="141" y="345"/>
                      <a:pt x="147" y="348"/>
                      <a:pt x="153" y="348"/>
                    </a:cubicBezTo>
                    <a:cubicBezTo>
                      <a:pt x="153" y="348"/>
                      <a:pt x="153" y="348"/>
                      <a:pt x="155" y="348"/>
                    </a:cubicBezTo>
                    <a:cubicBezTo>
                      <a:pt x="156" y="348"/>
                      <a:pt x="157" y="347"/>
                      <a:pt x="159" y="345"/>
                    </a:cubicBezTo>
                    <a:cubicBezTo>
                      <a:pt x="162" y="342"/>
                      <a:pt x="162" y="348"/>
                      <a:pt x="162" y="351"/>
                    </a:cubicBezTo>
                    <a:cubicBezTo>
                      <a:pt x="162" y="352"/>
                      <a:pt x="162" y="353"/>
                      <a:pt x="162" y="354"/>
                    </a:cubicBezTo>
                    <a:cubicBezTo>
                      <a:pt x="162" y="354"/>
                      <a:pt x="162" y="354"/>
                      <a:pt x="162" y="354"/>
                    </a:cubicBezTo>
                    <a:cubicBezTo>
                      <a:pt x="163" y="355"/>
                      <a:pt x="163" y="355"/>
                      <a:pt x="163" y="356"/>
                    </a:cubicBezTo>
                    <a:cubicBezTo>
                      <a:pt x="163" y="356"/>
                      <a:pt x="163" y="356"/>
                      <a:pt x="163" y="356"/>
                    </a:cubicBezTo>
                    <a:cubicBezTo>
                      <a:pt x="165" y="354"/>
                      <a:pt x="165" y="354"/>
                      <a:pt x="165" y="351"/>
                    </a:cubicBezTo>
                    <a:cubicBezTo>
                      <a:pt x="168" y="345"/>
                      <a:pt x="171" y="348"/>
                      <a:pt x="174" y="345"/>
                    </a:cubicBezTo>
                    <a:cubicBezTo>
                      <a:pt x="177" y="342"/>
                      <a:pt x="177" y="345"/>
                      <a:pt x="183" y="345"/>
                    </a:cubicBezTo>
                    <a:cubicBezTo>
                      <a:pt x="186" y="348"/>
                      <a:pt x="189" y="345"/>
                      <a:pt x="195" y="351"/>
                    </a:cubicBezTo>
                    <a:cubicBezTo>
                      <a:pt x="198" y="348"/>
                      <a:pt x="198" y="348"/>
                      <a:pt x="201" y="348"/>
                    </a:cubicBezTo>
                    <a:cubicBezTo>
                      <a:pt x="204" y="345"/>
                      <a:pt x="204" y="345"/>
                      <a:pt x="204" y="345"/>
                    </a:cubicBezTo>
                    <a:cubicBezTo>
                      <a:pt x="207" y="342"/>
                      <a:pt x="207" y="339"/>
                      <a:pt x="210" y="339"/>
                    </a:cubicBezTo>
                    <a:cubicBezTo>
                      <a:pt x="213" y="339"/>
                      <a:pt x="213" y="336"/>
                      <a:pt x="219" y="333"/>
                    </a:cubicBezTo>
                    <a:cubicBezTo>
                      <a:pt x="225" y="330"/>
                      <a:pt x="231" y="336"/>
                      <a:pt x="234" y="333"/>
                    </a:cubicBezTo>
                    <a:cubicBezTo>
                      <a:pt x="234" y="330"/>
                      <a:pt x="240" y="330"/>
                      <a:pt x="240" y="333"/>
                    </a:cubicBezTo>
                    <a:cubicBezTo>
                      <a:pt x="240" y="333"/>
                      <a:pt x="243" y="336"/>
                      <a:pt x="243" y="339"/>
                    </a:cubicBezTo>
                    <a:cubicBezTo>
                      <a:pt x="243" y="342"/>
                      <a:pt x="249" y="342"/>
                      <a:pt x="249" y="342"/>
                    </a:cubicBezTo>
                    <a:cubicBezTo>
                      <a:pt x="252" y="342"/>
                      <a:pt x="252" y="342"/>
                      <a:pt x="252" y="342"/>
                    </a:cubicBezTo>
                    <a:cubicBezTo>
                      <a:pt x="255" y="339"/>
                      <a:pt x="258" y="342"/>
                      <a:pt x="258" y="345"/>
                    </a:cubicBezTo>
                    <a:cubicBezTo>
                      <a:pt x="258" y="348"/>
                      <a:pt x="258" y="351"/>
                      <a:pt x="261" y="351"/>
                    </a:cubicBezTo>
                    <a:cubicBezTo>
                      <a:pt x="264" y="351"/>
                      <a:pt x="267" y="351"/>
                      <a:pt x="267" y="357"/>
                    </a:cubicBezTo>
                    <a:cubicBezTo>
                      <a:pt x="267" y="363"/>
                      <a:pt x="267" y="369"/>
                      <a:pt x="264" y="372"/>
                    </a:cubicBezTo>
                    <a:cubicBezTo>
                      <a:pt x="258" y="378"/>
                      <a:pt x="252" y="387"/>
                      <a:pt x="255" y="390"/>
                    </a:cubicBezTo>
                    <a:cubicBezTo>
                      <a:pt x="255" y="390"/>
                      <a:pt x="252" y="396"/>
                      <a:pt x="255" y="393"/>
                    </a:cubicBezTo>
                    <a:cubicBezTo>
                      <a:pt x="258" y="393"/>
                      <a:pt x="267" y="393"/>
                      <a:pt x="267" y="396"/>
                    </a:cubicBezTo>
                    <a:cubicBezTo>
                      <a:pt x="264" y="399"/>
                      <a:pt x="267" y="405"/>
                      <a:pt x="270" y="405"/>
                    </a:cubicBezTo>
                    <a:cubicBezTo>
                      <a:pt x="273" y="405"/>
                      <a:pt x="276" y="408"/>
                      <a:pt x="273" y="411"/>
                    </a:cubicBezTo>
                    <a:cubicBezTo>
                      <a:pt x="273" y="414"/>
                      <a:pt x="270" y="417"/>
                      <a:pt x="273" y="417"/>
                    </a:cubicBezTo>
                    <a:cubicBezTo>
                      <a:pt x="276" y="417"/>
                      <a:pt x="282" y="417"/>
                      <a:pt x="279" y="420"/>
                    </a:cubicBezTo>
                    <a:cubicBezTo>
                      <a:pt x="279" y="423"/>
                      <a:pt x="282" y="426"/>
                      <a:pt x="288" y="426"/>
                    </a:cubicBezTo>
                    <a:cubicBezTo>
                      <a:pt x="291" y="423"/>
                      <a:pt x="291" y="423"/>
                      <a:pt x="291" y="423"/>
                    </a:cubicBezTo>
                    <a:cubicBezTo>
                      <a:pt x="294" y="423"/>
                      <a:pt x="294" y="429"/>
                      <a:pt x="297" y="429"/>
                    </a:cubicBezTo>
                    <a:cubicBezTo>
                      <a:pt x="300" y="429"/>
                      <a:pt x="300" y="420"/>
                      <a:pt x="297" y="420"/>
                    </a:cubicBezTo>
                    <a:cubicBezTo>
                      <a:pt x="300" y="414"/>
                      <a:pt x="300" y="414"/>
                      <a:pt x="300" y="414"/>
                    </a:cubicBezTo>
                    <a:cubicBezTo>
                      <a:pt x="300" y="417"/>
                      <a:pt x="306" y="414"/>
                      <a:pt x="309" y="411"/>
                    </a:cubicBezTo>
                    <a:cubicBezTo>
                      <a:pt x="309" y="408"/>
                      <a:pt x="315" y="414"/>
                      <a:pt x="315" y="411"/>
                    </a:cubicBezTo>
                    <a:cubicBezTo>
                      <a:pt x="318" y="408"/>
                      <a:pt x="321" y="414"/>
                      <a:pt x="327" y="411"/>
                    </a:cubicBezTo>
                    <a:cubicBezTo>
                      <a:pt x="330" y="408"/>
                      <a:pt x="333" y="414"/>
                      <a:pt x="333" y="408"/>
                    </a:cubicBezTo>
                    <a:cubicBezTo>
                      <a:pt x="336" y="405"/>
                      <a:pt x="342" y="402"/>
                      <a:pt x="342" y="405"/>
                    </a:cubicBezTo>
                    <a:cubicBezTo>
                      <a:pt x="345" y="405"/>
                      <a:pt x="345" y="408"/>
                      <a:pt x="351" y="408"/>
                    </a:cubicBezTo>
                    <a:cubicBezTo>
                      <a:pt x="360" y="408"/>
                      <a:pt x="354" y="414"/>
                      <a:pt x="354" y="414"/>
                    </a:cubicBezTo>
                    <a:cubicBezTo>
                      <a:pt x="354" y="417"/>
                      <a:pt x="363" y="423"/>
                      <a:pt x="366" y="423"/>
                    </a:cubicBezTo>
                    <a:cubicBezTo>
                      <a:pt x="366" y="423"/>
                      <a:pt x="366" y="423"/>
                      <a:pt x="369" y="426"/>
                    </a:cubicBezTo>
                    <a:cubicBezTo>
                      <a:pt x="369" y="423"/>
                      <a:pt x="375" y="426"/>
                      <a:pt x="375" y="423"/>
                    </a:cubicBezTo>
                    <a:cubicBezTo>
                      <a:pt x="375" y="420"/>
                      <a:pt x="381" y="423"/>
                      <a:pt x="381" y="423"/>
                    </a:cubicBezTo>
                    <a:cubicBezTo>
                      <a:pt x="384" y="426"/>
                      <a:pt x="384" y="426"/>
                      <a:pt x="387" y="423"/>
                    </a:cubicBezTo>
                    <a:cubicBezTo>
                      <a:pt x="390" y="420"/>
                      <a:pt x="393" y="426"/>
                      <a:pt x="390" y="429"/>
                    </a:cubicBezTo>
                    <a:cubicBezTo>
                      <a:pt x="390" y="429"/>
                      <a:pt x="390" y="435"/>
                      <a:pt x="393" y="438"/>
                    </a:cubicBezTo>
                    <a:cubicBezTo>
                      <a:pt x="396" y="441"/>
                      <a:pt x="396" y="438"/>
                      <a:pt x="396" y="435"/>
                    </a:cubicBezTo>
                    <a:cubicBezTo>
                      <a:pt x="396" y="432"/>
                      <a:pt x="402" y="429"/>
                      <a:pt x="411" y="423"/>
                    </a:cubicBezTo>
                    <a:cubicBezTo>
                      <a:pt x="423" y="420"/>
                      <a:pt x="435" y="414"/>
                      <a:pt x="435" y="411"/>
                    </a:cubicBezTo>
                    <a:cubicBezTo>
                      <a:pt x="435" y="411"/>
                      <a:pt x="441" y="414"/>
                      <a:pt x="444" y="411"/>
                    </a:cubicBezTo>
                    <a:cubicBezTo>
                      <a:pt x="450" y="408"/>
                      <a:pt x="462" y="408"/>
                      <a:pt x="465" y="408"/>
                    </a:cubicBezTo>
                    <a:cubicBezTo>
                      <a:pt x="468" y="408"/>
                      <a:pt x="468" y="405"/>
                      <a:pt x="471" y="402"/>
                    </a:cubicBezTo>
                    <a:cubicBezTo>
                      <a:pt x="474" y="399"/>
                      <a:pt x="474" y="399"/>
                      <a:pt x="477" y="396"/>
                    </a:cubicBezTo>
                    <a:cubicBezTo>
                      <a:pt x="483" y="396"/>
                      <a:pt x="483" y="393"/>
                      <a:pt x="483" y="390"/>
                    </a:cubicBezTo>
                    <a:cubicBezTo>
                      <a:pt x="492" y="387"/>
                      <a:pt x="492" y="387"/>
                      <a:pt x="492" y="387"/>
                    </a:cubicBezTo>
                    <a:cubicBezTo>
                      <a:pt x="492" y="384"/>
                      <a:pt x="498" y="384"/>
                      <a:pt x="498" y="381"/>
                    </a:cubicBezTo>
                    <a:cubicBezTo>
                      <a:pt x="498" y="378"/>
                      <a:pt x="501" y="378"/>
                      <a:pt x="504" y="375"/>
                    </a:cubicBezTo>
                    <a:cubicBezTo>
                      <a:pt x="504" y="375"/>
                      <a:pt x="501" y="369"/>
                      <a:pt x="504" y="366"/>
                    </a:cubicBezTo>
                    <a:cubicBezTo>
                      <a:pt x="507" y="366"/>
                      <a:pt x="504" y="363"/>
                      <a:pt x="504" y="363"/>
                    </a:cubicBezTo>
                    <a:cubicBezTo>
                      <a:pt x="501" y="360"/>
                      <a:pt x="507" y="360"/>
                      <a:pt x="510" y="357"/>
                    </a:cubicBezTo>
                    <a:cubicBezTo>
                      <a:pt x="513" y="357"/>
                      <a:pt x="516" y="354"/>
                      <a:pt x="516" y="351"/>
                    </a:cubicBezTo>
                    <a:cubicBezTo>
                      <a:pt x="516" y="348"/>
                      <a:pt x="522" y="345"/>
                      <a:pt x="522" y="345"/>
                    </a:cubicBezTo>
                    <a:cubicBezTo>
                      <a:pt x="525" y="342"/>
                      <a:pt x="525" y="339"/>
                      <a:pt x="525" y="333"/>
                    </a:cubicBezTo>
                    <a:cubicBezTo>
                      <a:pt x="525" y="330"/>
                      <a:pt x="528" y="333"/>
                      <a:pt x="528" y="330"/>
                    </a:cubicBezTo>
                    <a:cubicBezTo>
                      <a:pt x="525" y="330"/>
                      <a:pt x="528" y="324"/>
                      <a:pt x="531" y="324"/>
                    </a:cubicBezTo>
                    <a:cubicBezTo>
                      <a:pt x="537" y="321"/>
                      <a:pt x="528" y="321"/>
                      <a:pt x="528" y="321"/>
                    </a:cubicBezTo>
                    <a:cubicBezTo>
                      <a:pt x="525" y="324"/>
                      <a:pt x="522" y="318"/>
                      <a:pt x="522" y="321"/>
                    </a:cubicBezTo>
                    <a:cubicBezTo>
                      <a:pt x="519" y="321"/>
                      <a:pt x="513" y="318"/>
                      <a:pt x="516" y="318"/>
                    </a:cubicBezTo>
                    <a:cubicBezTo>
                      <a:pt x="519" y="315"/>
                      <a:pt x="525" y="312"/>
                      <a:pt x="528" y="312"/>
                    </a:cubicBezTo>
                    <a:cubicBezTo>
                      <a:pt x="531" y="312"/>
                      <a:pt x="525" y="306"/>
                      <a:pt x="522" y="306"/>
                    </a:cubicBezTo>
                    <a:cubicBezTo>
                      <a:pt x="519" y="306"/>
                      <a:pt x="516" y="297"/>
                      <a:pt x="513" y="297"/>
                    </a:cubicBezTo>
                    <a:cubicBezTo>
                      <a:pt x="515" y="297"/>
                      <a:pt x="517" y="297"/>
                      <a:pt x="519" y="297"/>
                    </a:cubicBezTo>
                    <a:cubicBezTo>
                      <a:pt x="522" y="300"/>
                      <a:pt x="525" y="300"/>
                      <a:pt x="528" y="300"/>
                    </a:cubicBezTo>
                    <a:cubicBezTo>
                      <a:pt x="531" y="297"/>
                      <a:pt x="522" y="291"/>
                      <a:pt x="519" y="288"/>
                    </a:cubicBezTo>
                    <a:cubicBezTo>
                      <a:pt x="516" y="288"/>
                      <a:pt x="519" y="282"/>
                      <a:pt x="516" y="282"/>
                    </a:cubicBezTo>
                    <a:cubicBezTo>
                      <a:pt x="516" y="282"/>
                      <a:pt x="510" y="273"/>
                      <a:pt x="510" y="267"/>
                    </a:cubicBezTo>
                    <a:cubicBezTo>
                      <a:pt x="507" y="264"/>
                      <a:pt x="501" y="264"/>
                      <a:pt x="498" y="261"/>
                    </a:cubicBezTo>
                    <a:cubicBezTo>
                      <a:pt x="498" y="258"/>
                      <a:pt x="501" y="252"/>
                      <a:pt x="504" y="252"/>
                    </a:cubicBezTo>
                    <a:cubicBezTo>
                      <a:pt x="510" y="249"/>
                      <a:pt x="507" y="243"/>
                      <a:pt x="510" y="246"/>
                    </a:cubicBezTo>
                    <a:cubicBezTo>
                      <a:pt x="513" y="246"/>
                      <a:pt x="513" y="243"/>
                      <a:pt x="516" y="240"/>
                    </a:cubicBezTo>
                    <a:cubicBezTo>
                      <a:pt x="519" y="237"/>
                      <a:pt x="522" y="240"/>
                      <a:pt x="522" y="237"/>
                    </a:cubicBezTo>
                    <a:cubicBezTo>
                      <a:pt x="525" y="234"/>
                      <a:pt x="534" y="234"/>
                      <a:pt x="537" y="234"/>
                    </a:cubicBezTo>
                    <a:cubicBezTo>
                      <a:pt x="540" y="231"/>
                      <a:pt x="534" y="225"/>
                      <a:pt x="528" y="225"/>
                    </a:cubicBezTo>
                    <a:cubicBezTo>
                      <a:pt x="525" y="228"/>
                      <a:pt x="522" y="225"/>
                      <a:pt x="519" y="222"/>
                    </a:cubicBezTo>
                    <a:cubicBezTo>
                      <a:pt x="516" y="219"/>
                      <a:pt x="510" y="228"/>
                      <a:pt x="504" y="231"/>
                    </a:cubicBezTo>
                    <a:cubicBezTo>
                      <a:pt x="498" y="234"/>
                      <a:pt x="495" y="228"/>
                      <a:pt x="495" y="222"/>
                    </a:cubicBezTo>
                    <a:cubicBezTo>
                      <a:pt x="498" y="219"/>
                      <a:pt x="492" y="219"/>
                      <a:pt x="486" y="219"/>
                    </a:cubicBezTo>
                    <a:cubicBezTo>
                      <a:pt x="477" y="219"/>
                      <a:pt x="480" y="204"/>
                      <a:pt x="486" y="204"/>
                    </a:cubicBezTo>
                    <a:cubicBezTo>
                      <a:pt x="489" y="204"/>
                      <a:pt x="495" y="210"/>
                      <a:pt x="498" y="201"/>
                    </a:cubicBezTo>
                    <a:cubicBezTo>
                      <a:pt x="501" y="192"/>
                      <a:pt x="504" y="198"/>
                      <a:pt x="513" y="192"/>
                    </a:cubicBezTo>
                    <a:cubicBezTo>
                      <a:pt x="519" y="183"/>
                      <a:pt x="525" y="180"/>
                      <a:pt x="531" y="183"/>
                    </a:cubicBezTo>
                    <a:cubicBezTo>
                      <a:pt x="537" y="189"/>
                      <a:pt x="525" y="195"/>
                      <a:pt x="522" y="198"/>
                    </a:cubicBezTo>
                    <a:cubicBezTo>
                      <a:pt x="522" y="204"/>
                      <a:pt x="525" y="204"/>
                      <a:pt x="522" y="207"/>
                    </a:cubicBezTo>
                    <a:cubicBezTo>
                      <a:pt x="519" y="210"/>
                      <a:pt x="522" y="213"/>
                      <a:pt x="528" y="207"/>
                    </a:cubicBezTo>
                    <a:cubicBezTo>
                      <a:pt x="537" y="204"/>
                      <a:pt x="543" y="198"/>
                      <a:pt x="549" y="195"/>
                    </a:cubicBezTo>
                    <a:cubicBezTo>
                      <a:pt x="552" y="195"/>
                      <a:pt x="555" y="195"/>
                      <a:pt x="555" y="195"/>
                    </a:cubicBezTo>
                    <a:cubicBezTo>
                      <a:pt x="558" y="192"/>
                      <a:pt x="558" y="192"/>
                      <a:pt x="558" y="189"/>
                    </a:cubicBezTo>
                    <a:cubicBezTo>
                      <a:pt x="564" y="189"/>
                      <a:pt x="579" y="180"/>
                      <a:pt x="579" y="177"/>
                    </a:cubicBezTo>
                    <a:cubicBezTo>
                      <a:pt x="582" y="177"/>
                      <a:pt x="585" y="171"/>
                      <a:pt x="588" y="171"/>
                    </a:cubicBezTo>
                    <a:cubicBezTo>
                      <a:pt x="591" y="171"/>
                      <a:pt x="591" y="174"/>
                      <a:pt x="594" y="174"/>
                    </a:cubicBezTo>
                    <a:cubicBezTo>
                      <a:pt x="600" y="174"/>
                      <a:pt x="603" y="174"/>
                      <a:pt x="603" y="171"/>
                    </a:cubicBezTo>
                    <a:cubicBezTo>
                      <a:pt x="600" y="168"/>
                      <a:pt x="600" y="168"/>
                      <a:pt x="606" y="168"/>
                    </a:cubicBezTo>
                    <a:cubicBezTo>
                      <a:pt x="612" y="165"/>
                      <a:pt x="609" y="162"/>
                      <a:pt x="615" y="162"/>
                    </a:cubicBezTo>
                    <a:cubicBezTo>
                      <a:pt x="618" y="162"/>
                      <a:pt x="618" y="153"/>
                      <a:pt x="621" y="153"/>
                    </a:cubicBezTo>
                    <a:cubicBezTo>
                      <a:pt x="624" y="153"/>
                      <a:pt x="627" y="156"/>
                      <a:pt x="630" y="156"/>
                    </a:cubicBezTo>
                    <a:cubicBezTo>
                      <a:pt x="633" y="156"/>
                      <a:pt x="633" y="156"/>
                      <a:pt x="633" y="156"/>
                    </a:cubicBezTo>
                    <a:cubicBezTo>
                      <a:pt x="633" y="156"/>
                      <a:pt x="636" y="156"/>
                      <a:pt x="636" y="153"/>
                    </a:cubicBezTo>
                    <a:cubicBezTo>
                      <a:pt x="636" y="150"/>
                      <a:pt x="636" y="147"/>
                      <a:pt x="636" y="144"/>
                    </a:cubicBezTo>
                    <a:cubicBezTo>
                      <a:pt x="633" y="141"/>
                      <a:pt x="636" y="138"/>
                      <a:pt x="633" y="135"/>
                    </a:cubicBezTo>
                    <a:cubicBezTo>
                      <a:pt x="633" y="132"/>
                      <a:pt x="633" y="126"/>
                      <a:pt x="636" y="126"/>
                    </a:cubicBezTo>
                    <a:cubicBezTo>
                      <a:pt x="639" y="126"/>
                      <a:pt x="642" y="120"/>
                      <a:pt x="645" y="123"/>
                    </a:cubicBezTo>
                    <a:cubicBezTo>
                      <a:pt x="648" y="123"/>
                      <a:pt x="654" y="126"/>
                      <a:pt x="654" y="123"/>
                    </a:cubicBezTo>
                    <a:cubicBezTo>
                      <a:pt x="654" y="120"/>
                      <a:pt x="660" y="120"/>
                      <a:pt x="660" y="114"/>
                    </a:cubicBezTo>
                    <a:cubicBezTo>
                      <a:pt x="660" y="111"/>
                      <a:pt x="666" y="111"/>
                      <a:pt x="666" y="105"/>
                    </a:cubicBezTo>
                    <a:cubicBezTo>
                      <a:pt x="669" y="102"/>
                      <a:pt x="669" y="93"/>
                      <a:pt x="672" y="93"/>
                    </a:cubicBezTo>
                    <a:cubicBezTo>
                      <a:pt x="678" y="90"/>
                      <a:pt x="672" y="87"/>
                      <a:pt x="672" y="8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0" name="Freeform 6">
                <a:extLst>
                  <a:ext uri="{FF2B5EF4-FFF2-40B4-BE49-F238E27FC236}">
                    <a16:creationId xmlns:a16="http://schemas.microsoft.com/office/drawing/2014/main" id="{496CF994-3B76-EDF0-D2CC-D84C67EEA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0231" y="2396178"/>
                <a:ext cx="602894" cy="678593"/>
              </a:xfrm>
              <a:custGeom>
                <a:avLst/>
                <a:gdLst>
                  <a:gd name="T0" fmla="*/ 222 w 315"/>
                  <a:gd name="T1" fmla="*/ 156 h 354"/>
                  <a:gd name="T2" fmla="*/ 219 w 315"/>
                  <a:gd name="T3" fmla="*/ 141 h 354"/>
                  <a:gd name="T4" fmla="*/ 237 w 315"/>
                  <a:gd name="T5" fmla="*/ 147 h 354"/>
                  <a:gd name="T6" fmla="*/ 255 w 315"/>
                  <a:gd name="T7" fmla="*/ 153 h 354"/>
                  <a:gd name="T8" fmla="*/ 255 w 315"/>
                  <a:gd name="T9" fmla="*/ 168 h 354"/>
                  <a:gd name="T10" fmla="*/ 261 w 315"/>
                  <a:gd name="T11" fmla="*/ 171 h 354"/>
                  <a:gd name="T12" fmla="*/ 267 w 315"/>
                  <a:gd name="T13" fmla="*/ 192 h 354"/>
                  <a:gd name="T14" fmla="*/ 273 w 315"/>
                  <a:gd name="T15" fmla="*/ 168 h 354"/>
                  <a:gd name="T16" fmla="*/ 285 w 315"/>
                  <a:gd name="T17" fmla="*/ 153 h 354"/>
                  <a:gd name="T18" fmla="*/ 297 w 315"/>
                  <a:gd name="T19" fmla="*/ 132 h 354"/>
                  <a:gd name="T20" fmla="*/ 312 w 315"/>
                  <a:gd name="T21" fmla="*/ 129 h 354"/>
                  <a:gd name="T22" fmla="*/ 312 w 315"/>
                  <a:gd name="T23" fmla="*/ 114 h 354"/>
                  <a:gd name="T24" fmla="*/ 303 w 315"/>
                  <a:gd name="T25" fmla="*/ 105 h 354"/>
                  <a:gd name="T26" fmla="*/ 282 w 315"/>
                  <a:gd name="T27" fmla="*/ 105 h 354"/>
                  <a:gd name="T28" fmla="*/ 267 w 315"/>
                  <a:gd name="T29" fmla="*/ 117 h 354"/>
                  <a:gd name="T30" fmla="*/ 258 w 315"/>
                  <a:gd name="T31" fmla="*/ 123 h 354"/>
                  <a:gd name="T32" fmla="*/ 246 w 315"/>
                  <a:gd name="T33" fmla="*/ 135 h 354"/>
                  <a:gd name="T34" fmla="*/ 228 w 315"/>
                  <a:gd name="T35" fmla="*/ 132 h 354"/>
                  <a:gd name="T36" fmla="*/ 222 w 315"/>
                  <a:gd name="T37" fmla="*/ 117 h 354"/>
                  <a:gd name="T38" fmla="*/ 216 w 315"/>
                  <a:gd name="T39" fmla="*/ 135 h 354"/>
                  <a:gd name="T40" fmla="*/ 183 w 315"/>
                  <a:gd name="T41" fmla="*/ 132 h 354"/>
                  <a:gd name="T42" fmla="*/ 165 w 315"/>
                  <a:gd name="T43" fmla="*/ 126 h 354"/>
                  <a:gd name="T44" fmla="*/ 147 w 315"/>
                  <a:gd name="T45" fmla="*/ 117 h 354"/>
                  <a:gd name="T46" fmla="*/ 132 w 315"/>
                  <a:gd name="T47" fmla="*/ 108 h 354"/>
                  <a:gd name="T48" fmla="*/ 141 w 315"/>
                  <a:gd name="T49" fmla="*/ 93 h 354"/>
                  <a:gd name="T50" fmla="*/ 129 w 315"/>
                  <a:gd name="T51" fmla="*/ 81 h 354"/>
                  <a:gd name="T52" fmla="*/ 117 w 315"/>
                  <a:gd name="T53" fmla="*/ 66 h 354"/>
                  <a:gd name="T54" fmla="*/ 126 w 315"/>
                  <a:gd name="T55" fmla="*/ 57 h 354"/>
                  <a:gd name="T56" fmla="*/ 133 w 315"/>
                  <a:gd name="T57" fmla="*/ 31 h 354"/>
                  <a:gd name="T58" fmla="*/ 108 w 315"/>
                  <a:gd name="T59" fmla="*/ 24 h 354"/>
                  <a:gd name="T60" fmla="*/ 88 w 315"/>
                  <a:gd name="T61" fmla="*/ 8 h 354"/>
                  <a:gd name="T62" fmla="*/ 68 w 315"/>
                  <a:gd name="T63" fmla="*/ 6 h 354"/>
                  <a:gd name="T64" fmla="*/ 51 w 315"/>
                  <a:gd name="T65" fmla="*/ 16 h 354"/>
                  <a:gd name="T66" fmla="*/ 69 w 315"/>
                  <a:gd name="T67" fmla="*/ 33 h 354"/>
                  <a:gd name="T68" fmla="*/ 66 w 315"/>
                  <a:gd name="T69" fmla="*/ 51 h 354"/>
                  <a:gd name="T70" fmla="*/ 78 w 315"/>
                  <a:gd name="T71" fmla="*/ 66 h 354"/>
                  <a:gd name="T72" fmla="*/ 69 w 315"/>
                  <a:gd name="T73" fmla="*/ 84 h 354"/>
                  <a:gd name="T74" fmla="*/ 57 w 315"/>
                  <a:gd name="T75" fmla="*/ 93 h 354"/>
                  <a:gd name="T76" fmla="*/ 45 w 315"/>
                  <a:gd name="T77" fmla="*/ 111 h 354"/>
                  <a:gd name="T78" fmla="*/ 30 w 315"/>
                  <a:gd name="T79" fmla="*/ 120 h 354"/>
                  <a:gd name="T80" fmla="*/ 15 w 315"/>
                  <a:gd name="T81" fmla="*/ 132 h 354"/>
                  <a:gd name="T82" fmla="*/ 27 w 315"/>
                  <a:gd name="T83" fmla="*/ 150 h 354"/>
                  <a:gd name="T84" fmla="*/ 21 w 315"/>
                  <a:gd name="T85" fmla="*/ 162 h 354"/>
                  <a:gd name="T86" fmla="*/ 0 w 315"/>
                  <a:gd name="T87" fmla="*/ 171 h 354"/>
                  <a:gd name="T88" fmla="*/ 9 w 315"/>
                  <a:gd name="T89" fmla="*/ 180 h 354"/>
                  <a:gd name="T90" fmla="*/ 6 w 315"/>
                  <a:gd name="T91" fmla="*/ 186 h 354"/>
                  <a:gd name="T92" fmla="*/ 42 w 315"/>
                  <a:gd name="T93" fmla="*/ 195 h 354"/>
                  <a:gd name="T94" fmla="*/ 48 w 315"/>
                  <a:gd name="T95" fmla="*/ 201 h 354"/>
                  <a:gd name="T96" fmla="*/ 51 w 315"/>
                  <a:gd name="T97" fmla="*/ 231 h 354"/>
                  <a:gd name="T98" fmla="*/ 66 w 315"/>
                  <a:gd name="T99" fmla="*/ 279 h 354"/>
                  <a:gd name="T100" fmla="*/ 87 w 315"/>
                  <a:gd name="T101" fmla="*/ 333 h 354"/>
                  <a:gd name="T102" fmla="*/ 111 w 315"/>
                  <a:gd name="T103" fmla="*/ 345 h 354"/>
                  <a:gd name="T104" fmla="*/ 126 w 315"/>
                  <a:gd name="T105" fmla="*/ 327 h 354"/>
                  <a:gd name="T106" fmla="*/ 132 w 315"/>
                  <a:gd name="T107" fmla="*/ 306 h 354"/>
                  <a:gd name="T108" fmla="*/ 132 w 315"/>
                  <a:gd name="T109" fmla="*/ 273 h 354"/>
                  <a:gd name="T110" fmla="*/ 150 w 315"/>
                  <a:gd name="T111" fmla="*/ 255 h 354"/>
                  <a:gd name="T112" fmla="*/ 183 w 315"/>
                  <a:gd name="T113" fmla="*/ 225 h 354"/>
                  <a:gd name="T114" fmla="*/ 204 w 315"/>
                  <a:gd name="T115" fmla="*/ 201 h 354"/>
                  <a:gd name="T116" fmla="*/ 228 w 315"/>
                  <a:gd name="T117" fmla="*/ 192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15" h="354">
                    <a:moveTo>
                      <a:pt x="225" y="174"/>
                    </a:moveTo>
                    <a:cubicBezTo>
                      <a:pt x="222" y="168"/>
                      <a:pt x="219" y="159"/>
                      <a:pt x="222" y="156"/>
                    </a:cubicBezTo>
                    <a:cubicBezTo>
                      <a:pt x="222" y="153"/>
                      <a:pt x="225" y="156"/>
                      <a:pt x="228" y="150"/>
                    </a:cubicBezTo>
                    <a:cubicBezTo>
                      <a:pt x="228" y="147"/>
                      <a:pt x="216" y="147"/>
                      <a:pt x="219" y="141"/>
                    </a:cubicBezTo>
                    <a:cubicBezTo>
                      <a:pt x="225" y="135"/>
                      <a:pt x="225" y="141"/>
                      <a:pt x="228" y="141"/>
                    </a:cubicBezTo>
                    <a:cubicBezTo>
                      <a:pt x="234" y="141"/>
                      <a:pt x="237" y="144"/>
                      <a:pt x="237" y="147"/>
                    </a:cubicBezTo>
                    <a:cubicBezTo>
                      <a:pt x="237" y="150"/>
                      <a:pt x="243" y="153"/>
                      <a:pt x="243" y="153"/>
                    </a:cubicBezTo>
                    <a:cubicBezTo>
                      <a:pt x="243" y="153"/>
                      <a:pt x="252" y="153"/>
                      <a:pt x="255" y="153"/>
                    </a:cubicBezTo>
                    <a:cubicBezTo>
                      <a:pt x="258" y="153"/>
                      <a:pt x="264" y="153"/>
                      <a:pt x="264" y="156"/>
                    </a:cubicBezTo>
                    <a:cubicBezTo>
                      <a:pt x="264" y="159"/>
                      <a:pt x="258" y="168"/>
                      <a:pt x="255" y="168"/>
                    </a:cubicBezTo>
                    <a:cubicBezTo>
                      <a:pt x="249" y="168"/>
                      <a:pt x="249" y="177"/>
                      <a:pt x="252" y="180"/>
                    </a:cubicBezTo>
                    <a:cubicBezTo>
                      <a:pt x="258" y="180"/>
                      <a:pt x="261" y="171"/>
                      <a:pt x="261" y="171"/>
                    </a:cubicBezTo>
                    <a:cubicBezTo>
                      <a:pt x="264" y="171"/>
                      <a:pt x="264" y="180"/>
                      <a:pt x="267" y="192"/>
                    </a:cubicBezTo>
                    <a:cubicBezTo>
                      <a:pt x="267" y="192"/>
                      <a:pt x="267" y="192"/>
                      <a:pt x="267" y="192"/>
                    </a:cubicBezTo>
                    <a:cubicBezTo>
                      <a:pt x="270" y="192"/>
                      <a:pt x="270" y="180"/>
                      <a:pt x="270" y="180"/>
                    </a:cubicBezTo>
                    <a:cubicBezTo>
                      <a:pt x="273" y="177"/>
                      <a:pt x="273" y="168"/>
                      <a:pt x="273" y="168"/>
                    </a:cubicBezTo>
                    <a:cubicBezTo>
                      <a:pt x="273" y="168"/>
                      <a:pt x="282" y="171"/>
                      <a:pt x="282" y="168"/>
                    </a:cubicBezTo>
                    <a:cubicBezTo>
                      <a:pt x="282" y="165"/>
                      <a:pt x="288" y="159"/>
                      <a:pt x="285" y="153"/>
                    </a:cubicBezTo>
                    <a:cubicBezTo>
                      <a:pt x="285" y="150"/>
                      <a:pt x="288" y="144"/>
                      <a:pt x="288" y="141"/>
                    </a:cubicBezTo>
                    <a:cubicBezTo>
                      <a:pt x="288" y="135"/>
                      <a:pt x="294" y="135"/>
                      <a:pt x="297" y="132"/>
                    </a:cubicBezTo>
                    <a:cubicBezTo>
                      <a:pt x="300" y="129"/>
                      <a:pt x="306" y="126"/>
                      <a:pt x="306" y="129"/>
                    </a:cubicBezTo>
                    <a:cubicBezTo>
                      <a:pt x="306" y="129"/>
                      <a:pt x="315" y="132"/>
                      <a:pt x="312" y="129"/>
                    </a:cubicBezTo>
                    <a:cubicBezTo>
                      <a:pt x="309" y="123"/>
                      <a:pt x="309" y="120"/>
                      <a:pt x="309" y="120"/>
                    </a:cubicBezTo>
                    <a:cubicBezTo>
                      <a:pt x="312" y="120"/>
                      <a:pt x="312" y="114"/>
                      <a:pt x="312" y="114"/>
                    </a:cubicBezTo>
                    <a:cubicBezTo>
                      <a:pt x="312" y="114"/>
                      <a:pt x="306" y="114"/>
                      <a:pt x="306" y="111"/>
                    </a:cubicBezTo>
                    <a:cubicBezTo>
                      <a:pt x="306" y="108"/>
                      <a:pt x="303" y="105"/>
                      <a:pt x="303" y="105"/>
                    </a:cubicBezTo>
                    <a:cubicBezTo>
                      <a:pt x="303" y="102"/>
                      <a:pt x="297" y="102"/>
                      <a:pt x="297" y="105"/>
                    </a:cubicBezTo>
                    <a:cubicBezTo>
                      <a:pt x="294" y="108"/>
                      <a:pt x="288" y="102"/>
                      <a:pt x="282" y="105"/>
                    </a:cubicBezTo>
                    <a:cubicBezTo>
                      <a:pt x="276" y="108"/>
                      <a:pt x="276" y="111"/>
                      <a:pt x="273" y="111"/>
                    </a:cubicBezTo>
                    <a:cubicBezTo>
                      <a:pt x="270" y="111"/>
                      <a:pt x="270" y="114"/>
                      <a:pt x="267" y="117"/>
                    </a:cubicBezTo>
                    <a:cubicBezTo>
                      <a:pt x="264" y="120"/>
                      <a:pt x="264" y="120"/>
                      <a:pt x="264" y="120"/>
                    </a:cubicBezTo>
                    <a:cubicBezTo>
                      <a:pt x="261" y="120"/>
                      <a:pt x="258" y="123"/>
                      <a:pt x="258" y="123"/>
                    </a:cubicBezTo>
                    <a:cubicBezTo>
                      <a:pt x="258" y="123"/>
                      <a:pt x="261" y="129"/>
                      <a:pt x="258" y="132"/>
                    </a:cubicBezTo>
                    <a:cubicBezTo>
                      <a:pt x="258" y="135"/>
                      <a:pt x="252" y="132"/>
                      <a:pt x="246" y="135"/>
                    </a:cubicBezTo>
                    <a:cubicBezTo>
                      <a:pt x="243" y="135"/>
                      <a:pt x="240" y="132"/>
                      <a:pt x="237" y="132"/>
                    </a:cubicBezTo>
                    <a:cubicBezTo>
                      <a:pt x="234" y="135"/>
                      <a:pt x="231" y="132"/>
                      <a:pt x="228" y="132"/>
                    </a:cubicBezTo>
                    <a:cubicBezTo>
                      <a:pt x="228" y="132"/>
                      <a:pt x="225" y="126"/>
                      <a:pt x="225" y="123"/>
                    </a:cubicBezTo>
                    <a:cubicBezTo>
                      <a:pt x="225" y="120"/>
                      <a:pt x="225" y="114"/>
                      <a:pt x="222" y="117"/>
                    </a:cubicBezTo>
                    <a:cubicBezTo>
                      <a:pt x="219" y="120"/>
                      <a:pt x="216" y="120"/>
                      <a:pt x="216" y="123"/>
                    </a:cubicBezTo>
                    <a:cubicBezTo>
                      <a:pt x="216" y="126"/>
                      <a:pt x="219" y="132"/>
                      <a:pt x="216" y="135"/>
                    </a:cubicBezTo>
                    <a:cubicBezTo>
                      <a:pt x="213" y="138"/>
                      <a:pt x="201" y="138"/>
                      <a:pt x="198" y="135"/>
                    </a:cubicBezTo>
                    <a:cubicBezTo>
                      <a:pt x="195" y="135"/>
                      <a:pt x="183" y="132"/>
                      <a:pt x="183" y="132"/>
                    </a:cubicBezTo>
                    <a:cubicBezTo>
                      <a:pt x="183" y="129"/>
                      <a:pt x="180" y="123"/>
                      <a:pt x="177" y="123"/>
                    </a:cubicBezTo>
                    <a:cubicBezTo>
                      <a:pt x="174" y="123"/>
                      <a:pt x="168" y="129"/>
                      <a:pt x="165" y="126"/>
                    </a:cubicBezTo>
                    <a:cubicBezTo>
                      <a:pt x="165" y="126"/>
                      <a:pt x="159" y="120"/>
                      <a:pt x="156" y="120"/>
                    </a:cubicBezTo>
                    <a:cubicBezTo>
                      <a:pt x="153" y="120"/>
                      <a:pt x="147" y="117"/>
                      <a:pt x="147" y="117"/>
                    </a:cubicBezTo>
                    <a:cubicBezTo>
                      <a:pt x="147" y="114"/>
                      <a:pt x="141" y="114"/>
                      <a:pt x="138" y="111"/>
                    </a:cubicBezTo>
                    <a:cubicBezTo>
                      <a:pt x="138" y="111"/>
                      <a:pt x="132" y="111"/>
                      <a:pt x="132" y="108"/>
                    </a:cubicBezTo>
                    <a:cubicBezTo>
                      <a:pt x="132" y="105"/>
                      <a:pt x="135" y="102"/>
                      <a:pt x="135" y="99"/>
                    </a:cubicBezTo>
                    <a:cubicBezTo>
                      <a:pt x="135" y="96"/>
                      <a:pt x="141" y="93"/>
                      <a:pt x="141" y="93"/>
                    </a:cubicBezTo>
                    <a:cubicBezTo>
                      <a:pt x="141" y="90"/>
                      <a:pt x="135" y="87"/>
                      <a:pt x="135" y="87"/>
                    </a:cubicBezTo>
                    <a:cubicBezTo>
                      <a:pt x="135" y="87"/>
                      <a:pt x="132" y="81"/>
                      <a:pt x="129" y="81"/>
                    </a:cubicBezTo>
                    <a:cubicBezTo>
                      <a:pt x="126" y="81"/>
                      <a:pt x="123" y="75"/>
                      <a:pt x="120" y="75"/>
                    </a:cubicBezTo>
                    <a:cubicBezTo>
                      <a:pt x="117" y="75"/>
                      <a:pt x="117" y="69"/>
                      <a:pt x="117" y="66"/>
                    </a:cubicBezTo>
                    <a:cubicBezTo>
                      <a:pt x="114" y="63"/>
                      <a:pt x="114" y="57"/>
                      <a:pt x="117" y="60"/>
                    </a:cubicBezTo>
                    <a:cubicBezTo>
                      <a:pt x="120" y="63"/>
                      <a:pt x="126" y="60"/>
                      <a:pt x="126" y="57"/>
                    </a:cubicBezTo>
                    <a:cubicBezTo>
                      <a:pt x="123" y="54"/>
                      <a:pt x="120" y="48"/>
                      <a:pt x="120" y="48"/>
                    </a:cubicBezTo>
                    <a:cubicBezTo>
                      <a:pt x="120" y="47"/>
                      <a:pt x="132" y="36"/>
                      <a:pt x="133" y="31"/>
                    </a:cubicBezTo>
                    <a:cubicBezTo>
                      <a:pt x="134" y="23"/>
                      <a:pt x="124" y="21"/>
                      <a:pt x="122" y="19"/>
                    </a:cubicBezTo>
                    <a:cubicBezTo>
                      <a:pt x="119" y="19"/>
                      <a:pt x="111" y="24"/>
                      <a:pt x="108" y="24"/>
                    </a:cubicBezTo>
                    <a:cubicBezTo>
                      <a:pt x="106" y="25"/>
                      <a:pt x="104" y="21"/>
                      <a:pt x="98" y="18"/>
                    </a:cubicBezTo>
                    <a:cubicBezTo>
                      <a:pt x="94" y="16"/>
                      <a:pt x="90" y="12"/>
                      <a:pt x="88" y="8"/>
                    </a:cubicBezTo>
                    <a:cubicBezTo>
                      <a:pt x="85" y="2"/>
                      <a:pt x="81" y="0"/>
                      <a:pt x="81" y="0"/>
                    </a:cubicBezTo>
                    <a:cubicBezTo>
                      <a:pt x="75" y="0"/>
                      <a:pt x="68" y="6"/>
                      <a:pt x="68" y="6"/>
                    </a:cubicBezTo>
                    <a:cubicBezTo>
                      <a:pt x="68" y="6"/>
                      <a:pt x="65" y="9"/>
                      <a:pt x="59" y="9"/>
                    </a:cubicBezTo>
                    <a:cubicBezTo>
                      <a:pt x="56" y="9"/>
                      <a:pt x="54" y="13"/>
                      <a:pt x="51" y="16"/>
                    </a:cubicBezTo>
                    <a:cubicBezTo>
                      <a:pt x="50" y="17"/>
                      <a:pt x="57" y="21"/>
                      <a:pt x="63" y="25"/>
                    </a:cubicBezTo>
                    <a:cubicBezTo>
                      <a:pt x="68" y="29"/>
                      <a:pt x="69" y="32"/>
                      <a:pt x="69" y="33"/>
                    </a:cubicBezTo>
                    <a:cubicBezTo>
                      <a:pt x="66" y="34"/>
                      <a:pt x="63" y="39"/>
                      <a:pt x="63" y="39"/>
                    </a:cubicBezTo>
                    <a:cubicBezTo>
                      <a:pt x="66" y="42"/>
                      <a:pt x="66" y="51"/>
                      <a:pt x="66" y="51"/>
                    </a:cubicBezTo>
                    <a:cubicBezTo>
                      <a:pt x="66" y="51"/>
                      <a:pt x="69" y="63"/>
                      <a:pt x="72" y="60"/>
                    </a:cubicBezTo>
                    <a:cubicBezTo>
                      <a:pt x="78" y="60"/>
                      <a:pt x="81" y="66"/>
                      <a:pt x="78" y="66"/>
                    </a:cubicBezTo>
                    <a:cubicBezTo>
                      <a:pt x="75" y="66"/>
                      <a:pt x="72" y="72"/>
                      <a:pt x="72" y="75"/>
                    </a:cubicBezTo>
                    <a:cubicBezTo>
                      <a:pt x="72" y="78"/>
                      <a:pt x="72" y="81"/>
                      <a:pt x="69" y="84"/>
                    </a:cubicBezTo>
                    <a:cubicBezTo>
                      <a:pt x="66" y="84"/>
                      <a:pt x="66" y="84"/>
                      <a:pt x="66" y="90"/>
                    </a:cubicBezTo>
                    <a:cubicBezTo>
                      <a:pt x="66" y="93"/>
                      <a:pt x="60" y="93"/>
                      <a:pt x="57" y="93"/>
                    </a:cubicBezTo>
                    <a:cubicBezTo>
                      <a:pt x="57" y="96"/>
                      <a:pt x="54" y="105"/>
                      <a:pt x="54" y="105"/>
                    </a:cubicBezTo>
                    <a:cubicBezTo>
                      <a:pt x="51" y="108"/>
                      <a:pt x="45" y="108"/>
                      <a:pt x="45" y="111"/>
                    </a:cubicBezTo>
                    <a:cubicBezTo>
                      <a:pt x="45" y="117"/>
                      <a:pt x="39" y="120"/>
                      <a:pt x="39" y="120"/>
                    </a:cubicBezTo>
                    <a:cubicBezTo>
                      <a:pt x="36" y="120"/>
                      <a:pt x="33" y="117"/>
                      <a:pt x="30" y="120"/>
                    </a:cubicBezTo>
                    <a:cubicBezTo>
                      <a:pt x="30" y="123"/>
                      <a:pt x="24" y="120"/>
                      <a:pt x="21" y="120"/>
                    </a:cubicBezTo>
                    <a:cubicBezTo>
                      <a:pt x="21" y="120"/>
                      <a:pt x="15" y="126"/>
                      <a:pt x="15" y="132"/>
                    </a:cubicBezTo>
                    <a:cubicBezTo>
                      <a:pt x="15" y="135"/>
                      <a:pt x="21" y="135"/>
                      <a:pt x="21" y="138"/>
                    </a:cubicBezTo>
                    <a:cubicBezTo>
                      <a:pt x="21" y="144"/>
                      <a:pt x="24" y="147"/>
                      <a:pt x="27" y="150"/>
                    </a:cubicBezTo>
                    <a:cubicBezTo>
                      <a:pt x="27" y="153"/>
                      <a:pt x="30" y="159"/>
                      <a:pt x="30" y="162"/>
                    </a:cubicBezTo>
                    <a:cubicBezTo>
                      <a:pt x="27" y="162"/>
                      <a:pt x="24" y="165"/>
                      <a:pt x="21" y="162"/>
                    </a:cubicBezTo>
                    <a:cubicBezTo>
                      <a:pt x="18" y="162"/>
                      <a:pt x="18" y="165"/>
                      <a:pt x="9" y="162"/>
                    </a:cubicBezTo>
                    <a:cubicBezTo>
                      <a:pt x="3" y="162"/>
                      <a:pt x="3" y="168"/>
                      <a:pt x="0" y="171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3" y="174"/>
                      <a:pt x="3" y="180"/>
                      <a:pt x="9" y="180"/>
                    </a:cubicBezTo>
                    <a:cubicBezTo>
                      <a:pt x="15" y="183"/>
                      <a:pt x="21" y="177"/>
                      <a:pt x="21" y="180"/>
                    </a:cubicBezTo>
                    <a:cubicBezTo>
                      <a:pt x="21" y="186"/>
                      <a:pt x="6" y="186"/>
                      <a:pt x="6" y="186"/>
                    </a:cubicBezTo>
                    <a:cubicBezTo>
                      <a:pt x="6" y="189"/>
                      <a:pt x="21" y="207"/>
                      <a:pt x="30" y="207"/>
                    </a:cubicBezTo>
                    <a:cubicBezTo>
                      <a:pt x="39" y="204"/>
                      <a:pt x="45" y="195"/>
                      <a:pt x="42" y="195"/>
                    </a:cubicBezTo>
                    <a:cubicBezTo>
                      <a:pt x="39" y="192"/>
                      <a:pt x="45" y="189"/>
                      <a:pt x="45" y="189"/>
                    </a:cubicBezTo>
                    <a:cubicBezTo>
                      <a:pt x="48" y="189"/>
                      <a:pt x="45" y="198"/>
                      <a:pt x="48" y="201"/>
                    </a:cubicBezTo>
                    <a:cubicBezTo>
                      <a:pt x="51" y="201"/>
                      <a:pt x="51" y="207"/>
                      <a:pt x="48" y="210"/>
                    </a:cubicBezTo>
                    <a:cubicBezTo>
                      <a:pt x="48" y="216"/>
                      <a:pt x="51" y="225"/>
                      <a:pt x="51" y="231"/>
                    </a:cubicBezTo>
                    <a:cubicBezTo>
                      <a:pt x="51" y="234"/>
                      <a:pt x="54" y="243"/>
                      <a:pt x="57" y="249"/>
                    </a:cubicBezTo>
                    <a:cubicBezTo>
                      <a:pt x="57" y="258"/>
                      <a:pt x="63" y="273"/>
                      <a:pt x="66" y="279"/>
                    </a:cubicBezTo>
                    <a:cubicBezTo>
                      <a:pt x="72" y="288"/>
                      <a:pt x="75" y="306"/>
                      <a:pt x="78" y="309"/>
                    </a:cubicBezTo>
                    <a:cubicBezTo>
                      <a:pt x="81" y="312"/>
                      <a:pt x="87" y="327"/>
                      <a:pt x="87" y="333"/>
                    </a:cubicBezTo>
                    <a:cubicBezTo>
                      <a:pt x="87" y="342"/>
                      <a:pt x="96" y="351"/>
                      <a:pt x="99" y="354"/>
                    </a:cubicBezTo>
                    <a:cubicBezTo>
                      <a:pt x="102" y="354"/>
                      <a:pt x="108" y="351"/>
                      <a:pt x="111" y="345"/>
                    </a:cubicBezTo>
                    <a:cubicBezTo>
                      <a:pt x="111" y="342"/>
                      <a:pt x="120" y="339"/>
                      <a:pt x="120" y="336"/>
                    </a:cubicBezTo>
                    <a:cubicBezTo>
                      <a:pt x="120" y="333"/>
                      <a:pt x="123" y="327"/>
                      <a:pt x="126" y="327"/>
                    </a:cubicBezTo>
                    <a:cubicBezTo>
                      <a:pt x="129" y="327"/>
                      <a:pt x="129" y="324"/>
                      <a:pt x="129" y="321"/>
                    </a:cubicBezTo>
                    <a:cubicBezTo>
                      <a:pt x="129" y="315"/>
                      <a:pt x="129" y="309"/>
                      <a:pt x="132" y="306"/>
                    </a:cubicBezTo>
                    <a:cubicBezTo>
                      <a:pt x="135" y="303"/>
                      <a:pt x="135" y="291"/>
                      <a:pt x="132" y="288"/>
                    </a:cubicBezTo>
                    <a:cubicBezTo>
                      <a:pt x="132" y="282"/>
                      <a:pt x="132" y="276"/>
                      <a:pt x="132" y="273"/>
                    </a:cubicBezTo>
                    <a:cubicBezTo>
                      <a:pt x="135" y="270"/>
                      <a:pt x="135" y="264"/>
                      <a:pt x="138" y="264"/>
                    </a:cubicBezTo>
                    <a:cubicBezTo>
                      <a:pt x="141" y="264"/>
                      <a:pt x="144" y="261"/>
                      <a:pt x="150" y="255"/>
                    </a:cubicBezTo>
                    <a:cubicBezTo>
                      <a:pt x="153" y="252"/>
                      <a:pt x="162" y="246"/>
                      <a:pt x="165" y="243"/>
                    </a:cubicBezTo>
                    <a:cubicBezTo>
                      <a:pt x="171" y="240"/>
                      <a:pt x="180" y="231"/>
                      <a:pt x="183" y="225"/>
                    </a:cubicBezTo>
                    <a:cubicBezTo>
                      <a:pt x="186" y="219"/>
                      <a:pt x="198" y="216"/>
                      <a:pt x="201" y="213"/>
                    </a:cubicBezTo>
                    <a:cubicBezTo>
                      <a:pt x="207" y="207"/>
                      <a:pt x="204" y="204"/>
                      <a:pt x="204" y="201"/>
                    </a:cubicBezTo>
                    <a:cubicBezTo>
                      <a:pt x="207" y="195"/>
                      <a:pt x="219" y="195"/>
                      <a:pt x="225" y="195"/>
                    </a:cubicBezTo>
                    <a:cubicBezTo>
                      <a:pt x="225" y="195"/>
                      <a:pt x="228" y="195"/>
                      <a:pt x="228" y="192"/>
                    </a:cubicBezTo>
                    <a:cubicBezTo>
                      <a:pt x="228" y="186"/>
                      <a:pt x="225" y="177"/>
                      <a:pt x="225" y="17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1" name="Freeform 7">
                <a:extLst>
                  <a:ext uri="{FF2B5EF4-FFF2-40B4-BE49-F238E27FC236}">
                    <a16:creationId xmlns:a16="http://schemas.microsoft.com/office/drawing/2014/main" id="{5F5294F8-FEB4-2512-3D49-3FA5ED6CF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6870" y="3620890"/>
                <a:ext cx="275763" cy="275763"/>
              </a:xfrm>
              <a:custGeom>
                <a:avLst/>
                <a:gdLst>
                  <a:gd name="T0" fmla="*/ 54 w 144"/>
                  <a:gd name="T1" fmla="*/ 138 h 144"/>
                  <a:gd name="T2" fmla="*/ 60 w 144"/>
                  <a:gd name="T3" fmla="*/ 132 h 144"/>
                  <a:gd name="T4" fmla="*/ 66 w 144"/>
                  <a:gd name="T5" fmla="*/ 141 h 144"/>
                  <a:gd name="T6" fmla="*/ 81 w 144"/>
                  <a:gd name="T7" fmla="*/ 141 h 144"/>
                  <a:gd name="T8" fmla="*/ 87 w 144"/>
                  <a:gd name="T9" fmla="*/ 135 h 144"/>
                  <a:gd name="T10" fmla="*/ 87 w 144"/>
                  <a:gd name="T11" fmla="*/ 60 h 144"/>
                  <a:gd name="T12" fmla="*/ 99 w 144"/>
                  <a:gd name="T13" fmla="*/ 54 h 144"/>
                  <a:gd name="T14" fmla="*/ 99 w 144"/>
                  <a:gd name="T15" fmla="*/ 15 h 144"/>
                  <a:gd name="T16" fmla="*/ 111 w 144"/>
                  <a:gd name="T17" fmla="*/ 15 h 144"/>
                  <a:gd name="T18" fmla="*/ 123 w 144"/>
                  <a:gd name="T19" fmla="*/ 12 h 144"/>
                  <a:gd name="T20" fmla="*/ 129 w 144"/>
                  <a:gd name="T21" fmla="*/ 15 h 144"/>
                  <a:gd name="T22" fmla="*/ 138 w 144"/>
                  <a:gd name="T23" fmla="*/ 12 h 144"/>
                  <a:gd name="T24" fmla="*/ 144 w 144"/>
                  <a:gd name="T25" fmla="*/ 9 h 144"/>
                  <a:gd name="T26" fmla="*/ 144 w 144"/>
                  <a:gd name="T27" fmla="*/ 6 h 144"/>
                  <a:gd name="T28" fmla="*/ 120 w 144"/>
                  <a:gd name="T29" fmla="*/ 9 h 144"/>
                  <a:gd name="T30" fmla="*/ 102 w 144"/>
                  <a:gd name="T31" fmla="*/ 9 h 144"/>
                  <a:gd name="T32" fmla="*/ 78 w 144"/>
                  <a:gd name="T33" fmla="*/ 9 h 144"/>
                  <a:gd name="T34" fmla="*/ 75 w 144"/>
                  <a:gd name="T35" fmla="*/ 6 h 144"/>
                  <a:gd name="T36" fmla="*/ 36 w 144"/>
                  <a:gd name="T37" fmla="*/ 6 h 144"/>
                  <a:gd name="T38" fmla="*/ 24 w 144"/>
                  <a:gd name="T39" fmla="*/ 3 h 144"/>
                  <a:gd name="T40" fmla="*/ 15 w 144"/>
                  <a:gd name="T41" fmla="*/ 3 h 144"/>
                  <a:gd name="T42" fmla="*/ 9 w 144"/>
                  <a:gd name="T43" fmla="*/ 0 h 144"/>
                  <a:gd name="T44" fmla="*/ 6 w 144"/>
                  <a:gd name="T45" fmla="*/ 3 h 144"/>
                  <a:gd name="T46" fmla="*/ 3 w 144"/>
                  <a:gd name="T47" fmla="*/ 3 h 144"/>
                  <a:gd name="T48" fmla="*/ 9 w 144"/>
                  <a:gd name="T49" fmla="*/ 18 h 144"/>
                  <a:gd name="T50" fmla="*/ 18 w 144"/>
                  <a:gd name="T51" fmla="*/ 42 h 144"/>
                  <a:gd name="T52" fmla="*/ 30 w 144"/>
                  <a:gd name="T53" fmla="*/ 66 h 144"/>
                  <a:gd name="T54" fmla="*/ 30 w 144"/>
                  <a:gd name="T55" fmla="*/ 84 h 144"/>
                  <a:gd name="T56" fmla="*/ 36 w 144"/>
                  <a:gd name="T57" fmla="*/ 102 h 144"/>
                  <a:gd name="T58" fmla="*/ 42 w 144"/>
                  <a:gd name="T59" fmla="*/ 129 h 144"/>
                  <a:gd name="T60" fmla="*/ 51 w 144"/>
                  <a:gd name="T61" fmla="*/ 138 h 144"/>
                  <a:gd name="T62" fmla="*/ 54 w 144"/>
                  <a:gd name="T63" fmla="*/ 13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4" h="144">
                    <a:moveTo>
                      <a:pt x="54" y="138"/>
                    </a:moveTo>
                    <a:cubicBezTo>
                      <a:pt x="54" y="135"/>
                      <a:pt x="57" y="129"/>
                      <a:pt x="60" y="132"/>
                    </a:cubicBezTo>
                    <a:cubicBezTo>
                      <a:pt x="63" y="138"/>
                      <a:pt x="63" y="141"/>
                      <a:pt x="66" y="141"/>
                    </a:cubicBezTo>
                    <a:cubicBezTo>
                      <a:pt x="72" y="141"/>
                      <a:pt x="81" y="144"/>
                      <a:pt x="81" y="141"/>
                    </a:cubicBezTo>
                    <a:cubicBezTo>
                      <a:pt x="81" y="138"/>
                      <a:pt x="87" y="138"/>
                      <a:pt x="87" y="135"/>
                    </a:cubicBezTo>
                    <a:cubicBezTo>
                      <a:pt x="87" y="129"/>
                      <a:pt x="87" y="63"/>
                      <a:pt x="87" y="60"/>
                    </a:cubicBezTo>
                    <a:cubicBezTo>
                      <a:pt x="87" y="57"/>
                      <a:pt x="99" y="60"/>
                      <a:pt x="99" y="54"/>
                    </a:cubicBezTo>
                    <a:cubicBezTo>
                      <a:pt x="99" y="51"/>
                      <a:pt x="99" y="15"/>
                      <a:pt x="99" y="15"/>
                    </a:cubicBezTo>
                    <a:cubicBezTo>
                      <a:pt x="99" y="15"/>
                      <a:pt x="108" y="15"/>
                      <a:pt x="111" y="15"/>
                    </a:cubicBezTo>
                    <a:cubicBezTo>
                      <a:pt x="114" y="15"/>
                      <a:pt x="120" y="9"/>
                      <a:pt x="123" y="12"/>
                    </a:cubicBezTo>
                    <a:cubicBezTo>
                      <a:pt x="126" y="12"/>
                      <a:pt x="129" y="18"/>
                      <a:pt x="129" y="15"/>
                    </a:cubicBezTo>
                    <a:cubicBezTo>
                      <a:pt x="129" y="15"/>
                      <a:pt x="135" y="12"/>
                      <a:pt x="138" y="12"/>
                    </a:cubicBezTo>
                    <a:cubicBezTo>
                      <a:pt x="138" y="12"/>
                      <a:pt x="141" y="9"/>
                      <a:pt x="144" y="9"/>
                    </a:cubicBezTo>
                    <a:cubicBezTo>
                      <a:pt x="144" y="6"/>
                      <a:pt x="144" y="6"/>
                      <a:pt x="144" y="6"/>
                    </a:cubicBezTo>
                    <a:cubicBezTo>
                      <a:pt x="144" y="3"/>
                      <a:pt x="123" y="6"/>
                      <a:pt x="120" y="9"/>
                    </a:cubicBezTo>
                    <a:cubicBezTo>
                      <a:pt x="117" y="9"/>
                      <a:pt x="105" y="12"/>
                      <a:pt x="102" y="9"/>
                    </a:cubicBezTo>
                    <a:cubicBezTo>
                      <a:pt x="99" y="9"/>
                      <a:pt x="78" y="9"/>
                      <a:pt x="78" y="9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5" y="6"/>
                      <a:pt x="39" y="6"/>
                      <a:pt x="36" y="6"/>
                    </a:cubicBezTo>
                    <a:cubicBezTo>
                      <a:pt x="30" y="6"/>
                      <a:pt x="27" y="6"/>
                      <a:pt x="24" y="3"/>
                    </a:cubicBezTo>
                    <a:cubicBezTo>
                      <a:pt x="21" y="0"/>
                      <a:pt x="18" y="0"/>
                      <a:pt x="15" y="3"/>
                    </a:cubicBezTo>
                    <a:cubicBezTo>
                      <a:pt x="9" y="3"/>
                      <a:pt x="12" y="0"/>
                      <a:pt x="9" y="0"/>
                    </a:cubicBezTo>
                    <a:cubicBezTo>
                      <a:pt x="6" y="0"/>
                      <a:pt x="6" y="3"/>
                      <a:pt x="6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6"/>
                      <a:pt x="3" y="12"/>
                      <a:pt x="9" y="18"/>
                    </a:cubicBezTo>
                    <a:cubicBezTo>
                      <a:pt x="12" y="24"/>
                      <a:pt x="15" y="33"/>
                      <a:pt x="18" y="42"/>
                    </a:cubicBezTo>
                    <a:cubicBezTo>
                      <a:pt x="21" y="48"/>
                      <a:pt x="30" y="60"/>
                      <a:pt x="30" y="66"/>
                    </a:cubicBezTo>
                    <a:cubicBezTo>
                      <a:pt x="33" y="72"/>
                      <a:pt x="30" y="81"/>
                      <a:pt x="30" y="84"/>
                    </a:cubicBezTo>
                    <a:cubicBezTo>
                      <a:pt x="33" y="87"/>
                      <a:pt x="33" y="96"/>
                      <a:pt x="36" y="102"/>
                    </a:cubicBezTo>
                    <a:cubicBezTo>
                      <a:pt x="36" y="108"/>
                      <a:pt x="36" y="123"/>
                      <a:pt x="42" y="129"/>
                    </a:cubicBezTo>
                    <a:cubicBezTo>
                      <a:pt x="45" y="132"/>
                      <a:pt x="48" y="135"/>
                      <a:pt x="51" y="138"/>
                    </a:cubicBezTo>
                    <a:cubicBezTo>
                      <a:pt x="54" y="138"/>
                      <a:pt x="54" y="138"/>
                      <a:pt x="54" y="1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2" name="Freeform 8">
                <a:extLst>
                  <a:ext uri="{FF2B5EF4-FFF2-40B4-BE49-F238E27FC236}">
                    <a16:creationId xmlns:a16="http://schemas.microsoft.com/office/drawing/2014/main" id="{CAB28ABF-5E11-52F6-5A2D-BDEED3BD6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2633" y="3592503"/>
                <a:ext cx="171676" cy="150048"/>
              </a:xfrm>
              <a:custGeom>
                <a:avLst/>
                <a:gdLst>
                  <a:gd name="T0" fmla="*/ 60 w 90"/>
                  <a:gd name="T1" fmla="*/ 3 h 78"/>
                  <a:gd name="T2" fmla="*/ 60 w 90"/>
                  <a:gd name="T3" fmla="*/ 0 h 78"/>
                  <a:gd name="T4" fmla="*/ 48 w 90"/>
                  <a:gd name="T5" fmla="*/ 0 h 78"/>
                  <a:gd name="T6" fmla="*/ 42 w 90"/>
                  <a:gd name="T7" fmla="*/ 6 h 78"/>
                  <a:gd name="T8" fmla="*/ 33 w 90"/>
                  <a:gd name="T9" fmla="*/ 12 h 78"/>
                  <a:gd name="T10" fmla="*/ 21 w 90"/>
                  <a:gd name="T11" fmla="*/ 27 h 78"/>
                  <a:gd name="T12" fmla="*/ 6 w 90"/>
                  <a:gd name="T13" fmla="*/ 24 h 78"/>
                  <a:gd name="T14" fmla="*/ 0 w 90"/>
                  <a:gd name="T15" fmla="*/ 24 h 78"/>
                  <a:gd name="T16" fmla="*/ 6 w 90"/>
                  <a:gd name="T17" fmla="*/ 30 h 78"/>
                  <a:gd name="T18" fmla="*/ 12 w 90"/>
                  <a:gd name="T19" fmla="*/ 45 h 78"/>
                  <a:gd name="T20" fmla="*/ 24 w 90"/>
                  <a:gd name="T21" fmla="*/ 51 h 78"/>
                  <a:gd name="T22" fmla="*/ 30 w 90"/>
                  <a:gd name="T23" fmla="*/ 60 h 78"/>
                  <a:gd name="T24" fmla="*/ 36 w 90"/>
                  <a:gd name="T25" fmla="*/ 69 h 78"/>
                  <a:gd name="T26" fmla="*/ 45 w 90"/>
                  <a:gd name="T27" fmla="*/ 72 h 78"/>
                  <a:gd name="T28" fmla="*/ 57 w 90"/>
                  <a:gd name="T29" fmla="*/ 75 h 78"/>
                  <a:gd name="T30" fmla="*/ 69 w 90"/>
                  <a:gd name="T31" fmla="*/ 78 h 78"/>
                  <a:gd name="T32" fmla="*/ 81 w 90"/>
                  <a:gd name="T33" fmla="*/ 66 h 78"/>
                  <a:gd name="T34" fmla="*/ 84 w 90"/>
                  <a:gd name="T35" fmla="*/ 54 h 78"/>
                  <a:gd name="T36" fmla="*/ 90 w 90"/>
                  <a:gd name="T37" fmla="*/ 48 h 78"/>
                  <a:gd name="T38" fmla="*/ 84 w 90"/>
                  <a:gd name="T39" fmla="*/ 39 h 78"/>
                  <a:gd name="T40" fmla="*/ 87 w 90"/>
                  <a:gd name="T41" fmla="*/ 27 h 78"/>
                  <a:gd name="T42" fmla="*/ 87 w 90"/>
                  <a:gd name="T43" fmla="*/ 12 h 78"/>
                  <a:gd name="T44" fmla="*/ 75 w 90"/>
                  <a:gd name="T45" fmla="*/ 6 h 78"/>
                  <a:gd name="T46" fmla="*/ 60 w 90"/>
                  <a:gd name="T47" fmla="*/ 3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0" h="78">
                    <a:moveTo>
                      <a:pt x="60" y="3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2" y="0"/>
                      <a:pt x="42" y="3"/>
                      <a:pt x="42" y="6"/>
                    </a:cubicBezTo>
                    <a:cubicBezTo>
                      <a:pt x="42" y="6"/>
                      <a:pt x="36" y="12"/>
                      <a:pt x="33" y="12"/>
                    </a:cubicBezTo>
                    <a:cubicBezTo>
                      <a:pt x="27" y="15"/>
                      <a:pt x="24" y="24"/>
                      <a:pt x="21" y="27"/>
                    </a:cubicBezTo>
                    <a:cubicBezTo>
                      <a:pt x="18" y="27"/>
                      <a:pt x="9" y="24"/>
                      <a:pt x="6" y="24"/>
                    </a:cubicBezTo>
                    <a:cubicBezTo>
                      <a:pt x="6" y="24"/>
                      <a:pt x="3" y="24"/>
                      <a:pt x="0" y="24"/>
                    </a:cubicBezTo>
                    <a:cubicBezTo>
                      <a:pt x="3" y="27"/>
                      <a:pt x="6" y="30"/>
                      <a:pt x="6" y="30"/>
                    </a:cubicBezTo>
                    <a:cubicBezTo>
                      <a:pt x="9" y="30"/>
                      <a:pt x="9" y="42"/>
                      <a:pt x="12" y="45"/>
                    </a:cubicBezTo>
                    <a:cubicBezTo>
                      <a:pt x="18" y="45"/>
                      <a:pt x="24" y="51"/>
                      <a:pt x="24" y="51"/>
                    </a:cubicBezTo>
                    <a:cubicBezTo>
                      <a:pt x="24" y="54"/>
                      <a:pt x="30" y="57"/>
                      <a:pt x="30" y="60"/>
                    </a:cubicBezTo>
                    <a:cubicBezTo>
                      <a:pt x="30" y="63"/>
                      <a:pt x="33" y="69"/>
                      <a:pt x="36" y="69"/>
                    </a:cubicBezTo>
                    <a:cubicBezTo>
                      <a:pt x="45" y="69"/>
                      <a:pt x="45" y="72"/>
                      <a:pt x="45" y="72"/>
                    </a:cubicBezTo>
                    <a:cubicBezTo>
                      <a:pt x="45" y="75"/>
                      <a:pt x="54" y="72"/>
                      <a:pt x="57" y="75"/>
                    </a:cubicBezTo>
                    <a:cubicBezTo>
                      <a:pt x="57" y="78"/>
                      <a:pt x="66" y="75"/>
                      <a:pt x="69" y="78"/>
                    </a:cubicBezTo>
                    <a:cubicBezTo>
                      <a:pt x="72" y="75"/>
                      <a:pt x="78" y="69"/>
                      <a:pt x="81" y="66"/>
                    </a:cubicBezTo>
                    <a:cubicBezTo>
                      <a:pt x="84" y="63"/>
                      <a:pt x="81" y="57"/>
                      <a:pt x="84" y="54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87" y="45"/>
                      <a:pt x="87" y="42"/>
                      <a:pt x="84" y="39"/>
                    </a:cubicBezTo>
                    <a:cubicBezTo>
                      <a:pt x="81" y="36"/>
                      <a:pt x="90" y="33"/>
                      <a:pt x="87" y="27"/>
                    </a:cubicBezTo>
                    <a:cubicBezTo>
                      <a:pt x="87" y="24"/>
                      <a:pt x="90" y="12"/>
                      <a:pt x="87" y="12"/>
                    </a:cubicBezTo>
                    <a:cubicBezTo>
                      <a:pt x="87" y="9"/>
                      <a:pt x="78" y="9"/>
                      <a:pt x="75" y="6"/>
                    </a:cubicBezTo>
                    <a:cubicBezTo>
                      <a:pt x="69" y="3"/>
                      <a:pt x="60" y="3"/>
                      <a:pt x="60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3" name="Freeform 9">
                <a:extLst>
                  <a:ext uri="{FF2B5EF4-FFF2-40B4-BE49-F238E27FC236}">
                    <a16:creationId xmlns:a16="http://schemas.microsoft.com/office/drawing/2014/main" id="{E5C5A4EA-7A19-858A-72B9-3E7C671E3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3139" y="3638463"/>
                <a:ext cx="194656" cy="206822"/>
              </a:xfrm>
              <a:custGeom>
                <a:avLst/>
                <a:gdLst>
                  <a:gd name="T0" fmla="*/ 93 w 102"/>
                  <a:gd name="T1" fmla="*/ 45 h 108"/>
                  <a:gd name="T2" fmla="*/ 87 w 102"/>
                  <a:gd name="T3" fmla="*/ 36 h 108"/>
                  <a:gd name="T4" fmla="*/ 81 w 102"/>
                  <a:gd name="T5" fmla="*/ 27 h 108"/>
                  <a:gd name="T6" fmla="*/ 69 w 102"/>
                  <a:gd name="T7" fmla="*/ 21 h 108"/>
                  <a:gd name="T8" fmla="*/ 63 w 102"/>
                  <a:gd name="T9" fmla="*/ 6 h 108"/>
                  <a:gd name="T10" fmla="*/ 57 w 102"/>
                  <a:gd name="T11" fmla="*/ 0 h 108"/>
                  <a:gd name="T12" fmla="*/ 51 w 102"/>
                  <a:gd name="T13" fmla="*/ 3 h 108"/>
                  <a:gd name="T14" fmla="*/ 42 w 102"/>
                  <a:gd name="T15" fmla="*/ 6 h 108"/>
                  <a:gd name="T16" fmla="*/ 36 w 102"/>
                  <a:gd name="T17" fmla="*/ 3 h 108"/>
                  <a:gd name="T18" fmla="*/ 24 w 102"/>
                  <a:gd name="T19" fmla="*/ 6 h 108"/>
                  <a:gd name="T20" fmla="*/ 12 w 102"/>
                  <a:gd name="T21" fmla="*/ 6 h 108"/>
                  <a:gd name="T22" fmla="*/ 12 w 102"/>
                  <a:gd name="T23" fmla="*/ 45 h 108"/>
                  <a:gd name="T24" fmla="*/ 0 w 102"/>
                  <a:gd name="T25" fmla="*/ 51 h 108"/>
                  <a:gd name="T26" fmla="*/ 0 w 102"/>
                  <a:gd name="T27" fmla="*/ 84 h 108"/>
                  <a:gd name="T28" fmla="*/ 6 w 102"/>
                  <a:gd name="T29" fmla="*/ 87 h 108"/>
                  <a:gd name="T30" fmla="*/ 9 w 102"/>
                  <a:gd name="T31" fmla="*/ 99 h 108"/>
                  <a:gd name="T32" fmla="*/ 9 w 102"/>
                  <a:gd name="T33" fmla="*/ 102 h 108"/>
                  <a:gd name="T34" fmla="*/ 9 w 102"/>
                  <a:gd name="T35" fmla="*/ 108 h 108"/>
                  <a:gd name="T36" fmla="*/ 21 w 102"/>
                  <a:gd name="T37" fmla="*/ 108 h 108"/>
                  <a:gd name="T38" fmla="*/ 33 w 102"/>
                  <a:gd name="T39" fmla="*/ 96 h 108"/>
                  <a:gd name="T40" fmla="*/ 39 w 102"/>
                  <a:gd name="T41" fmla="*/ 90 h 108"/>
                  <a:gd name="T42" fmla="*/ 54 w 102"/>
                  <a:gd name="T43" fmla="*/ 93 h 108"/>
                  <a:gd name="T44" fmla="*/ 63 w 102"/>
                  <a:gd name="T45" fmla="*/ 87 h 108"/>
                  <a:gd name="T46" fmla="*/ 69 w 102"/>
                  <a:gd name="T47" fmla="*/ 81 h 108"/>
                  <a:gd name="T48" fmla="*/ 78 w 102"/>
                  <a:gd name="T49" fmla="*/ 72 h 108"/>
                  <a:gd name="T50" fmla="*/ 81 w 102"/>
                  <a:gd name="T51" fmla="*/ 66 h 108"/>
                  <a:gd name="T52" fmla="*/ 90 w 102"/>
                  <a:gd name="T53" fmla="*/ 60 h 108"/>
                  <a:gd name="T54" fmla="*/ 99 w 102"/>
                  <a:gd name="T55" fmla="*/ 54 h 108"/>
                  <a:gd name="T56" fmla="*/ 102 w 102"/>
                  <a:gd name="T57" fmla="*/ 48 h 108"/>
                  <a:gd name="T58" fmla="*/ 102 w 102"/>
                  <a:gd name="T59" fmla="*/ 48 h 108"/>
                  <a:gd name="T60" fmla="*/ 93 w 102"/>
                  <a:gd name="T61" fmla="*/ 4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2" h="108">
                    <a:moveTo>
                      <a:pt x="93" y="45"/>
                    </a:moveTo>
                    <a:cubicBezTo>
                      <a:pt x="90" y="45"/>
                      <a:pt x="87" y="39"/>
                      <a:pt x="87" y="36"/>
                    </a:cubicBezTo>
                    <a:cubicBezTo>
                      <a:pt x="87" y="33"/>
                      <a:pt x="81" y="30"/>
                      <a:pt x="81" y="27"/>
                    </a:cubicBezTo>
                    <a:cubicBezTo>
                      <a:pt x="81" y="27"/>
                      <a:pt x="75" y="21"/>
                      <a:pt x="69" y="21"/>
                    </a:cubicBezTo>
                    <a:cubicBezTo>
                      <a:pt x="66" y="18"/>
                      <a:pt x="66" y="6"/>
                      <a:pt x="63" y="6"/>
                    </a:cubicBezTo>
                    <a:cubicBezTo>
                      <a:pt x="63" y="6"/>
                      <a:pt x="60" y="3"/>
                      <a:pt x="57" y="0"/>
                    </a:cubicBezTo>
                    <a:cubicBezTo>
                      <a:pt x="54" y="0"/>
                      <a:pt x="51" y="3"/>
                      <a:pt x="51" y="3"/>
                    </a:cubicBezTo>
                    <a:cubicBezTo>
                      <a:pt x="48" y="3"/>
                      <a:pt x="42" y="6"/>
                      <a:pt x="42" y="6"/>
                    </a:cubicBezTo>
                    <a:cubicBezTo>
                      <a:pt x="42" y="9"/>
                      <a:pt x="39" y="3"/>
                      <a:pt x="36" y="3"/>
                    </a:cubicBezTo>
                    <a:cubicBezTo>
                      <a:pt x="33" y="0"/>
                      <a:pt x="27" y="6"/>
                      <a:pt x="24" y="6"/>
                    </a:cubicBezTo>
                    <a:cubicBezTo>
                      <a:pt x="21" y="6"/>
                      <a:pt x="12" y="6"/>
                      <a:pt x="12" y="6"/>
                    </a:cubicBezTo>
                    <a:cubicBezTo>
                      <a:pt x="12" y="6"/>
                      <a:pt x="12" y="42"/>
                      <a:pt x="12" y="45"/>
                    </a:cubicBezTo>
                    <a:cubicBezTo>
                      <a:pt x="12" y="51"/>
                      <a:pt x="0" y="48"/>
                      <a:pt x="0" y="51"/>
                    </a:cubicBezTo>
                    <a:cubicBezTo>
                      <a:pt x="0" y="51"/>
                      <a:pt x="0" y="66"/>
                      <a:pt x="0" y="84"/>
                    </a:cubicBezTo>
                    <a:cubicBezTo>
                      <a:pt x="3" y="84"/>
                      <a:pt x="6" y="84"/>
                      <a:pt x="6" y="87"/>
                    </a:cubicBezTo>
                    <a:cubicBezTo>
                      <a:pt x="9" y="90"/>
                      <a:pt x="12" y="99"/>
                      <a:pt x="9" y="99"/>
                    </a:cubicBezTo>
                    <a:cubicBezTo>
                      <a:pt x="9" y="102"/>
                      <a:pt x="9" y="99"/>
                      <a:pt x="9" y="102"/>
                    </a:cubicBezTo>
                    <a:cubicBezTo>
                      <a:pt x="9" y="105"/>
                      <a:pt x="6" y="108"/>
                      <a:pt x="9" y="108"/>
                    </a:cubicBezTo>
                    <a:cubicBezTo>
                      <a:pt x="12" y="108"/>
                      <a:pt x="18" y="108"/>
                      <a:pt x="21" y="108"/>
                    </a:cubicBezTo>
                    <a:cubicBezTo>
                      <a:pt x="24" y="105"/>
                      <a:pt x="30" y="99"/>
                      <a:pt x="33" y="96"/>
                    </a:cubicBezTo>
                    <a:cubicBezTo>
                      <a:pt x="33" y="93"/>
                      <a:pt x="33" y="84"/>
                      <a:pt x="39" y="90"/>
                    </a:cubicBezTo>
                    <a:cubicBezTo>
                      <a:pt x="45" y="93"/>
                      <a:pt x="45" y="93"/>
                      <a:pt x="54" y="93"/>
                    </a:cubicBezTo>
                    <a:cubicBezTo>
                      <a:pt x="60" y="93"/>
                      <a:pt x="63" y="93"/>
                      <a:pt x="63" y="87"/>
                    </a:cubicBezTo>
                    <a:cubicBezTo>
                      <a:pt x="66" y="84"/>
                      <a:pt x="63" y="81"/>
                      <a:pt x="69" y="81"/>
                    </a:cubicBezTo>
                    <a:cubicBezTo>
                      <a:pt x="72" y="81"/>
                      <a:pt x="78" y="75"/>
                      <a:pt x="78" y="72"/>
                    </a:cubicBezTo>
                    <a:cubicBezTo>
                      <a:pt x="78" y="69"/>
                      <a:pt x="78" y="66"/>
                      <a:pt x="81" y="66"/>
                    </a:cubicBezTo>
                    <a:cubicBezTo>
                      <a:pt x="84" y="66"/>
                      <a:pt x="90" y="63"/>
                      <a:pt x="90" y="60"/>
                    </a:cubicBezTo>
                    <a:cubicBezTo>
                      <a:pt x="93" y="54"/>
                      <a:pt x="96" y="57"/>
                      <a:pt x="99" y="54"/>
                    </a:cubicBezTo>
                    <a:cubicBezTo>
                      <a:pt x="99" y="54"/>
                      <a:pt x="99" y="51"/>
                      <a:pt x="102" y="48"/>
                    </a:cubicBezTo>
                    <a:cubicBezTo>
                      <a:pt x="102" y="48"/>
                      <a:pt x="102" y="48"/>
                      <a:pt x="102" y="48"/>
                    </a:cubicBezTo>
                    <a:cubicBezTo>
                      <a:pt x="102" y="48"/>
                      <a:pt x="102" y="45"/>
                      <a:pt x="93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4" name="Freeform 10">
                <a:extLst>
                  <a:ext uri="{FF2B5EF4-FFF2-40B4-BE49-F238E27FC236}">
                    <a16:creationId xmlns:a16="http://schemas.microsoft.com/office/drawing/2014/main" id="{97D5828D-1615-3D5D-12A1-6EDB84D02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2941" y="3816898"/>
                <a:ext cx="28387" cy="40553"/>
              </a:xfrm>
              <a:custGeom>
                <a:avLst/>
                <a:gdLst>
                  <a:gd name="T0" fmla="*/ 9 w 15"/>
                  <a:gd name="T1" fmla="*/ 0 h 21"/>
                  <a:gd name="T2" fmla="*/ 0 w 15"/>
                  <a:gd name="T3" fmla="*/ 9 h 21"/>
                  <a:gd name="T4" fmla="*/ 6 w 15"/>
                  <a:gd name="T5" fmla="*/ 21 h 21"/>
                  <a:gd name="T6" fmla="*/ 12 w 15"/>
                  <a:gd name="T7" fmla="*/ 18 h 21"/>
                  <a:gd name="T8" fmla="*/ 15 w 15"/>
                  <a:gd name="T9" fmla="*/ 15 h 21"/>
                  <a:gd name="T10" fmla="*/ 15 w 15"/>
                  <a:gd name="T11" fmla="*/ 3 h 21"/>
                  <a:gd name="T12" fmla="*/ 9 w 15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" h="21">
                    <a:moveTo>
                      <a:pt x="9" y="0"/>
                    </a:moveTo>
                    <a:cubicBezTo>
                      <a:pt x="6" y="0"/>
                      <a:pt x="0" y="9"/>
                      <a:pt x="0" y="9"/>
                    </a:cubicBezTo>
                    <a:cubicBezTo>
                      <a:pt x="0" y="12"/>
                      <a:pt x="3" y="18"/>
                      <a:pt x="6" y="21"/>
                    </a:cubicBezTo>
                    <a:cubicBezTo>
                      <a:pt x="9" y="21"/>
                      <a:pt x="12" y="21"/>
                      <a:pt x="12" y="18"/>
                    </a:cubicBezTo>
                    <a:cubicBezTo>
                      <a:pt x="12" y="15"/>
                      <a:pt x="15" y="15"/>
                      <a:pt x="15" y="15"/>
                    </a:cubicBezTo>
                    <a:cubicBezTo>
                      <a:pt x="15" y="12"/>
                      <a:pt x="15" y="6"/>
                      <a:pt x="15" y="3"/>
                    </a:cubicBezTo>
                    <a:cubicBezTo>
                      <a:pt x="12" y="3"/>
                      <a:pt x="9" y="0"/>
                      <a:pt x="9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5" name="Freeform 11">
                <a:extLst>
                  <a:ext uri="{FF2B5EF4-FFF2-40B4-BE49-F238E27FC236}">
                    <a16:creationId xmlns:a16="http://schemas.microsoft.com/office/drawing/2014/main" id="{89F0FBB8-57C9-793F-DC8A-BBF357806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1834" y="3880432"/>
                <a:ext cx="52719" cy="51368"/>
              </a:xfrm>
              <a:custGeom>
                <a:avLst/>
                <a:gdLst>
                  <a:gd name="T0" fmla="*/ 18 w 27"/>
                  <a:gd name="T1" fmla="*/ 3 h 27"/>
                  <a:gd name="T2" fmla="*/ 9 w 27"/>
                  <a:gd name="T3" fmla="*/ 9 h 27"/>
                  <a:gd name="T4" fmla="*/ 0 w 27"/>
                  <a:gd name="T5" fmla="*/ 18 h 27"/>
                  <a:gd name="T6" fmla="*/ 9 w 27"/>
                  <a:gd name="T7" fmla="*/ 27 h 27"/>
                  <a:gd name="T8" fmla="*/ 12 w 27"/>
                  <a:gd name="T9" fmla="*/ 27 h 27"/>
                  <a:gd name="T10" fmla="*/ 15 w 27"/>
                  <a:gd name="T11" fmla="*/ 21 h 27"/>
                  <a:gd name="T12" fmla="*/ 21 w 27"/>
                  <a:gd name="T13" fmla="*/ 21 h 27"/>
                  <a:gd name="T14" fmla="*/ 27 w 27"/>
                  <a:gd name="T15" fmla="*/ 12 h 27"/>
                  <a:gd name="T16" fmla="*/ 18 w 27"/>
                  <a:gd name="T17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7">
                    <a:moveTo>
                      <a:pt x="18" y="3"/>
                    </a:moveTo>
                    <a:cubicBezTo>
                      <a:pt x="18" y="0"/>
                      <a:pt x="9" y="6"/>
                      <a:pt x="9" y="9"/>
                    </a:cubicBezTo>
                    <a:cubicBezTo>
                      <a:pt x="6" y="9"/>
                      <a:pt x="0" y="18"/>
                      <a:pt x="0" y="18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12" y="27"/>
                      <a:pt x="15" y="24"/>
                      <a:pt x="15" y="21"/>
                    </a:cubicBezTo>
                    <a:cubicBezTo>
                      <a:pt x="15" y="18"/>
                      <a:pt x="21" y="21"/>
                      <a:pt x="21" y="21"/>
                    </a:cubicBezTo>
                    <a:cubicBezTo>
                      <a:pt x="21" y="18"/>
                      <a:pt x="27" y="15"/>
                      <a:pt x="27" y="12"/>
                    </a:cubicBezTo>
                    <a:cubicBezTo>
                      <a:pt x="27" y="9"/>
                      <a:pt x="21" y="6"/>
                      <a:pt x="18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6" name="Freeform 12">
                <a:extLst>
                  <a:ext uri="{FF2B5EF4-FFF2-40B4-BE49-F238E27FC236}">
                    <a16:creationId xmlns:a16="http://schemas.microsoft.com/office/drawing/2014/main" id="{7C540ABC-48E9-A38C-2E04-6BB35D05E8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84198" y="3730384"/>
                <a:ext cx="344704" cy="305502"/>
              </a:xfrm>
              <a:custGeom>
                <a:avLst/>
                <a:gdLst>
                  <a:gd name="T0" fmla="*/ 171 w 180"/>
                  <a:gd name="T1" fmla="*/ 60 h 159"/>
                  <a:gd name="T2" fmla="*/ 171 w 180"/>
                  <a:gd name="T3" fmla="*/ 60 h 159"/>
                  <a:gd name="T4" fmla="*/ 168 w 180"/>
                  <a:gd name="T5" fmla="*/ 63 h 159"/>
                  <a:gd name="T6" fmla="*/ 162 w 180"/>
                  <a:gd name="T7" fmla="*/ 66 h 159"/>
                  <a:gd name="T8" fmla="*/ 156 w 180"/>
                  <a:gd name="T9" fmla="*/ 54 h 159"/>
                  <a:gd name="T10" fmla="*/ 165 w 180"/>
                  <a:gd name="T11" fmla="*/ 45 h 159"/>
                  <a:gd name="T12" fmla="*/ 171 w 180"/>
                  <a:gd name="T13" fmla="*/ 48 h 159"/>
                  <a:gd name="T14" fmla="*/ 171 w 180"/>
                  <a:gd name="T15" fmla="*/ 48 h 159"/>
                  <a:gd name="T16" fmla="*/ 168 w 180"/>
                  <a:gd name="T17" fmla="*/ 27 h 159"/>
                  <a:gd name="T18" fmla="*/ 162 w 180"/>
                  <a:gd name="T19" fmla="*/ 6 h 159"/>
                  <a:gd name="T20" fmla="*/ 150 w 180"/>
                  <a:gd name="T21" fmla="*/ 3 h 159"/>
                  <a:gd name="T22" fmla="*/ 138 w 180"/>
                  <a:gd name="T23" fmla="*/ 0 h 159"/>
                  <a:gd name="T24" fmla="*/ 135 w 180"/>
                  <a:gd name="T25" fmla="*/ 6 h 159"/>
                  <a:gd name="T26" fmla="*/ 126 w 180"/>
                  <a:gd name="T27" fmla="*/ 12 h 159"/>
                  <a:gd name="T28" fmla="*/ 117 w 180"/>
                  <a:gd name="T29" fmla="*/ 18 h 159"/>
                  <a:gd name="T30" fmla="*/ 114 w 180"/>
                  <a:gd name="T31" fmla="*/ 24 h 159"/>
                  <a:gd name="T32" fmla="*/ 105 w 180"/>
                  <a:gd name="T33" fmla="*/ 33 h 159"/>
                  <a:gd name="T34" fmla="*/ 99 w 180"/>
                  <a:gd name="T35" fmla="*/ 39 h 159"/>
                  <a:gd name="T36" fmla="*/ 90 w 180"/>
                  <a:gd name="T37" fmla="*/ 45 h 159"/>
                  <a:gd name="T38" fmla="*/ 75 w 180"/>
                  <a:gd name="T39" fmla="*/ 42 h 159"/>
                  <a:gd name="T40" fmla="*/ 69 w 180"/>
                  <a:gd name="T41" fmla="*/ 48 h 159"/>
                  <a:gd name="T42" fmla="*/ 57 w 180"/>
                  <a:gd name="T43" fmla="*/ 60 h 159"/>
                  <a:gd name="T44" fmla="*/ 45 w 180"/>
                  <a:gd name="T45" fmla="*/ 60 h 159"/>
                  <a:gd name="T46" fmla="*/ 45 w 180"/>
                  <a:gd name="T47" fmla="*/ 54 h 159"/>
                  <a:gd name="T48" fmla="*/ 45 w 180"/>
                  <a:gd name="T49" fmla="*/ 51 h 159"/>
                  <a:gd name="T50" fmla="*/ 42 w 180"/>
                  <a:gd name="T51" fmla="*/ 39 h 159"/>
                  <a:gd name="T52" fmla="*/ 36 w 180"/>
                  <a:gd name="T53" fmla="*/ 36 h 159"/>
                  <a:gd name="T54" fmla="*/ 36 w 180"/>
                  <a:gd name="T55" fmla="*/ 78 h 159"/>
                  <a:gd name="T56" fmla="*/ 30 w 180"/>
                  <a:gd name="T57" fmla="*/ 84 h 159"/>
                  <a:gd name="T58" fmla="*/ 15 w 180"/>
                  <a:gd name="T59" fmla="*/ 84 h 159"/>
                  <a:gd name="T60" fmla="*/ 9 w 180"/>
                  <a:gd name="T61" fmla="*/ 75 h 159"/>
                  <a:gd name="T62" fmla="*/ 3 w 180"/>
                  <a:gd name="T63" fmla="*/ 81 h 159"/>
                  <a:gd name="T64" fmla="*/ 0 w 180"/>
                  <a:gd name="T65" fmla="*/ 81 h 159"/>
                  <a:gd name="T66" fmla="*/ 6 w 180"/>
                  <a:gd name="T67" fmla="*/ 99 h 159"/>
                  <a:gd name="T68" fmla="*/ 18 w 180"/>
                  <a:gd name="T69" fmla="*/ 120 h 159"/>
                  <a:gd name="T70" fmla="*/ 18 w 180"/>
                  <a:gd name="T71" fmla="*/ 132 h 159"/>
                  <a:gd name="T72" fmla="*/ 18 w 180"/>
                  <a:gd name="T73" fmla="*/ 141 h 159"/>
                  <a:gd name="T74" fmla="*/ 21 w 180"/>
                  <a:gd name="T75" fmla="*/ 150 h 159"/>
                  <a:gd name="T76" fmla="*/ 27 w 180"/>
                  <a:gd name="T77" fmla="*/ 153 h 159"/>
                  <a:gd name="T78" fmla="*/ 33 w 180"/>
                  <a:gd name="T79" fmla="*/ 159 h 159"/>
                  <a:gd name="T80" fmla="*/ 39 w 180"/>
                  <a:gd name="T81" fmla="*/ 159 h 159"/>
                  <a:gd name="T82" fmla="*/ 54 w 180"/>
                  <a:gd name="T83" fmla="*/ 153 h 159"/>
                  <a:gd name="T84" fmla="*/ 63 w 180"/>
                  <a:gd name="T85" fmla="*/ 150 h 159"/>
                  <a:gd name="T86" fmla="*/ 81 w 180"/>
                  <a:gd name="T87" fmla="*/ 150 h 159"/>
                  <a:gd name="T88" fmla="*/ 93 w 180"/>
                  <a:gd name="T89" fmla="*/ 147 h 159"/>
                  <a:gd name="T90" fmla="*/ 99 w 180"/>
                  <a:gd name="T91" fmla="*/ 147 h 159"/>
                  <a:gd name="T92" fmla="*/ 108 w 180"/>
                  <a:gd name="T93" fmla="*/ 144 h 159"/>
                  <a:gd name="T94" fmla="*/ 132 w 180"/>
                  <a:gd name="T95" fmla="*/ 129 h 159"/>
                  <a:gd name="T96" fmla="*/ 159 w 180"/>
                  <a:gd name="T97" fmla="*/ 96 h 159"/>
                  <a:gd name="T98" fmla="*/ 174 w 180"/>
                  <a:gd name="T99" fmla="*/ 78 h 159"/>
                  <a:gd name="T100" fmla="*/ 180 w 180"/>
                  <a:gd name="T101" fmla="*/ 60 h 159"/>
                  <a:gd name="T102" fmla="*/ 171 w 180"/>
                  <a:gd name="T103" fmla="*/ 60 h 159"/>
                  <a:gd name="T104" fmla="*/ 135 w 180"/>
                  <a:gd name="T105" fmla="*/ 99 h 159"/>
                  <a:gd name="T106" fmla="*/ 129 w 180"/>
                  <a:gd name="T107" fmla="*/ 99 h 159"/>
                  <a:gd name="T108" fmla="*/ 126 w 180"/>
                  <a:gd name="T109" fmla="*/ 105 h 159"/>
                  <a:gd name="T110" fmla="*/ 123 w 180"/>
                  <a:gd name="T111" fmla="*/ 105 h 159"/>
                  <a:gd name="T112" fmla="*/ 114 w 180"/>
                  <a:gd name="T113" fmla="*/ 96 h 159"/>
                  <a:gd name="T114" fmla="*/ 123 w 180"/>
                  <a:gd name="T115" fmla="*/ 87 h 159"/>
                  <a:gd name="T116" fmla="*/ 132 w 180"/>
                  <a:gd name="T117" fmla="*/ 81 h 159"/>
                  <a:gd name="T118" fmla="*/ 141 w 180"/>
                  <a:gd name="T119" fmla="*/ 90 h 159"/>
                  <a:gd name="T120" fmla="*/ 135 w 180"/>
                  <a:gd name="T121" fmla="*/ 9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80" h="159">
                    <a:moveTo>
                      <a:pt x="171" y="60"/>
                    </a:moveTo>
                    <a:cubicBezTo>
                      <a:pt x="171" y="60"/>
                      <a:pt x="171" y="60"/>
                      <a:pt x="171" y="60"/>
                    </a:cubicBezTo>
                    <a:cubicBezTo>
                      <a:pt x="171" y="60"/>
                      <a:pt x="168" y="60"/>
                      <a:pt x="168" y="63"/>
                    </a:cubicBezTo>
                    <a:cubicBezTo>
                      <a:pt x="168" y="66"/>
                      <a:pt x="165" y="66"/>
                      <a:pt x="162" y="66"/>
                    </a:cubicBezTo>
                    <a:cubicBezTo>
                      <a:pt x="159" y="63"/>
                      <a:pt x="156" y="57"/>
                      <a:pt x="156" y="54"/>
                    </a:cubicBezTo>
                    <a:cubicBezTo>
                      <a:pt x="156" y="54"/>
                      <a:pt x="162" y="45"/>
                      <a:pt x="165" y="45"/>
                    </a:cubicBezTo>
                    <a:cubicBezTo>
                      <a:pt x="165" y="45"/>
                      <a:pt x="168" y="48"/>
                      <a:pt x="171" y="48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5"/>
                      <a:pt x="171" y="30"/>
                      <a:pt x="168" y="27"/>
                    </a:cubicBezTo>
                    <a:cubicBezTo>
                      <a:pt x="165" y="24"/>
                      <a:pt x="162" y="9"/>
                      <a:pt x="162" y="6"/>
                    </a:cubicBezTo>
                    <a:cubicBezTo>
                      <a:pt x="162" y="3"/>
                      <a:pt x="150" y="6"/>
                      <a:pt x="150" y="3"/>
                    </a:cubicBezTo>
                    <a:cubicBezTo>
                      <a:pt x="147" y="0"/>
                      <a:pt x="138" y="3"/>
                      <a:pt x="138" y="0"/>
                    </a:cubicBezTo>
                    <a:cubicBezTo>
                      <a:pt x="135" y="3"/>
                      <a:pt x="135" y="6"/>
                      <a:pt x="135" y="6"/>
                    </a:cubicBezTo>
                    <a:cubicBezTo>
                      <a:pt x="132" y="9"/>
                      <a:pt x="129" y="6"/>
                      <a:pt x="126" y="12"/>
                    </a:cubicBezTo>
                    <a:cubicBezTo>
                      <a:pt x="126" y="15"/>
                      <a:pt x="120" y="18"/>
                      <a:pt x="117" y="18"/>
                    </a:cubicBezTo>
                    <a:cubicBezTo>
                      <a:pt x="114" y="18"/>
                      <a:pt x="114" y="21"/>
                      <a:pt x="114" y="24"/>
                    </a:cubicBezTo>
                    <a:cubicBezTo>
                      <a:pt x="114" y="27"/>
                      <a:pt x="108" y="33"/>
                      <a:pt x="105" y="33"/>
                    </a:cubicBezTo>
                    <a:cubicBezTo>
                      <a:pt x="99" y="33"/>
                      <a:pt x="102" y="36"/>
                      <a:pt x="99" y="39"/>
                    </a:cubicBezTo>
                    <a:cubicBezTo>
                      <a:pt x="99" y="45"/>
                      <a:pt x="96" y="45"/>
                      <a:pt x="90" y="45"/>
                    </a:cubicBezTo>
                    <a:cubicBezTo>
                      <a:pt x="81" y="45"/>
                      <a:pt x="81" y="45"/>
                      <a:pt x="75" y="42"/>
                    </a:cubicBezTo>
                    <a:cubicBezTo>
                      <a:pt x="69" y="36"/>
                      <a:pt x="69" y="45"/>
                      <a:pt x="69" y="48"/>
                    </a:cubicBezTo>
                    <a:cubicBezTo>
                      <a:pt x="66" y="51"/>
                      <a:pt x="60" y="57"/>
                      <a:pt x="57" y="60"/>
                    </a:cubicBezTo>
                    <a:cubicBezTo>
                      <a:pt x="54" y="60"/>
                      <a:pt x="48" y="60"/>
                      <a:pt x="45" y="60"/>
                    </a:cubicBezTo>
                    <a:cubicBezTo>
                      <a:pt x="42" y="60"/>
                      <a:pt x="45" y="57"/>
                      <a:pt x="45" y="54"/>
                    </a:cubicBezTo>
                    <a:cubicBezTo>
                      <a:pt x="45" y="51"/>
                      <a:pt x="45" y="54"/>
                      <a:pt x="45" y="51"/>
                    </a:cubicBezTo>
                    <a:cubicBezTo>
                      <a:pt x="48" y="51"/>
                      <a:pt x="45" y="42"/>
                      <a:pt x="42" y="39"/>
                    </a:cubicBezTo>
                    <a:cubicBezTo>
                      <a:pt x="42" y="36"/>
                      <a:pt x="39" y="36"/>
                      <a:pt x="36" y="36"/>
                    </a:cubicBezTo>
                    <a:cubicBezTo>
                      <a:pt x="36" y="54"/>
                      <a:pt x="36" y="75"/>
                      <a:pt x="36" y="78"/>
                    </a:cubicBezTo>
                    <a:cubicBezTo>
                      <a:pt x="36" y="81"/>
                      <a:pt x="30" y="81"/>
                      <a:pt x="30" y="84"/>
                    </a:cubicBezTo>
                    <a:cubicBezTo>
                      <a:pt x="30" y="87"/>
                      <a:pt x="21" y="84"/>
                      <a:pt x="15" y="84"/>
                    </a:cubicBezTo>
                    <a:cubicBezTo>
                      <a:pt x="12" y="84"/>
                      <a:pt x="12" y="81"/>
                      <a:pt x="9" y="75"/>
                    </a:cubicBezTo>
                    <a:cubicBezTo>
                      <a:pt x="6" y="72"/>
                      <a:pt x="3" y="78"/>
                      <a:pt x="3" y="81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3" y="87"/>
                      <a:pt x="6" y="93"/>
                      <a:pt x="6" y="99"/>
                    </a:cubicBezTo>
                    <a:cubicBezTo>
                      <a:pt x="9" y="108"/>
                      <a:pt x="15" y="117"/>
                      <a:pt x="18" y="120"/>
                    </a:cubicBezTo>
                    <a:cubicBezTo>
                      <a:pt x="21" y="126"/>
                      <a:pt x="21" y="132"/>
                      <a:pt x="18" y="132"/>
                    </a:cubicBezTo>
                    <a:cubicBezTo>
                      <a:pt x="15" y="132"/>
                      <a:pt x="15" y="135"/>
                      <a:pt x="18" y="141"/>
                    </a:cubicBezTo>
                    <a:cubicBezTo>
                      <a:pt x="21" y="147"/>
                      <a:pt x="18" y="150"/>
                      <a:pt x="21" y="150"/>
                    </a:cubicBezTo>
                    <a:cubicBezTo>
                      <a:pt x="24" y="150"/>
                      <a:pt x="24" y="153"/>
                      <a:pt x="27" y="153"/>
                    </a:cubicBezTo>
                    <a:cubicBezTo>
                      <a:pt x="30" y="153"/>
                      <a:pt x="30" y="156"/>
                      <a:pt x="33" y="159"/>
                    </a:cubicBezTo>
                    <a:cubicBezTo>
                      <a:pt x="39" y="159"/>
                      <a:pt x="39" y="159"/>
                      <a:pt x="39" y="159"/>
                    </a:cubicBezTo>
                    <a:cubicBezTo>
                      <a:pt x="42" y="156"/>
                      <a:pt x="48" y="153"/>
                      <a:pt x="54" y="153"/>
                    </a:cubicBezTo>
                    <a:cubicBezTo>
                      <a:pt x="60" y="153"/>
                      <a:pt x="57" y="153"/>
                      <a:pt x="63" y="150"/>
                    </a:cubicBezTo>
                    <a:cubicBezTo>
                      <a:pt x="69" y="147"/>
                      <a:pt x="75" y="147"/>
                      <a:pt x="81" y="150"/>
                    </a:cubicBezTo>
                    <a:cubicBezTo>
                      <a:pt x="87" y="150"/>
                      <a:pt x="90" y="150"/>
                      <a:pt x="93" y="147"/>
                    </a:cubicBezTo>
                    <a:cubicBezTo>
                      <a:pt x="93" y="147"/>
                      <a:pt x="99" y="150"/>
                      <a:pt x="99" y="147"/>
                    </a:cubicBezTo>
                    <a:cubicBezTo>
                      <a:pt x="99" y="144"/>
                      <a:pt x="105" y="144"/>
                      <a:pt x="108" y="144"/>
                    </a:cubicBezTo>
                    <a:cubicBezTo>
                      <a:pt x="111" y="144"/>
                      <a:pt x="123" y="138"/>
                      <a:pt x="132" y="129"/>
                    </a:cubicBezTo>
                    <a:cubicBezTo>
                      <a:pt x="141" y="120"/>
                      <a:pt x="153" y="105"/>
                      <a:pt x="159" y="96"/>
                    </a:cubicBezTo>
                    <a:cubicBezTo>
                      <a:pt x="162" y="87"/>
                      <a:pt x="171" y="81"/>
                      <a:pt x="174" y="78"/>
                    </a:cubicBezTo>
                    <a:cubicBezTo>
                      <a:pt x="177" y="75"/>
                      <a:pt x="180" y="66"/>
                      <a:pt x="180" y="60"/>
                    </a:cubicBezTo>
                    <a:cubicBezTo>
                      <a:pt x="177" y="60"/>
                      <a:pt x="171" y="60"/>
                      <a:pt x="171" y="60"/>
                    </a:cubicBezTo>
                    <a:close/>
                    <a:moveTo>
                      <a:pt x="135" y="99"/>
                    </a:moveTo>
                    <a:cubicBezTo>
                      <a:pt x="135" y="99"/>
                      <a:pt x="129" y="96"/>
                      <a:pt x="129" y="99"/>
                    </a:cubicBezTo>
                    <a:cubicBezTo>
                      <a:pt x="129" y="102"/>
                      <a:pt x="126" y="105"/>
                      <a:pt x="126" y="105"/>
                    </a:cubicBezTo>
                    <a:cubicBezTo>
                      <a:pt x="123" y="105"/>
                      <a:pt x="123" y="105"/>
                      <a:pt x="123" y="105"/>
                    </a:cubicBezTo>
                    <a:cubicBezTo>
                      <a:pt x="114" y="96"/>
                      <a:pt x="114" y="96"/>
                      <a:pt x="114" y="96"/>
                    </a:cubicBezTo>
                    <a:cubicBezTo>
                      <a:pt x="114" y="96"/>
                      <a:pt x="120" y="87"/>
                      <a:pt x="123" y="87"/>
                    </a:cubicBezTo>
                    <a:cubicBezTo>
                      <a:pt x="123" y="84"/>
                      <a:pt x="132" y="78"/>
                      <a:pt x="132" y="81"/>
                    </a:cubicBezTo>
                    <a:cubicBezTo>
                      <a:pt x="135" y="84"/>
                      <a:pt x="141" y="87"/>
                      <a:pt x="141" y="90"/>
                    </a:cubicBezTo>
                    <a:cubicBezTo>
                      <a:pt x="141" y="93"/>
                      <a:pt x="135" y="96"/>
                      <a:pt x="135" y="9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7" name="Freeform 13">
                <a:extLst>
                  <a:ext uri="{FF2B5EF4-FFF2-40B4-BE49-F238E27FC236}">
                    <a16:creationId xmlns:a16="http://schemas.microsoft.com/office/drawing/2014/main" id="{F74E80E5-7573-72FE-9550-DDDD9689F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2277" y="3373515"/>
                <a:ext cx="247376" cy="270356"/>
              </a:xfrm>
              <a:custGeom>
                <a:avLst/>
                <a:gdLst>
                  <a:gd name="T0" fmla="*/ 6 w 129"/>
                  <a:gd name="T1" fmla="*/ 129 h 141"/>
                  <a:gd name="T2" fmla="*/ 12 w 129"/>
                  <a:gd name="T3" fmla="*/ 132 h 141"/>
                  <a:gd name="T4" fmla="*/ 21 w 129"/>
                  <a:gd name="T5" fmla="*/ 132 h 141"/>
                  <a:gd name="T6" fmla="*/ 33 w 129"/>
                  <a:gd name="T7" fmla="*/ 135 h 141"/>
                  <a:gd name="T8" fmla="*/ 72 w 129"/>
                  <a:gd name="T9" fmla="*/ 135 h 141"/>
                  <a:gd name="T10" fmla="*/ 75 w 129"/>
                  <a:gd name="T11" fmla="*/ 138 h 141"/>
                  <a:gd name="T12" fmla="*/ 99 w 129"/>
                  <a:gd name="T13" fmla="*/ 138 h 141"/>
                  <a:gd name="T14" fmla="*/ 117 w 129"/>
                  <a:gd name="T15" fmla="*/ 138 h 141"/>
                  <a:gd name="T16" fmla="*/ 120 w 129"/>
                  <a:gd name="T17" fmla="*/ 135 h 141"/>
                  <a:gd name="T18" fmla="*/ 108 w 129"/>
                  <a:gd name="T19" fmla="*/ 120 h 141"/>
                  <a:gd name="T20" fmla="*/ 108 w 129"/>
                  <a:gd name="T21" fmla="*/ 81 h 141"/>
                  <a:gd name="T22" fmla="*/ 126 w 129"/>
                  <a:gd name="T23" fmla="*/ 81 h 141"/>
                  <a:gd name="T24" fmla="*/ 129 w 129"/>
                  <a:gd name="T25" fmla="*/ 78 h 141"/>
                  <a:gd name="T26" fmla="*/ 129 w 129"/>
                  <a:gd name="T27" fmla="*/ 57 h 141"/>
                  <a:gd name="T28" fmla="*/ 126 w 129"/>
                  <a:gd name="T29" fmla="*/ 57 h 141"/>
                  <a:gd name="T30" fmla="*/ 117 w 129"/>
                  <a:gd name="T31" fmla="*/ 57 h 141"/>
                  <a:gd name="T32" fmla="*/ 111 w 129"/>
                  <a:gd name="T33" fmla="*/ 60 h 141"/>
                  <a:gd name="T34" fmla="*/ 111 w 129"/>
                  <a:gd name="T35" fmla="*/ 51 h 141"/>
                  <a:gd name="T36" fmla="*/ 105 w 129"/>
                  <a:gd name="T37" fmla="*/ 42 h 141"/>
                  <a:gd name="T38" fmla="*/ 108 w 129"/>
                  <a:gd name="T39" fmla="*/ 27 h 141"/>
                  <a:gd name="T40" fmla="*/ 105 w 129"/>
                  <a:gd name="T41" fmla="*/ 18 h 141"/>
                  <a:gd name="T42" fmla="*/ 99 w 129"/>
                  <a:gd name="T43" fmla="*/ 15 h 141"/>
                  <a:gd name="T44" fmla="*/ 93 w 129"/>
                  <a:gd name="T45" fmla="*/ 15 h 141"/>
                  <a:gd name="T46" fmla="*/ 84 w 129"/>
                  <a:gd name="T47" fmla="*/ 15 h 141"/>
                  <a:gd name="T48" fmla="*/ 78 w 129"/>
                  <a:gd name="T49" fmla="*/ 24 h 141"/>
                  <a:gd name="T50" fmla="*/ 66 w 129"/>
                  <a:gd name="T51" fmla="*/ 27 h 141"/>
                  <a:gd name="T52" fmla="*/ 57 w 129"/>
                  <a:gd name="T53" fmla="*/ 18 h 141"/>
                  <a:gd name="T54" fmla="*/ 51 w 129"/>
                  <a:gd name="T55" fmla="*/ 9 h 141"/>
                  <a:gd name="T56" fmla="*/ 51 w 129"/>
                  <a:gd name="T57" fmla="*/ 0 h 141"/>
                  <a:gd name="T58" fmla="*/ 12 w 129"/>
                  <a:gd name="T59" fmla="*/ 0 h 141"/>
                  <a:gd name="T60" fmla="*/ 6 w 129"/>
                  <a:gd name="T61" fmla="*/ 3 h 141"/>
                  <a:gd name="T62" fmla="*/ 18 w 129"/>
                  <a:gd name="T63" fmla="*/ 27 h 141"/>
                  <a:gd name="T64" fmla="*/ 15 w 129"/>
                  <a:gd name="T65" fmla="*/ 39 h 141"/>
                  <a:gd name="T66" fmla="*/ 21 w 129"/>
                  <a:gd name="T67" fmla="*/ 63 h 141"/>
                  <a:gd name="T68" fmla="*/ 15 w 129"/>
                  <a:gd name="T69" fmla="*/ 78 h 141"/>
                  <a:gd name="T70" fmla="*/ 6 w 129"/>
                  <a:gd name="T71" fmla="*/ 102 h 141"/>
                  <a:gd name="T72" fmla="*/ 0 w 129"/>
                  <a:gd name="T73" fmla="*/ 117 h 141"/>
                  <a:gd name="T74" fmla="*/ 0 w 129"/>
                  <a:gd name="T75" fmla="*/ 132 h 141"/>
                  <a:gd name="T76" fmla="*/ 0 w 129"/>
                  <a:gd name="T77" fmla="*/ 132 h 141"/>
                  <a:gd name="T78" fmla="*/ 3 w 129"/>
                  <a:gd name="T79" fmla="*/ 132 h 141"/>
                  <a:gd name="T80" fmla="*/ 6 w 129"/>
                  <a:gd name="T81" fmla="*/ 129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9" h="141">
                    <a:moveTo>
                      <a:pt x="6" y="129"/>
                    </a:moveTo>
                    <a:cubicBezTo>
                      <a:pt x="9" y="129"/>
                      <a:pt x="6" y="132"/>
                      <a:pt x="12" y="132"/>
                    </a:cubicBezTo>
                    <a:cubicBezTo>
                      <a:pt x="15" y="129"/>
                      <a:pt x="18" y="129"/>
                      <a:pt x="21" y="132"/>
                    </a:cubicBezTo>
                    <a:cubicBezTo>
                      <a:pt x="24" y="135"/>
                      <a:pt x="27" y="135"/>
                      <a:pt x="33" y="135"/>
                    </a:cubicBezTo>
                    <a:cubicBezTo>
                      <a:pt x="36" y="135"/>
                      <a:pt x="72" y="135"/>
                      <a:pt x="72" y="135"/>
                    </a:cubicBezTo>
                    <a:cubicBezTo>
                      <a:pt x="75" y="138"/>
                      <a:pt x="75" y="138"/>
                      <a:pt x="75" y="138"/>
                    </a:cubicBezTo>
                    <a:cubicBezTo>
                      <a:pt x="75" y="138"/>
                      <a:pt x="96" y="138"/>
                      <a:pt x="99" y="138"/>
                    </a:cubicBezTo>
                    <a:cubicBezTo>
                      <a:pt x="102" y="141"/>
                      <a:pt x="114" y="138"/>
                      <a:pt x="117" y="138"/>
                    </a:cubicBezTo>
                    <a:cubicBezTo>
                      <a:pt x="117" y="138"/>
                      <a:pt x="120" y="138"/>
                      <a:pt x="120" y="135"/>
                    </a:cubicBezTo>
                    <a:cubicBezTo>
                      <a:pt x="108" y="120"/>
                      <a:pt x="108" y="120"/>
                      <a:pt x="108" y="120"/>
                    </a:cubicBezTo>
                    <a:cubicBezTo>
                      <a:pt x="108" y="81"/>
                      <a:pt x="108" y="81"/>
                      <a:pt x="108" y="81"/>
                    </a:cubicBezTo>
                    <a:cubicBezTo>
                      <a:pt x="126" y="81"/>
                      <a:pt x="126" y="81"/>
                      <a:pt x="126" y="81"/>
                    </a:cubicBezTo>
                    <a:cubicBezTo>
                      <a:pt x="129" y="78"/>
                      <a:pt x="129" y="78"/>
                      <a:pt x="129" y="78"/>
                    </a:cubicBezTo>
                    <a:cubicBezTo>
                      <a:pt x="129" y="57"/>
                      <a:pt x="129" y="57"/>
                      <a:pt x="129" y="57"/>
                    </a:cubicBezTo>
                    <a:cubicBezTo>
                      <a:pt x="129" y="57"/>
                      <a:pt x="129" y="57"/>
                      <a:pt x="126" y="57"/>
                    </a:cubicBezTo>
                    <a:cubicBezTo>
                      <a:pt x="123" y="57"/>
                      <a:pt x="120" y="57"/>
                      <a:pt x="117" y="57"/>
                    </a:cubicBezTo>
                    <a:cubicBezTo>
                      <a:pt x="114" y="57"/>
                      <a:pt x="114" y="60"/>
                      <a:pt x="111" y="60"/>
                    </a:cubicBezTo>
                    <a:cubicBezTo>
                      <a:pt x="108" y="60"/>
                      <a:pt x="111" y="54"/>
                      <a:pt x="111" y="51"/>
                    </a:cubicBezTo>
                    <a:cubicBezTo>
                      <a:pt x="111" y="48"/>
                      <a:pt x="108" y="45"/>
                      <a:pt x="105" y="42"/>
                    </a:cubicBezTo>
                    <a:cubicBezTo>
                      <a:pt x="102" y="42"/>
                      <a:pt x="108" y="27"/>
                      <a:pt x="108" y="27"/>
                    </a:cubicBezTo>
                    <a:cubicBezTo>
                      <a:pt x="105" y="24"/>
                      <a:pt x="105" y="21"/>
                      <a:pt x="105" y="18"/>
                    </a:cubicBezTo>
                    <a:cubicBezTo>
                      <a:pt x="105" y="15"/>
                      <a:pt x="102" y="15"/>
                      <a:pt x="99" y="15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3" y="15"/>
                      <a:pt x="87" y="12"/>
                      <a:pt x="84" y="15"/>
                    </a:cubicBezTo>
                    <a:cubicBezTo>
                      <a:pt x="81" y="15"/>
                      <a:pt x="81" y="24"/>
                      <a:pt x="78" y="24"/>
                    </a:cubicBezTo>
                    <a:cubicBezTo>
                      <a:pt x="78" y="24"/>
                      <a:pt x="72" y="24"/>
                      <a:pt x="66" y="27"/>
                    </a:cubicBezTo>
                    <a:cubicBezTo>
                      <a:pt x="60" y="27"/>
                      <a:pt x="60" y="24"/>
                      <a:pt x="57" y="18"/>
                    </a:cubicBezTo>
                    <a:cubicBezTo>
                      <a:pt x="54" y="12"/>
                      <a:pt x="51" y="15"/>
                      <a:pt x="51" y="9"/>
                    </a:cubicBezTo>
                    <a:cubicBezTo>
                      <a:pt x="54" y="6"/>
                      <a:pt x="51" y="0"/>
                      <a:pt x="51" y="0"/>
                    </a:cubicBezTo>
                    <a:cubicBezTo>
                      <a:pt x="51" y="0"/>
                      <a:pt x="18" y="0"/>
                      <a:pt x="12" y="0"/>
                    </a:cubicBezTo>
                    <a:cubicBezTo>
                      <a:pt x="12" y="0"/>
                      <a:pt x="9" y="3"/>
                      <a:pt x="6" y="3"/>
                    </a:cubicBezTo>
                    <a:cubicBezTo>
                      <a:pt x="9" y="12"/>
                      <a:pt x="15" y="24"/>
                      <a:pt x="18" y="27"/>
                    </a:cubicBezTo>
                    <a:cubicBezTo>
                      <a:pt x="18" y="30"/>
                      <a:pt x="15" y="33"/>
                      <a:pt x="15" y="39"/>
                    </a:cubicBezTo>
                    <a:cubicBezTo>
                      <a:pt x="15" y="45"/>
                      <a:pt x="21" y="57"/>
                      <a:pt x="21" y="63"/>
                    </a:cubicBezTo>
                    <a:cubicBezTo>
                      <a:pt x="24" y="69"/>
                      <a:pt x="18" y="75"/>
                      <a:pt x="15" y="78"/>
                    </a:cubicBezTo>
                    <a:cubicBezTo>
                      <a:pt x="9" y="84"/>
                      <a:pt x="6" y="96"/>
                      <a:pt x="6" y="102"/>
                    </a:cubicBezTo>
                    <a:cubicBezTo>
                      <a:pt x="6" y="108"/>
                      <a:pt x="0" y="114"/>
                      <a:pt x="0" y="117"/>
                    </a:cubicBezTo>
                    <a:cubicBezTo>
                      <a:pt x="0" y="120"/>
                      <a:pt x="0" y="129"/>
                      <a:pt x="0" y="132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2"/>
                      <a:pt x="3" y="129"/>
                      <a:pt x="6" y="12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8" name="Freeform 14">
                <a:extLst>
                  <a:ext uri="{FF2B5EF4-FFF2-40B4-BE49-F238E27FC236}">
                    <a16:creationId xmlns:a16="http://schemas.microsoft.com/office/drawing/2014/main" id="{6E937FD6-EE0B-CA85-A0F4-6F048DE79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9099" y="3426234"/>
                <a:ext cx="247376" cy="217637"/>
              </a:xfrm>
              <a:custGeom>
                <a:avLst/>
                <a:gdLst>
                  <a:gd name="T0" fmla="*/ 99 w 129"/>
                  <a:gd name="T1" fmla="*/ 3 h 114"/>
                  <a:gd name="T2" fmla="*/ 90 w 129"/>
                  <a:gd name="T3" fmla="*/ 0 h 114"/>
                  <a:gd name="T4" fmla="*/ 78 w 129"/>
                  <a:gd name="T5" fmla="*/ 3 h 114"/>
                  <a:gd name="T6" fmla="*/ 75 w 129"/>
                  <a:gd name="T7" fmla="*/ 9 h 114"/>
                  <a:gd name="T8" fmla="*/ 72 w 129"/>
                  <a:gd name="T9" fmla="*/ 15 h 114"/>
                  <a:gd name="T10" fmla="*/ 72 w 129"/>
                  <a:gd name="T11" fmla="*/ 27 h 114"/>
                  <a:gd name="T12" fmla="*/ 69 w 129"/>
                  <a:gd name="T13" fmla="*/ 39 h 114"/>
                  <a:gd name="T14" fmla="*/ 78 w 129"/>
                  <a:gd name="T15" fmla="*/ 48 h 114"/>
                  <a:gd name="T16" fmla="*/ 84 w 129"/>
                  <a:gd name="T17" fmla="*/ 45 h 114"/>
                  <a:gd name="T18" fmla="*/ 87 w 129"/>
                  <a:gd name="T19" fmla="*/ 54 h 114"/>
                  <a:gd name="T20" fmla="*/ 84 w 129"/>
                  <a:gd name="T21" fmla="*/ 57 h 114"/>
                  <a:gd name="T22" fmla="*/ 75 w 129"/>
                  <a:gd name="T23" fmla="*/ 57 h 114"/>
                  <a:gd name="T24" fmla="*/ 72 w 129"/>
                  <a:gd name="T25" fmla="*/ 48 h 114"/>
                  <a:gd name="T26" fmla="*/ 63 w 129"/>
                  <a:gd name="T27" fmla="*/ 45 h 114"/>
                  <a:gd name="T28" fmla="*/ 57 w 129"/>
                  <a:gd name="T29" fmla="*/ 39 h 114"/>
                  <a:gd name="T30" fmla="*/ 54 w 129"/>
                  <a:gd name="T31" fmla="*/ 42 h 114"/>
                  <a:gd name="T32" fmla="*/ 48 w 129"/>
                  <a:gd name="T33" fmla="*/ 42 h 114"/>
                  <a:gd name="T34" fmla="*/ 39 w 129"/>
                  <a:gd name="T35" fmla="*/ 39 h 114"/>
                  <a:gd name="T36" fmla="*/ 36 w 129"/>
                  <a:gd name="T37" fmla="*/ 36 h 114"/>
                  <a:gd name="T38" fmla="*/ 27 w 129"/>
                  <a:gd name="T39" fmla="*/ 36 h 114"/>
                  <a:gd name="T40" fmla="*/ 24 w 129"/>
                  <a:gd name="T41" fmla="*/ 33 h 114"/>
                  <a:gd name="T42" fmla="*/ 21 w 129"/>
                  <a:gd name="T43" fmla="*/ 30 h 114"/>
                  <a:gd name="T44" fmla="*/ 21 w 129"/>
                  <a:gd name="T45" fmla="*/ 51 h 114"/>
                  <a:gd name="T46" fmla="*/ 18 w 129"/>
                  <a:gd name="T47" fmla="*/ 54 h 114"/>
                  <a:gd name="T48" fmla="*/ 0 w 129"/>
                  <a:gd name="T49" fmla="*/ 54 h 114"/>
                  <a:gd name="T50" fmla="*/ 0 w 129"/>
                  <a:gd name="T51" fmla="*/ 93 h 114"/>
                  <a:gd name="T52" fmla="*/ 12 w 129"/>
                  <a:gd name="T53" fmla="*/ 108 h 114"/>
                  <a:gd name="T54" fmla="*/ 33 w 129"/>
                  <a:gd name="T55" fmla="*/ 108 h 114"/>
                  <a:gd name="T56" fmla="*/ 33 w 129"/>
                  <a:gd name="T57" fmla="*/ 111 h 114"/>
                  <a:gd name="T58" fmla="*/ 39 w 129"/>
                  <a:gd name="T59" fmla="*/ 111 h 114"/>
                  <a:gd name="T60" fmla="*/ 54 w 129"/>
                  <a:gd name="T61" fmla="*/ 114 h 114"/>
                  <a:gd name="T62" fmla="*/ 66 w 129"/>
                  <a:gd name="T63" fmla="*/ 99 h 114"/>
                  <a:gd name="T64" fmla="*/ 75 w 129"/>
                  <a:gd name="T65" fmla="*/ 93 h 114"/>
                  <a:gd name="T66" fmla="*/ 81 w 129"/>
                  <a:gd name="T67" fmla="*/ 87 h 114"/>
                  <a:gd name="T68" fmla="*/ 93 w 129"/>
                  <a:gd name="T69" fmla="*/ 87 h 114"/>
                  <a:gd name="T70" fmla="*/ 93 w 129"/>
                  <a:gd name="T71" fmla="*/ 87 h 114"/>
                  <a:gd name="T72" fmla="*/ 90 w 129"/>
                  <a:gd name="T73" fmla="*/ 78 h 114"/>
                  <a:gd name="T74" fmla="*/ 120 w 129"/>
                  <a:gd name="T75" fmla="*/ 66 h 114"/>
                  <a:gd name="T76" fmla="*/ 120 w 129"/>
                  <a:gd name="T77" fmla="*/ 60 h 114"/>
                  <a:gd name="T78" fmla="*/ 120 w 129"/>
                  <a:gd name="T79" fmla="*/ 51 h 114"/>
                  <a:gd name="T80" fmla="*/ 126 w 129"/>
                  <a:gd name="T81" fmla="*/ 48 h 114"/>
                  <a:gd name="T82" fmla="*/ 126 w 129"/>
                  <a:gd name="T83" fmla="*/ 30 h 114"/>
                  <a:gd name="T84" fmla="*/ 129 w 129"/>
                  <a:gd name="T85" fmla="*/ 27 h 114"/>
                  <a:gd name="T86" fmla="*/ 123 w 129"/>
                  <a:gd name="T87" fmla="*/ 15 h 114"/>
                  <a:gd name="T88" fmla="*/ 108 w 129"/>
                  <a:gd name="T89" fmla="*/ 9 h 114"/>
                  <a:gd name="T90" fmla="*/ 99 w 129"/>
                  <a:gd name="T91" fmla="*/ 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29" h="114">
                    <a:moveTo>
                      <a:pt x="99" y="3"/>
                    </a:moveTo>
                    <a:cubicBezTo>
                      <a:pt x="99" y="3"/>
                      <a:pt x="93" y="3"/>
                      <a:pt x="90" y="0"/>
                    </a:cubicBezTo>
                    <a:cubicBezTo>
                      <a:pt x="90" y="3"/>
                      <a:pt x="81" y="3"/>
                      <a:pt x="78" y="3"/>
                    </a:cubicBezTo>
                    <a:cubicBezTo>
                      <a:pt x="72" y="3"/>
                      <a:pt x="78" y="6"/>
                      <a:pt x="75" y="9"/>
                    </a:cubicBezTo>
                    <a:cubicBezTo>
                      <a:pt x="72" y="12"/>
                      <a:pt x="72" y="15"/>
                      <a:pt x="72" y="15"/>
                    </a:cubicBezTo>
                    <a:cubicBezTo>
                      <a:pt x="75" y="15"/>
                      <a:pt x="72" y="24"/>
                      <a:pt x="72" y="27"/>
                    </a:cubicBezTo>
                    <a:cubicBezTo>
                      <a:pt x="72" y="30"/>
                      <a:pt x="69" y="36"/>
                      <a:pt x="69" y="39"/>
                    </a:cubicBezTo>
                    <a:cubicBezTo>
                      <a:pt x="72" y="39"/>
                      <a:pt x="75" y="45"/>
                      <a:pt x="78" y="48"/>
                    </a:cubicBezTo>
                    <a:cubicBezTo>
                      <a:pt x="81" y="48"/>
                      <a:pt x="84" y="45"/>
                      <a:pt x="84" y="45"/>
                    </a:cubicBezTo>
                    <a:cubicBezTo>
                      <a:pt x="87" y="45"/>
                      <a:pt x="87" y="48"/>
                      <a:pt x="87" y="54"/>
                    </a:cubicBezTo>
                    <a:cubicBezTo>
                      <a:pt x="87" y="57"/>
                      <a:pt x="84" y="57"/>
                      <a:pt x="84" y="57"/>
                    </a:cubicBezTo>
                    <a:cubicBezTo>
                      <a:pt x="84" y="57"/>
                      <a:pt x="78" y="60"/>
                      <a:pt x="75" y="57"/>
                    </a:cubicBezTo>
                    <a:cubicBezTo>
                      <a:pt x="75" y="57"/>
                      <a:pt x="72" y="51"/>
                      <a:pt x="72" y="48"/>
                    </a:cubicBezTo>
                    <a:cubicBezTo>
                      <a:pt x="72" y="45"/>
                      <a:pt x="66" y="45"/>
                      <a:pt x="63" y="45"/>
                    </a:cubicBezTo>
                    <a:cubicBezTo>
                      <a:pt x="60" y="45"/>
                      <a:pt x="57" y="42"/>
                      <a:pt x="57" y="39"/>
                    </a:cubicBezTo>
                    <a:cubicBezTo>
                      <a:pt x="57" y="39"/>
                      <a:pt x="54" y="39"/>
                      <a:pt x="54" y="42"/>
                    </a:cubicBezTo>
                    <a:cubicBezTo>
                      <a:pt x="54" y="42"/>
                      <a:pt x="51" y="42"/>
                      <a:pt x="48" y="42"/>
                    </a:cubicBezTo>
                    <a:cubicBezTo>
                      <a:pt x="45" y="42"/>
                      <a:pt x="42" y="39"/>
                      <a:pt x="39" y="39"/>
                    </a:cubicBezTo>
                    <a:cubicBezTo>
                      <a:pt x="36" y="42"/>
                      <a:pt x="36" y="36"/>
                      <a:pt x="36" y="36"/>
                    </a:cubicBezTo>
                    <a:cubicBezTo>
                      <a:pt x="36" y="33"/>
                      <a:pt x="30" y="33"/>
                      <a:pt x="27" y="3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0"/>
                      <a:pt x="21" y="30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12" y="108"/>
                      <a:pt x="12" y="108"/>
                      <a:pt x="12" y="108"/>
                    </a:cubicBezTo>
                    <a:cubicBezTo>
                      <a:pt x="18" y="108"/>
                      <a:pt x="33" y="105"/>
                      <a:pt x="33" y="108"/>
                    </a:cubicBezTo>
                    <a:cubicBezTo>
                      <a:pt x="33" y="111"/>
                      <a:pt x="33" y="111"/>
                      <a:pt x="33" y="111"/>
                    </a:cubicBezTo>
                    <a:cubicBezTo>
                      <a:pt x="36" y="111"/>
                      <a:pt x="39" y="111"/>
                      <a:pt x="39" y="111"/>
                    </a:cubicBezTo>
                    <a:cubicBezTo>
                      <a:pt x="42" y="111"/>
                      <a:pt x="51" y="114"/>
                      <a:pt x="54" y="114"/>
                    </a:cubicBezTo>
                    <a:cubicBezTo>
                      <a:pt x="57" y="111"/>
                      <a:pt x="60" y="102"/>
                      <a:pt x="66" y="99"/>
                    </a:cubicBezTo>
                    <a:cubicBezTo>
                      <a:pt x="69" y="99"/>
                      <a:pt x="75" y="93"/>
                      <a:pt x="75" y="93"/>
                    </a:cubicBezTo>
                    <a:cubicBezTo>
                      <a:pt x="75" y="90"/>
                      <a:pt x="75" y="87"/>
                      <a:pt x="81" y="87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3" y="87"/>
                      <a:pt x="93" y="87"/>
                      <a:pt x="93" y="87"/>
                    </a:cubicBezTo>
                    <a:cubicBezTo>
                      <a:pt x="90" y="78"/>
                      <a:pt x="90" y="78"/>
                      <a:pt x="90" y="78"/>
                    </a:cubicBezTo>
                    <a:cubicBezTo>
                      <a:pt x="120" y="66"/>
                      <a:pt x="120" y="66"/>
                      <a:pt x="120" y="66"/>
                    </a:cubicBezTo>
                    <a:cubicBezTo>
                      <a:pt x="120" y="63"/>
                      <a:pt x="120" y="63"/>
                      <a:pt x="120" y="60"/>
                    </a:cubicBezTo>
                    <a:cubicBezTo>
                      <a:pt x="120" y="60"/>
                      <a:pt x="120" y="54"/>
                      <a:pt x="120" y="51"/>
                    </a:cubicBezTo>
                    <a:cubicBezTo>
                      <a:pt x="120" y="48"/>
                      <a:pt x="129" y="51"/>
                      <a:pt x="126" y="48"/>
                    </a:cubicBezTo>
                    <a:cubicBezTo>
                      <a:pt x="123" y="45"/>
                      <a:pt x="123" y="33"/>
                      <a:pt x="126" y="30"/>
                    </a:cubicBezTo>
                    <a:cubicBezTo>
                      <a:pt x="126" y="27"/>
                      <a:pt x="129" y="30"/>
                      <a:pt x="129" y="27"/>
                    </a:cubicBezTo>
                    <a:cubicBezTo>
                      <a:pt x="129" y="24"/>
                      <a:pt x="126" y="18"/>
                      <a:pt x="123" y="15"/>
                    </a:cubicBezTo>
                    <a:cubicBezTo>
                      <a:pt x="123" y="12"/>
                      <a:pt x="111" y="9"/>
                      <a:pt x="108" y="9"/>
                    </a:cubicBezTo>
                    <a:cubicBezTo>
                      <a:pt x="108" y="9"/>
                      <a:pt x="102" y="3"/>
                      <a:pt x="9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9" name="Freeform 15">
                <a:extLst>
                  <a:ext uri="{FF2B5EF4-FFF2-40B4-BE49-F238E27FC236}">
                    <a16:creationId xmlns:a16="http://schemas.microsoft.com/office/drawing/2014/main" id="{96D4D366-BCEC-FB85-60DD-DEA305E9BA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2388" y="3270779"/>
                <a:ext cx="45961" cy="33794"/>
              </a:xfrm>
              <a:custGeom>
                <a:avLst/>
                <a:gdLst>
                  <a:gd name="T0" fmla="*/ 18 w 24"/>
                  <a:gd name="T1" fmla="*/ 0 h 18"/>
                  <a:gd name="T2" fmla="*/ 12 w 24"/>
                  <a:gd name="T3" fmla="*/ 0 h 18"/>
                  <a:gd name="T4" fmla="*/ 9 w 24"/>
                  <a:gd name="T5" fmla="*/ 3 h 18"/>
                  <a:gd name="T6" fmla="*/ 6 w 24"/>
                  <a:gd name="T7" fmla="*/ 3 h 18"/>
                  <a:gd name="T8" fmla="*/ 3 w 24"/>
                  <a:gd name="T9" fmla="*/ 12 h 18"/>
                  <a:gd name="T10" fmla="*/ 0 w 24"/>
                  <a:gd name="T11" fmla="*/ 15 h 18"/>
                  <a:gd name="T12" fmla="*/ 3 w 24"/>
                  <a:gd name="T13" fmla="*/ 18 h 18"/>
                  <a:gd name="T14" fmla="*/ 6 w 24"/>
                  <a:gd name="T15" fmla="*/ 18 h 18"/>
                  <a:gd name="T16" fmla="*/ 12 w 24"/>
                  <a:gd name="T17" fmla="*/ 15 h 18"/>
                  <a:gd name="T18" fmla="*/ 24 w 24"/>
                  <a:gd name="T19" fmla="*/ 12 h 18"/>
                  <a:gd name="T20" fmla="*/ 21 w 24"/>
                  <a:gd name="T21" fmla="*/ 3 h 18"/>
                  <a:gd name="T22" fmla="*/ 18 w 24"/>
                  <a:gd name="T2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18">
                    <a:moveTo>
                      <a:pt x="18" y="0"/>
                    </a:moveTo>
                    <a:cubicBezTo>
                      <a:pt x="18" y="0"/>
                      <a:pt x="15" y="0"/>
                      <a:pt x="12" y="0"/>
                    </a:cubicBezTo>
                    <a:cubicBezTo>
                      <a:pt x="12" y="3"/>
                      <a:pt x="12" y="3"/>
                      <a:pt x="9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3" y="6"/>
                      <a:pt x="3" y="12"/>
                      <a:pt x="3" y="12"/>
                    </a:cubicBezTo>
                    <a:cubicBezTo>
                      <a:pt x="3" y="12"/>
                      <a:pt x="0" y="12"/>
                      <a:pt x="0" y="15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15" y="18"/>
                      <a:pt x="12" y="15"/>
                      <a:pt x="12" y="15"/>
                    </a:cubicBezTo>
                    <a:cubicBezTo>
                      <a:pt x="12" y="15"/>
                      <a:pt x="21" y="15"/>
                      <a:pt x="24" y="12"/>
                    </a:cubicBezTo>
                    <a:cubicBezTo>
                      <a:pt x="24" y="9"/>
                      <a:pt x="21" y="3"/>
                      <a:pt x="21" y="3"/>
                    </a:cubicBez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0" name="Freeform 16">
                <a:extLst>
                  <a:ext uri="{FF2B5EF4-FFF2-40B4-BE49-F238E27FC236}">
                    <a16:creationId xmlns:a16="http://schemas.microsoft.com/office/drawing/2014/main" id="{0F5464C0-BB38-077B-1700-345055BCB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7337" y="2977443"/>
                <a:ext cx="224396" cy="304150"/>
              </a:xfrm>
              <a:custGeom>
                <a:avLst/>
                <a:gdLst>
                  <a:gd name="T0" fmla="*/ 27 w 117"/>
                  <a:gd name="T1" fmla="*/ 30 h 159"/>
                  <a:gd name="T2" fmla="*/ 33 w 117"/>
                  <a:gd name="T3" fmla="*/ 39 h 159"/>
                  <a:gd name="T4" fmla="*/ 57 w 117"/>
                  <a:gd name="T5" fmla="*/ 45 h 159"/>
                  <a:gd name="T6" fmla="*/ 72 w 117"/>
                  <a:gd name="T7" fmla="*/ 48 h 159"/>
                  <a:gd name="T8" fmla="*/ 75 w 117"/>
                  <a:gd name="T9" fmla="*/ 51 h 159"/>
                  <a:gd name="T10" fmla="*/ 45 w 117"/>
                  <a:gd name="T11" fmla="*/ 81 h 159"/>
                  <a:gd name="T12" fmla="*/ 33 w 117"/>
                  <a:gd name="T13" fmla="*/ 84 h 159"/>
                  <a:gd name="T14" fmla="*/ 18 w 117"/>
                  <a:gd name="T15" fmla="*/ 93 h 159"/>
                  <a:gd name="T16" fmla="*/ 9 w 117"/>
                  <a:gd name="T17" fmla="*/ 93 h 159"/>
                  <a:gd name="T18" fmla="*/ 3 w 117"/>
                  <a:gd name="T19" fmla="*/ 102 h 159"/>
                  <a:gd name="T20" fmla="*/ 0 w 117"/>
                  <a:gd name="T21" fmla="*/ 108 h 159"/>
                  <a:gd name="T22" fmla="*/ 0 w 117"/>
                  <a:gd name="T23" fmla="*/ 150 h 159"/>
                  <a:gd name="T24" fmla="*/ 6 w 117"/>
                  <a:gd name="T25" fmla="*/ 159 h 159"/>
                  <a:gd name="T26" fmla="*/ 30 w 117"/>
                  <a:gd name="T27" fmla="*/ 132 h 159"/>
                  <a:gd name="T28" fmla="*/ 51 w 117"/>
                  <a:gd name="T29" fmla="*/ 117 h 159"/>
                  <a:gd name="T30" fmla="*/ 78 w 117"/>
                  <a:gd name="T31" fmla="*/ 90 h 159"/>
                  <a:gd name="T32" fmla="*/ 90 w 117"/>
                  <a:gd name="T33" fmla="*/ 69 h 159"/>
                  <a:gd name="T34" fmla="*/ 102 w 117"/>
                  <a:gd name="T35" fmla="*/ 51 h 159"/>
                  <a:gd name="T36" fmla="*/ 111 w 117"/>
                  <a:gd name="T37" fmla="*/ 30 h 159"/>
                  <a:gd name="T38" fmla="*/ 117 w 117"/>
                  <a:gd name="T39" fmla="*/ 9 h 159"/>
                  <a:gd name="T40" fmla="*/ 108 w 117"/>
                  <a:gd name="T41" fmla="*/ 6 h 159"/>
                  <a:gd name="T42" fmla="*/ 84 w 117"/>
                  <a:gd name="T43" fmla="*/ 12 h 159"/>
                  <a:gd name="T44" fmla="*/ 66 w 117"/>
                  <a:gd name="T45" fmla="*/ 15 h 159"/>
                  <a:gd name="T46" fmla="*/ 51 w 117"/>
                  <a:gd name="T47" fmla="*/ 18 h 159"/>
                  <a:gd name="T48" fmla="*/ 33 w 117"/>
                  <a:gd name="T49" fmla="*/ 18 h 159"/>
                  <a:gd name="T50" fmla="*/ 27 w 117"/>
                  <a:gd name="T51" fmla="*/ 12 h 159"/>
                  <a:gd name="T52" fmla="*/ 18 w 117"/>
                  <a:gd name="T53" fmla="*/ 21 h 159"/>
                  <a:gd name="T54" fmla="*/ 27 w 117"/>
                  <a:gd name="T55" fmla="*/ 3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17" h="159">
                    <a:moveTo>
                      <a:pt x="27" y="30"/>
                    </a:moveTo>
                    <a:cubicBezTo>
                      <a:pt x="27" y="33"/>
                      <a:pt x="33" y="36"/>
                      <a:pt x="33" y="39"/>
                    </a:cubicBezTo>
                    <a:cubicBezTo>
                      <a:pt x="36" y="39"/>
                      <a:pt x="48" y="42"/>
                      <a:pt x="57" y="45"/>
                    </a:cubicBezTo>
                    <a:cubicBezTo>
                      <a:pt x="66" y="48"/>
                      <a:pt x="69" y="48"/>
                      <a:pt x="72" y="48"/>
                    </a:cubicBezTo>
                    <a:cubicBezTo>
                      <a:pt x="75" y="48"/>
                      <a:pt x="78" y="51"/>
                      <a:pt x="75" y="51"/>
                    </a:cubicBezTo>
                    <a:cubicBezTo>
                      <a:pt x="75" y="54"/>
                      <a:pt x="48" y="78"/>
                      <a:pt x="45" y="81"/>
                    </a:cubicBezTo>
                    <a:cubicBezTo>
                      <a:pt x="42" y="84"/>
                      <a:pt x="42" y="84"/>
                      <a:pt x="33" y="84"/>
                    </a:cubicBezTo>
                    <a:cubicBezTo>
                      <a:pt x="27" y="84"/>
                      <a:pt x="21" y="93"/>
                      <a:pt x="18" y="93"/>
                    </a:cubicBezTo>
                    <a:cubicBezTo>
                      <a:pt x="18" y="90"/>
                      <a:pt x="12" y="93"/>
                      <a:pt x="9" y="93"/>
                    </a:cubicBezTo>
                    <a:cubicBezTo>
                      <a:pt x="3" y="102"/>
                      <a:pt x="3" y="102"/>
                      <a:pt x="3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0" y="150"/>
                      <a:pt x="0" y="150"/>
                      <a:pt x="0" y="150"/>
                    </a:cubicBezTo>
                    <a:cubicBezTo>
                      <a:pt x="6" y="159"/>
                      <a:pt x="6" y="159"/>
                      <a:pt x="6" y="159"/>
                    </a:cubicBezTo>
                    <a:cubicBezTo>
                      <a:pt x="9" y="153"/>
                      <a:pt x="21" y="141"/>
                      <a:pt x="30" y="132"/>
                    </a:cubicBezTo>
                    <a:cubicBezTo>
                      <a:pt x="39" y="123"/>
                      <a:pt x="45" y="120"/>
                      <a:pt x="51" y="117"/>
                    </a:cubicBezTo>
                    <a:cubicBezTo>
                      <a:pt x="54" y="114"/>
                      <a:pt x="69" y="102"/>
                      <a:pt x="78" y="90"/>
                    </a:cubicBezTo>
                    <a:cubicBezTo>
                      <a:pt x="84" y="81"/>
                      <a:pt x="90" y="75"/>
                      <a:pt x="90" y="69"/>
                    </a:cubicBezTo>
                    <a:cubicBezTo>
                      <a:pt x="93" y="63"/>
                      <a:pt x="96" y="57"/>
                      <a:pt x="102" y="51"/>
                    </a:cubicBezTo>
                    <a:cubicBezTo>
                      <a:pt x="105" y="45"/>
                      <a:pt x="111" y="33"/>
                      <a:pt x="111" y="30"/>
                    </a:cubicBezTo>
                    <a:cubicBezTo>
                      <a:pt x="111" y="24"/>
                      <a:pt x="114" y="15"/>
                      <a:pt x="117" y="9"/>
                    </a:cubicBezTo>
                    <a:cubicBezTo>
                      <a:pt x="117" y="3"/>
                      <a:pt x="111" y="0"/>
                      <a:pt x="108" y="6"/>
                    </a:cubicBezTo>
                    <a:cubicBezTo>
                      <a:pt x="105" y="9"/>
                      <a:pt x="93" y="12"/>
                      <a:pt x="84" y="12"/>
                    </a:cubicBezTo>
                    <a:cubicBezTo>
                      <a:pt x="75" y="12"/>
                      <a:pt x="69" y="12"/>
                      <a:pt x="66" y="15"/>
                    </a:cubicBezTo>
                    <a:cubicBezTo>
                      <a:pt x="63" y="18"/>
                      <a:pt x="54" y="15"/>
                      <a:pt x="51" y="18"/>
                    </a:cubicBezTo>
                    <a:cubicBezTo>
                      <a:pt x="48" y="21"/>
                      <a:pt x="36" y="24"/>
                      <a:pt x="33" y="18"/>
                    </a:cubicBezTo>
                    <a:cubicBezTo>
                      <a:pt x="30" y="15"/>
                      <a:pt x="27" y="12"/>
                      <a:pt x="27" y="12"/>
                    </a:cubicBezTo>
                    <a:cubicBezTo>
                      <a:pt x="24" y="15"/>
                      <a:pt x="18" y="18"/>
                      <a:pt x="18" y="21"/>
                    </a:cubicBezTo>
                    <a:cubicBezTo>
                      <a:pt x="21" y="24"/>
                      <a:pt x="24" y="30"/>
                      <a:pt x="27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1" name="Freeform 21">
                <a:extLst>
                  <a:ext uri="{FF2B5EF4-FFF2-40B4-BE49-F238E27FC236}">
                    <a16:creationId xmlns:a16="http://schemas.microsoft.com/office/drawing/2014/main" id="{2BB4AC47-2D60-C2AA-D066-2AB2FCFDA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949" y="2390771"/>
                <a:ext cx="91921" cy="178435"/>
              </a:xfrm>
              <a:custGeom>
                <a:avLst/>
                <a:gdLst>
                  <a:gd name="T0" fmla="*/ 12 w 48"/>
                  <a:gd name="T1" fmla="*/ 24 h 93"/>
                  <a:gd name="T2" fmla="*/ 9 w 48"/>
                  <a:gd name="T3" fmla="*/ 36 h 93"/>
                  <a:gd name="T4" fmla="*/ 3 w 48"/>
                  <a:gd name="T5" fmla="*/ 42 h 93"/>
                  <a:gd name="T6" fmla="*/ 6 w 48"/>
                  <a:gd name="T7" fmla="*/ 54 h 93"/>
                  <a:gd name="T8" fmla="*/ 12 w 48"/>
                  <a:gd name="T9" fmla="*/ 63 h 93"/>
                  <a:gd name="T10" fmla="*/ 21 w 48"/>
                  <a:gd name="T11" fmla="*/ 69 h 93"/>
                  <a:gd name="T12" fmla="*/ 27 w 48"/>
                  <a:gd name="T13" fmla="*/ 90 h 93"/>
                  <a:gd name="T14" fmla="*/ 27 w 48"/>
                  <a:gd name="T15" fmla="*/ 93 h 93"/>
                  <a:gd name="T16" fmla="*/ 33 w 48"/>
                  <a:gd name="T17" fmla="*/ 87 h 93"/>
                  <a:gd name="T18" fmla="*/ 33 w 48"/>
                  <a:gd name="T19" fmla="*/ 78 h 93"/>
                  <a:gd name="T20" fmla="*/ 36 w 48"/>
                  <a:gd name="T21" fmla="*/ 75 h 93"/>
                  <a:gd name="T22" fmla="*/ 42 w 48"/>
                  <a:gd name="T23" fmla="*/ 66 h 93"/>
                  <a:gd name="T24" fmla="*/ 48 w 48"/>
                  <a:gd name="T25" fmla="*/ 63 h 93"/>
                  <a:gd name="T26" fmla="*/ 48 w 48"/>
                  <a:gd name="T27" fmla="*/ 57 h 93"/>
                  <a:gd name="T28" fmla="*/ 45 w 48"/>
                  <a:gd name="T29" fmla="*/ 51 h 93"/>
                  <a:gd name="T30" fmla="*/ 39 w 48"/>
                  <a:gd name="T31" fmla="*/ 48 h 93"/>
                  <a:gd name="T32" fmla="*/ 30 w 48"/>
                  <a:gd name="T33" fmla="*/ 45 h 93"/>
                  <a:gd name="T34" fmla="*/ 39 w 48"/>
                  <a:gd name="T35" fmla="*/ 36 h 93"/>
                  <a:gd name="T36" fmla="*/ 39 w 48"/>
                  <a:gd name="T37" fmla="*/ 21 h 93"/>
                  <a:gd name="T38" fmla="*/ 42 w 48"/>
                  <a:gd name="T39" fmla="*/ 12 h 93"/>
                  <a:gd name="T40" fmla="*/ 39 w 48"/>
                  <a:gd name="T41" fmla="*/ 6 h 93"/>
                  <a:gd name="T42" fmla="*/ 36 w 48"/>
                  <a:gd name="T43" fmla="*/ 6 h 93"/>
                  <a:gd name="T44" fmla="*/ 21 w 48"/>
                  <a:gd name="T45" fmla="*/ 6 h 93"/>
                  <a:gd name="T46" fmla="*/ 15 w 48"/>
                  <a:gd name="T47" fmla="*/ 6 h 93"/>
                  <a:gd name="T48" fmla="*/ 12 w 48"/>
                  <a:gd name="T49" fmla="*/ 2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93">
                    <a:moveTo>
                      <a:pt x="12" y="24"/>
                    </a:moveTo>
                    <a:cubicBezTo>
                      <a:pt x="15" y="27"/>
                      <a:pt x="12" y="36"/>
                      <a:pt x="9" y="36"/>
                    </a:cubicBezTo>
                    <a:cubicBezTo>
                      <a:pt x="6" y="36"/>
                      <a:pt x="6" y="42"/>
                      <a:pt x="3" y="42"/>
                    </a:cubicBezTo>
                    <a:cubicBezTo>
                      <a:pt x="0" y="42"/>
                      <a:pt x="3" y="54"/>
                      <a:pt x="6" y="54"/>
                    </a:cubicBezTo>
                    <a:cubicBezTo>
                      <a:pt x="12" y="57"/>
                      <a:pt x="12" y="60"/>
                      <a:pt x="12" y="63"/>
                    </a:cubicBezTo>
                    <a:cubicBezTo>
                      <a:pt x="12" y="66"/>
                      <a:pt x="18" y="66"/>
                      <a:pt x="21" y="69"/>
                    </a:cubicBezTo>
                    <a:cubicBezTo>
                      <a:pt x="24" y="72"/>
                      <a:pt x="27" y="84"/>
                      <a:pt x="27" y="90"/>
                    </a:cubicBezTo>
                    <a:cubicBezTo>
                      <a:pt x="27" y="90"/>
                      <a:pt x="27" y="90"/>
                      <a:pt x="27" y="93"/>
                    </a:cubicBezTo>
                    <a:cubicBezTo>
                      <a:pt x="30" y="90"/>
                      <a:pt x="30" y="90"/>
                      <a:pt x="33" y="87"/>
                    </a:cubicBezTo>
                    <a:cubicBezTo>
                      <a:pt x="33" y="84"/>
                      <a:pt x="33" y="81"/>
                      <a:pt x="33" y="78"/>
                    </a:cubicBezTo>
                    <a:cubicBezTo>
                      <a:pt x="33" y="78"/>
                      <a:pt x="33" y="75"/>
                      <a:pt x="36" y="75"/>
                    </a:cubicBezTo>
                    <a:cubicBezTo>
                      <a:pt x="36" y="72"/>
                      <a:pt x="42" y="66"/>
                      <a:pt x="42" y="66"/>
                    </a:cubicBezTo>
                    <a:cubicBezTo>
                      <a:pt x="45" y="66"/>
                      <a:pt x="48" y="66"/>
                      <a:pt x="48" y="63"/>
                    </a:cubicBezTo>
                    <a:cubicBezTo>
                      <a:pt x="48" y="60"/>
                      <a:pt x="48" y="60"/>
                      <a:pt x="48" y="57"/>
                    </a:cubicBezTo>
                    <a:cubicBezTo>
                      <a:pt x="45" y="54"/>
                      <a:pt x="45" y="54"/>
                      <a:pt x="45" y="51"/>
                    </a:cubicBezTo>
                    <a:cubicBezTo>
                      <a:pt x="45" y="51"/>
                      <a:pt x="42" y="45"/>
                      <a:pt x="39" y="48"/>
                    </a:cubicBezTo>
                    <a:cubicBezTo>
                      <a:pt x="39" y="51"/>
                      <a:pt x="33" y="48"/>
                      <a:pt x="30" y="45"/>
                    </a:cubicBezTo>
                    <a:cubicBezTo>
                      <a:pt x="30" y="39"/>
                      <a:pt x="36" y="39"/>
                      <a:pt x="39" y="36"/>
                    </a:cubicBezTo>
                    <a:cubicBezTo>
                      <a:pt x="45" y="33"/>
                      <a:pt x="45" y="24"/>
                      <a:pt x="39" y="21"/>
                    </a:cubicBezTo>
                    <a:cubicBezTo>
                      <a:pt x="36" y="18"/>
                      <a:pt x="39" y="15"/>
                      <a:pt x="42" y="12"/>
                    </a:cubicBezTo>
                    <a:cubicBezTo>
                      <a:pt x="45" y="9"/>
                      <a:pt x="42" y="6"/>
                      <a:pt x="39" y="6"/>
                    </a:cubicBezTo>
                    <a:cubicBezTo>
                      <a:pt x="39" y="9"/>
                      <a:pt x="36" y="9"/>
                      <a:pt x="36" y="6"/>
                    </a:cubicBezTo>
                    <a:cubicBezTo>
                      <a:pt x="36" y="0"/>
                      <a:pt x="24" y="0"/>
                      <a:pt x="21" y="6"/>
                    </a:cubicBezTo>
                    <a:cubicBezTo>
                      <a:pt x="18" y="6"/>
                      <a:pt x="15" y="6"/>
                      <a:pt x="15" y="6"/>
                    </a:cubicBezTo>
                    <a:cubicBezTo>
                      <a:pt x="12" y="12"/>
                      <a:pt x="12" y="21"/>
                      <a:pt x="12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2" name="Freeform 22">
                <a:extLst>
                  <a:ext uri="{FF2B5EF4-FFF2-40B4-BE49-F238E27FC236}">
                    <a16:creationId xmlns:a16="http://schemas.microsoft.com/office/drawing/2014/main" id="{40FB2E21-E32C-BD55-70F7-9588EC844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3486" y="2396178"/>
                <a:ext cx="454198" cy="431218"/>
              </a:xfrm>
              <a:custGeom>
                <a:avLst/>
                <a:gdLst>
                  <a:gd name="T0" fmla="*/ 81 w 237"/>
                  <a:gd name="T1" fmla="*/ 45 h 225"/>
                  <a:gd name="T2" fmla="*/ 84 w 237"/>
                  <a:gd name="T3" fmla="*/ 54 h 225"/>
                  <a:gd name="T4" fmla="*/ 87 w 237"/>
                  <a:gd name="T5" fmla="*/ 63 h 225"/>
                  <a:gd name="T6" fmla="*/ 84 w 237"/>
                  <a:gd name="T7" fmla="*/ 66 h 225"/>
                  <a:gd name="T8" fmla="*/ 69 w 237"/>
                  <a:gd name="T9" fmla="*/ 66 h 225"/>
                  <a:gd name="T10" fmla="*/ 63 w 237"/>
                  <a:gd name="T11" fmla="*/ 72 h 225"/>
                  <a:gd name="T12" fmla="*/ 57 w 237"/>
                  <a:gd name="T13" fmla="*/ 75 h 225"/>
                  <a:gd name="T14" fmla="*/ 57 w 237"/>
                  <a:gd name="T15" fmla="*/ 81 h 225"/>
                  <a:gd name="T16" fmla="*/ 51 w 237"/>
                  <a:gd name="T17" fmla="*/ 84 h 225"/>
                  <a:gd name="T18" fmla="*/ 42 w 237"/>
                  <a:gd name="T19" fmla="*/ 87 h 225"/>
                  <a:gd name="T20" fmla="*/ 36 w 237"/>
                  <a:gd name="T21" fmla="*/ 93 h 225"/>
                  <a:gd name="T22" fmla="*/ 27 w 237"/>
                  <a:gd name="T23" fmla="*/ 96 h 225"/>
                  <a:gd name="T24" fmla="*/ 21 w 237"/>
                  <a:gd name="T25" fmla="*/ 99 h 225"/>
                  <a:gd name="T26" fmla="*/ 3 w 237"/>
                  <a:gd name="T27" fmla="*/ 111 h 225"/>
                  <a:gd name="T28" fmla="*/ 3 w 237"/>
                  <a:gd name="T29" fmla="*/ 126 h 225"/>
                  <a:gd name="T30" fmla="*/ 3 w 237"/>
                  <a:gd name="T31" fmla="*/ 126 h 225"/>
                  <a:gd name="T32" fmla="*/ 114 w 237"/>
                  <a:gd name="T33" fmla="*/ 201 h 225"/>
                  <a:gd name="T34" fmla="*/ 120 w 237"/>
                  <a:gd name="T35" fmla="*/ 210 h 225"/>
                  <a:gd name="T36" fmla="*/ 132 w 237"/>
                  <a:gd name="T37" fmla="*/ 213 h 225"/>
                  <a:gd name="T38" fmla="*/ 138 w 237"/>
                  <a:gd name="T39" fmla="*/ 225 h 225"/>
                  <a:gd name="T40" fmla="*/ 150 w 237"/>
                  <a:gd name="T41" fmla="*/ 225 h 225"/>
                  <a:gd name="T42" fmla="*/ 168 w 237"/>
                  <a:gd name="T43" fmla="*/ 219 h 225"/>
                  <a:gd name="T44" fmla="*/ 189 w 237"/>
                  <a:gd name="T45" fmla="*/ 201 h 225"/>
                  <a:gd name="T46" fmla="*/ 237 w 237"/>
                  <a:gd name="T47" fmla="*/ 171 h 225"/>
                  <a:gd name="T48" fmla="*/ 237 w 237"/>
                  <a:gd name="T49" fmla="*/ 171 h 225"/>
                  <a:gd name="T50" fmla="*/ 231 w 237"/>
                  <a:gd name="T51" fmla="*/ 162 h 225"/>
                  <a:gd name="T52" fmla="*/ 222 w 237"/>
                  <a:gd name="T53" fmla="*/ 159 h 225"/>
                  <a:gd name="T54" fmla="*/ 216 w 237"/>
                  <a:gd name="T55" fmla="*/ 156 h 225"/>
                  <a:gd name="T56" fmla="*/ 213 w 237"/>
                  <a:gd name="T57" fmla="*/ 147 h 225"/>
                  <a:gd name="T58" fmla="*/ 207 w 237"/>
                  <a:gd name="T59" fmla="*/ 138 h 225"/>
                  <a:gd name="T60" fmla="*/ 213 w 237"/>
                  <a:gd name="T61" fmla="*/ 135 h 225"/>
                  <a:gd name="T62" fmla="*/ 213 w 237"/>
                  <a:gd name="T63" fmla="*/ 129 h 225"/>
                  <a:gd name="T64" fmla="*/ 213 w 237"/>
                  <a:gd name="T65" fmla="*/ 120 h 225"/>
                  <a:gd name="T66" fmla="*/ 213 w 237"/>
                  <a:gd name="T67" fmla="*/ 114 h 225"/>
                  <a:gd name="T68" fmla="*/ 213 w 237"/>
                  <a:gd name="T69" fmla="*/ 102 h 225"/>
                  <a:gd name="T70" fmla="*/ 207 w 237"/>
                  <a:gd name="T71" fmla="*/ 93 h 225"/>
                  <a:gd name="T72" fmla="*/ 210 w 237"/>
                  <a:gd name="T73" fmla="*/ 90 h 225"/>
                  <a:gd name="T74" fmla="*/ 210 w 237"/>
                  <a:gd name="T75" fmla="*/ 87 h 225"/>
                  <a:gd name="T76" fmla="*/ 204 w 237"/>
                  <a:gd name="T77" fmla="*/ 66 h 225"/>
                  <a:gd name="T78" fmla="*/ 195 w 237"/>
                  <a:gd name="T79" fmla="*/ 60 h 225"/>
                  <a:gd name="T80" fmla="*/ 189 w 237"/>
                  <a:gd name="T81" fmla="*/ 51 h 225"/>
                  <a:gd name="T82" fmla="*/ 186 w 237"/>
                  <a:gd name="T83" fmla="*/ 39 h 225"/>
                  <a:gd name="T84" fmla="*/ 192 w 237"/>
                  <a:gd name="T85" fmla="*/ 33 h 225"/>
                  <a:gd name="T86" fmla="*/ 195 w 237"/>
                  <a:gd name="T87" fmla="*/ 21 h 225"/>
                  <a:gd name="T88" fmla="*/ 198 w 237"/>
                  <a:gd name="T89" fmla="*/ 3 h 225"/>
                  <a:gd name="T90" fmla="*/ 186 w 237"/>
                  <a:gd name="T91" fmla="*/ 0 h 225"/>
                  <a:gd name="T92" fmla="*/ 174 w 237"/>
                  <a:gd name="T93" fmla="*/ 3 h 225"/>
                  <a:gd name="T94" fmla="*/ 159 w 237"/>
                  <a:gd name="T95" fmla="*/ 6 h 225"/>
                  <a:gd name="T96" fmla="*/ 117 w 237"/>
                  <a:gd name="T97" fmla="*/ 9 h 225"/>
                  <a:gd name="T98" fmla="*/ 99 w 237"/>
                  <a:gd name="T99" fmla="*/ 18 h 225"/>
                  <a:gd name="T100" fmla="*/ 81 w 237"/>
                  <a:gd name="T101" fmla="*/ 27 h 225"/>
                  <a:gd name="T102" fmla="*/ 78 w 237"/>
                  <a:gd name="T103" fmla="*/ 27 h 225"/>
                  <a:gd name="T104" fmla="*/ 78 w 237"/>
                  <a:gd name="T105" fmla="*/ 33 h 225"/>
                  <a:gd name="T106" fmla="*/ 81 w 237"/>
                  <a:gd name="T107" fmla="*/ 45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37" h="225">
                    <a:moveTo>
                      <a:pt x="81" y="45"/>
                    </a:moveTo>
                    <a:cubicBezTo>
                      <a:pt x="81" y="48"/>
                      <a:pt x="81" y="54"/>
                      <a:pt x="84" y="54"/>
                    </a:cubicBezTo>
                    <a:cubicBezTo>
                      <a:pt x="84" y="54"/>
                      <a:pt x="87" y="60"/>
                      <a:pt x="87" y="63"/>
                    </a:cubicBezTo>
                    <a:cubicBezTo>
                      <a:pt x="87" y="63"/>
                      <a:pt x="87" y="66"/>
                      <a:pt x="84" y="66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9"/>
                      <a:pt x="66" y="72"/>
                      <a:pt x="63" y="72"/>
                    </a:cubicBezTo>
                    <a:cubicBezTo>
                      <a:pt x="57" y="72"/>
                      <a:pt x="57" y="69"/>
                      <a:pt x="57" y="75"/>
                    </a:cubicBezTo>
                    <a:cubicBezTo>
                      <a:pt x="57" y="78"/>
                      <a:pt x="60" y="81"/>
                      <a:pt x="57" y="81"/>
                    </a:cubicBezTo>
                    <a:cubicBezTo>
                      <a:pt x="54" y="81"/>
                      <a:pt x="54" y="84"/>
                      <a:pt x="51" y="84"/>
                    </a:cubicBezTo>
                    <a:cubicBezTo>
                      <a:pt x="48" y="84"/>
                      <a:pt x="42" y="84"/>
                      <a:pt x="42" y="87"/>
                    </a:cubicBezTo>
                    <a:cubicBezTo>
                      <a:pt x="42" y="90"/>
                      <a:pt x="42" y="93"/>
                      <a:pt x="36" y="93"/>
                    </a:cubicBezTo>
                    <a:cubicBezTo>
                      <a:pt x="33" y="93"/>
                      <a:pt x="27" y="93"/>
                      <a:pt x="27" y="96"/>
                    </a:cubicBezTo>
                    <a:cubicBezTo>
                      <a:pt x="27" y="99"/>
                      <a:pt x="21" y="96"/>
                      <a:pt x="21" y="99"/>
                    </a:cubicBezTo>
                    <a:cubicBezTo>
                      <a:pt x="18" y="99"/>
                      <a:pt x="3" y="108"/>
                      <a:pt x="3" y="111"/>
                    </a:cubicBezTo>
                    <a:cubicBezTo>
                      <a:pt x="0" y="111"/>
                      <a:pt x="3" y="117"/>
                      <a:pt x="3" y="126"/>
                    </a:cubicBezTo>
                    <a:cubicBezTo>
                      <a:pt x="3" y="126"/>
                      <a:pt x="3" y="126"/>
                      <a:pt x="3" y="126"/>
                    </a:cubicBezTo>
                    <a:cubicBezTo>
                      <a:pt x="9" y="129"/>
                      <a:pt x="111" y="198"/>
                      <a:pt x="114" y="201"/>
                    </a:cubicBezTo>
                    <a:cubicBezTo>
                      <a:pt x="117" y="204"/>
                      <a:pt x="120" y="210"/>
                      <a:pt x="120" y="210"/>
                    </a:cubicBezTo>
                    <a:cubicBezTo>
                      <a:pt x="120" y="210"/>
                      <a:pt x="129" y="210"/>
                      <a:pt x="132" y="213"/>
                    </a:cubicBezTo>
                    <a:cubicBezTo>
                      <a:pt x="138" y="219"/>
                      <a:pt x="138" y="225"/>
                      <a:pt x="138" y="225"/>
                    </a:cubicBezTo>
                    <a:cubicBezTo>
                      <a:pt x="138" y="225"/>
                      <a:pt x="147" y="225"/>
                      <a:pt x="150" y="225"/>
                    </a:cubicBezTo>
                    <a:cubicBezTo>
                      <a:pt x="153" y="222"/>
                      <a:pt x="168" y="219"/>
                      <a:pt x="168" y="219"/>
                    </a:cubicBezTo>
                    <a:cubicBezTo>
                      <a:pt x="189" y="201"/>
                      <a:pt x="189" y="201"/>
                      <a:pt x="189" y="201"/>
                    </a:cubicBezTo>
                    <a:cubicBezTo>
                      <a:pt x="237" y="171"/>
                      <a:pt x="237" y="171"/>
                      <a:pt x="237" y="171"/>
                    </a:cubicBezTo>
                    <a:cubicBezTo>
                      <a:pt x="237" y="171"/>
                      <a:pt x="237" y="171"/>
                      <a:pt x="237" y="171"/>
                    </a:cubicBezTo>
                    <a:cubicBezTo>
                      <a:pt x="234" y="165"/>
                      <a:pt x="234" y="162"/>
                      <a:pt x="231" y="162"/>
                    </a:cubicBezTo>
                    <a:cubicBezTo>
                      <a:pt x="228" y="162"/>
                      <a:pt x="225" y="159"/>
                      <a:pt x="222" y="159"/>
                    </a:cubicBezTo>
                    <a:cubicBezTo>
                      <a:pt x="219" y="159"/>
                      <a:pt x="216" y="159"/>
                      <a:pt x="216" y="156"/>
                    </a:cubicBezTo>
                    <a:cubicBezTo>
                      <a:pt x="213" y="153"/>
                      <a:pt x="216" y="150"/>
                      <a:pt x="213" y="147"/>
                    </a:cubicBezTo>
                    <a:cubicBezTo>
                      <a:pt x="210" y="141"/>
                      <a:pt x="207" y="141"/>
                      <a:pt x="207" y="138"/>
                    </a:cubicBezTo>
                    <a:cubicBezTo>
                      <a:pt x="213" y="135"/>
                      <a:pt x="213" y="135"/>
                      <a:pt x="213" y="135"/>
                    </a:cubicBezTo>
                    <a:cubicBezTo>
                      <a:pt x="213" y="132"/>
                      <a:pt x="213" y="129"/>
                      <a:pt x="213" y="129"/>
                    </a:cubicBezTo>
                    <a:cubicBezTo>
                      <a:pt x="213" y="126"/>
                      <a:pt x="210" y="123"/>
                      <a:pt x="213" y="120"/>
                    </a:cubicBezTo>
                    <a:cubicBezTo>
                      <a:pt x="213" y="120"/>
                      <a:pt x="213" y="117"/>
                      <a:pt x="213" y="114"/>
                    </a:cubicBezTo>
                    <a:cubicBezTo>
                      <a:pt x="210" y="111"/>
                      <a:pt x="216" y="108"/>
                      <a:pt x="213" y="102"/>
                    </a:cubicBezTo>
                    <a:cubicBezTo>
                      <a:pt x="210" y="96"/>
                      <a:pt x="207" y="93"/>
                      <a:pt x="207" y="93"/>
                    </a:cubicBezTo>
                    <a:cubicBezTo>
                      <a:pt x="207" y="90"/>
                      <a:pt x="210" y="90"/>
                      <a:pt x="210" y="90"/>
                    </a:cubicBezTo>
                    <a:cubicBezTo>
                      <a:pt x="210" y="87"/>
                      <a:pt x="210" y="87"/>
                      <a:pt x="210" y="87"/>
                    </a:cubicBezTo>
                    <a:cubicBezTo>
                      <a:pt x="210" y="81"/>
                      <a:pt x="207" y="69"/>
                      <a:pt x="204" y="66"/>
                    </a:cubicBezTo>
                    <a:cubicBezTo>
                      <a:pt x="201" y="63"/>
                      <a:pt x="195" y="63"/>
                      <a:pt x="195" y="60"/>
                    </a:cubicBezTo>
                    <a:cubicBezTo>
                      <a:pt x="195" y="57"/>
                      <a:pt x="195" y="54"/>
                      <a:pt x="189" y="51"/>
                    </a:cubicBezTo>
                    <a:cubicBezTo>
                      <a:pt x="186" y="51"/>
                      <a:pt x="183" y="39"/>
                      <a:pt x="186" y="39"/>
                    </a:cubicBezTo>
                    <a:cubicBezTo>
                      <a:pt x="189" y="39"/>
                      <a:pt x="189" y="33"/>
                      <a:pt x="192" y="33"/>
                    </a:cubicBezTo>
                    <a:cubicBezTo>
                      <a:pt x="195" y="33"/>
                      <a:pt x="198" y="24"/>
                      <a:pt x="195" y="21"/>
                    </a:cubicBezTo>
                    <a:cubicBezTo>
                      <a:pt x="195" y="18"/>
                      <a:pt x="195" y="9"/>
                      <a:pt x="198" y="3"/>
                    </a:cubicBezTo>
                    <a:cubicBezTo>
                      <a:pt x="192" y="3"/>
                      <a:pt x="186" y="3"/>
                      <a:pt x="186" y="0"/>
                    </a:cubicBezTo>
                    <a:cubicBezTo>
                      <a:pt x="183" y="0"/>
                      <a:pt x="177" y="3"/>
                      <a:pt x="174" y="3"/>
                    </a:cubicBezTo>
                    <a:cubicBezTo>
                      <a:pt x="171" y="3"/>
                      <a:pt x="162" y="9"/>
                      <a:pt x="159" y="6"/>
                    </a:cubicBezTo>
                    <a:cubicBezTo>
                      <a:pt x="156" y="3"/>
                      <a:pt x="126" y="9"/>
                      <a:pt x="117" y="9"/>
                    </a:cubicBezTo>
                    <a:cubicBezTo>
                      <a:pt x="108" y="9"/>
                      <a:pt x="105" y="18"/>
                      <a:pt x="99" y="18"/>
                    </a:cubicBezTo>
                    <a:cubicBezTo>
                      <a:pt x="93" y="18"/>
                      <a:pt x="87" y="21"/>
                      <a:pt x="81" y="27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30"/>
                      <a:pt x="78" y="30"/>
                      <a:pt x="78" y="33"/>
                    </a:cubicBezTo>
                    <a:cubicBezTo>
                      <a:pt x="81" y="36"/>
                      <a:pt x="81" y="39"/>
                      <a:pt x="81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3" name="Freeform 23">
                <a:extLst>
                  <a:ext uri="{FF2B5EF4-FFF2-40B4-BE49-F238E27FC236}">
                    <a16:creationId xmlns:a16="http://schemas.microsoft.com/office/drawing/2014/main" id="{F77C7633-DE95-32BA-691E-33BF8CD7E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909" y="2500265"/>
                <a:ext cx="327131" cy="316316"/>
              </a:xfrm>
              <a:custGeom>
                <a:avLst/>
                <a:gdLst>
                  <a:gd name="T0" fmla="*/ 18 w 171"/>
                  <a:gd name="T1" fmla="*/ 9 h 165"/>
                  <a:gd name="T2" fmla="*/ 12 w 171"/>
                  <a:gd name="T3" fmla="*/ 18 h 165"/>
                  <a:gd name="T4" fmla="*/ 9 w 171"/>
                  <a:gd name="T5" fmla="*/ 21 h 165"/>
                  <a:gd name="T6" fmla="*/ 9 w 171"/>
                  <a:gd name="T7" fmla="*/ 30 h 165"/>
                  <a:gd name="T8" fmla="*/ 0 w 171"/>
                  <a:gd name="T9" fmla="*/ 39 h 165"/>
                  <a:gd name="T10" fmla="*/ 6 w 171"/>
                  <a:gd name="T11" fmla="*/ 48 h 165"/>
                  <a:gd name="T12" fmla="*/ 6 w 171"/>
                  <a:gd name="T13" fmla="*/ 60 h 165"/>
                  <a:gd name="T14" fmla="*/ 6 w 171"/>
                  <a:gd name="T15" fmla="*/ 66 h 165"/>
                  <a:gd name="T16" fmla="*/ 6 w 171"/>
                  <a:gd name="T17" fmla="*/ 75 h 165"/>
                  <a:gd name="T18" fmla="*/ 6 w 171"/>
                  <a:gd name="T19" fmla="*/ 81 h 165"/>
                  <a:gd name="T20" fmla="*/ 0 w 171"/>
                  <a:gd name="T21" fmla="*/ 84 h 165"/>
                  <a:gd name="T22" fmla="*/ 6 w 171"/>
                  <a:gd name="T23" fmla="*/ 93 h 165"/>
                  <a:gd name="T24" fmla="*/ 9 w 171"/>
                  <a:gd name="T25" fmla="*/ 102 h 165"/>
                  <a:gd name="T26" fmla="*/ 15 w 171"/>
                  <a:gd name="T27" fmla="*/ 105 h 165"/>
                  <a:gd name="T28" fmla="*/ 24 w 171"/>
                  <a:gd name="T29" fmla="*/ 108 h 165"/>
                  <a:gd name="T30" fmla="*/ 30 w 171"/>
                  <a:gd name="T31" fmla="*/ 117 h 165"/>
                  <a:gd name="T32" fmla="*/ 45 w 171"/>
                  <a:gd name="T33" fmla="*/ 120 h 165"/>
                  <a:gd name="T34" fmla="*/ 54 w 171"/>
                  <a:gd name="T35" fmla="*/ 129 h 165"/>
                  <a:gd name="T36" fmla="*/ 72 w 171"/>
                  <a:gd name="T37" fmla="*/ 117 h 165"/>
                  <a:gd name="T38" fmla="*/ 159 w 171"/>
                  <a:gd name="T39" fmla="*/ 165 h 165"/>
                  <a:gd name="T40" fmla="*/ 159 w 171"/>
                  <a:gd name="T41" fmla="*/ 159 h 165"/>
                  <a:gd name="T42" fmla="*/ 168 w 171"/>
                  <a:gd name="T43" fmla="*/ 159 h 165"/>
                  <a:gd name="T44" fmla="*/ 168 w 171"/>
                  <a:gd name="T45" fmla="*/ 48 h 165"/>
                  <a:gd name="T46" fmla="*/ 168 w 171"/>
                  <a:gd name="T47" fmla="*/ 30 h 165"/>
                  <a:gd name="T48" fmla="*/ 171 w 171"/>
                  <a:gd name="T49" fmla="*/ 18 h 165"/>
                  <a:gd name="T50" fmla="*/ 171 w 171"/>
                  <a:gd name="T51" fmla="*/ 15 h 165"/>
                  <a:gd name="T52" fmla="*/ 171 w 171"/>
                  <a:gd name="T53" fmla="*/ 15 h 165"/>
                  <a:gd name="T54" fmla="*/ 156 w 171"/>
                  <a:gd name="T55" fmla="*/ 9 h 165"/>
                  <a:gd name="T56" fmla="*/ 138 w 171"/>
                  <a:gd name="T57" fmla="*/ 0 h 165"/>
                  <a:gd name="T58" fmla="*/ 114 w 171"/>
                  <a:gd name="T59" fmla="*/ 15 h 165"/>
                  <a:gd name="T60" fmla="*/ 114 w 171"/>
                  <a:gd name="T61" fmla="*/ 27 h 165"/>
                  <a:gd name="T62" fmla="*/ 96 w 171"/>
                  <a:gd name="T63" fmla="*/ 27 h 165"/>
                  <a:gd name="T64" fmla="*/ 78 w 171"/>
                  <a:gd name="T65" fmla="*/ 21 h 165"/>
                  <a:gd name="T66" fmla="*/ 66 w 171"/>
                  <a:gd name="T67" fmla="*/ 12 h 165"/>
                  <a:gd name="T68" fmla="*/ 57 w 171"/>
                  <a:gd name="T69" fmla="*/ 6 h 165"/>
                  <a:gd name="T70" fmla="*/ 39 w 171"/>
                  <a:gd name="T71" fmla="*/ 3 h 165"/>
                  <a:gd name="T72" fmla="*/ 24 w 171"/>
                  <a:gd name="T73" fmla="*/ 0 h 165"/>
                  <a:gd name="T74" fmla="*/ 24 w 171"/>
                  <a:gd name="T75" fmla="*/ 6 h 165"/>
                  <a:gd name="T76" fmla="*/ 18 w 171"/>
                  <a:gd name="T77" fmla="*/ 9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71" h="165">
                    <a:moveTo>
                      <a:pt x="18" y="9"/>
                    </a:moveTo>
                    <a:cubicBezTo>
                      <a:pt x="18" y="9"/>
                      <a:pt x="12" y="15"/>
                      <a:pt x="12" y="18"/>
                    </a:cubicBezTo>
                    <a:cubicBezTo>
                      <a:pt x="9" y="18"/>
                      <a:pt x="9" y="21"/>
                      <a:pt x="9" y="21"/>
                    </a:cubicBezTo>
                    <a:cubicBezTo>
                      <a:pt x="9" y="24"/>
                      <a:pt x="9" y="27"/>
                      <a:pt x="9" y="30"/>
                    </a:cubicBezTo>
                    <a:cubicBezTo>
                      <a:pt x="6" y="33"/>
                      <a:pt x="0" y="36"/>
                      <a:pt x="0" y="39"/>
                    </a:cubicBezTo>
                    <a:cubicBezTo>
                      <a:pt x="0" y="39"/>
                      <a:pt x="3" y="42"/>
                      <a:pt x="6" y="48"/>
                    </a:cubicBezTo>
                    <a:cubicBezTo>
                      <a:pt x="9" y="54"/>
                      <a:pt x="3" y="57"/>
                      <a:pt x="6" y="60"/>
                    </a:cubicBezTo>
                    <a:cubicBezTo>
                      <a:pt x="6" y="63"/>
                      <a:pt x="6" y="66"/>
                      <a:pt x="6" y="66"/>
                    </a:cubicBezTo>
                    <a:cubicBezTo>
                      <a:pt x="3" y="69"/>
                      <a:pt x="6" y="72"/>
                      <a:pt x="6" y="75"/>
                    </a:cubicBezTo>
                    <a:cubicBezTo>
                      <a:pt x="6" y="75"/>
                      <a:pt x="6" y="78"/>
                      <a:pt x="6" y="81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87"/>
                      <a:pt x="3" y="87"/>
                      <a:pt x="6" y="93"/>
                    </a:cubicBezTo>
                    <a:cubicBezTo>
                      <a:pt x="9" y="96"/>
                      <a:pt x="6" y="99"/>
                      <a:pt x="9" y="102"/>
                    </a:cubicBezTo>
                    <a:cubicBezTo>
                      <a:pt x="9" y="105"/>
                      <a:pt x="12" y="105"/>
                      <a:pt x="15" y="105"/>
                    </a:cubicBezTo>
                    <a:cubicBezTo>
                      <a:pt x="18" y="105"/>
                      <a:pt x="21" y="108"/>
                      <a:pt x="24" y="108"/>
                    </a:cubicBezTo>
                    <a:cubicBezTo>
                      <a:pt x="27" y="108"/>
                      <a:pt x="27" y="111"/>
                      <a:pt x="30" y="117"/>
                    </a:cubicBezTo>
                    <a:cubicBezTo>
                      <a:pt x="30" y="117"/>
                      <a:pt x="42" y="117"/>
                      <a:pt x="45" y="120"/>
                    </a:cubicBezTo>
                    <a:cubicBezTo>
                      <a:pt x="51" y="123"/>
                      <a:pt x="54" y="129"/>
                      <a:pt x="54" y="129"/>
                    </a:cubicBezTo>
                    <a:cubicBezTo>
                      <a:pt x="72" y="117"/>
                      <a:pt x="72" y="117"/>
                      <a:pt x="72" y="117"/>
                    </a:cubicBezTo>
                    <a:cubicBezTo>
                      <a:pt x="159" y="165"/>
                      <a:pt x="159" y="165"/>
                      <a:pt x="159" y="165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68" y="159"/>
                      <a:pt x="168" y="159"/>
                      <a:pt x="168" y="159"/>
                    </a:cubicBezTo>
                    <a:cubicBezTo>
                      <a:pt x="168" y="159"/>
                      <a:pt x="168" y="54"/>
                      <a:pt x="168" y="48"/>
                    </a:cubicBezTo>
                    <a:cubicBezTo>
                      <a:pt x="168" y="39"/>
                      <a:pt x="165" y="36"/>
                      <a:pt x="168" y="30"/>
                    </a:cubicBezTo>
                    <a:cubicBezTo>
                      <a:pt x="171" y="27"/>
                      <a:pt x="168" y="24"/>
                      <a:pt x="171" y="18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5"/>
                      <a:pt x="171" y="15"/>
                      <a:pt x="171" y="15"/>
                    </a:cubicBezTo>
                    <a:cubicBezTo>
                      <a:pt x="171" y="12"/>
                      <a:pt x="165" y="12"/>
                      <a:pt x="156" y="9"/>
                    </a:cubicBezTo>
                    <a:cubicBezTo>
                      <a:pt x="147" y="9"/>
                      <a:pt x="150" y="0"/>
                      <a:pt x="138" y="0"/>
                    </a:cubicBezTo>
                    <a:cubicBezTo>
                      <a:pt x="126" y="0"/>
                      <a:pt x="114" y="9"/>
                      <a:pt x="114" y="15"/>
                    </a:cubicBezTo>
                    <a:cubicBezTo>
                      <a:pt x="114" y="18"/>
                      <a:pt x="117" y="24"/>
                      <a:pt x="114" y="27"/>
                    </a:cubicBezTo>
                    <a:cubicBezTo>
                      <a:pt x="111" y="33"/>
                      <a:pt x="102" y="33"/>
                      <a:pt x="96" y="27"/>
                    </a:cubicBezTo>
                    <a:cubicBezTo>
                      <a:pt x="93" y="24"/>
                      <a:pt x="84" y="21"/>
                      <a:pt x="78" y="21"/>
                    </a:cubicBezTo>
                    <a:cubicBezTo>
                      <a:pt x="69" y="21"/>
                      <a:pt x="66" y="18"/>
                      <a:pt x="66" y="12"/>
                    </a:cubicBezTo>
                    <a:cubicBezTo>
                      <a:pt x="66" y="9"/>
                      <a:pt x="63" y="9"/>
                      <a:pt x="57" y="6"/>
                    </a:cubicBezTo>
                    <a:cubicBezTo>
                      <a:pt x="51" y="6"/>
                      <a:pt x="48" y="0"/>
                      <a:pt x="39" y="3"/>
                    </a:cubicBezTo>
                    <a:cubicBezTo>
                      <a:pt x="33" y="3"/>
                      <a:pt x="27" y="0"/>
                      <a:pt x="24" y="0"/>
                    </a:cubicBezTo>
                    <a:cubicBezTo>
                      <a:pt x="24" y="3"/>
                      <a:pt x="24" y="3"/>
                      <a:pt x="24" y="6"/>
                    </a:cubicBezTo>
                    <a:cubicBezTo>
                      <a:pt x="24" y="9"/>
                      <a:pt x="21" y="9"/>
                      <a:pt x="18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4" name="Freeform 24">
                <a:extLst>
                  <a:ext uri="{FF2B5EF4-FFF2-40B4-BE49-F238E27FC236}">
                    <a16:creationId xmlns:a16="http://schemas.microsoft.com/office/drawing/2014/main" id="{AE101B85-3795-F5FB-F27C-274B25D30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217" y="2936890"/>
                <a:ext cx="58127" cy="22980"/>
              </a:xfrm>
              <a:custGeom>
                <a:avLst/>
                <a:gdLst>
                  <a:gd name="T0" fmla="*/ 15 w 30"/>
                  <a:gd name="T1" fmla="*/ 9 h 12"/>
                  <a:gd name="T2" fmla="*/ 24 w 30"/>
                  <a:gd name="T3" fmla="*/ 12 h 12"/>
                  <a:gd name="T4" fmla="*/ 30 w 30"/>
                  <a:gd name="T5" fmla="*/ 9 h 12"/>
                  <a:gd name="T6" fmla="*/ 24 w 30"/>
                  <a:gd name="T7" fmla="*/ 9 h 12"/>
                  <a:gd name="T8" fmla="*/ 15 w 30"/>
                  <a:gd name="T9" fmla="*/ 3 h 12"/>
                  <a:gd name="T10" fmla="*/ 0 w 30"/>
                  <a:gd name="T11" fmla="*/ 6 h 12"/>
                  <a:gd name="T12" fmla="*/ 0 w 30"/>
                  <a:gd name="T13" fmla="*/ 12 h 12"/>
                  <a:gd name="T14" fmla="*/ 3 w 30"/>
                  <a:gd name="T15" fmla="*/ 12 h 12"/>
                  <a:gd name="T16" fmla="*/ 15 w 30"/>
                  <a:gd name="T17" fmla="*/ 9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12">
                    <a:moveTo>
                      <a:pt x="15" y="9"/>
                    </a:moveTo>
                    <a:cubicBezTo>
                      <a:pt x="18" y="6"/>
                      <a:pt x="21" y="9"/>
                      <a:pt x="24" y="12"/>
                    </a:cubicBezTo>
                    <a:cubicBezTo>
                      <a:pt x="27" y="12"/>
                      <a:pt x="30" y="9"/>
                      <a:pt x="30" y="9"/>
                    </a:cubicBezTo>
                    <a:cubicBezTo>
                      <a:pt x="30" y="9"/>
                      <a:pt x="30" y="9"/>
                      <a:pt x="24" y="9"/>
                    </a:cubicBezTo>
                    <a:cubicBezTo>
                      <a:pt x="21" y="9"/>
                      <a:pt x="18" y="0"/>
                      <a:pt x="15" y="3"/>
                    </a:cubicBezTo>
                    <a:cubicBezTo>
                      <a:pt x="9" y="6"/>
                      <a:pt x="6" y="6"/>
                      <a:pt x="0" y="6"/>
                    </a:cubicBezTo>
                    <a:cubicBezTo>
                      <a:pt x="0" y="6"/>
                      <a:pt x="0" y="9"/>
                      <a:pt x="0" y="12"/>
                    </a:cubicBezTo>
                    <a:cubicBezTo>
                      <a:pt x="0" y="12"/>
                      <a:pt x="0" y="12"/>
                      <a:pt x="3" y="12"/>
                    </a:cubicBezTo>
                    <a:cubicBezTo>
                      <a:pt x="6" y="12"/>
                      <a:pt x="12" y="9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5" name="Freeform 25">
                <a:extLst>
                  <a:ext uri="{FF2B5EF4-FFF2-40B4-BE49-F238E27FC236}">
                    <a16:creationId xmlns:a16="http://schemas.microsoft.com/office/drawing/2014/main" id="{179501AD-6C2C-AA63-8EB0-5F9B37EC4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644" y="2878763"/>
                <a:ext cx="127067" cy="104087"/>
              </a:xfrm>
              <a:custGeom>
                <a:avLst/>
                <a:gdLst>
                  <a:gd name="T0" fmla="*/ 15 w 66"/>
                  <a:gd name="T1" fmla="*/ 51 h 54"/>
                  <a:gd name="T2" fmla="*/ 21 w 66"/>
                  <a:gd name="T3" fmla="*/ 48 h 54"/>
                  <a:gd name="T4" fmla="*/ 39 w 66"/>
                  <a:gd name="T5" fmla="*/ 48 h 54"/>
                  <a:gd name="T6" fmla="*/ 42 w 66"/>
                  <a:gd name="T7" fmla="*/ 48 h 54"/>
                  <a:gd name="T8" fmla="*/ 42 w 66"/>
                  <a:gd name="T9" fmla="*/ 48 h 54"/>
                  <a:gd name="T10" fmla="*/ 48 w 66"/>
                  <a:gd name="T11" fmla="*/ 51 h 54"/>
                  <a:gd name="T12" fmla="*/ 66 w 66"/>
                  <a:gd name="T13" fmla="*/ 51 h 54"/>
                  <a:gd name="T14" fmla="*/ 66 w 66"/>
                  <a:gd name="T15" fmla="*/ 51 h 54"/>
                  <a:gd name="T16" fmla="*/ 66 w 66"/>
                  <a:gd name="T17" fmla="*/ 42 h 54"/>
                  <a:gd name="T18" fmla="*/ 60 w 66"/>
                  <a:gd name="T19" fmla="*/ 36 h 54"/>
                  <a:gd name="T20" fmla="*/ 60 w 66"/>
                  <a:gd name="T21" fmla="*/ 30 h 54"/>
                  <a:gd name="T22" fmla="*/ 57 w 66"/>
                  <a:gd name="T23" fmla="*/ 27 h 54"/>
                  <a:gd name="T24" fmla="*/ 51 w 66"/>
                  <a:gd name="T25" fmla="*/ 18 h 54"/>
                  <a:gd name="T26" fmla="*/ 42 w 66"/>
                  <a:gd name="T27" fmla="*/ 9 h 54"/>
                  <a:gd name="T28" fmla="*/ 39 w 66"/>
                  <a:gd name="T29" fmla="*/ 9 h 54"/>
                  <a:gd name="T30" fmla="*/ 33 w 66"/>
                  <a:gd name="T31" fmla="*/ 3 h 54"/>
                  <a:gd name="T32" fmla="*/ 24 w 66"/>
                  <a:gd name="T33" fmla="*/ 3 h 54"/>
                  <a:gd name="T34" fmla="*/ 15 w 66"/>
                  <a:gd name="T35" fmla="*/ 3 h 54"/>
                  <a:gd name="T36" fmla="*/ 6 w 66"/>
                  <a:gd name="T37" fmla="*/ 9 h 54"/>
                  <a:gd name="T38" fmla="*/ 6 w 66"/>
                  <a:gd name="T39" fmla="*/ 9 h 54"/>
                  <a:gd name="T40" fmla="*/ 3 w 66"/>
                  <a:gd name="T41" fmla="*/ 18 h 54"/>
                  <a:gd name="T42" fmla="*/ 9 w 66"/>
                  <a:gd name="T43" fmla="*/ 33 h 54"/>
                  <a:gd name="T44" fmla="*/ 9 w 66"/>
                  <a:gd name="T45" fmla="*/ 36 h 54"/>
                  <a:gd name="T46" fmla="*/ 24 w 66"/>
                  <a:gd name="T47" fmla="*/ 33 h 54"/>
                  <a:gd name="T48" fmla="*/ 33 w 66"/>
                  <a:gd name="T49" fmla="*/ 39 h 54"/>
                  <a:gd name="T50" fmla="*/ 39 w 66"/>
                  <a:gd name="T51" fmla="*/ 39 h 54"/>
                  <a:gd name="T52" fmla="*/ 33 w 66"/>
                  <a:gd name="T53" fmla="*/ 42 h 54"/>
                  <a:gd name="T54" fmla="*/ 24 w 66"/>
                  <a:gd name="T55" fmla="*/ 39 h 54"/>
                  <a:gd name="T56" fmla="*/ 12 w 66"/>
                  <a:gd name="T57" fmla="*/ 42 h 54"/>
                  <a:gd name="T58" fmla="*/ 9 w 66"/>
                  <a:gd name="T59" fmla="*/ 42 h 54"/>
                  <a:gd name="T60" fmla="*/ 9 w 66"/>
                  <a:gd name="T61" fmla="*/ 48 h 54"/>
                  <a:gd name="T62" fmla="*/ 9 w 66"/>
                  <a:gd name="T63" fmla="*/ 48 h 54"/>
                  <a:gd name="T64" fmla="*/ 15 w 66"/>
                  <a:gd name="T65" fmla="*/ 5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6" h="54">
                    <a:moveTo>
                      <a:pt x="15" y="51"/>
                    </a:moveTo>
                    <a:cubicBezTo>
                      <a:pt x="18" y="51"/>
                      <a:pt x="21" y="48"/>
                      <a:pt x="21" y="48"/>
                    </a:cubicBezTo>
                    <a:cubicBezTo>
                      <a:pt x="21" y="48"/>
                      <a:pt x="36" y="48"/>
                      <a:pt x="39" y="48"/>
                    </a:cubicBezTo>
                    <a:cubicBezTo>
                      <a:pt x="39" y="48"/>
                      <a:pt x="39" y="48"/>
                      <a:pt x="42" y="48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8"/>
                      <a:pt x="48" y="48"/>
                      <a:pt x="48" y="51"/>
                    </a:cubicBezTo>
                    <a:cubicBezTo>
                      <a:pt x="51" y="51"/>
                      <a:pt x="60" y="54"/>
                      <a:pt x="66" y="51"/>
                    </a:cubicBezTo>
                    <a:cubicBezTo>
                      <a:pt x="66" y="51"/>
                      <a:pt x="66" y="51"/>
                      <a:pt x="66" y="51"/>
                    </a:cubicBezTo>
                    <a:cubicBezTo>
                      <a:pt x="66" y="48"/>
                      <a:pt x="66" y="45"/>
                      <a:pt x="66" y="42"/>
                    </a:cubicBezTo>
                    <a:cubicBezTo>
                      <a:pt x="66" y="42"/>
                      <a:pt x="63" y="39"/>
                      <a:pt x="60" y="36"/>
                    </a:cubicBezTo>
                    <a:cubicBezTo>
                      <a:pt x="60" y="33"/>
                      <a:pt x="60" y="30"/>
                      <a:pt x="60" y="30"/>
                    </a:cubicBezTo>
                    <a:cubicBezTo>
                      <a:pt x="57" y="27"/>
                      <a:pt x="57" y="27"/>
                      <a:pt x="57" y="27"/>
                    </a:cubicBezTo>
                    <a:cubicBezTo>
                      <a:pt x="57" y="27"/>
                      <a:pt x="57" y="18"/>
                      <a:pt x="51" y="18"/>
                    </a:cubicBezTo>
                    <a:cubicBezTo>
                      <a:pt x="45" y="15"/>
                      <a:pt x="42" y="9"/>
                      <a:pt x="42" y="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9"/>
                      <a:pt x="36" y="3"/>
                      <a:pt x="33" y="3"/>
                    </a:cubicBezTo>
                    <a:cubicBezTo>
                      <a:pt x="30" y="0"/>
                      <a:pt x="24" y="3"/>
                      <a:pt x="24" y="3"/>
                    </a:cubicBezTo>
                    <a:cubicBezTo>
                      <a:pt x="24" y="3"/>
                      <a:pt x="18" y="3"/>
                      <a:pt x="15" y="3"/>
                    </a:cubicBezTo>
                    <a:cubicBezTo>
                      <a:pt x="9" y="3"/>
                      <a:pt x="12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6" y="12"/>
                      <a:pt x="6" y="15"/>
                      <a:pt x="3" y="18"/>
                    </a:cubicBezTo>
                    <a:cubicBezTo>
                      <a:pt x="0" y="24"/>
                      <a:pt x="6" y="30"/>
                      <a:pt x="9" y="33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15" y="36"/>
                      <a:pt x="18" y="36"/>
                      <a:pt x="24" y="33"/>
                    </a:cubicBezTo>
                    <a:cubicBezTo>
                      <a:pt x="27" y="30"/>
                      <a:pt x="30" y="39"/>
                      <a:pt x="33" y="39"/>
                    </a:cubicBezTo>
                    <a:cubicBezTo>
                      <a:pt x="39" y="39"/>
                      <a:pt x="39" y="39"/>
                      <a:pt x="39" y="39"/>
                    </a:cubicBezTo>
                    <a:cubicBezTo>
                      <a:pt x="39" y="39"/>
                      <a:pt x="36" y="42"/>
                      <a:pt x="33" y="42"/>
                    </a:cubicBezTo>
                    <a:cubicBezTo>
                      <a:pt x="30" y="39"/>
                      <a:pt x="27" y="36"/>
                      <a:pt x="24" y="39"/>
                    </a:cubicBezTo>
                    <a:cubicBezTo>
                      <a:pt x="21" y="39"/>
                      <a:pt x="15" y="42"/>
                      <a:pt x="12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6" y="45"/>
                      <a:pt x="9" y="45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5" y="48"/>
                      <a:pt x="15" y="51"/>
                      <a:pt x="15" y="5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6" name="Freeform 26">
                <a:extLst>
                  <a:ext uri="{FF2B5EF4-FFF2-40B4-BE49-F238E27FC236}">
                    <a16:creationId xmlns:a16="http://schemas.microsoft.com/office/drawing/2014/main" id="{8C0BF521-0547-C123-ACA4-8ACF6BDDE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217" y="2970684"/>
                <a:ext cx="63534" cy="35146"/>
              </a:xfrm>
              <a:custGeom>
                <a:avLst/>
                <a:gdLst>
                  <a:gd name="T0" fmla="*/ 18 w 33"/>
                  <a:gd name="T1" fmla="*/ 15 h 18"/>
                  <a:gd name="T2" fmla="*/ 27 w 33"/>
                  <a:gd name="T3" fmla="*/ 12 h 18"/>
                  <a:gd name="T4" fmla="*/ 30 w 33"/>
                  <a:gd name="T5" fmla="*/ 9 h 18"/>
                  <a:gd name="T6" fmla="*/ 30 w 33"/>
                  <a:gd name="T7" fmla="*/ 3 h 18"/>
                  <a:gd name="T8" fmla="*/ 33 w 33"/>
                  <a:gd name="T9" fmla="*/ 0 h 18"/>
                  <a:gd name="T10" fmla="*/ 30 w 33"/>
                  <a:gd name="T11" fmla="*/ 0 h 18"/>
                  <a:gd name="T12" fmla="*/ 12 w 33"/>
                  <a:gd name="T13" fmla="*/ 0 h 18"/>
                  <a:gd name="T14" fmla="*/ 6 w 33"/>
                  <a:gd name="T15" fmla="*/ 3 h 18"/>
                  <a:gd name="T16" fmla="*/ 0 w 33"/>
                  <a:gd name="T17" fmla="*/ 0 h 18"/>
                  <a:gd name="T18" fmla="*/ 9 w 33"/>
                  <a:gd name="T19" fmla="*/ 9 h 18"/>
                  <a:gd name="T20" fmla="*/ 15 w 33"/>
                  <a:gd name="T21" fmla="*/ 18 h 18"/>
                  <a:gd name="T22" fmla="*/ 15 w 33"/>
                  <a:gd name="T23" fmla="*/ 18 h 18"/>
                  <a:gd name="T24" fmla="*/ 18 w 33"/>
                  <a:gd name="T25" fmla="*/ 15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" h="18">
                    <a:moveTo>
                      <a:pt x="18" y="15"/>
                    </a:moveTo>
                    <a:cubicBezTo>
                      <a:pt x="21" y="15"/>
                      <a:pt x="24" y="9"/>
                      <a:pt x="27" y="12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0" y="9"/>
                      <a:pt x="27" y="6"/>
                      <a:pt x="30" y="3"/>
                    </a:cubicBezTo>
                    <a:cubicBezTo>
                      <a:pt x="33" y="3"/>
                      <a:pt x="33" y="0"/>
                      <a:pt x="33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7" y="0"/>
                      <a:pt x="12" y="0"/>
                      <a:pt x="12" y="0"/>
                    </a:cubicBezTo>
                    <a:cubicBezTo>
                      <a:pt x="12" y="0"/>
                      <a:pt x="9" y="3"/>
                      <a:pt x="6" y="3"/>
                    </a:cubicBezTo>
                    <a:cubicBezTo>
                      <a:pt x="6" y="3"/>
                      <a:pt x="6" y="0"/>
                      <a:pt x="0" y="0"/>
                    </a:cubicBezTo>
                    <a:cubicBezTo>
                      <a:pt x="3" y="6"/>
                      <a:pt x="3" y="6"/>
                      <a:pt x="9" y="9"/>
                    </a:cubicBezTo>
                    <a:cubicBezTo>
                      <a:pt x="18" y="9"/>
                      <a:pt x="9" y="12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5"/>
                      <a:pt x="18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7" name="Freeform 27">
                <a:extLst>
                  <a:ext uri="{FF2B5EF4-FFF2-40B4-BE49-F238E27FC236}">
                    <a16:creationId xmlns:a16="http://schemas.microsoft.com/office/drawing/2014/main" id="{1E404B9A-DE45-3D54-33D0-8F81497B4B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051" y="3000423"/>
                <a:ext cx="264949" cy="189249"/>
              </a:xfrm>
              <a:custGeom>
                <a:avLst/>
                <a:gdLst>
                  <a:gd name="T0" fmla="*/ 126 w 138"/>
                  <a:gd name="T1" fmla="*/ 57 h 99"/>
                  <a:gd name="T2" fmla="*/ 123 w 138"/>
                  <a:gd name="T3" fmla="*/ 48 h 99"/>
                  <a:gd name="T4" fmla="*/ 117 w 138"/>
                  <a:gd name="T5" fmla="*/ 42 h 99"/>
                  <a:gd name="T6" fmla="*/ 111 w 138"/>
                  <a:gd name="T7" fmla="*/ 36 h 99"/>
                  <a:gd name="T8" fmla="*/ 102 w 138"/>
                  <a:gd name="T9" fmla="*/ 30 h 99"/>
                  <a:gd name="T10" fmla="*/ 102 w 138"/>
                  <a:gd name="T11" fmla="*/ 27 h 99"/>
                  <a:gd name="T12" fmla="*/ 96 w 138"/>
                  <a:gd name="T13" fmla="*/ 27 h 99"/>
                  <a:gd name="T14" fmla="*/ 96 w 138"/>
                  <a:gd name="T15" fmla="*/ 24 h 99"/>
                  <a:gd name="T16" fmla="*/ 96 w 138"/>
                  <a:gd name="T17" fmla="*/ 12 h 99"/>
                  <a:gd name="T18" fmla="*/ 87 w 138"/>
                  <a:gd name="T19" fmla="*/ 3 h 99"/>
                  <a:gd name="T20" fmla="*/ 87 w 138"/>
                  <a:gd name="T21" fmla="*/ 3 h 99"/>
                  <a:gd name="T22" fmla="*/ 78 w 138"/>
                  <a:gd name="T23" fmla="*/ 6 h 99"/>
                  <a:gd name="T24" fmla="*/ 75 w 138"/>
                  <a:gd name="T25" fmla="*/ 12 h 99"/>
                  <a:gd name="T26" fmla="*/ 63 w 138"/>
                  <a:gd name="T27" fmla="*/ 21 h 99"/>
                  <a:gd name="T28" fmla="*/ 48 w 138"/>
                  <a:gd name="T29" fmla="*/ 27 h 99"/>
                  <a:gd name="T30" fmla="*/ 48 w 138"/>
                  <a:gd name="T31" fmla="*/ 33 h 99"/>
                  <a:gd name="T32" fmla="*/ 36 w 138"/>
                  <a:gd name="T33" fmla="*/ 36 h 99"/>
                  <a:gd name="T34" fmla="*/ 24 w 138"/>
                  <a:gd name="T35" fmla="*/ 42 h 99"/>
                  <a:gd name="T36" fmla="*/ 18 w 138"/>
                  <a:gd name="T37" fmla="*/ 42 h 99"/>
                  <a:gd name="T38" fmla="*/ 12 w 138"/>
                  <a:gd name="T39" fmla="*/ 42 h 99"/>
                  <a:gd name="T40" fmla="*/ 9 w 138"/>
                  <a:gd name="T41" fmla="*/ 42 h 99"/>
                  <a:gd name="T42" fmla="*/ 3 w 138"/>
                  <a:gd name="T43" fmla="*/ 48 h 99"/>
                  <a:gd name="T44" fmla="*/ 0 w 138"/>
                  <a:gd name="T45" fmla="*/ 60 h 99"/>
                  <a:gd name="T46" fmla="*/ 0 w 138"/>
                  <a:gd name="T47" fmla="*/ 69 h 99"/>
                  <a:gd name="T48" fmla="*/ 3 w 138"/>
                  <a:gd name="T49" fmla="*/ 78 h 99"/>
                  <a:gd name="T50" fmla="*/ 6 w 138"/>
                  <a:gd name="T51" fmla="*/ 84 h 99"/>
                  <a:gd name="T52" fmla="*/ 9 w 138"/>
                  <a:gd name="T53" fmla="*/ 90 h 99"/>
                  <a:gd name="T54" fmla="*/ 15 w 138"/>
                  <a:gd name="T55" fmla="*/ 96 h 99"/>
                  <a:gd name="T56" fmla="*/ 18 w 138"/>
                  <a:gd name="T57" fmla="*/ 99 h 99"/>
                  <a:gd name="T58" fmla="*/ 18 w 138"/>
                  <a:gd name="T59" fmla="*/ 96 h 99"/>
                  <a:gd name="T60" fmla="*/ 21 w 138"/>
                  <a:gd name="T61" fmla="*/ 90 h 99"/>
                  <a:gd name="T62" fmla="*/ 27 w 138"/>
                  <a:gd name="T63" fmla="*/ 87 h 99"/>
                  <a:gd name="T64" fmla="*/ 30 w 138"/>
                  <a:gd name="T65" fmla="*/ 87 h 99"/>
                  <a:gd name="T66" fmla="*/ 42 w 138"/>
                  <a:gd name="T67" fmla="*/ 87 h 99"/>
                  <a:gd name="T68" fmla="*/ 42 w 138"/>
                  <a:gd name="T69" fmla="*/ 81 h 99"/>
                  <a:gd name="T70" fmla="*/ 54 w 138"/>
                  <a:gd name="T71" fmla="*/ 72 h 99"/>
                  <a:gd name="T72" fmla="*/ 63 w 138"/>
                  <a:gd name="T73" fmla="*/ 78 h 99"/>
                  <a:gd name="T74" fmla="*/ 84 w 138"/>
                  <a:gd name="T75" fmla="*/ 81 h 99"/>
                  <a:gd name="T76" fmla="*/ 87 w 138"/>
                  <a:gd name="T77" fmla="*/ 72 h 99"/>
                  <a:gd name="T78" fmla="*/ 96 w 138"/>
                  <a:gd name="T79" fmla="*/ 72 h 99"/>
                  <a:gd name="T80" fmla="*/ 108 w 138"/>
                  <a:gd name="T81" fmla="*/ 69 h 99"/>
                  <a:gd name="T82" fmla="*/ 117 w 138"/>
                  <a:gd name="T83" fmla="*/ 69 h 99"/>
                  <a:gd name="T84" fmla="*/ 129 w 138"/>
                  <a:gd name="T85" fmla="*/ 69 h 99"/>
                  <a:gd name="T86" fmla="*/ 138 w 138"/>
                  <a:gd name="T87" fmla="*/ 69 h 99"/>
                  <a:gd name="T88" fmla="*/ 135 w 138"/>
                  <a:gd name="T89" fmla="*/ 63 h 99"/>
                  <a:gd name="T90" fmla="*/ 126 w 138"/>
                  <a:gd name="T91" fmla="*/ 5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8" h="99">
                    <a:moveTo>
                      <a:pt x="126" y="57"/>
                    </a:moveTo>
                    <a:cubicBezTo>
                      <a:pt x="126" y="54"/>
                      <a:pt x="126" y="51"/>
                      <a:pt x="123" y="48"/>
                    </a:cubicBezTo>
                    <a:cubicBezTo>
                      <a:pt x="120" y="45"/>
                      <a:pt x="117" y="45"/>
                      <a:pt x="117" y="42"/>
                    </a:cubicBezTo>
                    <a:cubicBezTo>
                      <a:pt x="117" y="39"/>
                      <a:pt x="114" y="39"/>
                      <a:pt x="111" y="36"/>
                    </a:cubicBezTo>
                    <a:cubicBezTo>
                      <a:pt x="108" y="30"/>
                      <a:pt x="102" y="30"/>
                      <a:pt x="102" y="30"/>
                    </a:cubicBezTo>
                    <a:cubicBezTo>
                      <a:pt x="102" y="27"/>
                      <a:pt x="102" y="27"/>
                      <a:pt x="102" y="27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3" y="24"/>
                      <a:pt x="96" y="24"/>
                    </a:cubicBezTo>
                    <a:cubicBezTo>
                      <a:pt x="102" y="21"/>
                      <a:pt x="96" y="15"/>
                      <a:pt x="96" y="12"/>
                    </a:cubicBezTo>
                    <a:cubicBezTo>
                      <a:pt x="96" y="12"/>
                      <a:pt x="90" y="3"/>
                      <a:pt x="87" y="3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4" y="0"/>
                      <a:pt x="78" y="3"/>
                      <a:pt x="78" y="6"/>
                    </a:cubicBezTo>
                    <a:cubicBezTo>
                      <a:pt x="75" y="9"/>
                      <a:pt x="75" y="9"/>
                      <a:pt x="75" y="12"/>
                    </a:cubicBezTo>
                    <a:cubicBezTo>
                      <a:pt x="72" y="12"/>
                      <a:pt x="66" y="18"/>
                      <a:pt x="63" y="21"/>
                    </a:cubicBezTo>
                    <a:cubicBezTo>
                      <a:pt x="60" y="27"/>
                      <a:pt x="51" y="24"/>
                      <a:pt x="48" y="27"/>
                    </a:cubicBezTo>
                    <a:cubicBezTo>
                      <a:pt x="45" y="27"/>
                      <a:pt x="48" y="30"/>
                      <a:pt x="48" y="33"/>
                    </a:cubicBezTo>
                    <a:cubicBezTo>
                      <a:pt x="45" y="33"/>
                      <a:pt x="39" y="36"/>
                      <a:pt x="36" y="36"/>
                    </a:cubicBezTo>
                    <a:cubicBezTo>
                      <a:pt x="36" y="39"/>
                      <a:pt x="27" y="39"/>
                      <a:pt x="24" y="42"/>
                    </a:cubicBezTo>
                    <a:cubicBezTo>
                      <a:pt x="21" y="45"/>
                      <a:pt x="21" y="36"/>
                      <a:pt x="18" y="42"/>
                    </a:cubicBezTo>
                    <a:cubicBezTo>
                      <a:pt x="15" y="45"/>
                      <a:pt x="12" y="45"/>
                      <a:pt x="12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9" y="45"/>
                      <a:pt x="6" y="45"/>
                      <a:pt x="3" y="48"/>
                    </a:cubicBezTo>
                    <a:cubicBezTo>
                      <a:pt x="3" y="54"/>
                      <a:pt x="0" y="57"/>
                      <a:pt x="0" y="60"/>
                    </a:cubicBezTo>
                    <a:cubicBezTo>
                      <a:pt x="0" y="63"/>
                      <a:pt x="0" y="66"/>
                      <a:pt x="0" y="69"/>
                    </a:cubicBezTo>
                    <a:cubicBezTo>
                      <a:pt x="0" y="75"/>
                      <a:pt x="0" y="75"/>
                      <a:pt x="3" y="78"/>
                    </a:cubicBezTo>
                    <a:cubicBezTo>
                      <a:pt x="6" y="81"/>
                      <a:pt x="6" y="84"/>
                      <a:pt x="6" y="84"/>
                    </a:cubicBezTo>
                    <a:cubicBezTo>
                      <a:pt x="6" y="84"/>
                      <a:pt x="6" y="87"/>
                      <a:pt x="9" y="90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5" y="96"/>
                      <a:pt x="15" y="99"/>
                      <a:pt x="18" y="99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21" y="93"/>
                      <a:pt x="21" y="90"/>
                      <a:pt x="21" y="90"/>
                    </a:cubicBezTo>
                    <a:cubicBezTo>
                      <a:pt x="27" y="87"/>
                      <a:pt x="27" y="87"/>
                      <a:pt x="27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42" y="87"/>
                      <a:pt x="42" y="87"/>
                      <a:pt x="42" y="87"/>
                    </a:cubicBezTo>
                    <a:cubicBezTo>
                      <a:pt x="42" y="81"/>
                      <a:pt x="42" y="81"/>
                      <a:pt x="42" y="81"/>
                    </a:cubicBezTo>
                    <a:cubicBezTo>
                      <a:pt x="42" y="81"/>
                      <a:pt x="48" y="72"/>
                      <a:pt x="54" y="72"/>
                    </a:cubicBezTo>
                    <a:cubicBezTo>
                      <a:pt x="57" y="72"/>
                      <a:pt x="63" y="78"/>
                      <a:pt x="63" y="78"/>
                    </a:cubicBezTo>
                    <a:cubicBezTo>
                      <a:pt x="84" y="81"/>
                      <a:pt x="84" y="81"/>
                      <a:pt x="84" y="81"/>
                    </a:cubicBezTo>
                    <a:cubicBezTo>
                      <a:pt x="84" y="81"/>
                      <a:pt x="84" y="75"/>
                      <a:pt x="87" y="72"/>
                    </a:cubicBezTo>
                    <a:cubicBezTo>
                      <a:pt x="90" y="72"/>
                      <a:pt x="93" y="75"/>
                      <a:pt x="96" y="72"/>
                    </a:cubicBezTo>
                    <a:cubicBezTo>
                      <a:pt x="99" y="72"/>
                      <a:pt x="102" y="69"/>
                      <a:pt x="108" y="69"/>
                    </a:cubicBezTo>
                    <a:cubicBezTo>
                      <a:pt x="111" y="69"/>
                      <a:pt x="114" y="72"/>
                      <a:pt x="117" y="69"/>
                    </a:cubicBezTo>
                    <a:cubicBezTo>
                      <a:pt x="120" y="63"/>
                      <a:pt x="129" y="69"/>
                      <a:pt x="129" y="69"/>
                    </a:cubicBezTo>
                    <a:cubicBezTo>
                      <a:pt x="138" y="69"/>
                      <a:pt x="138" y="69"/>
                      <a:pt x="138" y="69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26" y="57"/>
                      <a:pt x="126" y="57"/>
                      <a:pt x="126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8" name="Freeform 28">
                <a:extLst>
                  <a:ext uri="{FF2B5EF4-FFF2-40B4-BE49-F238E27FC236}">
                    <a16:creationId xmlns:a16="http://schemas.microsoft.com/office/drawing/2014/main" id="{1B459FAD-AD4B-7778-532B-77D3F45075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269" y="2942297"/>
                <a:ext cx="252783" cy="213581"/>
              </a:xfrm>
              <a:custGeom>
                <a:avLst/>
                <a:gdLst>
                  <a:gd name="T0" fmla="*/ 81 w 132"/>
                  <a:gd name="T1" fmla="*/ 81 h 111"/>
                  <a:gd name="T2" fmla="*/ 87 w 132"/>
                  <a:gd name="T3" fmla="*/ 78 h 111"/>
                  <a:gd name="T4" fmla="*/ 96 w 132"/>
                  <a:gd name="T5" fmla="*/ 84 h 111"/>
                  <a:gd name="T6" fmla="*/ 102 w 132"/>
                  <a:gd name="T7" fmla="*/ 81 h 111"/>
                  <a:gd name="T8" fmla="*/ 108 w 132"/>
                  <a:gd name="T9" fmla="*/ 63 h 111"/>
                  <a:gd name="T10" fmla="*/ 114 w 132"/>
                  <a:gd name="T11" fmla="*/ 57 h 111"/>
                  <a:gd name="T12" fmla="*/ 117 w 132"/>
                  <a:gd name="T13" fmla="*/ 51 h 111"/>
                  <a:gd name="T14" fmla="*/ 120 w 132"/>
                  <a:gd name="T15" fmla="*/ 42 h 111"/>
                  <a:gd name="T16" fmla="*/ 126 w 132"/>
                  <a:gd name="T17" fmla="*/ 30 h 111"/>
                  <a:gd name="T18" fmla="*/ 132 w 132"/>
                  <a:gd name="T19" fmla="*/ 27 h 111"/>
                  <a:gd name="T20" fmla="*/ 132 w 132"/>
                  <a:gd name="T21" fmla="*/ 18 h 111"/>
                  <a:gd name="T22" fmla="*/ 126 w 132"/>
                  <a:gd name="T23" fmla="*/ 15 h 111"/>
                  <a:gd name="T24" fmla="*/ 126 w 132"/>
                  <a:gd name="T25" fmla="*/ 9 h 111"/>
                  <a:gd name="T26" fmla="*/ 123 w 132"/>
                  <a:gd name="T27" fmla="*/ 3 h 111"/>
                  <a:gd name="T28" fmla="*/ 120 w 132"/>
                  <a:gd name="T29" fmla="*/ 3 h 111"/>
                  <a:gd name="T30" fmla="*/ 111 w 132"/>
                  <a:gd name="T31" fmla="*/ 9 h 111"/>
                  <a:gd name="T32" fmla="*/ 102 w 132"/>
                  <a:gd name="T33" fmla="*/ 6 h 111"/>
                  <a:gd name="T34" fmla="*/ 87 w 132"/>
                  <a:gd name="T35" fmla="*/ 6 h 111"/>
                  <a:gd name="T36" fmla="*/ 78 w 132"/>
                  <a:gd name="T37" fmla="*/ 12 h 111"/>
                  <a:gd name="T38" fmla="*/ 69 w 132"/>
                  <a:gd name="T39" fmla="*/ 12 h 111"/>
                  <a:gd name="T40" fmla="*/ 60 w 132"/>
                  <a:gd name="T41" fmla="*/ 6 h 111"/>
                  <a:gd name="T42" fmla="*/ 51 w 132"/>
                  <a:gd name="T43" fmla="*/ 9 h 111"/>
                  <a:gd name="T44" fmla="*/ 45 w 132"/>
                  <a:gd name="T45" fmla="*/ 3 h 111"/>
                  <a:gd name="T46" fmla="*/ 36 w 132"/>
                  <a:gd name="T47" fmla="*/ 0 h 111"/>
                  <a:gd name="T48" fmla="*/ 27 w 132"/>
                  <a:gd name="T49" fmla="*/ 3 h 111"/>
                  <a:gd name="T50" fmla="*/ 18 w 132"/>
                  <a:gd name="T51" fmla="*/ 3 h 111"/>
                  <a:gd name="T52" fmla="*/ 15 w 132"/>
                  <a:gd name="T53" fmla="*/ 12 h 111"/>
                  <a:gd name="T54" fmla="*/ 9 w 132"/>
                  <a:gd name="T55" fmla="*/ 21 h 111"/>
                  <a:gd name="T56" fmla="*/ 9 w 132"/>
                  <a:gd name="T57" fmla="*/ 21 h 111"/>
                  <a:gd name="T58" fmla="*/ 9 w 132"/>
                  <a:gd name="T59" fmla="*/ 30 h 111"/>
                  <a:gd name="T60" fmla="*/ 9 w 132"/>
                  <a:gd name="T61" fmla="*/ 45 h 111"/>
                  <a:gd name="T62" fmla="*/ 6 w 132"/>
                  <a:gd name="T63" fmla="*/ 54 h 111"/>
                  <a:gd name="T64" fmla="*/ 0 w 132"/>
                  <a:gd name="T65" fmla="*/ 60 h 111"/>
                  <a:gd name="T66" fmla="*/ 0 w 132"/>
                  <a:gd name="T67" fmla="*/ 75 h 111"/>
                  <a:gd name="T68" fmla="*/ 3 w 132"/>
                  <a:gd name="T69" fmla="*/ 84 h 111"/>
                  <a:gd name="T70" fmla="*/ 3 w 132"/>
                  <a:gd name="T71" fmla="*/ 84 h 111"/>
                  <a:gd name="T72" fmla="*/ 21 w 132"/>
                  <a:gd name="T73" fmla="*/ 87 h 111"/>
                  <a:gd name="T74" fmla="*/ 30 w 132"/>
                  <a:gd name="T75" fmla="*/ 99 h 111"/>
                  <a:gd name="T76" fmla="*/ 36 w 132"/>
                  <a:gd name="T77" fmla="*/ 108 h 111"/>
                  <a:gd name="T78" fmla="*/ 48 w 132"/>
                  <a:gd name="T79" fmla="*/ 105 h 111"/>
                  <a:gd name="T80" fmla="*/ 63 w 132"/>
                  <a:gd name="T81" fmla="*/ 105 h 111"/>
                  <a:gd name="T82" fmla="*/ 66 w 132"/>
                  <a:gd name="T83" fmla="*/ 105 h 111"/>
                  <a:gd name="T84" fmla="*/ 69 w 132"/>
                  <a:gd name="T85" fmla="*/ 93 h 111"/>
                  <a:gd name="T86" fmla="*/ 81 w 132"/>
                  <a:gd name="T87" fmla="*/ 8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2" h="111">
                    <a:moveTo>
                      <a:pt x="81" y="81"/>
                    </a:moveTo>
                    <a:cubicBezTo>
                      <a:pt x="84" y="81"/>
                      <a:pt x="87" y="81"/>
                      <a:pt x="87" y="78"/>
                    </a:cubicBezTo>
                    <a:cubicBezTo>
                      <a:pt x="90" y="78"/>
                      <a:pt x="96" y="81"/>
                      <a:pt x="96" y="84"/>
                    </a:cubicBezTo>
                    <a:cubicBezTo>
                      <a:pt x="96" y="87"/>
                      <a:pt x="99" y="84"/>
                      <a:pt x="102" y="81"/>
                    </a:cubicBezTo>
                    <a:cubicBezTo>
                      <a:pt x="102" y="75"/>
                      <a:pt x="108" y="66"/>
                      <a:pt x="108" y="63"/>
                    </a:cubicBezTo>
                    <a:cubicBezTo>
                      <a:pt x="108" y="60"/>
                      <a:pt x="114" y="57"/>
                      <a:pt x="114" y="57"/>
                    </a:cubicBezTo>
                    <a:cubicBezTo>
                      <a:pt x="114" y="54"/>
                      <a:pt x="114" y="51"/>
                      <a:pt x="117" y="51"/>
                    </a:cubicBezTo>
                    <a:cubicBezTo>
                      <a:pt x="117" y="48"/>
                      <a:pt x="120" y="45"/>
                      <a:pt x="120" y="42"/>
                    </a:cubicBezTo>
                    <a:cubicBezTo>
                      <a:pt x="117" y="42"/>
                      <a:pt x="123" y="30"/>
                      <a:pt x="126" y="30"/>
                    </a:cubicBezTo>
                    <a:cubicBezTo>
                      <a:pt x="126" y="30"/>
                      <a:pt x="132" y="30"/>
                      <a:pt x="132" y="27"/>
                    </a:cubicBezTo>
                    <a:cubicBezTo>
                      <a:pt x="132" y="24"/>
                      <a:pt x="132" y="21"/>
                      <a:pt x="132" y="18"/>
                    </a:cubicBezTo>
                    <a:cubicBezTo>
                      <a:pt x="129" y="18"/>
                      <a:pt x="126" y="15"/>
                      <a:pt x="126" y="15"/>
                    </a:cubicBezTo>
                    <a:cubicBezTo>
                      <a:pt x="126" y="15"/>
                      <a:pt x="126" y="12"/>
                      <a:pt x="126" y="9"/>
                    </a:cubicBezTo>
                    <a:cubicBezTo>
                      <a:pt x="126" y="9"/>
                      <a:pt x="126" y="6"/>
                      <a:pt x="123" y="3"/>
                    </a:cubicBezTo>
                    <a:cubicBezTo>
                      <a:pt x="120" y="3"/>
                      <a:pt x="120" y="0"/>
                      <a:pt x="120" y="3"/>
                    </a:cubicBezTo>
                    <a:cubicBezTo>
                      <a:pt x="117" y="3"/>
                      <a:pt x="114" y="9"/>
                      <a:pt x="111" y="9"/>
                    </a:cubicBezTo>
                    <a:cubicBezTo>
                      <a:pt x="108" y="9"/>
                      <a:pt x="105" y="9"/>
                      <a:pt x="102" y="6"/>
                    </a:cubicBezTo>
                    <a:cubicBezTo>
                      <a:pt x="99" y="6"/>
                      <a:pt x="90" y="6"/>
                      <a:pt x="87" y="6"/>
                    </a:cubicBezTo>
                    <a:cubicBezTo>
                      <a:pt x="84" y="6"/>
                      <a:pt x="81" y="9"/>
                      <a:pt x="78" y="12"/>
                    </a:cubicBezTo>
                    <a:cubicBezTo>
                      <a:pt x="69" y="12"/>
                      <a:pt x="69" y="12"/>
                      <a:pt x="69" y="12"/>
                    </a:cubicBezTo>
                    <a:cubicBezTo>
                      <a:pt x="66" y="12"/>
                      <a:pt x="60" y="6"/>
                      <a:pt x="60" y="6"/>
                    </a:cubicBezTo>
                    <a:cubicBezTo>
                      <a:pt x="57" y="6"/>
                      <a:pt x="54" y="9"/>
                      <a:pt x="51" y="9"/>
                    </a:cubicBezTo>
                    <a:cubicBezTo>
                      <a:pt x="48" y="12"/>
                      <a:pt x="45" y="6"/>
                      <a:pt x="45" y="3"/>
                    </a:cubicBezTo>
                    <a:cubicBezTo>
                      <a:pt x="42" y="0"/>
                      <a:pt x="36" y="3"/>
                      <a:pt x="36" y="0"/>
                    </a:cubicBezTo>
                    <a:cubicBezTo>
                      <a:pt x="33" y="0"/>
                      <a:pt x="30" y="3"/>
                      <a:pt x="27" y="3"/>
                    </a:cubicBezTo>
                    <a:cubicBezTo>
                      <a:pt x="27" y="3"/>
                      <a:pt x="21" y="3"/>
                      <a:pt x="18" y="3"/>
                    </a:cubicBezTo>
                    <a:cubicBezTo>
                      <a:pt x="15" y="6"/>
                      <a:pt x="15" y="12"/>
                      <a:pt x="15" y="12"/>
                    </a:cubicBezTo>
                    <a:cubicBezTo>
                      <a:pt x="15" y="12"/>
                      <a:pt x="9" y="18"/>
                      <a:pt x="9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9" y="24"/>
                      <a:pt x="9" y="30"/>
                      <a:pt x="9" y="30"/>
                    </a:cubicBezTo>
                    <a:cubicBezTo>
                      <a:pt x="9" y="33"/>
                      <a:pt x="12" y="45"/>
                      <a:pt x="9" y="45"/>
                    </a:cubicBezTo>
                    <a:cubicBezTo>
                      <a:pt x="6" y="48"/>
                      <a:pt x="6" y="54"/>
                      <a:pt x="6" y="54"/>
                    </a:cubicBezTo>
                    <a:cubicBezTo>
                      <a:pt x="6" y="54"/>
                      <a:pt x="0" y="54"/>
                      <a:pt x="0" y="60"/>
                    </a:cubicBezTo>
                    <a:cubicBezTo>
                      <a:pt x="0" y="66"/>
                      <a:pt x="0" y="69"/>
                      <a:pt x="0" y="75"/>
                    </a:cubicBezTo>
                    <a:cubicBezTo>
                      <a:pt x="0" y="78"/>
                      <a:pt x="3" y="78"/>
                      <a:pt x="3" y="84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6" y="87"/>
                      <a:pt x="15" y="87"/>
                      <a:pt x="21" y="87"/>
                    </a:cubicBezTo>
                    <a:cubicBezTo>
                      <a:pt x="27" y="90"/>
                      <a:pt x="30" y="96"/>
                      <a:pt x="30" y="99"/>
                    </a:cubicBezTo>
                    <a:cubicBezTo>
                      <a:pt x="30" y="102"/>
                      <a:pt x="36" y="108"/>
                      <a:pt x="36" y="108"/>
                    </a:cubicBezTo>
                    <a:cubicBezTo>
                      <a:pt x="39" y="111"/>
                      <a:pt x="45" y="105"/>
                      <a:pt x="48" y="105"/>
                    </a:cubicBezTo>
                    <a:cubicBezTo>
                      <a:pt x="51" y="105"/>
                      <a:pt x="63" y="105"/>
                      <a:pt x="63" y="105"/>
                    </a:cubicBezTo>
                    <a:cubicBezTo>
                      <a:pt x="66" y="105"/>
                      <a:pt x="66" y="105"/>
                      <a:pt x="66" y="105"/>
                    </a:cubicBezTo>
                    <a:cubicBezTo>
                      <a:pt x="69" y="99"/>
                      <a:pt x="69" y="93"/>
                      <a:pt x="69" y="93"/>
                    </a:cubicBezTo>
                    <a:cubicBezTo>
                      <a:pt x="81" y="81"/>
                      <a:pt x="81" y="81"/>
                      <a:pt x="81" y="8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9" name="Freeform 29">
                <a:extLst>
                  <a:ext uri="{FF2B5EF4-FFF2-40B4-BE49-F238E27FC236}">
                    <a16:creationId xmlns:a16="http://schemas.microsoft.com/office/drawing/2014/main" id="{6945B482-C2AC-3F2A-E0AE-E0DF58B23F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308" y="2970684"/>
                <a:ext cx="68941" cy="139233"/>
              </a:xfrm>
              <a:custGeom>
                <a:avLst/>
                <a:gdLst>
                  <a:gd name="T0" fmla="*/ 24 w 36"/>
                  <a:gd name="T1" fmla="*/ 45 h 72"/>
                  <a:gd name="T2" fmla="*/ 30 w 36"/>
                  <a:gd name="T3" fmla="*/ 39 h 72"/>
                  <a:gd name="T4" fmla="*/ 33 w 36"/>
                  <a:gd name="T5" fmla="*/ 30 h 72"/>
                  <a:gd name="T6" fmla="*/ 33 w 36"/>
                  <a:gd name="T7" fmla="*/ 15 h 72"/>
                  <a:gd name="T8" fmla="*/ 33 w 36"/>
                  <a:gd name="T9" fmla="*/ 6 h 72"/>
                  <a:gd name="T10" fmla="*/ 30 w 36"/>
                  <a:gd name="T11" fmla="*/ 6 h 72"/>
                  <a:gd name="T12" fmla="*/ 27 w 36"/>
                  <a:gd name="T13" fmla="*/ 3 h 72"/>
                  <a:gd name="T14" fmla="*/ 21 w 36"/>
                  <a:gd name="T15" fmla="*/ 6 h 72"/>
                  <a:gd name="T16" fmla="*/ 18 w 36"/>
                  <a:gd name="T17" fmla="*/ 12 h 72"/>
                  <a:gd name="T18" fmla="*/ 9 w 36"/>
                  <a:gd name="T19" fmla="*/ 15 h 72"/>
                  <a:gd name="T20" fmla="*/ 3 w 36"/>
                  <a:gd name="T21" fmla="*/ 18 h 72"/>
                  <a:gd name="T22" fmla="*/ 0 w 36"/>
                  <a:gd name="T23" fmla="*/ 18 h 72"/>
                  <a:gd name="T24" fmla="*/ 6 w 36"/>
                  <a:gd name="T25" fmla="*/ 30 h 72"/>
                  <a:gd name="T26" fmla="*/ 9 w 36"/>
                  <a:gd name="T27" fmla="*/ 36 h 72"/>
                  <a:gd name="T28" fmla="*/ 12 w 36"/>
                  <a:gd name="T29" fmla="*/ 51 h 72"/>
                  <a:gd name="T30" fmla="*/ 12 w 36"/>
                  <a:gd name="T31" fmla="*/ 72 h 72"/>
                  <a:gd name="T32" fmla="*/ 21 w 36"/>
                  <a:gd name="T33" fmla="*/ 69 h 72"/>
                  <a:gd name="T34" fmla="*/ 27 w 36"/>
                  <a:gd name="T35" fmla="*/ 69 h 72"/>
                  <a:gd name="T36" fmla="*/ 24 w 36"/>
                  <a:gd name="T37" fmla="*/ 60 h 72"/>
                  <a:gd name="T38" fmla="*/ 24 w 36"/>
                  <a:gd name="T39" fmla="*/ 4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6" h="72">
                    <a:moveTo>
                      <a:pt x="24" y="45"/>
                    </a:moveTo>
                    <a:cubicBezTo>
                      <a:pt x="24" y="39"/>
                      <a:pt x="30" y="39"/>
                      <a:pt x="30" y="39"/>
                    </a:cubicBezTo>
                    <a:cubicBezTo>
                      <a:pt x="30" y="39"/>
                      <a:pt x="30" y="33"/>
                      <a:pt x="33" y="30"/>
                    </a:cubicBezTo>
                    <a:cubicBezTo>
                      <a:pt x="36" y="30"/>
                      <a:pt x="33" y="18"/>
                      <a:pt x="33" y="15"/>
                    </a:cubicBezTo>
                    <a:cubicBezTo>
                      <a:pt x="33" y="15"/>
                      <a:pt x="33" y="9"/>
                      <a:pt x="33" y="6"/>
                    </a:cubicBezTo>
                    <a:cubicBezTo>
                      <a:pt x="33" y="9"/>
                      <a:pt x="30" y="9"/>
                      <a:pt x="30" y="6"/>
                    </a:cubicBezTo>
                    <a:cubicBezTo>
                      <a:pt x="27" y="6"/>
                      <a:pt x="30" y="3"/>
                      <a:pt x="27" y="3"/>
                    </a:cubicBezTo>
                    <a:cubicBezTo>
                      <a:pt x="21" y="0"/>
                      <a:pt x="21" y="6"/>
                      <a:pt x="21" y="6"/>
                    </a:cubicBezTo>
                    <a:cubicBezTo>
                      <a:pt x="21" y="9"/>
                      <a:pt x="21" y="9"/>
                      <a:pt x="18" y="12"/>
                    </a:cubicBezTo>
                    <a:cubicBezTo>
                      <a:pt x="18" y="12"/>
                      <a:pt x="12" y="15"/>
                      <a:pt x="9" y="15"/>
                    </a:cubicBezTo>
                    <a:cubicBezTo>
                      <a:pt x="6" y="15"/>
                      <a:pt x="6" y="18"/>
                      <a:pt x="3" y="18"/>
                    </a:cubicBezTo>
                    <a:cubicBezTo>
                      <a:pt x="3" y="18"/>
                      <a:pt x="3" y="18"/>
                      <a:pt x="0" y="18"/>
                    </a:cubicBezTo>
                    <a:cubicBezTo>
                      <a:pt x="3" y="27"/>
                      <a:pt x="3" y="27"/>
                      <a:pt x="6" y="30"/>
                    </a:cubicBezTo>
                    <a:cubicBezTo>
                      <a:pt x="12" y="30"/>
                      <a:pt x="9" y="36"/>
                      <a:pt x="9" y="36"/>
                    </a:cubicBezTo>
                    <a:cubicBezTo>
                      <a:pt x="12" y="39"/>
                      <a:pt x="12" y="45"/>
                      <a:pt x="12" y="51"/>
                    </a:cubicBezTo>
                    <a:cubicBezTo>
                      <a:pt x="12" y="54"/>
                      <a:pt x="12" y="63"/>
                      <a:pt x="12" y="72"/>
                    </a:cubicBezTo>
                    <a:cubicBezTo>
                      <a:pt x="15" y="72"/>
                      <a:pt x="18" y="69"/>
                      <a:pt x="21" y="69"/>
                    </a:cubicBezTo>
                    <a:cubicBezTo>
                      <a:pt x="24" y="69"/>
                      <a:pt x="27" y="66"/>
                      <a:pt x="27" y="69"/>
                    </a:cubicBezTo>
                    <a:cubicBezTo>
                      <a:pt x="27" y="63"/>
                      <a:pt x="24" y="63"/>
                      <a:pt x="24" y="60"/>
                    </a:cubicBezTo>
                    <a:cubicBezTo>
                      <a:pt x="24" y="54"/>
                      <a:pt x="24" y="51"/>
                      <a:pt x="24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0" name="Freeform 30">
                <a:extLst>
                  <a:ext uri="{FF2B5EF4-FFF2-40B4-BE49-F238E27FC236}">
                    <a16:creationId xmlns:a16="http://schemas.microsoft.com/office/drawing/2014/main" id="{8F6B5C80-66CC-8AED-4514-2846A3B38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087" y="3000423"/>
                <a:ext cx="39202" cy="114901"/>
              </a:xfrm>
              <a:custGeom>
                <a:avLst/>
                <a:gdLst>
                  <a:gd name="T0" fmla="*/ 18 w 21"/>
                  <a:gd name="T1" fmla="*/ 21 h 60"/>
                  <a:gd name="T2" fmla="*/ 15 w 21"/>
                  <a:gd name="T3" fmla="*/ 15 h 60"/>
                  <a:gd name="T4" fmla="*/ 9 w 21"/>
                  <a:gd name="T5" fmla="*/ 3 h 60"/>
                  <a:gd name="T6" fmla="*/ 3 w 21"/>
                  <a:gd name="T7" fmla="*/ 3 h 60"/>
                  <a:gd name="T8" fmla="*/ 0 w 21"/>
                  <a:gd name="T9" fmla="*/ 3 h 60"/>
                  <a:gd name="T10" fmla="*/ 3 w 21"/>
                  <a:gd name="T11" fmla="*/ 9 h 60"/>
                  <a:gd name="T12" fmla="*/ 6 w 21"/>
                  <a:gd name="T13" fmla="*/ 15 h 60"/>
                  <a:gd name="T14" fmla="*/ 6 w 21"/>
                  <a:gd name="T15" fmla="*/ 33 h 60"/>
                  <a:gd name="T16" fmla="*/ 9 w 21"/>
                  <a:gd name="T17" fmla="*/ 48 h 60"/>
                  <a:gd name="T18" fmla="*/ 12 w 21"/>
                  <a:gd name="T19" fmla="*/ 60 h 60"/>
                  <a:gd name="T20" fmla="*/ 15 w 21"/>
                  <a:gd name="T21" fmla="*/ 60 h 60"/>
                  <a:gd name="T22" fmla="*/ 21 w 21"/>
                  <a:gd name="T23" fmla="*/ 57 h 60"/>
                  <a:gd name="T24" fmla="*/ 21 w 21"/>
                  <a:gd name="T25" fmla="*/ 36 h 60"/>
                  <a:gd name="T26" fmla="*/ 18 w 21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1" h="60">
                    <a:moveTo>
                      <a:pt x="18" y="21"/>
                    </a:moveTo>
                    <a:cubicBezTo>
                      <a:pt x="18" y="21"/>
                      <a:pt x="21" y="15"/>
                      <a:pt x="15" y="15"/>
                    </a:cubicBezTo>
                    <a:cubicBezTo>
                      <a:pt x="12" y="12"/>
                      <a:pt x="12" y="12"/>
                      <a:pt x="9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0" y="0"/>
                      <a:pt x="0" y="3"/>
                      <a:pt x="0" y="3"/>
                    </a:cubicBezTo>
                    <a:cubicBezTo>
                      <a:pt x="0" y="6"/>
                      <a:pt x="3" y="9"/>
                      <a:pt x="3" y="9"/>
                    </a:cubicBezTo>
                    <a:cubicBezTo>
                      <a:pt x="3" y="9"/>
                      <a:pt x="6" y="12"/>
                      <a:pt x="6" y="15"/>
                    </a:cubicBezTo>
                    <a:cubicBezTo>
                      <a:pt x="6" y="21"/>
                      <a:pt x="3" y="27"/>
                      <a:pt x="6" y="33"/>
                    </a:cubicBezTo>
                    <a:cubicBezTo>
                      <a:pt x="6" y="36"/>
                      <a:pt x="9" y="42"/>
                      <a:pt x="9" y="48"/>
                    </a:cubicBezTo>
                    <a:cubicBezTo>
                      <a:pt x="9" y="51"/>
                      <a:pt x="12" y="57"/>
                      <a:pt x="12" y="60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8" y="57"/>
                      <a:pt x="18" y="57"/>
                      <a:pt x="21" y="57"/>
                    </a:cubicBezTo>
                    <a:cubicBezTo>
                      <a:pt x="21" y="48"/>
                      <a:pt x="21" y="39"/>
                      <a:pt x="21" y="36"/>
                    </a:cubicBezTo>
                    <a:cubicBezTo>
                      <a:pt x="21" y="30"/>
                      <a:pt x="21" y="24"/>
                      <a:pt x="18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1" name="Freeform 31">
                <a:extLst>
                  <a:ext uri="{FF2B5EF4-FFF2-40B4-BE49-F238E27FC236}">
                    <a16:creationId xmlns:a16="http://schemas.microsoft.com/office/drawing/2014/main" id="{28A72980-6F60-70B5-2DFF-1ACF70FFE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3336" y="2959870"/>
                <a:ext cx="160862" cy="247376"/>
              </a:xfrm>
              <a:custGeom>
                <a:avLst/>
                <a:gdLst>
                  <a:gd name="T0" fmla="*/ 33 w 84"/>
                  <a:gd name="T1" fmla="*/ 123 h 129"/>
                  <a:gd name="T2" fmla="*/ 63 w 84"/>
                  <a:gd name="T3" fmla="*/ 123 h 129"/>
                  <a:gd name="T4" fmla="*/ 81 w 84"/>
                  <a:gd name="T5" fmla="*/ 129 h 129"/>
                  <a:gd name="T6" fmla="*/ 84 w 84"/>
                  <a:gd name="T7" fmla="*/ 120 h 129"/>
                  <a:gd name="T8" fmla="*/ 81 w 84"/>
                  <a:gd name="T9" fmla="*/ 117 h 129"/>
                  <a:gd name="T10" fmla="*/ 75 w 84"/>
                  <a:gd name="T11" fmla="*/ 111 h 129"/>
                  <a:gd name="T12" fmla="*/ 72 w 84"/>
                  <a:gd name="T13" fmla="*/ 105 h 129"/>
                  <a:gd name="T14" fmla="*/ 69 w 84"/>
                  <a:gd name="T15" fmla="*/ 99 h 129"/>
                  <a:gd name="T16" fmla="*/ 66 w 84"/>
                  <a:gd name="T17" fmla="*/ 90 h 129"/>
                  <a:gd name="T18" fmla="*/ 66 w 84"/>
                  <a:gd name="T19" fmla="*/ 81 h 129"/>
                  <a:gd name="T20" fmla="*/ 69 w 84"/>
                  <a:gd name="T21" fmla="*/ 69 h 129"/>
                  <a:gd name="T22" fmla="*/ 75 w 84"/>
                  <a:gd name="T23" fmla="*/ 63 h 129"/>
                  <a:gd name="T24" fmla="*/ 72 w 84"/>
                  <a:gd name="T25" fmla="*/ 54 h 129"/>
                  <a:gd name="T26" fmla="*/ 63 w 84"/>
                  <a:gd name="T27" fmla="*/ 45 h 129"/>
                  <a:gd name="T28" fmla="*/ 60 w 84"/>
                  <a:gd name="T29" fmla="*/ 36 h 129"/>
                  <a:gd name="T30" fmla="*/ 69 w 84"/>
                  <a:gd name="T31" fmla="*/ 36 h 129"/>
                  <a:gd name="T32" fmla="*/ 75 w 84"/>
                  <a:gd name="T33" fmla="*/ 33 h 129"/>
                  <a:gd name="T34" fmla="*/ 69 w 84"/>
                  <a:gd name="T35" fmla="*/ 21 h 129"/>
                  <a:gd name="T36" fmla="*/ 69 w 84"/>
                  <a:gd name="T37" fmla="*/ 9 h 129"/>
                  <a:gd name="T38" fmla="*/ 63 w 84"/>
                  <a:gd name="T39" fmla="*/ 0 h 129"/>
                  <a:gd name="T40" fmla="*/ 60 w 84"/>
                  <a:gd name="T41" fmla="*/ 0 h 129"/>
                  <a:gd name="T42" fmla="*/ 60 w 84"/>
                  <a:gd name="T43" fmla="*/ 6 h 129"/>
                  <a:gd name="T44" fmla="*/ 66 w 84"/>
                  <a:gd name="T45" fmla="*/ 9 h 129"/>
                  <a:gd name="T46" fmla="*/ 66 w 84"/>
                  <a:gd name="T47" fmla="*/ 18 h 129"/>
                  <a:gd name="T48" fmla="*/ 60 w 84"/>
                  <a:gd name="T49" fmla="*/ 21 h 129"/>
                  <a:gd name="T50" fmla="*/ 54 w 84"/>
                  <a:gd name="T51" fmla="*/ 33 h 129"/>
                  <a:gd name="T52" fmla="*/ 51 w 84"/>
                  <a:gd name="T53" fmla="*/ 42 h 129"/>
                  <a:gd name="T54" fmla="*/ 48 w 84"/>
                  <a:gd name="T55" fmla="*/ 48 h 129"/>
                  <a:gd name="T56" fmla="*/ 42 w 84"/>
                  <a:gd name="T57" fmla="*/ 54 h 129"/>
                  <a:gd name="T58" fmla="*/ 36 w 84"/>
                  <a:gd name="T59" fmla="*/ 72 h 129"/>
                  <a:gd name="T60" fmla="*/ 30 w 84"/>
                  <a:gd name="T61" fmla="*/ 75 h 129"/>
                  <a:gd name="T62" fmla="*/ 21 w 84"/>
                  <a:gd name="T63" fmla="*/ 69 h 129"/>
                  <a:gd name="T64" fmla="*/ 15 w 84"/>
                  <a:gd name="T65" fmla="*/ 72 h 129"/>
                  <a:gd name="T66" fmla="*/ 3 w 84"/>
                  <a:gd name="T67" fmla="*/ 84 h 129"/>
                  <a:gd name="T68" fmla="*/ 0 w 84"/>
                  <a:gd name="T69" fmla="*/ 96 h 129"/>
                  <a:gd name="T70" fmla="*/ 3 w 84"/>
                  <a:gd name="T71" fmla="*/ 102 h 129"/>
                  <a:gd name="T72" fmla="*/ 12 w 84"/>
                  <a:gd name="T73" fmla="*/ 102 h 129"/>
                  <a:gd name="T74" fmla="*/ 15 w 84"/>
                  <a:gd name="T75" fmla="*/ 114 h 129"/>
                  <a:gd name="T76" fmla="*/ 15 w 84"/>
                  <a:gd name="T77" fmla="*/ 123 h 129"/>
                  <a:gd name="T78" fmla="*/ 30 w 84"/>
                  <a:gd name="T79" fmla="*/ 123 h 129"/>
                  <a:gd name="T80" fmla="*/ 33 w 84"/>
                  <a:gd name="T81" fmla="*/ 123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4" h="129">
                    <a:moveTo>
                      <a:pt x="33" y="123"/>
                    </a:moveTo>
                    <a:cubicBezTo>
                      <a:pt x="33" y="123"/>
                      <a:pt x="60" y="123"/>
                      <a:pt x="63" y="123"/>
                    </a:cubicBezTo>
                    <a:cubicBezTo>
                      <a:pt x="69" y="123"/>
                      <a:pt x="81" y="129"/>
                      <a:pt x="81" y="129"/>
                    </a:cubicBezTo>
                    <a:cubicBezTo>
                      <a:pt x="81" y="129"/>
                      <a:pt x="81" y="123"/>
                      <a:pt x="84" y="120"/>
                    </a:cubicBezTo>
                    <a:cubicBezTo>
                      <a:pt x="81" y="120"/>
                      <a:pt x="81" y="117"/>
                      <a:pt x="81" y="117"/>
                    </a:cubicBezTo>
                    <a:cubicBezTo>
                      <a:pt x="75" y="111"/>
                      <a:pt x="75" y="111"/>
                      <a:pt x="75" y="111"/>
                    </a:cubicBezTo>
                    <a:cubicBezTo>
                      <a:pt x="72" y="108"/>
                      <a:pt x="72" y="105"/>
                      <a:pt x="72" y="105"/>
                    </a:cubicBezTo>
                    <a:cubicBezTo>
                      <a:pt x="72" y="105"/>
                      <a:pt x="72" y="102"/>
                      <a:pt x="69" y="99"/>
                    </a:cubicBezTo>
                    <a:cubicBezTo>
                      <a:pt x="66" y="96"/>
                      <a:pt x="66" y="96"/>
                      <a:pt x="66" y="90"/>
                    </a:cubicBezTo>
                    <a:cubicBezTo>
                      <a:pt x="66" y="87"/>
                      <a:pt x="66" y="84"/>
                      <a:pt x="66" y="81"/>
                    </a:cubicBezTo>
                    <a:cubicBezTo>
                      <a:pt x="66" y="78"/>
                      <a:pt x="69" y="75"/>
                      <a:pt x="69" y="69"/>
                    </a:cubicBezTo>
                    <a:cubicBezTo>
                      <a:pt x="72" y="66"/>
                      <a:pt x="75" y="66"/>
                      <a:pt x="75" y="63"/>
                    </a:cubicBezTo>
                    <a:cubicBezTo>
                      <a:pt x="75" y="60"/>
                      <a:pt x="75" y="57"/>
                      <a:pt x="72" y="54"/>
                    </a:cubicBezTo>
                    <a:cubicBezTo>
                      <a:pt x="72" y="51"/>
                      <a:pt x="69" y="48"/>
                      <a:pt x="63" y="45"/>
                    </a:cubicBezTo>
                    <a:cubicBezTo>
                      <a:pt x="60" y="42"/>
                      <a:pt x="60" y="39"/>
                      <a:pt x="60" y="36"/>
                    </a:cubicBezTo>
                    <a:cubicBezTo>
                      <a:pt x="60" y="36"/>
                      <a:pt x="66" y="36"/>
                      <a:pt x="69" y="36"/>
                    </a:cubicBezTo>
                    <a:cubicBezTo>
                      <a:pt x="75" y="36"/>
                      <a:pt x="78" y="36"/>
                      <a:pt x="75" y="33"/>
                    </a:cubicBezTo>
                    <a:cubicBezTo>
                      <a:pt x="72" y="33"/>
                      <a:pt x="69" y="27"/>
                      <a:pt x="69" y="21"/>
                    </a:cubicBezTo>
                    <a:cubicBezTo>
                      <a:pt x="72" y="15"/>
                      <a:pt x="69" y="12"/>
                      <a:pt x="69" y="9"/>
                    </a:cubicBezTo>
                    <a:cubicBezTo>
                      <a:pt x="69" y="6"/>
                      <a:pt x="66" y="0"/>
                      <a:pt x="63" y="0"/>
                    </a:cubicBezTo>
                    <a:cubicBezTo>
                      <a:pt x="63" y="0"/>
                      <a:pt x="63" y="0"/>
                      <a:pt x="60" y="0"/>
                    </a:cubicBezTo>
                    <a:cubicBezTo>
                      <a:pt x="60" y="3"/>
                      <a:pt x="60" y="6"/>
                      <a:pt x="60" y="6"/>
                    </a:cubicBezTo>
                    <a:cubicBezTo>
                      <a:pt x="60" y="6"/>
                      <a:pt x="63" y="9"/>
                      <a:pt x="66" y="9"/>
                    </a:cubicBezTo>
                    <a:cubicBezTo>
                      <a:pt x="66" y="12"/>
                      <a:pt x="66" y="15"/>
                      <a:pt x="66" y="18"/>
                    </a:cubicBezTo>
                    <a:cubicBezTo>
                      <a:pt x="66" y="21"/>
                      <a:pt x="60" y="21"/>
                      <a:pt x="60" y="21"/>
                    </a:cubicBezTo>
                    <a:cubicBezTo>
                      <a:pt x="57" y="21"/>
                      <a:pt x="51" y="33"/>
                      <a:pt x="54" y="33"/>
                    </a:cubicBezTo>
                    <a:cubicBezTo>
                      <a:pt x="54" y="36"/>
                      <a:pt x="51" y="39"/>
                      <a:pt x="51" y="42"/>
                    </a:cubicBezTo>
                    <a:cubicBezTo>
                      <a:pt x="48" y="42"/>
                      <a:pt x="48" y="45"/>
                      <a:pt x="48" y="48"/>
                    </a:cubicBezTo>
                    <a:cubicBezTo>
                      <a:pt x="48" y="48"/>
                      <a:pt x="42" y="51"/>
                      <a:pt x="42" y="54"/>
                    </a:cubicBezTo>
                    <a:cubicBezTo>
                      <a:pt x="42" y="57"/>
                      <a:pt x="36" y="66"/>
                      <a:pt x="36" y="72"/>
                    </a:cubicBezTo>
                    <a:cubicBezTo>
                      <a:pt x="33" y="75"/>
                      <a:pt x="30" y="78"/>
                      <a:pt x="30" y="75"/>
                    </a:cubicBezTo>
                    <a:cubicBezTo>
                      <a:pt x="30" y="72"/>
                      <a:pt x="24" y="69"/>
                      <a:pt x="21" y="69"/>
                    </a:cubicBezTo>
                    <a:cubicBezTo>
                      <a:pt x="21" y="72"/>
                      <a:pt x="18" y="72"/>
                      <a:pt x="15" y="72"/>
                    </a:cubicBezTo>
                    <a:cubicBezTo>
                      <a:pt x="3" y="84"/>
                      <a:pt x="3" y="84"/>
                      <a:pt x="3" y="84"/>
                    </a:cubicBezTo>
                    <a:cubicBezTo>
                      <a:pt x="3" y="84"/>
                      <a:pt x="3" y="90"/>
                      <a:pt x="0" y="96"/>
                    </a:cubicBezTo>
                    <a:cubicBezTo>
                      <a:pt x="0" y="96"/>
                      <a:pt x="3" y="99"/>
                      <a:pt x="3" y="102"/>
                    </a:cubicBezTo>
                    <a:cubicBezTo>
                      <a:pt x="6" y="105"/>
                      <a:pt x="12" y="102"/>
                      <a:pt x="12" y="102"/>
                    </a:cubicBezTo>
                    <a:cubicBezTo>
                      <a:pt x="15" y="105"/>
                      <a:pt x="18" y="111"/>
                      <a:pt x="15" y="114"/>
                    </a:cubicBezTo>
                    <a:cubicBezTo>
                      <a:pt x="15" y="117"/>
                      <a:pt x="12" y="123"/>
                      <a:pt x="15" y="123"/>
                    </a:cubicBezTo>
                    <a:cubicBezTo>
                      <a:pt x="30" y="123"/>
                      <a:pt x="30" y="123"/>
                      <a:pt x="30" y="123"/>
                    </a:cubicBezTo>
                    <a:lnTo>
                      <a:pt x="33" y="123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2" name="Freeform 32">
                <a:extLst>
                  <a:ext uri="{FF2B5EF4-FFF2-40B4-BE49-F238E27FC236}">
                    <a16:creationId xmlns:a16="http://schemas.microsoft.com/office/drawing/2014/main" id="{82E4A4FB-E955-D17D-CE22-838F5B41C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245" y="3011238"/>
                <a:ext cx="131123" cy="137882"/>
              </a:xfrm>
              <a:custGeom>
                <a:avLst/>
                <a:gdLst>
                  <a:gd name="T0" fmla="*/ 66 w 69"/>
                  <a:gd name="T1" fmla="*/ 60 h 72"/>
                  <a:gd name="T2" fmla="*/ 60 w 69"/>
                  <a:gd name="T3" fmla="*/ 48 h 72"/>
                  <a:gd name="T4" fmla="*/ 66 w 69"/>
                  <a:gd name="T5" fmla="*/ 36 h 72"/>
                  <a:gd name="T6" fmla="*/ 69 w 69"/>
                  <a:gd name="T7" fmla="*/ 30 h 72"/>
                  <a:gd name="T8" fmla="*/ 66 w 69"/>
                  <a:gd name="T9" fmla="*/ 12 h 72"/>
                  <a:gd name="T10" fmla="*/ 63 w 69"/>
                  <a:gd name="T11" fmla="*/ 9 h 72"/>
                  <a:gd name="T12" fmla="*/ 51 w 69"/>
                  <a:gd name="T13" fmla="*/ 12 h 72"/>
                  <a:gd name="T14" fmla="*/ 39 w 69"/>
                  <a:gd name="T15" fmla="*/ 6 h 72"/>
                  <a:gd name="T16" fmla="*/ 30 w 69"/>
                  <a:gd name="T17" fmla="*/ 3 h 72"/>
                  <a:gd name="T18" fmla="*/ 27 w 69"/>
                  <a:gd name="T19" fmla="*/ 3 h 72"/>
                  <a:gd name="T20" fmla="*/ 21 w 69"/>
                  <a:gd name="T21" fmla="*/ 3 h 72"/>
                  <a:gd name="T22" fmla="*/ 15 w 69"/>
                  <a:gd name="T23" fmla="*/ 6 h 72"/>
                  <a:gd name="T24" fmla="*/ 9 w 69"/>
                  <a:gd name="T25" fmla="*/ 6 h 72"/>
                  <a:gd name="T26" fmla="*/ 6 w 69"/>
                  <a:gd name="T27" fmla="*/ 6 h 72"/>
                  <a:gd name="T28" fmla="*/ 6 w 69"/>
                  <a:gd name="T29" fmla="*/ 15 h 72"/>
                  <a:gd name="T30" fmla="*/ 9 w 69"/>
                  <a:gd name="T31" fmla="*/ 21 h 72"/>
                  <a:gd name="T32" fmla="*/ 9 w 69"/>
                  <a:gd name="T33" fmla="*/ 27 h 72"/>
                  <a:gd name="T34" fmla="*/ 6 w 69"/>
                  <a:gd name="T35" fmla="*/ 27 h 72"/>
                  <a:gd name="T36" fmla="*/ 6 w 69"/>
                  <a:gd name="T37" fmla="*/ 36 h 72"/>
                  <a:gd name="T38" fmla="*/ 3 w 69"/>
                  <a:gd name="T39" fmla="*/ 42 h 72"/>
                  <a:gd name="T40" fmla="*/ 0 w 69"/>
                  <a:gd name="T41" fmla="*/ 48 h 72"/>
                  <a:gd name="T42" fmla="*/ 6 w 69"/>
                  <a:gd name="T43" fmla="*/ 51 h 72"/>
                  <a:gd name="T44" fmla="*/ 15 w 69"/>
                  <a:gd name="T45" fmla="*/ 60 h 72"/>
                  <a:gd name="T46" fmla="*/ 9 w 69"/>
                  <a:gd name="T47" fmla="*/ 72 h 72"/>
                  <a:gd name="T48" fmla="*/ 45 w 69"/>
                  <a:gd name="T49" fmla="*/ 63 h 72"/>
                  <a:gd name="T50" fmla="*/ 66 w 69"/>
                  <a:gd name="T51" fmla="*/ 66 h 72"/>
                  <a:gd name="T52" fmla="*/ 66 w 69"/>
                  <a:gd name="T53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9" h="72">
                    <a:moveTo>
                      <a:pt x="66" y="60"/>
                    </a:moveTo>
                    <a:cubicBezTo>
                      <a:pt x="63" y="57"/>
                      <a:pt x="60" y="48"/>
                      <a:pt x="60" y="48"/>
                    </a:cubicBezTo>
                    <a:cubicBezTo>
                      <a:pt x="60" y="45"/>
                      <a:pt x="66" y="39"/>
                      <a:pt x="66" y="36"/>
                    </a:cubicBezTo>
                    <a:cubicBezTo>
                      <a:pt x="66" y="33"/>
                      <a:pt x="69" y="30"/>
                      <a:pt x="69" y="30"/>
                    </a:cubicBezTo>
                    <a:cubicBezTo>
                      <a:pt x="69" y="27"/>
                      <a:pt x="69" y="18"/>
                      <a:pt x="66" y="12"/>
                    </a:cubicBezTo>
                    <a:cubicBezTo>
                      <a:pt x="66" y="12"/>
                      <a:pt x="63" y="12"/>
                      <a:pt x="63" y="9"/>
                    </a:cubicBezTo>
                    <a:cubicBezTo>
                      <a:pt x="60" y="9"/>
                      <a:pt x="54" y="9"/>
                      <a:pt x="51" y="12"/>
                    </a:cubicBezTo>
                    <a:cubicBezTo>
                      <a:pt x="48" y="15"/>
                      <a:pt x="42" y="9"/>
                      <a:pt x="39" y="6"/>
                    </a:cubicBezTo>
                    <a:cubicBezTo>
                      <a:pt x="39" y="6"/>
                      <a:pt x="36" y="3"/>
                      <a:pt x="30" y="3"/>
                    </a:cubicBezTo>
                    <a:cubicBezTo>
                      <a:pt x="27" y="6"/>
                      <a:pt x="27" y="6"/>
                      <a:pt x="27" y="3"/>
                    </a:cubicBezTo>
                    <a:cubicBezTo>
                      <a:pt x="27" y="0"/>
                      <a:pt x="21" y="0"/>
                      <a:pt x="21" y="3"/>
                    </a:cubicBezTo>
                    <a:cubicBezTo>
                      <a:pt x="21" y="6"/>
                      <a:pt x="18" y="9"/>
                      <a:pt x="15" y="6"/>
                    </a:cubicBezTo>
                    <a:cubicBezTo>
                      <a:pt x="15" y="6"/>
                      <a:pt x="12" y="3"/>
                      <a:pt x="9" y="6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6" y="9"/>
                      <a:pt x="3" y="15"/>
                      <a:pt x="6" y="15"/>
                    </a:cubicBezTo>
                    <a:cubicBezTo>
                      <a:pt x="9" y="15"/>
                      <a:pt x="9" y="18"/>
                      <a:pt x="9" y="21"/>
                    </a:cubicBezTo>
                    <a:cubicBezTo>
                      <a:pt x="6" y="21"/>
                      <a:pt x="12" y="24"/>
                      <a:pt x="9" y="27"/>
                    </a:cubicBezTo>
                    <a:cubicBezTo>
                      <a:pt x="9" y="30"/>
                      <a:pt x="6" y="24"/>
                      <a:pt x="6" y="27"/>
                    </a:cubicBezTo>
                    <a:cubicBezTo>
                      <a:pt x="3" y="30"/>
                      <a:pt x="6" y="33"/>
                      <a:pt x="6" y="36"/>
                    </a:cubicBezTo>
                    <a:cubicBezTo>
                      <a:pt x="3" y="36"/>
                      <a:pt x="3" y="36"/>
                      <a:pt x="3" y="42"/>
                    </a:cubicBezTo>
                    <a:cubicBezTo>
                      <a:pt x="3" y="45"/>
                      <a:pt x="3" y="48"/>
                      <a:pt x="0" y="48"/>
                    </a:cubicBezTo>
                    <a:cubicBezTo>
                      <a:pt x="0" y="51"/>
                      <a:pt x="0" y="51"/>
                      <a:pt x="6" y="51"/>
                    </a:cubicBezTo>
                    <a:cubicBezTo>
                      <a:pt x="9" y="54"/>
                      <a:pt x="15" y="57"/>
                      <a:pt x="15" y="60"/>
                    </a:cubicBezTo>
                    <a:cubicBezTo>
                      <a:pt x="12" y="63"/>
                      <a:pt x="12" y="66"/>
                      <a:pt x="9" y="72"/>
                    </a:cubicBezTo>
                    <a:cubicBezTo>
                      <a:pt x="18" y="72"/>
                      <a:pt x="30" y="66"/>
                      <a:pt x="45" y="63"/>
                    </a:cubicBezTo>
                    <a:cubicBezTo>
                      <a:pt x="54" y="63"/>
                      <a:pt x="60" y="63"/>
                      <a:pt x="66" y="66"/>
                    </a:cubicBezTo>
                    <a:cubicBezTo>
                      <a:pt x="66" y="63"/>
                      <a:pt x="66" y="60"/>
                      <a:pt x="66" y="6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3" name="Freeform 33">
                <a:extLst>
                  <a:ext uri="{FF2B5EF4-FFF2-40B4-BE49-F238E27FC236}">
                    <a16:creationId xmlns:a16="http://schemas.microsoft.com/office/drawing/2014/main" id="{27208E6D-90C4-4FE4-92EF-C7AB9EC76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146" y="3005830"/>
                <a:ext cx="91921" cy="137882"/>
              </a:xfrm>
              <a:custGeom>
                <a:avLst/>
                <a:gdLst>
                  <a:gd name="T0" fmla="*/ 42 w 48"/>
                  <a:gd name="T1" fmla="*/ 30 h 72"/>
                  <a:gd name="T2" fmla="*/ 42 w 48"/>
                  <a:gd name="T3" fmla="*/ 12 h 72"/>
                  <a:gd name="T4" fmla="*/ 39 w 48"/>
                  <a:gd name="T5" fmla="*/ 6 h 72"/>
                  <a:gd name="T6" fmla="*/ 36 w 48"/>
                  <a:gd name="T7" fmla="*/ 0 h 72"/>
                  <a:gd name="T8" fmla="*/ 33 w 48"/>
                  <a:gd name="T9" fmla="*/ 3 h 72"/>
                  <a:gd name="T10" fmla="*/ 6 w 48"/>
                  <a:gd name="T11" fmla="*/ 0 h 72"/>
                  <a:gd name="T12" fmla="*/ 6 w 48"/>
                  <a:gd name="T13" fmla="*/ 12 h 72"/>
                  <a:gd name="T14" fmla="*/ 6 w 48"/>
                  <a:gd name="T15" fmla="*/ 15 h 72"/>
                  <a:gd name="T16" fmla="*/ 9 w 48"/>
                  <a:gd name="T17" fmla="*/ 33 h 72"/>
                  <a:gd name="T18" fmla="*/ 6 w 48"/>
                  <a:gd name="T19" fmla="*/ 39 h 72"/>
                  <a:gd name="T20" fmla="*/ 0 w 48"/>
                  <a:gd name="T21" fmla="*/ 51 h 72"/>
                  <a:gd name="T22" fmla="*/ 6 w 48"/>
                  <a:gd name="T23" fmla="*/ 63 h 72"/>
                  <a:gd name="T24" fmla="*/ 6 w 48"/>
                  <a:gd name="T25" fmla="*/ 69 h 72"/>
                  <a:gd name="T26" fmla="*/ 15 w 48"/>
                  <a:gd name="T27" fmla="*/ 72 h 72"/>
                  <a:gd name="T28" fmla="*/ 36 w 48"/>
                  <a:gd name="T29" fmla="*/ 63 h 72"/>
                  <a:gd name="T30" fmla="*/ 48 w 48"/>
                  <a:gd name="T31" fmla="*/ 57 h 72"/>
                  <a:gd name="T32" fmla="*/ 45 w 48"/>
                  <a:gd name="T33" fmla="*/ 45 h 72"/>
                  <a:gd name="T34" fmla="*/ 42 w 48"/>
                  <a:gd name="T3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72">
                    <a:moveTo>
                      <a:pt x="42" y="30"/>
                    </a:moveTo>
                    <a:cubicBezTo>
                      <a:pt x="39" y="24"/>
                      <a:pt x="42" y="18"/>
                      <a:pt x="42" y="12"/>
                    </a:cubicBezTo>
                    <a:cubicBezTo>
                      <a:pt x="42" y="9"/>
                      <a:pt x="39" y="6"/>
                      <a:pt x="39" y="6"/>
                    </a:cubicBezTo>
                    <a:cubicBezTo>
                      <a:pt x="39" y="6"/>
                      <a:pt x="36" y="3"/>
                      <a:pt x="36" y="0"/>
                    </a:cubicBezTo>
                    <a:cubicBezTo>
                      <a:pt x="33" y="0"/>
                      <a:pt x="33" y="3"/>
                      <a:pt x="33" y="3"/>
                    </a:cubicBezTo>
                    <a:cubicBezTo>
                      <a:pt x="33" y="0"/>
                      <a:pt x="6" y="0"/>
                      <a:pt x="6" y="0"/>
                    </a:cubicBezTo>
                    <a:cubicBezTo>
                      <a:pt x="3" y="3"/>
                      <a:pt x="6" y="9"/>
                      <a:pt x="6" y="12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9" y="21"/>
                      <a:pt x="9" y="30"/>
                      <a:pt x="9" y="33"/>
                    </a:cubicBezTo>
                    <a:cubicBezTo>
                      <a:pt x="9" y="33"/>
                      <a:pt x="6" y="36"/>
                      <a:pt x="6" y="39"/>
                    </a:cubicBezTo>
                    <a:cubicBezTo>
                      <a:pt x="6" y="42"/>
                      <a:pt x="0" y="48"/>
                      <a:pt x="0" y="51"/>
                    </a:cubicBezTo>
                    <a:cubicBezTo>
                      <a:pt x="0" y="51"/>
                      <a:pt x="3" y="60"/>
                      <a:pt x="6" y="63"/>
                    </a:cubicBezTo>
                    <a:cubicBezTo>
                      <a:pt x="6" y="63"/>
                      <a:pt x="6" y="66"/>
                      <a:pt x="6" y="69"/>
                    </a:cubicBezTo>
                    <a:cubicBezTo>
                      <a:pt x="9" y="69"/>
                      <a:pt x="12" y="72"/>
                      <a:pt x="15" y="72"/>
                    </a:cubicBezTo>
                    <a:cubicBezTo>
                      <a:pt x="15" y="72"/>
                      <a:pt x="30" y="66"/>
                      <a:pt x="36" y="63"/>
                    </a:cubicBezTo>
                    <a:cubicBezTo>
                      <a:pt x="39" y="60"/>
                      <a:pt x="45" y="60"/>
                      <a:pt x="48" y="57"/>
                    </a:cubicBezTo>
                    <a:cubicBezTo>
                      <a:pt x="48" y="54"/>
                      <a:pt x="45" y="48"/>
                      <a:pt x="45" y="45"/>
                    </a:cubicBezTo>
                    <a:cubicBezTo>
                      <a:pt x="45" y="39"/>
                      <a:pt x="42" y="33"/>
                      <a:pt x="42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4" name="Freeform 34">
                <a:extLst>
                  <a:ext uri="{FF2B5EF4-FFF2-40B4-BE49-F238E27FC236}">
                    <a16:creationId xmlns:a16="http://schemas.microsoft.com/office/drawing/2014/main" id="{72EAE223-8DA8-5486-5E32-2DC2F5FBC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5604" y="2970684"/>
                <a:ext cx="167621" cy="121660"/>
              </a:xfrm>
              <a:custGeom>
                <a:avLst/>
                <a:gdLst>
                  <a:gd name="T0" fmla="*/ 30 w 87"/>
                  <a:gd name="T1" fmla="*/ 33 h 63"/>
                  <a:gd name="T2" fmla="*/ 36 w 87"/>
                  <a:gd name="T3" fmla="*/ 33 h 63"/>
                  <a:gd name="T4" fmla="*/ 42 w 87"/>
                  <a:gd name="T5" fmla="*/ 30 h 63"/>
                  <a:gd name="T6" fmla="*/ 51 w 87"/>
                  <a:gd name="T7" fmla="*/ 42 h 63"/>
                  <a:gd name="T8" fmla="*/ 54 w 87"/>
                  <a:gd name="T9" fmla="*/ 48 h 63"/>
                  <a:gd name="T10" fmla="*/ 54 w 87"/>
                  <a:gd name="T11" fmla="*/ 48 h 63"/>
                  <a:gd name="T12" fmla="*/ 63 w 87"/>
                  <a:gd name="T13" fmla="*/ 48 h 63"/>
                  <a:gd name="T14" fmla="*/ 66 w 87"/>
                  <a:gd name="T15" fmla="*/ 57 h 63"/>
                  <a:gd name="T16" fmla="*/ 72 w 87"/>
                  <a:gd name="T17" fmla="*/ 60 h 63"/>
                  <a:gd name="T18" fmla="*/ 75 w 87"/>
                  <a:gd name="T19" fmla="*/ 57 h 63"/>
                  <a:gd name="T20" fmla="*/ 78 w 87"/>
                  <a:gd name="T21" fmla="*/ 60 h 63"/>
                  <a:gd name="T22" fmla="*/ 81 w 87"/>
                  <a:gd name="T23" fmla="*/ 57 h 63"/>
                  <a:gd name="T24" fmla="*/ 81 w 87"/>
                  <a:gd name="T25" fmla="*/ 48 h 63"/>
                  <a:gd name="T26" fmla="*/ 84 w 87"/>
                  <a:gd name="T27" fmla="*/ 48 h 63"/>
                  <a:gd name="T28" fmla="*/ 84 w 87"/>
                  <a:gd name="T29" fmla="*/ 42 h 63"/>
                  <a:gd name="T30" fmla="*/ 81 w 87"/>
                  <a:gd name="T31" fmla="*/ 36 h 63"/>
                  <a:gd name="T32" fmla="*/ 81 w 87"/>
                  <a:gd name="T33" fmla="*/ 27 h 63"/>
                  <a:gd name="T34" fmla="*/ 78 w 87"/>
                  <a:gd name="T35" fmla="*/ 24 h 63"/>
                  <a:gd name="T36" fmla="*/ 78 w 87"/>
                  <a:gd name="T37" fmla="*/ 18 h 63"/>
                  <a:gd name="T38" fmla="*/ 78 w 87"/>
                  <a:gd name="T39" fmla="*/ 15 h 63"/>
                  <a:gd name="T40" fmla="*/ 72 w 87"/>
                  <a:gd name="T41" fmla="*/ 9 h 63"/>
                  <a:gd name="T42" fmla="*/ 69 w 87"/>
                  <a:gd name="T43" fmla="*/ 0 h 63"/>
                  <a:gd name="T44" fmla="*/ 60 w 87"/>
                  <a:gd name="T45" fmla="*/ 6 h 63"/>
                  <a:gd name="T46" fmla="*/ 54 w 87"/>
                  <a:gd name="T47" fmla="*/ 6 h 63"/>
                  <a:gd name="T48" fmla="*/ 45 w 87"/>
                  <a:gd name="T49" fmla="*/ 6 h 63"/>
                  <a:gd name="T50" fmla="*/ 42 w 87"/>
                  <a:gd name="T51" fmla="*/ 3 h 63"/>
                  <a:gd name="T52" fmla="*/ 42 w 87"/>
                  <a:gd name="T53" fmla="*/ 3 h 63"/>
                  <a:gd name="T54" fmla="*/ 42 w 87"/>
                  <a:gd name="T55" fmla="*/ 3 h 63"/>
                  <a:gd name="T56" fmla="*/ 24 w 87"/>
                  <a:gd name="T57" fmla="*/ 3 h 63"/>
                  <a:gd name="T58" fmla="*/ 18 w 87"/>
                  <a:gd name="T59" fmla="*/ 0 h 63"/>
                  <a:gd name="T60" fmla="*/ 15 w 87"/>
                  <a:gd name="T61" fmla="*/ 3 h 63"/>
                  <a:gd name="T62" fmla="*/ 15 w 87"/>
                  <a:gd name="T63" fmla="*/ 9 h 63"/>
                  <a:gd name="T64" fmla="*/ 12 w 87"/>
                  <a:gd name="T65" fmla="*/ 12 h 63"/>
                  <a:gd name="T66" fmla="*/ 3 w 87"/>
                  <a:gd name="T67" fmla="*/ 15 h 63"/>
                  <a:gd name="T68" fmla="*/ 0 w 87"/>
                  <a:gd name="T69" fmla="*/ 18 h 63"/>
                  <a:gd name="T70" fmla="*/ 9 w 87"/>
                  <a:gd name="T71" fmla="*/ 27 h 63"/>
                  <a:gd name="T72" fmla="*/ 21 w 87"/>
                  <a:gd name="T73" fmla="*/ 42 h 63"/>
                  <a:gd name="T74" fmla="*/ 30 w 87"/>
                  <a:gd name="T75" fmla="*/ 3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7" h="63">
                    <a:moveTo>
                      <a:pt x="30" y="33"/>
                    </a:moveTo>
                    <a:cubicBezTo>
                      <a:pt x="30" y="30"/>
                      <a:pt x="33" y="30"/>
                      <a:pt x="36" y="33"/>
                    </a:cubicBezTo>
                    <a:cubicBezTo>
                      <a:pt x="39" y="33"/>
                      <a:pt x="42" y="30"/>
                      <a:pt x="42" y="30"/>
                    </a:cubicBezTo>
                    <a:cubicBezTo>
                      <a:pt x="45" y="30"/>
                      <a:pt x="51" y="39"/>
                      <a:pt x="51" y="42"/>
                    </a:cubicBezTo>
                    <a:cubicBezTo>
                      <a:pt x="51" y="45"/>
                      <a:pt x="54" y="45"/>
                      <a:pt x="54" y="48"/>
                    </a:cubicBezTo>
                    <a:cubicBezTo>
                      <a:pt x="54" y="48"/>
                      <a:pt x="54" y="48"/>
                      <a:pt x="54" y="48"/>
                    </a:cubicBezTo>
                    <a:cubicBezTo>
                      <a:pt x="57" y="48"/>
                      <a:pt x="63" y="48"/>
                      <a:pt x="63" y="48"/>
                    </a:cubicBezTo>
                    <a:cubicBezTo>
                      <a:pt x="63" y="48"/>
                      <a:pt x="66" y="54"/>
                      <a:pt x="66" y="57"/>
                    </a:cubicBezTo>
                    <a:cubicBezTo>
                      <a:pt x="66" y="60"/>
                      <a:pt x="69" y="63"/>
                      <a:pt x="72" y="60"/>
                    </a:cubicBezTo>
                    <a:cubicBezTo>
                      <a:pt x="72" y="57"/>
                      <a:pt x="75" y="54"/>
                      <a:pt x="75" y="57"/>
                    </a:cubicBezTo>
                    <a:cubicBezTo>
                      <a:pt x="75" y="57"/>
                      <a:pt x="75" y="57"/>
                      <a:pt x="78" y="60"/>
                    </a:cubicBezTo>
                    <a:cubicBezTo>
                      <a:pt x="78" y="57"/>
                      <a:pt x="81" y="57"/>
                      <a:pt x="81" y="57"/>
                    </a:cubicBezTo>
                    <a:cubicBezTo>
                      <a:pt x="81" y="54"/>
                      <a:pt x="78" y="51"/>
                      <a:pt x="81" y="48"/>
                    </a:cubicBezTo>
                    <a:cubicBezTo>
                      <a:pt x="81" y="45"/>
                      <a:pt x="84" y="51"/>
                      <a:pt x="84" y="48"/>
                    </a:cubicBezTo>
                    <a:cubicBezTo>
                      <a:pt x="87" y="45"/>
                      <a:pt x="81" y="42"/>
                      <a:pt x="84" y="42"/>
                    </a:cubicBezTo>
                    <a:cubicBezTo>
                      <a:pt x="84" y="39"/>
                      <a:pt x="84" y="36"/>
                      <a:pt x="81" y="36"/>
                    </a:cubicBezTo>
                    <a:cubicBezTo>
                      <a:pt x="78" y="36"/>
                      <a:pt x="81" y="30"/>
                      <a:pt x="81" y="27"/>
                    </a:cubicBezTo>
                    <a:cubicBezTo>
                      <a:pt x="81" y="27"/>
                      <a:pt x="81" y="27"/>
                      <a:pt x="78" y="24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5" y="18"/>
                      <a:pt x="75" y="15"/>
                      <a:pt x="78" y="15"/>
                    </a:cubicBezTo>
                    <a:cubicBezTo>
                      <a:pt x="78" y="15"/>
                      <a:pt x="72" y="12"/>
                      <a:pt x="72" y="9"/>
                    </a:cubicBezTo>
                    <a:cubicBezTo>
                      <a:pt x="72" y="6"/>
                      <a:pt x="69" y="3"/>
                      <a:pt x="69" y="0"/>
                    </a:cubicBezTo>
                    <a:cubicBezTo>
                      <a:pt x="66" y="0"/>
                      <a:pt x="63" y="6"/>
                      <a:pt x="60" y="6"/>
                    </a:cubicBezTo>
                    <a:cubicBezTo>
                      <a:pt x="57" y="6"/>
                      <a:pt x="54" y="3"/>
                      <a:pt x="54" y="6"/>
                    </a:cubicBezTo>
                    <a:cubicBezTo>
                      <a:pt x="51" y="9"/>
                      <a:pt x="48" y="6"/>
                      <a:pt x="45" y="6"/>
                    </a:cubicBezTo>
                    <a:cubicBezTo>
                      <a:pt x="45" y="9"/>
                      <a:pt x="42" y="3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36" y="6"/>
                      <a:pt x="27" y="3"/>
                      <a:pt x="24" y="3"/>
                    </a:cubicBezTo>
                    <a:cubicBezTo>
                      <a:pt x="24" y="0"/>
                      <a:pt x="18" y="0"/>
                      <a:pt x="18" y="0"/>
                    </a:cubicBezTo>
                    <a:cubicBezTo>
                      <a:pt x="18" y="0"/>
                      <a:pt x="18" y="3"/>
                      <a:pt x="15" y="3"/>
                    </a:cubicBezTo>
                    <a:cubicBezTo>
                      <a:pt x="12" y="6"/>
                      <a:pt x="15" y="9"/>
                      <a:pt x="15" y="9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9" y="9"/>
                      <a:pt x="6" y="15"/>
                      <a:pt x="3" y="15"/>
                    </a:cubicBezTo>
                    <a:cubicBezTo>
                      <a:pt x="3" y="15"/>
                      <a:pt x="3" y="18"/>
                      <a:pt x="0" y="18"/>
                    </a:cubicBezTo>
                    <a:cubicBezTo>
                      <a:pt x="6" y="21"/>
                      <a:pt x="6" y="24"/>
                      <a:pt x="9" y="27"/>
                    </a:cubicBezTo>
                    <a:cubicBezTo>
                      <a:pt x="12" y="30"/>
                      <a:pt x="18" y="36"/>
                      <a:pt x="21" y="42"/>
                    </a:cubicBezTo>
                    <a:cubicBezTo>
                      <a:pt x="24" y="39"/>
                      <a:pt x="30" y="36"/>
                      <a:pt x="30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5" name="Freeform 35">
                <a:extLst>
                  <a:ext uri="{FF2B5EF4-FFF2-40B4-BE49-F238E27FC236}">
                    <a16:creationId xmlns:a16="http://schemas.microsoft.com/office/drawing/2014/main" id="{75235DE9-8356-4CA9-53CE-F0F8AAEA1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711" y="3063957"/>
                <a:ext cx="91921" cy="85162"/>
              </a:xfrm>
              <a:custGeom>
                <a:avLst/>
                <a:gdLst>
                  <a:gd name="T0" fmla="*/ 39 w 48"/>
                  <a:gd name="T1" fmla="*/ 24 h 45"/>
                  <a:gd name="T2" fmla="*/ 33 w 48"/>
                  <a:gd name="T3" fmla="*/ 21 h 45"/>
                  <a:gd name="T4" fmla="*/ 36 w 48"/>
                  <a:gd name="T5" fmla="*/ 15 h 45"/>
                  <a:gd name="T6" fmla="*/ 36 w 48"/>
                  <a:gd name="T7" fmla="*/ 12 h 45"/>
                  <a:gd name="T8" fmla="*/ 33 w 48"/>
                  <a:gd name="T9" fmla="*/ 9 h 45"/>
                  <a:gd name="T10" fmla="*/ 30 w 48"/>
                  <a:gd name="T11" fmla="*/ 12 h 45"/>
                  <a:gd name="T12" fmla="*/ 24 w 48"/>
                  <a:gd name="T13" fmla="*/ 9 h 45"/>
                  <a:gd name="T14" fmla="*/ 21 w 48"/>
                  <a:gd name="T15" fmla="*/ 0 h 45"/>
                  <a:gd name="T16" fmla="*/ 12 w 48"/>
                  <a:gd name="T17" fmla="*/ 0 h 45"/>
                  <a:gd name="T18" fmla="*/ 12 w 48"/>
                  <a:gd name="T19" fmla="*/ 6 h 45"/>
                  <a:gd name="T20" fmla="*/ 3 w 48"/>
                  <a:gd name="T21" fmla="*/ 15 h 45"/>
                  <a:gd name="T22" fmla="*/ 0 w 48"/>
                  <a:gd name="T23" fmla="*/ 18 h 45"/>
                  <a:gd name="T24" fmla="*/ 15 w 48"/>
                  <a:gd name="T25" fmla="*/ 27 h 45"/>
                  <a:gd name="T26" fmla="*/ 42 w 48"/>
                  <a:gd name="T27" fmla="*/ 45 h 45"/>
                  <a:gd name="T28" fmla="*/ 42 w 48"/>
                  <a:gd name="T29" fmla="*/ 45 h 45"/>
                  <a:gd name="T30" fmla="*/ 48 w 48"/>
                  <a:gd name="T31" fmla="*/ 33 h 45"/>
                  <a:gd name="T32" fmla="*/ 39 w 48"/>
                  <a:gd name="T33" fmla="*/ 2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" h="45">
                    <a:moveTo>
                      <a:pt x="39" y="24"/>
                    </a:moveTo>
                    <a:cubicBezTo>
                      <a:pt x="33" y="24"/>
                      <a:pt x="33" y="24"/>
                      <a:pt x="33" y="21"/>
                    </a:cubicBezTo>
                    <a:cubicBezTo>
                      <a:pt x="36" y="21"/>
                      <a:pt x="36" y="18"/>
                      <a:pt x="36" y="15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3" y="6"/>
                      <a:pt x="30" y="9"/>
                      <a:pt x="30" y="12"/>
                    </a:cubicBezTo>
                    <a:cubicBezTo>
                      <a:pt x="27" y="15"/>
                      <a:pt x="24" y="12"/>
                      <a:pt x="24" y="9"/>
                    </a:cubicBezTo>
                    <a:cubicBezTo>
                      <a:pt x="24" y="6"/>
                      <a:pt x="21" y="0"/>
                      <a:pt x="21" y="0"/>
                    </a:cubicBezTo>
                    <a:cubicBezTo>
                      <a:pt x="21" y="0"/>
                      <a:pt x="15" y="0"/>
                      <a:pt x="12" y="0"/>
                    </a:cubicBezTo>
                    <a:cubicBezTo>
                      <a:pt x="12" y="3"/>
                      <a:pt x="12" y="3"/>
                      <a:pt x="12" y="6"/>
                    </a:cubicBezTo>
                    <a:cubicBezTo>
                      <a:pt x="12" y="9"/>
                      <a:pt x="6" y="12"/>
                      <a:pt x="3" y="15"/>
                    </a:cubicBezTo>
                    <a:cubicBezTo>
                      <a:pt x="0" y="15"/>
                      <a:pt x="0" y="15"/>
                      <a:pt x="0" y="18"/>
                    </a:cubicBezTo>
                    <a:cubicBezTo>
                      <a:pt x="3" y="21"/>
                      <a:pt x="9" y="24"/>
                      <a:pt x="15" y="27"/>
                    </a:cubicBezTo>
                    <a:cubicBezTo>
                      <a:pt x="21" y="33"/>
                      <a:pt x="36" y="42"/>
                      <a:pt x="42" y="45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45" y="39"/>
                      <a:pt x="45" y="36"/>
                      <a:pt x="48" y="33"/>
                    </a:cubicBezTo>
                    <a:cubicBezTo>
                      <a:pt x="48" y="30"/>
                      <a:pt x="42" y="27"/>
                      <a:pt x="39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6" name="Freeform 36">
                <a:extLst>
                  <a:ext uri="{FF2B5EF4-FFF2-40B4-BE49-F238E27FC236}">
                    <a16:creationId xmlns:a16="http://schemas.microsoft.com/office/drawing/2014/main" id="{F65F1568-97FC-D720-1083-2DB0FE898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157" y="3028811"/>
                <a:ext cx="63534" cy="68941"/>
              </a:xfrm>
              <a:custGeom>
                <a:avLst/>
                <a:gdLst>
                  <a:gd name="T0" fmla="*/ 33 w 33"/>
                  <a:gd name="T1" fmla="*/ 24 h 36"/>
                  <a:gd name="T2" fmla="*/ 33 w 33"/>
                  <a:gd name="T3" fmla="*/ 18 h 36"/>
                  <a:gd name="T4" fmla="*/ 30 w 33"/>
                  <a:gd name="T5" fmla="*/ 12 h 36"/>
                  <a:gd name="T6" fmla="*/ 21 w 33"/>
                  <a:gd name="T7" fmla="*/ 0 h 36"/>
                  <a:gd name="T8" fmla="*/ 15 w 33"/>
                  <a:gd name="T9" fmla="*/ 3 h 36"/>
                  <a:gd name="T10" fmla="*/ 9 w 33"/>
                  <a:gd name="T11" fmla="*/ 3 h 36"/>
                  <a:gd name="T12" fmla="*/ 0 w 33"/>
                  <a:gd name="T13" fmla="*/ 12 h 36"/>
                  <a:gd name="T14" fmla="*/ 3 w 33"/>
                  <a:gd name="T15" fmla="*/ 15 h 36"/>
                  <a:gd name="T16" fmla="*/ 12 w 33"/>
                  <a:gd name="T17" fmla="*/ 30 h 36"/>
                  <a:gd name="T18" fmla="*/ 21 w 33"/>
                  <a:gd name="T19" fmla="*/ 36 h 36"/>
                  <a:gd name="T20" fmla="*/ 24 w 33"/>
                  <a:gd name="T21" fmla="*/ 33 h 36"/>
                  <a:gd name="T22" fmla="*/ 33 w 33"/>
                  <a:gd name="T23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36">
                    <a:moveTo>
                      <a:pt x="33" y="24"/>
                    </a:moveTo>
                    <a:cubicBezTo>
                      <a:pt x="33" y="21"/>
                      <a:pt x="33" y="21"/>
                      <a:pt x="33" y="18"/>
                    </a:cubicBezTo>
                    <a:cubicBezTo>
                      <a:pt x="33" y="15"/>
                      <a:pt x="30" y="15"/>
                      <a:pt x="30" y="12"/>
                    </a:cubicBezTo>
                    <a:cubicBezTo>
                      <a:pt x="30" y="9"/>
                      <a:pt x="24" y="0"/>
                      <a:pt x="21" y="0"/>
                    </a:cubicBezTo>
                    <a:cubicBezTo>
                      <a:pt x="21" y="0"/>
                      <a:pt x="18" y="3"/>
                      <a:pt x="15" y="3"/>
                    </a:cubicBezTo>
                    <a:cubicBezTo>
                      <a:pt x="12" y="0"/>
                      <a:pt x="9" y="0"/>
                      <a:pt x="9" y="3"/>
                    </a:cubicBezTo>
                    <a:cubicBezTo>
                      <a:pt x="9" y="6"/>
                      <a:pt x="3" y="9"/>
                      <a:pt x="0" y="12"/>
                    </a:cubicBezTo>
                    <a:cubicBezTo>
                      <a:pt x="3" y="12"/>
                      <a:pt x="3" y="15"/>
                      <a:pt x="3" y="15"/>
                    </a:cubicBezTo>
                    <a:cubicBezTo>
                      <a:pt x="6" y="24"/>
                      <a:pt x="9" y="27"/>
                      <a:pt x="12" y="30"/>
                    </a:cubicBezTo>
                    <a:cubicBezTo>
                      <a:pt x="12" y="30"/>
                      <a:pt x="18" y="33"/>
                      <a:pt x="21" y="36"/>
                    </a:cubicBezTo>
                    <a:cubicBezTo>
                      <a:pt x="21" y="33"/>
                      <a:pt x="21" y="33"/>
                      <a:pt x="24" y="33"/>
                    </a:cubicBezTo>
                    <a:cubicBezTo>
                      <a:pt x="27" y="30"/>
                      <a:pt x="33" y="27"/>
                      <a:pt x="33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7" name="Freeform 37">
                <a:extLst>
                  <a:ext uri="{FF2B5EF4-FFF2-40B4-BE49-F238E27FC236}">
                    <a16:creationId xmlns:a16="http://schemas.microsoft.com/office/drawing/2014/main" id="{12F2F20C-4D41-0230-5F49-A03BEFF7F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402" y="2625980"/>
                <a:ext cx="183842" cy="150048"/>
              </a:xfrm>
              <a:custGeom>
                <a:avLst/>
                <a:gdLst>
                  <a:gd name="T0" fmla="*/ 45 w 96"/>
                  <a:gd name="T1" fmla="*/ 0 h 78"/>
                  <a:gd name="T2" fmla="*/ 39 w 96"/>
                  <a:gd name="T3" fmla="*/ 12 h 78"/>
                  <a:gd name="T4" fmla="*/ 24 w 96"/>
                  <a:gd name="T5" fmla="*/ 33 h 78"/>
                  <a:gd name="T6" fmla="*/ 3 w 96"/>
                  <a:gd name="T7" fmla="*/ 66 h 78"/>
                  <a:gd name="T8" fmla="*/ 0 w 96"/>
                  <a:gd name="T9" fmla="*/ 78 h 78"/>
                  <a:gd name="T10" fmla="*/ 45 w 96"/>
                  <a:gd name="T11" fmla="*/ 78 h 78"/>
                  <a:gd name="T12" fmla="*/ 45 w 96"/>
                  <a:gd name="T13" fmla="*/ 60 h 78"/>
                  <a:gd name="T14" fmla="*/ 57 w 96"/>
                  <a:gd name="T15" fmla="*/ 51 h 78"/>
                  <a:gd name="T16" fmla="*/ 57 w 96"/>
                  <a:gd name="T17" fmla="*/ 21 h 78"/>
                  <a:gd name="T18" fmla="*/ 96 w 96"/>
                  <a:gd name="T19" fmla="*/ 21 h 78"/>
                  <a:gd name="T20" fmla="*/ 96 w 96"/>
                  <a:gd name="T21" fmla="*/ 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78">
                    <a:moveTo>
                      <a:pt x="45" y="0"/>
                    </a:moveTo>
                    <a:cubicBezTo>
                      <a:pt x="42" y="3"/>
                      <a:pt x="39" y="9"/>
                      <a:pt x="39" y="12"/>
                    </a:cubicBezTo>
                    <a:cubicBezTo>
                      <a:pt x="36" y="18"/>
                      <a:pt x="24" y="24"/>
                      <a:pt x="24" y="33"/>
                    </a:cubicBezTo>
                    <a:cubicBezTo>
                      <a:pt x="24" y="39"/>
                      <a:pt x="12" y="51"/>
                      <a:pt x="3" y="66"/>
                    </a:cubicBezTo>
                    <a:cubicBezTo>
                      <a:pt x="3" y="72"/>
                      <a:pt x="0" y="75"/>
                      <a:pt x="0" y="78"/>
                    </a:cubicBezTo>
                    <a:cubicBezTo>
                      <a:pt x="45" y="78"/>
                      <a:pt x="45" y="78"/>
                      <a:pt x="45" y="78"/>
                    </a:cubicBezTo>
                    <a:cubicBezTo>
                      <a:pt x="45" y="78"/>
                      <a:pt x="45" y="63"/>
                      <a:pt x="45" y="60"/>
                    </a:cubicBezTo>
                    <a:cubicBezTo>
                      <a:pt x="45" y="57"/>
                      <a:pt x="57" y="54"/>
                      <a:pt x="57" y="51"/>
                    </a:cubicBezTo>
                    <a:cubicBezTo>
                      <a:pt x="57" y="48"/>
                      <a:pt x="57" y="21"/>
                      <a:pt x="57" y="21"/>
                    </a:cubicBezTo>
                    <a:cubicBezTo>
                      <a:pt x="57" y="21"/>
                      <a:pt x="93" y="21"/>
                      <a:pt x="96" y="21"/>
                    </a:cubicBezTo>
                    <a:cubicBezTo>
                      <a:pt x="96" y="21"/>
                      <a:pt x="96" y="12"/>
                      <a:pt x="96" y="6"/>
                    </a:cubicBezTo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8" name="Freeform 38">
                <a:extLst>
                  <a:ext uri="{FF2B5EF4-FFF2-40B4-BE49-F238E27FC236}">
                    <a16:creationId xmlns:a16="http://schemas.microsoft.com/office/drawing/2014/main" id="{EEB75733-D232-675D-7802-953EE2FC1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402" y="2625980"/>
                <a:ext cx="183842" cy="150048"/>
              </a:xfrm>
              <a:custGeom>
                <a:avLst/>
                <a:gdLst>
                  <a:gd name="T0" fmla="*/ 45 w 96"/>
                  <a:gd name="T1" fmla="*/ 0 h 78"/>
                  <a:gd name="T2" fmla="*/ 39 w 96"/>
                  <a:gd name="T3" fmla="*/ 12 h 78"/>
                  <a:gd name="T4" fmla="*/ 24 w 96"/>
                  <a:gd name="T5" fmla="*/ 33 h 78"/>
                  <a:gd name="T6" fmla="*/ 3 w 96"/>
                  <a:gd name="T7" fmla="*/ 66 h 78"/>
                  <a:gd name="T8" fmla="*/ 0 w 96"/>
                  <a:gd name="T9" fmla="*/ 78 h 78"/>
                  <a:gd name="T10" fmla="*/ 45 w 96"/>
                  <a:gd name="T11" fmla="*/ 78 h 78"/>
                  <a:gd name="T12" fmla="*/ 45 w 96"/>
                  <a:gd name="T13" fmla="*/ 60 h 78"/>
                  <a:gd name="T14" fmla="*/ 57 w 96"/>
                  <a:gd name="T15" fmla="*/ 51 h 78"/>
                  <a:gd name="T16" fmla="*/ 57 w 96"/>
                  <a:gd name="T17" fmla="*/ 21 h 78"/>
                  <a:gd name="T18" fmla="*/ 96 w 96"/>
                  <a:gd name="T19" fmla="*/ 21 h 78"/>
                  <a:gd name="T20" fmla="*/ 96 w 96"/>
                  <a:gd name="T21" fmla="*/ 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78">
                    <a:moveTo>
                      <a:pt x="45" y="0"/>
                    </a:moveTo>
                    <a:cubicBezTo>
                      <a:pt x="42" y="3"/>
                      <a:pt x="39" y="9"/>
                      <a:pt x="39" y="12"/>
                    </a:cubicBezTo>
                    <a:cubicBezTo>
                      <a:pt x="36" y="18"/>
                      <a:pt x="24" y="24"/>
                      <a:pt x="24" y="33"/>
                    </a:cubicBezTo>
                    <a:cubicBezTo>
                      <a:pt x="24" y="39"/>
                      <a:pt x="12" y="51"/>
                      <a:pt x="3" y="66"/>
                    </a:cubicBezTo>
                    <a:cubicBezTo>
                      <a:pt x="3" y="72"/>
                      <a:pt x="0" y="75"/>
                      <a:pt x="0" y="78"/>
                    </a:cubicBezTo>
                    <a:cubicBezTo>
                      <a:pt x="45" y="78"/>
                      <a:pt x="45" y="78"/>
                      <a:pt x="45" y="78"/>
                    </a:cubicBezTo>
                    <a:cubicBezTo>
                      <a:pt x="45" y="78"/>
                      <a:pt x="45" y="63"/>
                      <a:pt x="45" y="60"/>
                    </a:cubicBezTo>
                    <a:cubicBezTo>
                      <a:pt x="45" y="57"/>
                      <a:pt x="57" y="54"/>
                      <a:pt x="57" y="51"/>
                    </a:cubicBezTo>
                    <a:cubicBezTo>
                      <a:pt x="57" y="48"/>
                      <a:pt x="57" y="21"/>
                      <a:pt x="57" y="21"/>
                    </a:cubicBezTo>
                    <a:cubicBezTo>
                      <a:pt x="57" y="21"/>
                      <a:pt x="93" y="21"/>
                      <a:pt x="96" y="21"/>
                    </a:cubicBezTo>
                    <a:cubicBezTo>
                      <a:pt x="96" y="21"/>
                      <a:pt x="96" y="12"/>
                      <a:pt x="96" y="6"/>
                    </a:cubicBezTo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9" name="Freeform 39">
                <a:extLst>
                  <a:ext uri="{FF2B5EF4-FFF2-40B4-BE49-F238E27FC236}">
                    <a16:creationId xmlns:a16="http://schemas.microsoft.com/office/drawing/2014/main" id="{C117F5E7-FDFB-9E4F-4790-F6C2BE363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402" y="2638146"/>
                <a:ext cx="263597" cy="286577"/>
              </a:xfrm>
              <a:custGeom>
                <a:avLst/>
                <a:gdLst>
                  <a:gd name="T0" fmla="*/ 12 w 138"/>
                  <a:gd name="T1" fmla="*/ 129 h 150"/>
                  <a:gd name="T2" fmla="*/ 21 w 138"/>
                  <a:gd name="T3" fmla="*/ 129 h 150"/>
                  <a:gd name="T4" fmla="*/ 30 w 138"/>
                  <a:gd name="T5" fmla="*/ 129 h 150"/>
                  <a:gd name="T6" fmla="*/ 36 w 138"/>
                  <a:gd name="T7" fmla="*/ 135 h 150"/>
                  <a:gd name="T8" fmla="*/ 39 w 138"/>
                  <a:gd name="T9" fmla="*/ 135 h 150"/>
                  <a:gd name="T10" fmla="*/ 48 w 138"/>
                  <a:gd name="T11" fmla="*/ 144 h 150"/>
                  <a:gd name="T12" fmla="*/ 54 w 138"/>
                  <a:gd name="T13" fmla="*/ 150 h 150"/>
                  <a:gd name="T14" fmla="*/ 60 w 138"/>
                  <a:gd name="T15" fmla="*/ 147 h 150"/>
                  <a:gd name="T16" fmla="*/ 66 w 138"/>
                  <a:gd name="T17" fmla="*/ 144 h 150"/>
                  <a:gd name="T18" fmla="*/ 72 w 138"/>
                  <a:gd name="T19" fmla="*/ 141 h 150"/>
                  <a:gd name="T20" fmla="*/ 81 w 138"/>
                  <a:gd name="T21" fmla="*/ 144 h 150"/>
                  <a:gd name="T22" fmla="*/ 87 w 138"/>
                  <a:gd name="T23" fmla="*/ 141 h 150"/>
                  <a:gd name="T24" fmla="*/ 132 w 138"/>
                  <a:gd name="T25" fmla="*/ 141 h 150"/>
                  <a:gd name="T26" fmla="*/ 132 w 138"/>
                  <a:gd name="T27" fmla="*/ 129 h 150"/>
                  <a:gd name="T28" fmla="*/ 129 w 138"/>
                  <a:gd name="T29" fmla="*/ 126 h 150"/>
                  <a:gd name="T30" fmla="*/ 117 w 138"/>
                  <a:gd name="T31" fmla="*/ 27 h 150"/>
                  <a:gd name="T32" fmla="*/ 138 w 138"/>
                  <a:gd name="T33" fmla="*/ 27 h 150"/>
                  <a:gd name="T34" fmla="*/ 96 w 138"/>
                  <a:gd name="T35" fmla="*/ 0 h 150"/>
                  <a:gd name="T36" fmla="*/ 96 w 138"/>
                  <a:gd name="T37" fmla="*/ 0 h 150"/>
                  <a:gd name="T38" fmla="*/ 96 w 138"/>
                  <a:gd name="T39" fmla="*/ 15 h 150"/>
                  <a:gd name="T40" fmla="*/ 57 w 138"/>
                  <a:gd name="T41" fmla="*/ 15 h 150"/>
                  <a:gd name="T42" fmla="*/ 57 w 138"/>
                  <a:gd name="T43" fmla="*/ 45 h 150"/>
                  <a:gd name="T44" fmla="*/ 45 w 138"/>
                  <a:gd name="T45" fmla="*/ 54 h 150"/>
                  <a:gd name="T46" fmla="*/ 45 w 138"/>
                  <a:gd name="T47" fmla="*/ 72 h 150"/>
                  <a:gd name="T48" fmla="*/ 0 w 138"/>
                  <a:gd name="T49" fmla="*/ 72 h 150"/>
                  <a:gd name="T50" fmla="*/ 6 w 138"/>
                  <a:gd name="T51" fmla="*/ 84 h 150"/>
                  <a:gd name="T52" fmla="*/ 9 w 138"/>
                  <a:gd name="T53" fmla="*/ 102 h 150"/>
                  <a:gd name="T54" fmla="*/ 6 w 138"/>
                  <a:gd name="T55" fmla="*/ 126 h 150"/>
                  <a:gd name="T56" fmla="*/ 3 w 138"/>
                  <a:gd name="T57" fmla="*/ 135 h 150"/>
                  <a:gd name="T58" fmla="*/ 3 w 138"/>
                  <a:gd name="T59" fmla="*/ 135 h 150"/>
                  <a:gd name="T60" fmla="*/ 12 w 138"/>
                  <a:gd name="T61" fmla="*/ 129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50">
                    <a:moveTo>
                      <a:pt x="12" y="129"/>
                    </a:moveTo>
                    <a:cubicBezTo>
                      <a:pt x="15" y="129"/>
                      <a:pt x="21" y="129"/>
                      <a:pt x="21" y="129"/>
                    </a:cubicBezTo>
                    <a:cubicBezTo>
                      <a:pt x="21" y="129"/>
                      <a:pt x="27" y="126"/>
                      <a:pt x="30" y="129"/>
                    </a:cubicBezTo>
                    <a:cubicBezTo>
                      <a:pt x="33" y="129"/>
                      <a:pt x="36" y="135"/>
                      <a:pt x="36" y="135"/>
                    </a:cubicBezTo>
                    <a:cubicBezTo>
                      <a:pt x="39" y="135"/>
                      <a:pt x="39" y="135"/>
                      <a:pt x="39" y="135"/>
                    </a:cubicBezTo>
                    <a:cubicBezTo>
                      <a:pt x="39" y="135"/>
                      <a:pt x="42" y="141"/>
                      <a:pt x="48" y="144"/>
                    </a:cubicBezTo>
                    <a:cubicBezTo>
                      <a:pt x="51" y="144"/>
                      <a:pt x="51" y="147"/>
                      <a:pt x="54" y="150"/>
                    </a:cubicBezTo>
                    <a:cubicBezTo>
                      <a:pt x="57" y="150"/>
                      <a:pt x="60" y="147"/>
                      <a:pt x="60" y="147"/>
                    </a:cubicBezTo>
                    <a:cubicBezTo>
                      <a:pt x="60" y="144"/>
                      <a:pt x="60" y="138"/>
                      <a:pt x="66" y="144"/>
                    </a:cubicBezTo>
                    <a:cubicBezTo>
                      <a:pt x="72" y="147"/>
                      <a:pt x="72" y="144"/>
                      <a:pt x="72" y="141"/>
                    </a:cubicBezTo>
                    <a:cubicBezTo>
                      <a:pt x="72" y="141"/>
                      <a:pt x="78" y="144"/>
                      <a:pt x="81" y="144"/>
                    </a:cubicBezTo>
                    <a:cubicBezTo>
                      <a:pt x="84" y="144"/>
                      <a:pt x="87" y="141"/>
                      <a:pt x="87" y="141"/>
                    </a:cubicBezTo>
                    <a:cubicBezTo>
                      <a:pt x="87" y="141"/>
                      <a:pt x="129" y="141"/>
                      <a:pt x="132" y="141"/>
                    </a:cubicBezTo>
                    <a:cubicBezTo>
                      <a:pt x="132" y="138"/>
                      <a:pt x="132" y="129"/>
                      <a:pt x="132" y="129"/>
                    </a:cubicBezTo>
                    <a:cubicBezTo>
                      <a:pt x="129" y="126"/>
                      <a:pt x="129" y="126"/>
                      <a:pt x="129" y="126"/>
                    </a:cubicBezTo>
                    <a:cubicBezTo>
                      <a:pt x="117" y="27"/>
                      <a:pt x="117" y="27"/>
                      <a:pt x="117" y="27"/>
                    </a:cubicBezTo>
                    <a:cubicBezTo>
                      <a:pt x="138" y="27"/>
                      <a:pt x="138" y="27"/>
                      <a:pt x="138" y="27"/>
                    </a:cubicBezTo>
                    <a:cubicBezTo>
                      <a:pt x="117" y="15"/>
                      <a:pt x="99" y="3"/>
                      <a:pt x="96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6"/>
                      <a:pt x="96" y="15"/>
                      <a:pt x="96" y="15"/>
                    </a:cubicBezTo>
                    <a:cubicBezTo>
                      <a:pt x="93" y="15"/>
                      <a:pt x="57" y="15"/>
                      <a:pt x="57" y="15"/>
                    </a:cubicBezTo>
                    <a:cubicBezTo>
                      <a:pt x="57" y="15"/>
                      <a:pt x="57" y="42"/>
                      <a:pt x="57" y="45"/>
                    </a:cubicBezTo>
                    <a:cubicBezTo>
                      <a:pt x="57" y="48"/>
                      <a:pt x="45" y="51"/>
                      <a:pt x="45" y="54"/>
                    </a:cubicBezTo>
                    <a:cubicBezTo>
                      <a:pt x="45" y="57"/>
                      <a:pt x="45" y="72"/>
                      <a:pt x="45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8"/>
                      <a:pt x="3" y="81"/>
                      <a:pt x="6" y="84"/>
                    </a:cubicBezTo>
                    <a:cubicBezTo>
                      <a:pt x="9" y="87"/>
                      <a:pt x="3" y="96"/>
                      <a:pt x="9" y="102"/>
                    </a:cubicBezTo>
                    <a:cubicBezTo>
                      <a:pt x="15" y="111"/>
                      <a:pt x="9" y="120"/>
                      <a:pt x="6" y="126"/>
                    </a:cubicBezTo>
                    <a:cubicBezTo>
                      <a:pt x="3" y="126"/>
                      <a:pt x="3" y="132"/>
                      <a:pt x="3" y="135"/>
                    </a:cubicBezTo>
                    <a:cubicBezTo>
                      <a:pt x="3" y="135"/>
                      <a:pt x="3" y="135"/>
                      <a:pt x="3" y="135"/>
                    </a:cubicBezTo>
                    <a:cubicBezTo>
                      <a:pt x="9" y="135"/>
                      <a:pt x="6" y="129"/>
                      <a:pt x="12" y="12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770" name="Freeform 40">
                <a:extLst>
                  <a:ext uri="{FF2B5EF4-FFF2-40B4-BE49-F238E27FC236}">
                    <a16:creationId xmlns:a16="http://schemas.microsoft.com/office/drawing/2014/main" id="{F6A09007-9C2B-2C3F-BCB1-545F322CC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138" y="2689514"/>
                <a:ext cx="362277" cy="339297"/>
              </a:xfrm>
              <a:custGeom>
                <a:avLst/>
                <a:gdLst>
                  <a:gd name="T0" fmla="*/ 177 w 189"/>
                  <a:gd name="T1" fmla="*/ 72 h 177"/>
                  <a:gd name="T2" fmla="*/ 171 w 189"/>
                  <a:gd name="T3" fmla="*/ 60 h 177"/>
                  <a:gd name="T4" fmla="*/ 159 w 189"/>
                  <a:gd name="T5" fmla="*/ 57 h 177"/>
                  <a:gd name="T6" fmla="*/ 153 w 189"/>
                  <a:gd name="T7" fmla="*/ 48 h 177"/>
                  <a:gd name="T8" fmla="*/ 84 w 189"/>
                  <a:gd name="T9" fmla="*/ 0 h 177"/>
                  <a:gd name="T10" fmla="*/ 63 w 189"/>
                  <a:gd name="T11" fmla="*/ 0 h 177"/>
                  <a:gd name="T12" fmla="*/ 75 w 189"/>
                  <a:gd name="T13" fmla="*/ 99 h 177"/>
                  <a:gd name="T14" fmla="*/ 78 w 189"/>
                  <a:gd name="T15" fmla="*/ 102 h 177"/>
                  <a:gd name="T16" fmla="*/ 78 w 189"/>
                  <a:gd name="T17" fmla="*/ 114 h 177"/>
                  <a:gd name="T18" fmla="*/ 33 w 189"/>
                  <a:gd name="T19" fmla="*/ 114 h 177"/>
                  <a:gd name="T20" fmla="*/ 27 w 189"/>
                  <a:gd name="T21" fmla="*/ 117 h 177"/>
                  <a:gd name="T22" fmla="*/ 18 w 189"/>
                  <a:gd name="T23" fmla="*/ 114 h 177"/>
                  <a:gd name="T24" fmla="*/ 12 w 189"/>
                  <a:gd name="T25" fmla="*/ 117 h 177"/>
                  <a:gd name="T26" fmla="*/ 6 w 189"/>
                  <a:gd name="T27" fmla="*/ 120 h 177"/>
                  <a:gd name="T28" fmla="*/ 0 w 189"/>
                  <a:gd name="T29" fmla="*/ 123 h 177"/>
                  <a:gd name="T30" fmla="*/ 0 w 189"/>
                  <a:gd name="T31" fmla="*/ 126 h 177"/>
                  <a:gd name="T32" fmla="*/ 3 w 189"/>
                  <a:gd name="T33" fmla="*/ 129 h 177"/>
                  <a:gd name="T34" fmla="*/ 3 w 189"/>
                  <a:gd name="T35" fmla="*/ 135 h 177"/>
                  <a:gd name="T36" fmla="*/ 9 w 189"/>
                  <a:gd name="T37" fmla="*/ 141 h 177"/>
                  <a:gd name="T38" fmla="*/ 9 w 189"/>
                  <a:gd name="T39" fmla="*/ 150 h 177"/>
                  <a:gd name="T40" fmla="*/ 12 w 189"/>
                  <a:gd name="T41" fmla="*/ 153 h 177"/>
                  <a:gd name="T42" fmla="*/ 21 w 189"/>
                  <a:gd name="T43" fmla="*/ 153 h 177"/>
                  <a:gd name="T44" fmla="*/ 27 w 189"/>
                  <a:gd name="T45" fmla="*/ 153 h 177"/>
                  <a:gd name="T46" fmla="*/ 36 w 189"/>
                  <a:gd name="T47" fmla="*/ 147 h 177"/>
                  <a:gd name="T48" fmla="*/ 39 w 189"/>
                  <a:gd name="T49" fmla="*/ 156 h 177"/>
                  <a:gd name="T50" fmla="*/ 45 w 189"/>
                  <a:gd name="T51" fmla="*/ 162 h 177"/>
                  <a:gd name="T52" fmla="*/ 45 w 189"/>
                  <a:gd name="T53" fmla="*/ 165 h 177"/>
                  <a:gd name="T54" fmla="*/ 45 w 189"/>
                  <a:gd name="T55" fmla="*/ 171 h 177"/>
                  <a:gd name="T56" fmla="*/ 51 w 189"/>
                  <a:gd name="T57" fmla="*/ 174 h 177"/>
                  <a:gd name="T58" fmla="*/ 57 w 189"/>
                  <a:gd name="T59" fmla="*/ 174 h 177"/>
                  <a:gd name="T60" fmla="*/ 63 w 189"/>
                  <a:gd name="T61" fmla="*/ 171 h 177"/>
                  <a:gd name="T62" fmla="*/ 69 w 189"/>
                  <a:gd name="T63" fmla="*/ 171 h 177"/>
                  <a:gd name="T64" fmla="*/ 72 w 189"/>
                  <a:gd name="T65" fmla="*/ 171 h 177"/>
                  <a:gd name="T66" fmla="*/ 78 w 189"/>
                  <a:gd name="T67" fmla="*/ 171 h 177"/>
                  <a:gd name="T68" fmla="*/ 81 w 189"/>
                  <a:gd name="T69" fmla="*/ 162 h 177"/>
                  <a:gd name="T70" fmla="*/ 78 w 189"/>
                  <a:gd name="T71" fmla="*/ 156 h 177"/>
                  <a:gd name="T72" fmla="*/ 87 w 189"/>
                  <a:gd name="T73" fmla="*/ 153 h 177"/>
                  <a:gd name="T74" fmla="*/ 93 w 189"/>
                  <a:gd name="T75" fmla="*/ 144 h 177"/>
                  <a:gd name="T76" fmla="*/ 96 w 189"/>
                  <a:gd name="T77" fmla="*/ 135 h 177"/>
                  <a:gd name="T78" fmla="*/ 102 w 189"/>
                  <a:gd name="T79" fmla="*/ 138 h 177"/>
                  <a:gd name="T80" fmla="*/ 108 w 189"/>
                  <a:gd name="T81" fmla="*/ 132 h 177"/>
                  <a:gd name="T82" fmla="*/ 114 w 189"/>
                  <a:gd name="T83" fmla="*/ 129 h 177"/>
                  <a:gd name="T84" fmla="*/ 117 w 189"/>
                  <a:gd name="T85" fmla="*/ 126 h 177"/>
                  <a:gd name="T86" fmla="*/ 126 w 189"/>
                  <a:gd name="T87" fmla="*/ 123 h 177"/>
                  <a:gd name="T88" fmla="*/ 135 w 189"/>
                  <a:gd name="T89" fmla="*/ 120 h 177"/>
                  <a:gd name="T90" fmla="*/ 150 w 189"/>
                  <a:gd name="T91" fmla="*/ 120 h 177"/>
                  <a:gd name="T92" fmla="*/ 159 w 189"/>
                  <a:gd name="T93" fmla="*/ 117 h 177"/>
                  <a:gd name="T94" fmla="*/ 177 w 189"/>
                  <a:gd name="T95" fmla="*/ 114 h 177"/>
                  <a:gd name="T96" fmla="*/ 183 w 189"/>
                  <a:gd name="T97" fmla="*/ 111 h 177"/>
                  <a:gd name="T98" fmla="*/ 186 w 189"/>
                  <a:gd name="T99" fmla="*/ 102 h 177"/>
                  <a:gd name="T100" fmla="*/ 186 w 189"/>
                  <a:gd name="T101" fmla="*/ 72 h 177"/>
                  <a:gd name="T102" fmla="*/ 177 w 189"/>
                  <a:gd name="T103" fmla="*/ 72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89" h="177">
                    <a:moveTo>
                      <a:pt x="177" y="72"/>
                    </a:moveTo>
                    <a:cubicBezTo>
                      <a:pt x="177" y="72"/>
                      <a:pt x="177" y="66"/>
                      <a:pt x="171" y="60"/>
                    </a:cubicBezTo>
                    <a:cubicBezTo>
                      <a:pt x="168" y="57"/>
                      <a:pt x="159" y="57"/>
                      <a:pt x="159" y="57"/>
                    </a:cubicBezTo>
                    <a:cubicBezTo>
                      <a:pt x="159" y="57"/>
                      <a:pt x="156" y="51"/>
                      <a:pt x="153" y="48"/>
                    </a:cubicBezTo>
                    <a:cubicBezTo>
                      <a:pt x="150" y="45"/>
                      <a:pt x="114" y="21"/>
                      <a:pt x="84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75" y="99"/>
                      <a:pt x="75" y="99"/>
                      <a:pt x="75" y="99"/>
                    </a:cubicBezTo>
                    <a:cubicBezTo>
                      <a:pt x="78" y="102"/>
                      <a:pt x="78" y="102"/>
                      <a:pt x="78" y="102"/>
                    </a:cubicBezTo>
                    <a:cubicBezTo>
                      <a:pt x="78" y="102"/>
                      <a:pt x="78" y="111"/>
                      <a:pt x="78" y="114"/>
                    </a:cubicBezTo>
                    <a:cubicBezTo>
                      <a:pt x="75" y="114"/>
                      <a:pt x="33" y="114"/>
                      <a:pt x="33" y="114"/>
                    </a:cubicBezTo>
                    <a:cubicBezTo>
                      <a:pt x="33" y="114"/>
                      <a:pt x="30" y="117"/>
                      <a:pt x="27" y="117"/>
                    </a:cubicBezTo>
                    <a:cubicBezTo>
                      <a:pt x="24" y="117"/>
                      <a:pt x="18" y="114"/>
                      <a:pt x="18" y="114"/>
                    </a:cubicBezTo>
                    <a:cubicBezTo>
                      <a:pt x="18" y="117"/>
                      <a:pt x="18" y="120"/>
                      <a:pt x="12" y="117"/>
                    </a:cubicBezTo>
                    <a:cubicBezTo>
                      <a:pt x="6" y="111"/>
                      <a:pt x="6" y="117"/>
                      <a:pt x="6" y="120"/>
                    </a:cubicBezTo>
                    <a:cubicBezTo>
                      <a:pt x="6" y="120"/>
                      <a:pt x="3" y="123"/>
                      <a:pt x="0" y="123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3" y="129"/>
                      <a:pt x="3" y="129"/>
                      <a:pt x="3" y="129"/>
                    </a:cubicBezTo>
                    <a:cubicBezTo>
                      <a:pt x="3" y="129"/>
                      <a:pt x="3" y="132"/>
                      <a:pt x="3" y="135"/>
                    </a:cubicBezTo>
                    <a:cubicBezTo>
                      <a:pt x="6" y="138"/>
                      <a:pt x="9" y="141"/>
                      <a:pt x="9" y="141"/>
                    </a:cubicBezTo>
                    <a:cubicBezTo>
                      <a:pt x="9" y="144"/>
                      <a:pt x="9" y="150"/>
                      <a:pt x="9" y="150"/>
                    </a:cubicBezTo>
                    <a:cubicBezTo>
                      <a:pt x="9" y="150"/>
                      <a:pt x="12" y="156"/>
                      <a:pt x="12" y="153"/>
                    </a:cubicBezTo>
                    <a:cubicBezTo>
                      <a:pt x="15" y="153"/>
                      <a:pt x="18" y="156"/>
                      <a:pt x="21" y="153"/>
                    </a:cubicBezTo>
                    <a:cubicBezTo>
                      <a:pt x="21" y="150"/>
                      <a:pt x="24" y="153"/>
                      <a:pt x="27" y="153"/>
                    </a:cubicBezTo>
                    <a:cubicBezTo>
                      <a:pt x="30" y="153"/>
                      <a:pt x="33" y="147"/>
                      <a:pt x="36" y="147"/>
                    </a:cubicBezTo>
                    <a:cubicBezTo>
                      <a:pt x="36" y="150"/>
                      <a:pt x="39" y="153"/>
                      <a:pt x="39" y="156"/>
                    </a:cubicBezTo>
                    <a:cubicBezTo>
                      <a:pt x="39" y="159"/>
                      <a:pt x="45" y="162"/>
                      <a:pt x="45" y="162"/>
                    </a:cubicBezTo>
                    <a:cubicBezTo>
                      <a:pt x="42" y="162"/>
                      <a:pt x="42" y="165"/>
                      <a:pt x="45" y="165"/>
                    </a:cubicBezTo>
                    <a:cubicBezTo>
                      <a:pt x="45" y="171"/>
                      <a:pt x="45" y="171"/>
                      <a:pt x="45" y="171"/>
                    </a:cubicBezTo>
                    <a:cubicBezTo>
                      <a:pt x="48" y="174"/>
                      <a:pt x="51" y="177"/>
                      <a:pt x="51" y="174"/>
                    </a:cubicBezTo>
                    <a:cubicBezTo>
                      <a:pt x="54" y="171"/>
                      <a:pt x="57" y="174"/>
                      <a:pt x="57" y="174"/>
                    </a:cubicBezTo>
                    <a:cubicBezTo>
                      <a:pt x="60" y="177"/>
                      <a:pt x="63" y="174"/>
                      <a:pt x="63" y="171"/>
                    </a:cubicBezTo>
                    <a:cubicBezTo>
                      <a:pt x="63" y="168"/>
                      <a:pt x="69" y="168"/>
                      <a:pt x="69" y="171"/>
                    </a:cubicBezTo>
                    <a:cubicBezTo>
                      <a:pt x="69" y="174"/>
                      <a:pt x="69" y="174"/>
                      <a:pt x="72" y="171"/>
                    </a:cubicBezTo>
                    <a:cubicBezTo>
                      <a:pt x="75" y="171"/>
                      <a:pt x="75" y="171"/>
                      <a:pt x="78" y="171"/>
                    </a:cubicBezTo>
                    <a:cubicBezTo>
                      <a:pt x="78" y="168"/>
                      <a:pt x="78" y="165"/>
                      <a:pt x="81" y="162"/>
                    </a:cubicBezTo>
                    <a:cubicBezTo>
                      <a:pt x="78" y="156"/>
                      <a:pt x="78" y="156"/>
                      <a:pt x="78" y="156"/>
                    </a:cubicBezTo>
                    <a:cubicBezTo>
                      <a:pt x="81" y="156"/>
                      <a:pt x="87" y="156"/>
                      <a:pt x="87" y="153"/>
                    </a:cubicBezTo>
                    <a:cubicBezTo>
                      <a:pt x="90" y="147"/>
                      <a:pt x="93" y="144"/>
                      <a:pt x="93" y="144"/>
                    </a:cubicBezTo>
                    <a:cubicBezTo>
                      <a:pt x="93" y="144"/>
                      <a:pt x="93" y="135"/>
                      <a:pt x="96" y="135"/>
                    </a:cubicBezTo>
                    <a:cubicBezTo>
                      <a:pt x="99" y="138"/>
                      <a:pt x="102" y="141"/>
                      <a:pt x="102" y="138"/>
                    </a:cubicBezTo>
                    <a:cubicBezTo>
                      <a:pt x="102" y="132"/>
                      <a:pt x="105" y="135"/>
                      <a:pt x="108" y="132"/>
                    </a:cubicBezTo>
                    <a:cubicBezTo>
                      <a:pt x="108" y="129"/>
                      <a:pt x="111" y="129"/>
                      <a:pt x="114" y="129"/>
                    </a:cubicBezTo>
                    <a:cubicBezTo>
                      <a:pt x="114" y="129"/>
                      <a:pt x="117" y="129"/>
                      <a:pt x="117" y="126"/>
                    </a:cubicBezTo>
                    <a:cubicBezTo>
                      <a:pt x="117" y="123"/>
                      <a:pt x="123" y="126"/>
                      <a:pt x="126" y="123"/>
                    </a:cubicBezTo>
                    <a:cubicBezTo>
                      <a:pt x="132" y="120"/>
                      <a:pt x="132" y="117"/>
                      <a:pt x="135" y="120"/>
                    </a:cubicBezTo>
                    <a:cubicBezTo>
                      <a:pt x="138" y="120"/>
                      <a:pt x="147" y="120"/>
                      <a:pt x="150" y="120"/>
                    </a:cubicBezTo>
                    <a:cubicBezTo>
                      <a:pt x="150" y="120"/>
                      <a:pt x="153" y="117"/>
                      <a:pt x="159" y="117"/>
                    </a:cubicBezTo>
                    <a:cubicBezTo>
                      <a:pt x="162" y="117"/>
                      <a:pt x="171" y="114"/>
                      <a:pt x="177" y="114"/>
                    </a:cubicBezTo>
                    <a:cubicBezTo>
                      <a:pt x="180" y="114"/>
                      <a:pt x="183" y="111"/>
                      <a:pt x="183" y="111"/>
                    </a:cubicBezTo>
                    <a:cubicBezTo>
                      <a:pt x="183" y="108"/>
                      <a:pt x="186" y="102"/>
                      <a:pt x="186" y="102"/>
                    </a:cubicBezTo>
                    <a:cubicBezTo>
                      <a:pt x="189" y="99"/>
                      <a:pt x="189" y="78"/>
                      <a:pt x="186" y="72"/>
                    </a:cubicBezTo>
                    <a:cubicBezTo>
                      <a:pt x="183" y="72"/>
                      <a:pt x="177" y="72"/>
                      <a:pt x="177" y="7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1" name="Freeform 41">
                <a:extLst>
                  <a:ext uri="{FF2B5EF4-FFF2-40B4-BE49-F238E27FC236}">
                    <a16:creationId xmlns:a16="http://schemas.microsoft.com/office/drawing/2014/main" id="{CC1A860A-2ED3-DB42-4D15-34B70A0FB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185" y="2913909"/>
                <a:ext cx="171676" cy="127067"/>
              </a:xfrm>
              <a:custGeom>
                <a:avLst/>
                <a:gdLst>
                  <a:gd name="T0" fmla="*/ 90 w 90"/>
                  <a:gd name="T1" fmla="*/ 36 h 66"/>
                  <a:gd name="T2" fmla="*/ 87 w 90"/>
                  <a:gd name="T3" fmla="*/ 36 h 66"/>
                  <a:gd name="T4" fmla="*/ 84 w 90"/>
                  <a:gd name="T5" fmla="*/ 30 h 66"/>
                  <a:gd name="T6" fmla="*/ 81 w 90"/>
                  <a:gd name="T7" fmla="*/ 30 h 66"/>
                  <a:gd name="T8" fmla="*/ 75 w 90"/>
                  <a:gd name="T9" fmla="*/ 27 h 66"/>
                  <a:gd name="T10" fmla="*/ 72 w 90"/>
                  <a:gd name="T11" fmla="*/ 21 h 66"/>
                  <a:gd name="T12" fmla="*/ 69 w 90"/>
                  <a:gd name="T13" fmla="*/ 15 h 66"/>
                  <a:gd name="T14" fmla="*/ 63 w 90"/>
                  <a:gd name="T15" fmla="*/ 9 h 66"/>
                  <a:gd name="T16" fmla="*/ 63 w 90"/>
                  <a:gd name="T17" fmla="*/ 3 h 66"/>
                  <a:gd name="T18" fmla="*/ 57 w 90"/>
                  <a:gd name="T19" fmla="*/ 3 h 66"/>
                  <a:gd name="T20" fmla="*/ 48 w 90"/>
                  <a:gd name="T21" fmla="*/ 6 h 66"/>
                  <a:gd name="T22" fmla="*/ 39 w 90"/>
                  <a:gd name="T23" fmla="*/ 9 h 66"/>
                  <a:gd name="T24" fmla="*/ 36 w 90"/>
                  <a:gd name="T25" fmla="*/ 12 h 66"/>
                  <a:gd name="T26" fmla="*/ 30 w 90"/>
                  <a:gd name="T27" fmla="*/ 15 h 66"/>
                  <a:gd name="T28" fmla="*/ 24 w 90"/>
                  <a:gd name="T29" fmla="*/ 21 h 66"/>
                  <a:gd name="T30" fmla="*/ 18 w 90"/>
                  <a:gd name="T31" fmla="*/ 18 h 66"/>
                  <a:gd name="T32" fmla="*/ 15 w 90"/>
                  <a:gd name="T33" fmla="*/ 27 h 66"/>
                  <a:gd name="T34" fmla="*/ 9 w 90"/>
                  <a:gd name="T35" fmla="*/ 36 h 66"/>
                  <a:gd name="T36" fmla="*/ 0 w 90"/>
                  <a:gd name="T37" fmla="*/ 39 h 66"/>
                  <a:gd name="T38" fmla="*/ 3 w 90"/>
                  <a:gd name="T39" fmla="*/ 45 h 66"/>
                  <a:gd name="T40" fmla="*/ 0 w 90"/>
                  <a:gd name="T41" fmla="*/ 54 h 66"/>
                  <a:gd name="T42" fmla="*/ 3 w 90"/>
                  <a:gd name="T43" fmla="*/ 57 h 66"/>
                  <a:gd name="T44" fmla="*/ 15 w 90"/>
                  <a:gd name="T45" fmla="*/ 63 h 66"/>
                  <a:gd name="T46" fmla="*/ 27 w 90"/>
                  <a:gd name="T47" fmla="*/ 60 h 66"/>
                  <a:gd name="T48" fmla="*/ 30 w 90"/>
                  <a:gd name="T49" fmla="*/ 60 h 66"/>
                  <a:gd name="T50" fmla="*/ 30 w 90"/>
                  <a:gd name="T51" fmla="*/ 48 h 66"/>
                  <a:gd name="T52" fmla="*/ 57 w 90"/>
                  <a:gd name="T53" fmla="*/ 51 h 66"/>
                  <a:gd name="T54" fmla="*/ 63 w 90"/>
                  <a:gd name="T55" fmla="*/ 48 h 66"/>
                  <a:gd name="T56" fmla="*/ 72 w 90"/>
                  <a:gd name="T57" fmla="*/ 48 h 66"/>
                  <a:gd name="T58" fmla="*/ 78 w 90"/>
                  <a:gd name="T59" fmla="*/ 45 h 66"/>
                  <a:gd name="T60" fmla="*/ 87 w 90"/>
                  <a:gd name="T61" fmla="*/ 42 h 66"/>
                  <a:gd name="T62" fmla="*/ 90 w 90"/>
                  <a:gd name="T63" fmla="*/ 36 h 66"/>
                  <a:gd name="T64" fmla="*/ 90 w 90"/>
                  <a:gd name="T65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0" h="66">
                    <a:moveTo>
                      <a:pt x="90" y="36"/>
                    </a:moveTo>
                    <a:cubicBezTo>
                      <a:pt x="87" y="36"/>
                      <a:pt x="87" y="36"/>
                      <a:pt x="87" y="36"/>
                    </a:cubicBezTo>
                    <a:cubicBezTo>
                      <a:pt x="84" y="36"/>
                      <a:pt x="87" y="30"/>
                      <a:pt x="84" y="30"/>
                    </a:cubicBezTo>
                    <a:cubicBezTo>
                      <a:pt x="84" y="27"/>
                      <a:pt x="81" y="30"/>
                      <a:pt x="81" y="30"/>
                    </a:cubicBezTo>
                    <a:cubicBezTo>
                      <a:pt x="78" y="30"/>
                      <a:pt x="78" y="27"/>
                      <a:pt x="75" y="27"/>
                    </a:cubicBezTo>
                    <a:cubicBezTo>
                      <a:pt x="72" y="27"/>
                      <a:pt x="72" y="24"/>
                      <a:pt x="72" y="21"/>
                    </a:cubicBezTo>
                    <a:cubicBezTo>
                      <a:pt x="72" y="18"/>
                      <a:pt x="69" y="18"/>
                      <a:pt x="69" y="15"/>
                    </a:cubicBezTo>
                    <a:cubicBezTo>
                      <a:pt x="66" y="15"/>
                      <a:pt x="66" y="9"/>
                      <a:pt x="63" y="9"/>
                    </a:cubicBezTo>
                    <a:cubicBezTo>
                      <a:pt x="63" y="9"/>
                      <a:pt x="63" y="6"/>
                      <a:pt x="63" y="3"/>
                    </a:cubicBezTo>
                    <a:cubicBezTo>
                      <a:pt x="60" y="3"/>
                      <a:pt x="57" y="3"/>
                      <a:pt x="57" y="3"/>
                    </a:cubicBezTo>
                    <a:cubicBezTo>
                      <a:pt x="54" y="0"/>
                      <a:pt x="54" y="3"/>
                      <a:pt x="48" y="6"/>
                    </a:cubicBezTo>
                    <a:cubicBezTo>
                      <a:pt x="45" y="9"/>
                      <a:pt x="39" y="6"/>
                      <a:pt x="39" y="9"/>
                    </a:cubicBezTo>
                    <a:cubicBezTo>
                      <a:pt x="39" y="12"/>
                      <a:pt x="36" y="12"/>
                      <a:pt x="36" y="12"/>
                    </a:cubicBezTo>
                    <a:cubicBezTo>
                      <a:pt x="33" y="12"/>
                      <a:pt x="30" y="12"/>
                      <a:pt x="30" y="15"/>
                    </a:cubicBezTo>
                    <a:cubicBezTo>
                      <a:pt x="27" y="18"/>
                      <a:pt x="24" y="15"/>
                      <a:pt x="24" y="21"/>
                    </a:cubicBezTo>
                    <a:cubicBezTo>
                      <a:pt x="24" y="24"/>
                      <a:pt x="21" y="21"/>
                      <a:pt x="18" y="18"/>
                    </a:cubicBezTo>
                    <a:cubicBezTo>
                      <a:pt x="15" y="18"/>
                      <a:pt x="15" y="27"/>
                      <a:pt x="15" y="27"/>
                    </a:cubicBezTo>
                    <a:cubicBezTo>
                      <a:pt x="15" y="27"/>
                      <a:pt x="12" y="30"/>
                      <a:pt x="9" y="36"/>
                    </a:cubicBezTo>
                    <a:cubicBezTo>
                      <a:pt x="9" y="39"/>
                      <a:pt x="3" y="39"/>
                      <a:pt x="0" y="39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0" y="48"/>
                      <a:pt x="0" y="51"/>
                      <a:pt x="0" y="54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6" y="60"/>
                      <a:pt x="12" y="66"/>
                      <a:pt x="15" y="63"/>
                    </a:cubicBezTo>
                    <a:cubicBezTo>
                      <a:pt x="18" y="60"/>
                      <a:pt x="24" y="60"/>
                      <a:pt x="27" y="60"/>
                    </a:cubicBezTo>
                    <a:cubicBezTo>
                      <a:pt x="30" y="63"/>
                      <a:pt x="30" y="63"/>
                      <a:pt x="30" y="60"/>
                    </a:cubicBezTo>
                    <a:cubicBezTo>
                      <a:pt x="30" y="57"/>
                      <a:pt x="27" y="51"/>
                      <a:pt x="30" y="48"/>
                    </a:cubicBezTo>
                    <a:cubicBezTo>
                      <a:pt x="30" y="48"/>
                      <a:pt x="57" y="48"/>
                      <a:pt x="57" y="51"/>
                    </a:cubicBezTo>
                    <a:cubicBezTo>
                      <a:pt x="57" y="51"/>
                      <a:pt x="57" y="45"/>
                      <a:pt x="63" y="48"/>
                    </a:cubicBezTo>
                    <a:cubicBezTo>
                      <a:pt x="66" y="48"/>
                      <a:pt x="69" y="48"/>
                      <a:pt x="72" y="48"/>
                    </a:cubicBezTo>
                    <a:cubicBezTo>
                      <a:pt x="75" y="48"/>
                      <a:pt x="75" y="45"/>
                      <a:pt x="78" y="45"/>
                    </a:cubicBezTo>
                    <a:cubicBezTo>
                      <a:pt x="81" y="45"/>
                      <a:pt x="87" y="42"/>
                      <a:pt x="87" y="42"/>
                    </a:cubicBezTo>
                    <a:cubicBezTo>
                      <a:pt x="90" y="39"/>
                      <a:pt x="90" y="39"/>
                      <a:pt x="90" y="36"/>
                    </a:cubicBezTo>
                    <a:cubicBezTo>
                      <a:pt x="90" y="36"/>
                      <a:pt x="90" y="36"/>
                      <a:pt x="90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2" name="Freeform 42">
                <a:extLst>
                  <a:ext uri="{FF2B5EF4-FFF2-40B4-BE49-F238E27FC236}">
                    <a16:creationId xmlns:a16="http://schemas.microsoft.com/office/drawing/2014/main" id="{FC76DEC6-1778-5DA2-F348-C125099ED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494" y="2724660"/>
                <a:ext cx="339297" cy="263597"/>
              </a:xfrm>
              <a:custGeom>
                <a:avLst/>
                <a:gdLst>
                  <a:gd name="T0" fmla="*/ 168 w 177"/>
                  <a:gd name="T1" fmla="*/ 21 h 138"/>
                  <a:gd name="T2" fmla="*/ 168 w 177"/>
                  <a:gd name="T3" fmla="*/ 6 h 138"/>
                  <a:gd name="T4" fmla="*/ 159 w 177"/>
                  <a:gd name="T5" fmla="*/ 12 h 138"/>
                  <a:gd name="T6" fmla="*/ 150 w 177"/>
                  <a:gd name="T7" fmla="*/ 3 h 138"/>
                  <a:gd name="T8" fmla="*/ 135 w 177"/>
                  <a:gd name="T9" fmla="*/ 0 h 138"/>
                  <a:gd name="T10" fmla="*/ 87 w 177"/>
                  <a:gd name="T11" fmla="*/ 30 h 138"/>
                  <a:gd name="T12" fmla="*/ 66 w 177"/>
                  <a:gd name="T13" fmla="*/ 48 h 138"/>
                  <a:gd name="T14" fmla="*/ 48 w 177"/>
                  <a:gd name="T15" fmla="*/ 54 h 138"/>
                  <a:gd name="T16" fmla="*/ 45 w 177"/>
                  <a:gd name="T17" fmla="*/ 54 h 138"/>
                  <a:gd name="T18" fmla="*/ 45 w 177"/>
                  <a:gd name="T19" fmla="*/ 84 h 138"/>
                  <a:gd name="T20" fmla="*/ 42 w 177"/>
                  <a:gd name="T21" fmla="*/ 93 h 138"/>
                  <a:gd name="T22" fmla="*/ 36 w 177"/>
                  <a:gd name="T23" fmla="*/ 96 h 138"/>
                  <a:gd name="T24" fmla="*/ 18 w 177"/>
                  <a:gd name="T25" fmla="*/ 99 h 138"/>
                  <a:gd name="T26" fmla="*/ 9 w 177"/>
                  <a:gd name="T27" fmla="*/ 102 h 138"/>
                  <a:gd name="T28" fmla="*/ 0 w 177"/>
                  <a:gd name="T29" fmla="*/ 102 h 138"/>
                  <a:gd name="T30" fmla="*/ 0 w 177"/>
                  <a:gd name="T31" fmla="*/ 108 h 138"/>
                  <a:gd name="T32" fmla="*/ 6 w 177"/>
                  <a:gd name="T33" fmla="*/ 114 h 138"/>
                  <a:gd name="T34" fmla="*/ 9 w 177"/>
                  <a:gd name="T35" fmla="*/ 120 h 138"/>
                  <a:gd name="T36" fmla="*/ 12 w 177"/>
                  <a:gd name="T37" fmla="*/ 126 h 138"/>
                  <a:gd name="T38" fmla="*/ 18 w 177"/>
                  <a:gd name="T39" fmla="*/ 129 h 138"/>
                  <a:gd name="T40" fmla="*/ 21 w 177"/>
                  <a:gd name="T41" fmla="*/ 129 h 138"/>
                  <a:gd name="T42" fmla="*/ 24 w 177"/>
                  <a:gd name="T43" fmla="*/ 135 h 138"/>
                  <a:gd name="T44" fmla="*/ 27 w 177"/>
                  <a:gd name="T45" fmla="*/ 135 h 138"/>
                  <a:gd name="T46" fmla="*/ 33 w 177"/>
                  <a:gd name="T47" fmla="*/ 132 h 138"/>
                  <a:gd name="T48" fmla="*/ 36 w 177"/>
                  <a:gd name="T49" fmla="*/ 135 h 138"/>
                  <a:gd name="T50" fmla="*/ 39 w 177"/>
                  <a:gd name="T51" fmla="*/ 135 h 138"/>
                  <a:gd name="T52" fmla="*/ 45 w 177"/>
                  <a:gd name="T53" fmla="*/ 126 h 138"/>
                  <a:gd name="T54" fmla="*/ 48 w 177"/>
                  <a:gd name="T55" fmla="*/ 117 h 138"/>
                  <a:gd name="T56" fmla="*/ 57 w 177"/>
                  <a:gd name="T57" fmla="*/ 117 h 138"/>
                  <a:gd name="T58" fmla="*/ 66 w 177"/>
                  <a:gd name="T59" fmla="*/ 114 h 138"/>
                  <a:gd name="T60" fmla="*/ 75 w 177"/>
                  <a:gd name="T61" fmla="*/ 117 h 138"/>
                  <a:gd name="T62" fmla="*/ 81 w 177"/>
                  <a:gd name="T63" fmla="*/ 123 h 138"/>
                  <a:gd name="T64" fmla="*/ 90 w 177"/>
                  <a:gd name="T65" fmla="*/ 120 h 138"/>
                  <a:gd name="T66" fmla="*/ 99 w 177"/>
                  <a:gd name="T67" fmla="*/ 126 h 138"/>
                  <a:gd name="T68" fmla="*/ 108 w 177"/>
                  <a:gd name="T69" fmla="*/ 126 h 138"/>
                  <a:gd name="T70" fmla="*/ 117 w 177"/>
                  <a:gd name="T71" fmla="*/ 120 h 138"/>
                  <a:gd name="T72" fmla="*/ 132 w 177"/>
                  <a:gd name="T73" fmla="*/ 120 h 138"/>
                  <a:gd name="T74" fmla="*/ 141 w 177"/>
                  <a:gd name="T75" fmla="*/ 123 h 138"/>
                  <a:gd name="T76" fmla="*/ 150 w 177"/>
                  <a:gd name="T77" fmla="*/ 117 h 138"/>
                  <a:gd name="T78" fmla="*/ 150 w 177"/>
                  <a:gd name="T79" fmla="*/ 114 h 138"/>
                  <a:gd name="T80" fmla="*/ 150 w 177"/>
                  <a:gd name="T81" fmla="*/ 111 h 138"/>
                  <a:gd name="T82" fmla="*/ 153 w 177"/>
                  <a:gd name="T83" fmla="*/ 102 h 138"/>
                  <a:gd name="T84" fmla="*/ 171 w 177"/>
                  <a:gd name="T85" fmla="*/ 81 h 138"/>
                  <a:gd name="T86" fmla="*/ 171 w 177"/>
                  <a:gd name="T87" fmla="*/ 51 h 138"/>
                  <a:gd name="T88" fmla="*/ 174 w 177"/>
                  <a:gd name="T89" fmla="*/ 39 h 138"/>
                  <a:gd name="T90" fmla="*/ 171 w 177"/>
                  <a:gd name="T91" fmla="*/ 30 h 138"/>
                  <a:gd name="T92" fmla="*/ 168 w 177"/>
                  <a:gd name="T93" fmla="*/ 21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77" h="138">
                    <a:moveTo>
                      <a:pt x="168" y="21"/>
                    </a:moveTo>
                    <a:cubicBezTo>
                      <a:pt x="168" y="18"/>
                      <a:pt x="168" y="12"/>
                      <a:pt x="168" y="6"/>
                    </a:cubicBezTo>
                    <a:cubicBezTo>
                      <a:pt x="159" y="12"/>
                      <a:pt x="159" y="12"/>
                      <a:pt x="159" y="12"/>
                    </a:cubicBezTo>
                    <a:cubicBezTo>
                      <a:pt x="159" y="12"/>
                      <a:pt x="156" y="6"/>
                      <a:pt x="150" y="3"/>
                    </a:cubicBezTo>
                    <a:cubicBezTo>
                      <a:pt x="147" y="0"/>
                      <a:pt x="135" y="0"/>
                      <a:pt x="135" y="0"/>
                    </a:cubicBezTo>
                    <a:cubicBezTo>
                      <a:pt x="87" y="30"/>
                      <a:pt x="87" y="30"/>
                      <a:pt x="87" y="30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6" y="48"/>
                      <a:pt x="51" y="51"/>
                      <a:pt x="48" y="54"/>
                    </a:cubicBezTo>
                    <a:cubicBezTo>
                      <a:pt x="48" y="54"/>
                      <a:pt x="48" y="54"/>
                      <a:pt x="45" y="54"/>
                    </a:cubicBezTo>
                    <a:cubicBezTo>
                      <a:pt x="48" y="60"/>
                      <a:pt x="48" y="81"/>
                      <a:pt x="45" y="84"/>
                    </a:cubicBezTo>
                    <a:cubicBezTo>
                      <a:pt x="45" y="84"/>
                      <a:pt x="42" y="90"/>
                      <a:pt x="42" y="93"/>
                    </a:cubicBezTo>
                    <a:cubicBezTo>
                      <a:pt x="42" y="93"/>
                      <a:pt x="39" y="96"/>
                      <a:pt x="36" y="96"/>
                    </a:cubicBezTo>
                    <a:cubicBezTo>
                      <a:pt x="30" y="96"/>
                      <a:pt x="21" y="99"/>
                      <a:pt x="18" y="99"/>
                    </a:cubicBezTo>
                    <a:cubicBezTo>
                      <a:pt x="12" y="99"/>
                      <a:pt x="9" y="102"/>
                      <a:pt x="9" y="102"/>
                    </a:cubicBezTo>
                    <a:cubicBezTo>
                      <a:pt x="9" y="102"/>
                      <a:pt x="3" y="102"/>
                      <a:pt x="0" y="102"/>
                    </a:cubicBezTo>
                    <a:cubicBezTo>
                      <a:pt x="0" y="105"/>
                      <a:pt x="0" y="108"/>
                      <a:pt x="0" y="108"/>
                    </a:cubicBezTo>
                    <a:cubicBezTo>
                      <a:pt x="3" y="108"/>
                      <a:pt x="3" y="114"/>
                      <a:pt x="6" y="114"/>
                    </a:cubicBezTo>
                    <a:cubicBezTo>
                      <a:pt x="6" y="117"/>
                      <a:pt x="9" y="117"/>
                      <a:pt x="9" y="120"/>
                    </a:cubicBezTo>
                    <a:cubicBezTo>
                      <a:pt x="9" y="123"/>
                      <a:pt x="9" y="126"/>
                      <a:pt x="12" y="126"/>
                    </a:cubicBezTo>
                    <a:cubicBezTo>
                      <a:pt x="15" y="126"/>
                      <a:pt x="15" y="129"/>
                      <a:pt x="18" y="129"/>
                    </a:cubicBezTo>
                    <a:cubicBezTo>
                      <a:pt x="18" y="129"/>
                      <a:pt x="21" y="126"/>
                      <a:pt x="21" y="129"/>
                    </a:cubicBezTo>
                    <a:cubicBezTo>
                      <a:pt x="24" y="129"/>
                      <a:pt x="21" y="135"/>
                      <a:pt x="24" y="135"/>
                    </a:cubicBezTo>
                    <a:cubicBezTo>
                      <a:pt x="27" y="135"/>
                      <a:pt x="27" y="135"/>
                      <a:pt x="27" y="135"/>
                    </a:cubicBezTo>
                    <a:cubicBezTo>
                      <a:pt x="27" y="132"/>
                      <a:pt x="27" y="129"/>
                      <a:pt x="33" y="132"/>
                    </a:cubicBezTo>
                    <a:cubicBezTo>
                      <a:pt x="36" y="132"/>
                      <a:pt x="33" y="135"/>
                      <a:pt x="36" y="135"/>
                    </a:cubicBezTo>
                    <a:cubicBezTo>
                      <a:pt x="39" y="138"/>
                      <a:pt x="39" y="138"/>
                      <a:pt x="39" y="135"/>
                    </a:cubicBezTo>
                    <a:cubicBezTo>
                      <a:pt x="39" y="132"/>
                      <a:pt x="45" y="126"/>
                      <a:pt x="45" y="126"/>
                    </a:cubicBezTo>
                    <a:cubicBezTo>
                      <a:pt x="45" y="126"/>
                      <a:pt x="45" y="120"/>
                      <a:pt x="48" y="117"/>
                    </a:cubicBezTo>
                    <a:cubicBezTo>
                      <a:pt x="51" y="117"/>
                      <a:pt x="57" y="117"/>
                      <a:pt x="57" y="117"/>
                    </a:cubicBezTo>
                    <a:cubicBezTo>
                      <a:pt x="60" y="117"/>
                      <a:pt x="63" y="114"/>
                      <a:pt x="66" y="114"/>
                    </a:cubicBezTo>
                    <a:cubicBezTo>
                      <a:pt x="66" y="117"/>
                      <a:pt x="72" y="114"/>
                      <a:pt x="75" y="117"/>
                    </a:cubicBezTo>
                    <a:cubicBezTo>
                      <a:pt x="75" y="120"/>
                      <a:pt x="78" y="126"/>
                      <a:pt x="81" y="123"/>
                    </a:cubicBezTo>
                    <a:cubicBezTo>
                      <a:pt x="84" y="123"/>
                      <a:pt x="87" y="120"/>
                      <a:pt x="90" y="120"/>
                    </a:cubicBezTo>
                    <a:cubicBezTo>
                      <a:pt x="90" y="120"/>
                      <a:pt x="96" y="126"/>
                      <a:pt x="99" y="126"/>
                    </a:cubicBezTo>
                    <a:cubicBezTo>
                      <a:pt x="108" y="126"/>
                      <a:pt x="108" y="126"/>
                      <a:pt x="108" y="126"/>
                    </a:cubicBezTo>
                    <a:cubicBezTo>
                      <a:pt x="111" y="123"/>
                      <a:pt x="114" y="120"/>
                      <a:pt x="117" y="120"/>
                    </a:cubicBezTo>
                    <a:cubicBezTo>
                      <a:pt x="120" y="120"/>
                      <a:pt x="129" y="120"/>
                      <a:pt x="132" y="120"/>
                    </a:cubicBezTo>
                    <a:cubicBezTo>
                      <a:pt x="135" y="123"/>
                      <a:pt x="138" y="123"/>
                      <a:pt x="141" y="123"/>
                    </a:cubicBezTo>
                    <a:cubicBezTo>
                      <a:pt x="144" y="123"/>
                      <a:pt x="147" y="117"/>
                      <a:pt x="150" y="117"/>
                    </a:cubicBezTo>
                    <a:cubicBezTo>
                      <a:pt x="150" y="114"/>
                      <a:pt x="150" y="114"/>
                      <a:pt x="150" y="114"/>
                    </a:cubicBezTo>
                    <a:cubicBezTo>
                      <a:pt x="150" y="114"/>
                      <a:pt x="150" y="114"/>
                      <a:pt x="150" y="111"/>
                    </a:cubicBezTo>
                    <a:cubicBezTo>
                      <a:pt x="150" y="105"/>
                      <a:pt x="153" y="108"/>
                      <a:pt x="153" y="102"/>
                    </a:cubicBezTo>
                    <a:cubicBezTo>
                      <a:pt x="153" y="96"/>
                      <a:pt x="171" y="81"/>
                      <a:pt x="171" y="81"/>
                    </a:cubicBezTo>
                    <a:cubicBezTo>
                      <a:pt x="171" y="78"/>
                      <a:pt x="171" y="54"/>
                      <a:pt x="171" y="51"/>
                    </a:cubicBezTo>
                    <a:cubicBezTo>
                      <a:pt x="171" y="48"/>
                      <a:pt x="174" y="45"/>
                      <a:pt x="174" y="39"/>
                    </a:cubicBezTo>
                    <a:cubicBezTo>
                      <a:pt x="177" y="36"/>
                      <a:pt x="171" y="36"/>
                      <a:pt x="171" y="30"/>
                    </a:cubicBezTo>
                    <a:cubicBezTo>
                      <a:pt x="174" y="27"/>
                      <a:pt x="168" y="24"/>
                      <a:pt x="168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3" name="Freeform 43">
                <a:extLst>
                  <a:ext uri="{FF2B5EF4-FFF2-40B4-BE49-F238E27FC236}">
                    <a16:creationId xmlns:a16="http://schemas.microsoft.com/office/drawing/2014/main" id="{21D52CAC-A60C-6AF5-D4A3-09389AD36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6071" y="2724660"/>
                <a:ext cx="218988" cy="362277"/>
              </a:xfrm>
              <a:custGeom>
                <a:avLst/>
                <a:gdLst>
                  <a:gd name="T0" fmla="*/ 114 w 114"/>
                  <a:gd name="T1" fmla="*/ 48 h 189"/>
                  <a:gd name="T2" fmla="*/ 27 w 114"/>
                  <a:gd name="T3" fmla="*/ 0 h 189"/>
                  <a:gd name="T4" fmla="*/ 18 w 114"/>
                  <a:gd name="T5" fmla="*/ 6 h 189"/>
                  <a:gd name="T6" fmla="*/ 18 w 114"/>
                  <a:gd name="T7" fmla="*/ 21 h 189"/>
                  <a:gd name="T8" fmla="*/ 21 w 114"/>
                  <a:gd name="T9" fmla="*/ 30 h 189"/>
                  <a:gd name="T10" fmla="*/ 24 w 114"/>
                  <a:gd name="T11" fmla="*/ 39 h 189"/>
                  <a:gd name="T12" fmla="*/ 21 w 114"/>
                  <a:gd name="T13" fmla="*/ 51 h 189"/>
                  <a:gd name="T14" fmla="*/ 21 w 114"/>
                  <a:gd name="T15" fmla="*/ 81 h 189"/>
                  <a:gd name="T16" fmla="*/ 3 w 114"/>
                  <a:gd name="T17" fmla="*/ 102 h 189"/>
                  <a:gd name="T18" fmla="*/ 0 w 114"/>
                  <a:gd name="T19" fmla="*/ 111 h 189"/>
                  <a:gd name="T20" fmla="*/ 0 w 114"/>
                  <a:gd name="T21" fmla="*/ 114 h 189"/>
                  <a:gd name="T22" fmla="*/ 3 w 114"/>
                  <a:gd name="T23" fmla="*/ 117 h 189"/>
                  <a:gd name="T24" fmla="*/ 9 w 114"/>
                  <a:gd name="T25" fmla="*/ 123 h 189"/>
                  <a:gd name="T26" fmla="*/ 15 w 114"/>
                  <a:gd name="T27" fmla="*/ 132 h 189"/>
                  <a:gd name="T28" fmla="*/ 15 w 114"/>
                  <a:gd name="T29" fmla="*/ 144 h 189"/>
                  <a:gd name="T30" fmla="*/ 21 w 114"/>
                  <a:gd name="T31" fmla="*/ 156 h 189"/>
                  <a:gd name="T32" fmla="*/ 15 w 114"/>
                  <a:gd name="T33" fmla="*/ 159 h 189"/>
                  <a:gd name="T34" fmla="*/ 6 w 114"/>
                  <a:gd name="T35" fmla="*/ 159 h 189"/>
                  <a:gd name="T36" fmla="*/ 9 w 114"/>
                  <a:gd name="T37" fmla="*/ 168 h 189"/>
                  <a:gd name="T38" fmla="*/ 18 w 114"/>
                  <a:gd name="T39" fmla="*/ 177 h 189"/>
                  <a:gd name="T40" fmla="*/ 24 w 114"/>
                  <a:gd name="T41" fmla="*/ 186 h 189"/>
                  <a:gd name="T42" fmla="*/ 30 w 114"/>
                  <a:gd name="T43" fmla="*/ 186 h 189"/>
                  <a:gd name="T44" fmla="*/ 36 w 114"/>
                  <a:gd name="T45" fmla="*/ 186 h 189"/>
                  <a:gd name="T46" fmla="*/ 48 w 114"/>
                  <a:gd name="T47" fmla="*/ 180 h 189"/>
                  <a:gd name="T48" fmla="*/ 60 w 114"/>
                  <a:gd name="T49" fmla="*/ 177 h 189"/>
                  <a:gd name="T50" fmla="*/ 60 w 114"/>
                  <a:gd name="T51" fmla="*/ 171 h 189"/>
                  <a:gd name="T52" fmla="*/ 75 w 114"/>
                  <a:gd name="T53" fmla="*/ 165 h 189"/>
                  <a:gd name="T54" fmla="*/ 87 w 114"/>
                  <a:gd name="T55" fmla="*/ 156 h 189"/>
                  <a:gd name="T56" fmla="*/ 90 w 114"/>
                  <a:gd name="T57" fmla="*/ 150 h 189"/>
                  <a:gd name="T58" fmla="*/ 99 w 114"/>
                  <a:gd name="T59" fmla="*/ 147 h 189"/>
                  <a:gd name="T60" fmla="*/ 99 w 114"/>
                  <a:gd name="T61" fmla="*/ 147 h 189"/>
                  <a:gd name="T62" fmla="*/ 99 w 114"/>
                  <a:gd name="T63" fmla="*/ 147 h 189"/>
                  <a:gd name="T64" fmla="*/ 102 w 114"/>
                  <a:gd name="T65" fmla="*/ 141 h 189"/>
                  <a:gd name="T66" fmla="*/ 96 w 114"/>
                  <a:gd name="T67" fmla="*/ 135 h 189"/>
                  <a:gd name="T68" fmla="*/ 93 w 114"/>
                  <a:gd name="T69" fmla="*/ 126 h 189"/>
                  <a:gd name="T70" fmla="*/ 93 w 114"/>
                  <a:gd name="T71" fmla="*/ 120 h 189"/>
                  <a:gd name="T72" fmla="*/ 93 w 114"/>
                  <a:gd name="T73" fmla="*/ 111 h 189"/>
                  <a:gd name="T74" fmla="*/ 99 w 114"/>
                  <a:gd name="T75" fmla="*/ 102 h 189"/>
                  <a:gd name="T76" fmla="*/ 102 w 114"/>
                  <a:gd name="T77" fmla="*/ 96 h 189"/>
                  <a:gd name="T78" fmla="*/ 111 w 114"/>
                  <a:gd name="T79" fmla="*/ 90 h 189"/>
                  <a:gd name="T80" fmla="*/ 114 w 114"/>
                  <a:gd name="T81" fmla="*/ 78 h 189"/>
                  <a:gd name="T82" fmla="*/ 114 w 114"/>
                  <a:gd name="T83" fmla="*/ 48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4" h="189">
                    <a:moveTo>
                      <a:pt x="114" y="48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8" y="12"/>
                      <a:pt x="18" y="18"/>
                      <a:pt x="18" y="21"/>
                    </a:cubicBezTo>
                    <a:cubicBezTo>
                      <a:pt x="18" y="24"/>
                      <a:pt x="24" y="27"/>
                      <a:pt x="21" y="30"/>
                    </a:cubicBezTo>
                    <a:cubicBezTo>
                      <a:pt x="21" y="36"/>
                      <a:pt x="27" y="36"/>
                      <a:pt x="24" y="39"/>
                    </a:cubicBezTo>
                    <a:cubicBezTo>
                      <a:pt x="24" y="45"/>
                      <a:pt x="21" y="48"/>
                      <a:pt x="21" y="51"/>
                    </a:cubicBezTo>
                    <a:cubicBezTo>
                      <a:pt x="21" y="54"/>
                      <a:pt x="21" y="78"/>
                      <a:pt x="21" y="81"/>
                    </a:cubicBezTo>
                    <a:cubicBezTo>
                      <a:pt x="21" y="81"/>
                      <a:pt x="3" y="96"/>
                      <a:pt x="3" y="102"/>
                    </a:cubicBezTo>
                    <a:cubicBezTo>
                      <a:pt x="3" y="108"/>
                      <a:pt x="0" y="105"/>
                      <a:pt x="0" y="111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3" y="117"/>
                      <a:pt x="3" y="117"/>
                      <a:pt x="3" y="117"/>
                    </a:cubicBezTo>
                    <a:cubicBezTo>
                      <a:pt x="6" y="120"/>
                      <a:pt x="6" y="123"/>
                      <a:pt x="9" y="123"/>
                    </a:cubicBezTo>
                    <a:cubicBezTo>
                      <a:pt x="12" y="123"/>
                      <a:pt x="15" y="129"/>
                      <a:pt x="15" y="132"/>
                    </a:cubicBezTo>
                    <a:cubicBezTo>
                      <a:pt x="15" y="135"/>
                      <a:pt x="18" y="138"/>
                      <a:pt x="15" y="144"/>
                    </a:cubicBezTo>
                    <a:cubicBezTo>
                      <a:pt x="15" y="150"/>
                      <a:pt x="18" y="156"/>
                      <a:pt x="21" y="156"/>
                    </a:cubicBezTo>
                    <a:cubicBezTo>
                      <a:pt x="24" y="159"/>
                      <a:pt x="21" y="159"/>
                      <a:pt x="15" y="159"/>
                    </a:cubicBezTo>
                    <a:cubicBezTo>
                      <a:pt x="12" y="159"/>
                      <a:pt x="6" y="159"/>
                      <a:pt x="6" y="159"/>
                    </a:cubicBezTo>
                    <a:cubicBezTo>
                      <a:pt x="6" y="162"/>
                      <a:pt x="6" y="165"/>
                      <a:pt x="9" y="168"/>
                    </a:cubicBezTo>
                    <a:cubicBezTo>
                      <a:pt x="15" y="171"/>
                      <a:pt x="18" y="174"/>
                      <a:pt x="18" y="177"/>
                    </a:cubicBezTo>
                    <a:cubicBezTo>
                      <a:pt x="21" y="183"/>
                      <a:pt x="21" y="186"/>
                      <a:pt x="24" y="186"/>
                    </a:cubicBezTo>
                    <a:cubicBezTo>
                      <a:pt x="24" y="189"/>
                      <a:pt x="27" y="189"/>
                      <a:pt x="30" y="186"/>
                    </a:cubicBezTo>
                    <a:cubicBezTo>
                      <a:pt x="33" y="180"/>
                      <a:pt x="33" y="189"/>
                      <a:pt x="36" y="186"/>
                    </a:cubicBezTo>
                    <a:cubicBezTo>
                      <a:pt x="39" y="183"/>
                      <a:pt x="48" y="183"/>
                      <a:pt x="48" y="180"/>
                    </a:cubicBezTo>
                    <a:cubicBezTo>
                      <a:pt x="51" y="180"/>
                      <a:pt x="57" y="177"/>
                      <a:pt x="60" y="177"/>
                    </a:cubicBezTo>
                    <a:cubicBezTo>
                      <a:pt x="60" y="174"/>
                      <a:pt x="57" y="171"/>
                      <a:pt x="60" y="171"/>
                    </a:cubicBezTo>
                    <a:cubicBezTo>
                      <a:pt x="63" y="168"/>
                      <a:pt x="72" y="171"/>
                      <a:pt x="75" y="165"/>
                    </a:cubicBezTo>
                    <a:cubicBezTo>
                      <a:pt x="78" y="162"/>
                      <a:pt x="84" y="156"/>
                      <a:pt x="87" y="156"/>
                    </a:cubicBezTo>
                    <a:cubicBezTo>
                      <a:pt x="87" y="153"/>
                      <a:pt x="87" y="153"/>
                      <a:pt x="90" y="150"/>
                    </a:cubicBezTo>
                    <a:cubicBezTo>
                      <a:pt x="90" y="147"/>
                      <a:pt x="96" y="144"/>
                      <a:pt x="99" y="147"/>
                    </a:cubicBezTo>
                    <a:cubicBezTo>
                      <a:pt x="99" y="147"/>
                      <a:pt x="99" y="147"/>
                      <a:pt x="99" y="147"/>
                    </a:cubicBezTo>
                    <a:cubicBezTo>
                      <a:pt x="99" y="147"/>
                      <a:pt x="99" y="147"/>
                      <a:pt x="99" y="147"/>
                    </a:cubicBezTo>
                    <a:cubicBezTo>
                      <a:pt x="102" y="141"/>
                      <a:pt x="102" y="141"/>
                      <a:pt x="102" y="141"/>
                    </a:cubicBezTo>
                    <a:cubicBezTo>
                      <a:pt x="102" y="141"/>
                      <a:pt x="96" y="138"/>
                      <a:pt x="96" y="135"/>
                    </a:cubicBezTo>
                    <a:cubicBezTo>
                      <a:pt x="96" y="129"/>
                      <a:pt x="96" y="126"/>
                      <a:pt x="93" y="126"/>
                    </a:cubicBezTo>
                    <a:cubicBezTo>
                      <a:pt x="90" y="126"/>
                      <a:pt x="90" y="123"/>
                      <a:pt x="93" y="120"/>
                    </a:cubicBezTo>
                    <a:cubicBezTo>
                      <a:pt x="96" y="117"/>
                      <a:pt x="87" y="111"/>
                      <a:pt x="93" y="111"/>
                    </a:cubicBezTo>
                    <a:cubicBezTo>
                      <a:pt x="99" y="111"/>
                      <a:pt x="93" y="102"/>
                      <a:pt x="99" y="102"/>
                    </a:cubicBezTo>
                    <a:cubicBezTo>
                      <a:pt x="102" y="102"/>
                      <a:pt x="102" y="99"/>
                      <a:pt x="102" y="96"/>
                    </a:cubicBezTo>
                    <a:cubicBezTo>
                      <a:pt x="102" y="93"/>
                      <a:pt x="111" y="90"/>
                      <a:pt x="111" y="90"/>
                    </a:cubicBezTo>
                    <a:cubicBezTo>
                      <a:pt x="114" y="90"/>
                      <a:pt x="114" y="78"/>
                      <a:pt x="114" y="78"/>
                    </a:cubicBezTo>
                    <a:lnTo>
                      <a:pt x="114" y="48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4" name="Freeform 44">
                <a:extLst>
                  <a:ext uri="{FF2B5EF4-FFF2-40B4-BE49-F238E27FC236}">
                    <a16:creationId xmlns:a16="http://schemas.microsoft.com/office/drawing/2014/main" id="{880FC4C6-CC31-C64A-3684-21E845EF3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9068" y="2528652"/>
                <a:ext cx="259178" cy="235210"/>
              </a:xfrm>
              <a:custGeom>
                <a:avLst/>
                <a:gdLst>
                  <a:gd name="T0" fmla="*/ 114 w 123"/>
                  <a:gd name="T1" fmla="*/ 27 h 123"/>
                  <a:gd name="T2" fmla="*/ 108 w 123"/>
                  <a:gd name="T3" fmla="*/ 6 h 123"/>
                  <a:gd name="T4" fmla="*/ 105 w 123"/>
                  <a:gd name="T5" fmla="*/ 9 h 123"/>
                  <a:gd name="T6" fmla="*/ 93 w 123"/>
                  <a:gd name="T7" fmla="*/ 6 h 123"/>
                  <a:gd name="T8" fmla="*/ 81 w 123"/>
                  <a:gd name="T9" fmla="*/ 3 h 123"/>
                  <a:gd name="T10" fmla="*/ 57 w 123"/>
                  <a:gd name="T11" fmla="*/ 9 h 123"/>
                  <a:gd name="T12" fmla="*/ 45 w 123"/>
                  <a:gd name="T13" fmla="*/ 9 h 123"/>
                  <a:gd name="T14" fmla="*/ 24 w 123"/>
                  <a:gd name="T15" fmla="*/ 3 h 123"/>
                  <a:gd name="T16" fmla="*/ 6 w 123"/>
                  <a:gd name="T17" fmla="*/ 0 h 123"/>
                  <a:gd name="T18" fmla="*/ 6 w 123"/>
                  <a:gd name="T19" fmla="*/ 3 h 123"/>
                  <a:gd name="T20" fmla="*/ 3 w 123"/>
                  <a:gd name="T21" fmla="*/ 15 h 123"/>
                  <a:gd name="T22" fmla="*/ 3 w 123"/>
                  <a:gd name="T23" fmla="*/ 33 h 123"/>
                  <a:gd name="T24" fmla="*/ 3 w 123"/>
                  <a:gd name="T25" fmla="*/ 120 h 123"/>
                  <a:gd name="T26" fmla="*/ 72 w 123"/>
                  <a:gd name="T27" fmla="*/ 120 h 123"/>
                  <a:gd name="T28" fmla="*/ 75 w 123"/>
                  <a:gd name="T29" fmla="*/ 117 h 123"/>
                  <a:gd name="T30" fmla="*/ 81 w 123"/>
                  <a:gd name="T31" fmla="*/ 120 h 123"/>
                  <a:gd name="T32" fmla="*/ 96 w 123"/>
                  <a:gd name="T33" fmla="*/ 120 h 123"/>
                  <a:gd name="T34" fmla="*/ 102 w 123"/>
                  <a:gd name="T35" fmla="*/ 123 h 123"/>
                  <a:gd name="T36" fmla="*/ 108 w 123"/>
                  <a:gd name="T37" fmla="*/ 117 h 123"/>
                  <a:gd name="T38" fmla="*/ 117 w 123"/>
                  <a:gd name="T39" fmla="*/ 108 h 123"/>
                  <a:gd name="T40" fmla="*/ 123 w 123"/>
                  <a:gd name="T41" fmla="*/ 105 h 123"/>
                  <a:gd name="T42" fmla="*/ 123 w 123"/>
                  <a:gd name="T43" fmla="*/ 105 h 123"/>
                  <a:gd name="T44" fmla="*/ 123 w 123"/>
                  <a:gd name="T45" fmla="*/ 99 h 123"/>
                  <a:gd name="T46" fmla="*/ 117 w 123"/>
                  <a:gd name="T47" fmla="*/ 87 h 123"/>
                  <a:gd name="T48" fmla="*/ 105 w 123"/>
                  <a:gd name="T49" fmla="*/ 63 h 123"/>
                  <a:gd name="T50" fmla="*/ 99 w 123"/>
                  <a:gd name="T51" fmla="*/ 54 h 123"/>
                  <a:gd name="T52" fmla="*/ 93 w 123"/>
                  <a:gd name="T53" fmla="*/ 39 h 123"/>
                  <a:gd name="T54" fmla="*/ 87 w 123"/>
                  <a:gd name="T55" fmla="*/ 18 h 123"/>
                  <a:gd name="T56" fmla="*/ 96 w 123"/>
                  <a:gd name="T57" fmla="*/ 33 h 123"/>
                  <a:gd name="T58" fmla="*/ 105 w 123"/>
                  <a:gd name="T59" fmla="*/ 48 h 123"/>
                  <a:gd name="T60" fmla="*/ 114 w 123"/>
                  <a:gd name="T61" fmla="*/ 33 h 123"/>
                  <a:gd name="T62" fmla="*/ 114 w 123"/>
                  <a:gd name="T63" fmla="*/ 33 h 123"/>
                  <a:gd name="T64" fmla="*/ 114 w 123"/>
                  <a:gd name="T65" fmla="*/ 30 h 123"/>
                  <a:gd name="T66" fmla="*/ 114 w 123"/>
                  <a:gd name="T67" fmla="*/ 27 h 123"/>
                  <a:gd name="connsiteX0" fmla="*/ 9133 w 9865"/>
                  <a:gd name="connsiteY0" fmla="*/ 2195 h 10000"/>
                  <a:gd name="connsiteX1" fmla="*/ 8645 w 9865"/>
                  <a:gd name="connsiteY1" fmla="*/ 488 h 10000"/>
                  <a:gd name="connsiteX2" fmla="*/ 8402 w 9865"/>
                  <a:gd name="connsiteY2" fmla="*/ 732 h 10000"/>
                  <a:gd name="connsiteX3" fmla="*/ 7426 w 9865"/>
                  <a:gd name="connsiteY3" fmla="*/ 488 h 10000"/>
                  <a:gd name="connsiteX4" fmla="*/ 6450 w 9865"/>
                  <a:gd name="connsiteY4" fmla="*/ 244 h 10000"/>
                  <a:gd name="connsiteX5" fmla="*/ 4499 w 9865"/>
                  <a:gd name="connsiteY5" fmla="*/ 732 h 10000"/>
                  <a:gd name="connsiteX6" fmla="*/ 3524 w 9865"/>
                  <a:gd name="connsiteY6" fmla="*/ 732 h 10000"/>
                  <a:gd name="connsiteX7" fmla="*/ 1816 w 9865"/>
                  <a:gd name="connsiteY7" fmla="*/ 244 h 10000"/>
                  <a:gd name="connsiteX8" fmla="*/ 353 w 9865"/>
                  <a:gd name="connsiteY8" fmla="*/ 0 h 10000"/>
                  <a:gd name="connsiteX9" fmla="*/ 353 w 9865"/>
                  <a:gd name="connsiteY9" fmla="*/ 244 h 10000"/>
                  <a:gd name="connsiteX10" fmla="*/ 109 w 9865"/>
                  <a:gd name="connsiteY10" fmla="*/ 1220 h 10000"/>
                  <a:gd name="connsiteX11" fmla="*/ 109 w 9865"/>
                  <a:gd name="connsiteY11" fmla="*/ 2683 h 10000"/>
                  <a:gd name="connsiteX12" fmla="*/ 109 w 9865"/>
                  <a:gd name="connsiteY12" fmla="*/ 9756 h 10000"/>
                  <a:gd name="connsiteX13" fmla="*/ 5719 w 9865"/>
                  <a:gd name="connsiteY13" fmla="*/ 9756 h 10000"/>
                  <a:gd name="connsiteX14" fmla="*/ 6450 w 9865"/>
                  <a:gd name="connsiteY14" fmla="*/ 9756 h 10000"/>
                  <a:gd name="connsiteX15" fmla="*/ 7670 w 9865"/>
                  <a:gd name="connsiteY15" fmla="*/ 9756 h 10000"/>
                  <a:gd name="connsiteX16" fmla="*/ 8158 w 9865"/>
                  <a:gd name="connsiteY16" fmla="*/ 10000 h 10000"/>
                  <a:gd name="connsiteX17" fmla="*/ 8645 w 9865"/>
                  <a:gd name="connsiteY17" fmla="*/ 9512 h 10000"/>
                  <a:gd name="connsiteX18" fmla="*/ 9377 w 9865"/>
                  <a:gd name="connsiteY18" fmla="*/ 8780 h 10000"/>
                  <a:gd name="connsiteX19" fmla="*/ 9865 w 9865"/>
                  <a:gd name="connsiteY19" fmla="*/ 8537 h 10000"/>
                  <a:gd name="connsiteX20" fmla="*/ 9865 w 9865"/>
                  <a:gd name="connsiteY20" fmla="*/ 8537 h 10000"/>
                  <a:gd name="connsiteX21" fmla="*/ 9865 w 9865"/>
                  <a:gd name="connsiteY21" fmla="*/ 8049 h 10000"/>
                  <a:gd name="connsiteX22" fmla="*/ 9377 w 9865"/>
                  <a:gd name="connsiteY22" fmla="*/ 7073 h 10000"/>
                  <a:gd name="connsiteX23" fmla="*/ 8402 w 9865"/>
                  <a:gd name="connsiteY23" fmla="*/ 5122 h 10000"/>
                  <a:gd name="connsiteX24" fmla="*/ 7914 w 9865"/>
                  <a:gd name="connsiteY24" fmla="*/ 4390 h 10000"/>
                  <a:gd name="connsiteX25" fmla="*/ 7426 w 9865"/>
                  <a:gd name="connsiteY25" fmla="*/ 3171 h 10000"/>
                  <a:gd name="connsiteX26" fmla="*/ 6938 w 9865"/>
                  <a:gd name="connsiteY26" fmla="*/ 1463 h 10000"/>
                  <a:gd name="connsiteX27" fmla="*/ 7670 w 9865"/>
                  <a:gd name="connsiteY27" fmla="*/ 2683 h 10000"/>
                  <a:gd name="connsiteX28" fmla="*/ 8402 w 9865"/>
                  <a:gd name="connsiteY28" fmla="*/ 3902 h 10000"/>
                  <a:gd name="connsiteX29" fmla="*/ 9133 w 9865"/>
                  <a:gd name="connsiteY29" fmla="*/ 2683 h 10000"/>
                  <a:gd name="connsiteX30" fmla="*/ 9133 w 9865"/>
                  <a:gd name="connsiteY30" fmla="*/ 2683 h 10000"/>
                  <a:gd name="connsiteX31" fmla="*/ 9133 w 9865"/>
                  <a:gd name="connsiteY31" fmla="*/ 2439 h 10000"/>
                  <a:gd name="connsiteX32" fmla="*/ 9133 w 9865"/>
                  <a:gd name="connsiteY32" fmla="*/ 2195 h 10000"/>
                  <a:gd name="connsiteX0" fmla="*/ 9258 w 10000"/>
                  <a:gd name="connsiteY0" fmla="*/ 2195 h 10000"/>
                  <a:gd name="connsiteX1" fmla="*/ 8763 w 10000"/>
                  <a:gd name="connsiteY1" fmla="*/ 488 h 10000"/>
                  <a:gd name="connsiteX2" fmla="*/ 8517 w 10000"/>
                  <a:gd name="connsiteY2" fmla="*/ 732 h 10000"/>
                  <a:gd name="connsiteX3" fmla="*/ 7528 w 10000"/>
                  <a:gd name="connsiteY3" fmla="*/ 488 h 10000"/>
                  <a:gd name="connsiteX4" fmla="*/ 6538 w 10000"/>
                  <a:gd name="connsiteY4" fmla="*/ 244 h 10000"/>
                  <a:gd name="connsiteX5" fmla="*/ 4561 w 10000"/>
                  <a:gd name="connsiteY5" fmla="*/ 732 h 10000"/>
                  <a:gd name="connsiteX6" fmla="*/ 3572 w 10000"/>
                  <a:gd name="connsiteY6" fmla="*/ 732 h 10000"/>
                  <a:gd name="connsiteX7" fmla="*/ 1841 w 10000"/>
                  <a:gd name="connsiteY7" fmla="*/ 244 h 10000"/>
                  <a:gd name="connsiteX8" fmla="*/ 358 w 10000"/>
                  <a:gd name="connsiteY8" fmla="*/ 0 h 10000"/>
                  <a:gd name="connsiteX9" fmla="*/ 358 w 10000"/>
                  <a:gd name="connsiteY9" fmla="*/ 244 h 10000"/>
                  <a:gd name="connsiteX10" fmla="*/ 110 w 10000"/>
                  <a:gd name="connsiteY10" fmla="*/ 1220 h 10000"/>
                  <a:gd name="connsiteX11" fmla="*/ 110 w 10000"/>
                  <a:gd name="connsiteY11" fmla="*/ 2683 h 10000"/>
                  <a:gd name="connsiteX12" fmla="*/ 110 w 10000"/>
                  <a:gd name="connsiteY12" fmla="*/ 9756 h 10000"/>
                  <a:gd name="connsiteX13" fmla="*/ 6538 w 10000"/>
                  <a:gd name="connsiteY13" fmla="*/ 9756 h 10000"/>
                  <a:gd name="connsiteX14" fmla="*/ 7775 w 10000"/>
                  <a:gd name="connsiteY14" fmla="*/ 9756 h 10000"/>
                  <a:gd name="connsiteX15" fmla="*/ 8270 w 10000"/>
                  <a:gd name="connsiteY15" fmla="*/ 10000 h 10000"/>
                  <a:gd name="connsiteX16" fmla="*/ 8763 w 10000"/>
                  <a:gd name="connsiteY16" fmla="*/ 9512 h 10000"/>
                  <a:gd name="connsiteX17" fmla="*/ 9505 w 10000"/>
                  <a:gd name="connsiteY17" fmla="*/ 8780 h 10000"/>
                  <a:gd name="connsiteX18" fmla="*/ 10000 w 10000"/>
                  <a:gd name="connsiteY18" fmla="*/ 8537 h 10000"/>
                  <a:gd name="connsiteX19" fmla="*/ 10000 w 10000"/>
                  <a:gd name="connsiteY19" fmla="*/ 8537 h 10000"/>
                  <a:gd name="connsiteX20" fmla="*/ 10000 w 10000"/>
                  <a:gd name="connsiteY20" fmla="*/ 8049 h 10000"/>
                  <a:gd name="connsiteX21" fmla="*/ 9505 w 10000"/>
                  <a:gd name="connsiteY21" fmla="*/ 7073 h 10000"/>
                  <a:gd name="connsiteX22" fmla="*/ 8517 w 10000"/>
                  <a:gd name="connsiteY22" fmla="*/ 5122 h 10000"/>
                  <a:gd name="connsiteX23" fmla="*/ 8022 w 10000"/>
                  <a:gd name="connsiteY23" fmla="*/ 4390 h 10000"/>
                  <a:gd name="connsiteX24" fmla="*/ 7528 w 10000"/>
                  <a:gd name="connsiteY24" fmla="*/ 3171 h 10000"/>
                  <a:gd name="connsiteX25" fmla="*/ 7033 w 10000"/>
                  <a:gd name="connsiteY25" fmla="*/ 1463 h 10000"/>
                  <a:gd name="connsiteX26" fmla="*/ 7775 w 10000"/>
                  <a:gd name="connsiteY26" fmla="*/ 2683 h 10000"/>
                  <a:gd name="connsiteX27" fmla="*/ 8517 w 10000"/>
                  <a:gd name="connsiteY27" fmla="*/ 3902 h 10000"/>
                  <a:gd name="connsiteX28" fmla="*/ 9258 w 10000"/>
                  <a:gd name="connsiteY28" fmla="*/ 2683 h 10000"/>
                  <a:gd name="connsiteX29" fmla="*/ 9258 w 10000"/>
                  <a:gd name="connsiteY29" fmla="*/ 2683 h 10000"/>
                  <a:gd name="connsiteX30" fmla="*/ 9258 w 10000"/>
                  <a:gd name="connsiteY30" fmla="*/ 2439 h 10000"/>
                  <a:gd name="connsiteX31" fmla="*/ 9258 w 10000"/>
                  <a:gd name="connsiteY31" fmla="*/ 2195 h 10000"/>
                  <a:gd name="connsiteX0" fmla="*/ 9258 w 10000"/>
                  <a:gd name="connsiteY0" fmla="*/ 2195 h 10000"/>
                  <a:gd name="connsiteX1" fmla="*/ 8763 w 10000"/>
                  <a:gd name="connsiteY1" fmla="*/ 488 h 10000"/>
                  <a:gd name="connsiteX2" fmla="*/ 8517 w 10000"/>
                  <a:gd name="connsiteY2" fmla="*/ 732 h 10000"/>
                  <a:gd name="connsiteX3" fmla="*/ 7528 w 10000"/>
                  <a:gd name="connsiteY3" fmla="*/ 488 h 10000"/>
                  <a:gd name="connsiteX4" fmla="*/ 6538 w 10000"/>
                  <a:gd name="connsiteY4" fmla="*/ 244 h 10000"/>
                  <a:gd name="connsiteX5" fmla="*/ 4561 w 10000"/>
                  <a:gd name="connsiteY5" fmla="*/ 732 h 10000"/>
                  <a:gd name="connsiteX6" fmla="*/ 3572 w 10000"/>
                  <a:gd name="connsiteY6" fmla="*/ 732 h 10000"/>
                  <a:gd name="connsiteX7" fmla="*/ 1841 w 10000"/>
                  <a:gd name="connsiteY7" fmla="*/ 244 h 10000"/>
                  <a:gd name="connsiteX8" fmla="*/ 358 w 10000"/>
                  <a:gd name="connsiteY8" fmla="*/ 0 h 10000"/>
                  <a:gd name="connsiteX9" fmla="*/ 358 w 10000"/>
                  <a:gd name="connsiteY9" fmla="*/ 244 h 10000"/>
                  <a:gd name="connsiteX10" fmla="*/ 110 w 10000"/>
                  <a:gd name="connsiteY10" fmla="*/ 1220 h 10000"/>
                  <a:gd name="connsiteX11" fmla="*/ 110 w 10000"/>
                  <a:gd name="connsiteY11" fmla="*/ 2683 h 10000"/>
                  <a:gd name="connsiteX12" fmla="*/ 110 w 10000"/>
                  <a:gd name="connsiteY12" fmla="*/ 9756 h 10000"/>
                  <a:gd name="connsiteX13" fmla="*/ 7775 w 10000"/>
                  <a:gd name="connsiteY13" fmla="*/ 9756 h 10000"/>
                  <a:gd name="connsiteX14" fmla="*/ 8270 w 10000"/>
                  <a:gd name="connsiteY14" fmla="*/ 10000 h 10000"/>
                  <a:gd name="connsiteX15" fmla="*/ 8763 w 10000"/>
                  <a:gd name="connsiteY15" fmla="*/ 9512 h 10000"/>
                  <a:gd name="connsiteX16" fmla="*/ 9505 w 10000"/>
                  <a:gd name="connsiteY16" fmla="*/ 8780 h 10000"/>
                  <a:gd name="connsiteX17" fmla="*/ 10000 w 10000"/>
                  <a:gd name="connsiteY17" fmla="*/ 8537 h 10000"/>
                  <a:gd name="connsiteX18" fmla="*/ 10000 w 10000"/>
                  <a:gd name="connsiteY18" fmla="*/ 8537 h 10000"/>
                  <a:gd name="connsiteX19" fmla="*/ 10000 w 10000"/>
                  <a:gd name="connsiteY19" fmla="*/ 8049 h 10000"/>
                  <a:gd name="connsiteX20" fmla="*/ 9505 w 10000"/>
                  <a:gd name="connsiteY20" fmla="*/ 7073 h 10000"/>
                  <a:gd name="connsiteX21" fmla="*/ 8517 w 10000"/>
                  <a:gd name="connsiteY21" fmla="*/ 5122 h 10000"/>
                  <a:gd name="connsiteX22" fmla="*/ 8022 w 10000"/>
                  <a:gd name="connsiteY22" fmla="*/ 4390 h 10000"/>
                  <a:gd name="connsiteX23" fmla="*/ 7528 w 10000"/>
                  <a:gd name="connsiteY23" fmla="*/ 3171 h 10000"/>
                  <a:gd name="connsiteX24" fmla="*/ 7033 w 10000"/>
                  <a:gd name="connsiteY24" fmla="*/ 1463 h 10000"/>
                  <a:gd name="connsiteX25" fmla="*/ 7775 w 10000"/>
                  <a:gd name="connsiteY25" fmla="*/ 2683 h 10000"/>
                  <a:gd name="connsiteX26" fmla="*/ 8517 w 10000"/>
                  <a:gd name="connsiteY26" fmla="*/ 3902 h 10000"/>
                  <a:gd name="connsiteX27" fmla="*/ 9258 w 10000"/>
                  <a:gd name="connsiteY27" fmla="*/ 2683 h 10000"/>
                  <a:gd name="connsiteX28" fmla="*/ 9258 w 10000"/>
                  <a:gd name="connsiteY28" fmla="*/ 2683 h 10000"/>
                  <a:gd name="connsiteX29" fmla="*/ 9258 w 10000"/>
                  <a:gd name="connsiteY29" fmla="*/ 2439 h 10000"/>
                  <a:gd name="connsiteX30" fmla="*/ 9258 w 10000"/>
                  <a:gd name="connsiteY30" fmla="*/ 2195 h 10000"/>
                  <a:gd name="connsiteX0" fmla="*/ 9258 w 10039"/>
                  <a:gd name="connsiteY0" fmla="*/ 2195 h 10000"/>
                  <a:gd name="connsiteX1" fmla="*/ 8763 w 10039"/>
                  <a:gd name="connsiteY1" fmla="*/ 488 h 10000"/>
                  <a:gd name="connsiteX2" fmla="*/ 8517 w 10039"/>
                  <a:gd name="connsiteY2" fmla="*/ 732 h 10000"/>
                  <a:gd name="connsiteX3" fmla="*/ 7528 w 10039"/>
                  <a:gd name="connsiteY3" fmla="*/ 488 h 10000"/>
                  <a:gd name="connsiteX4" fmla="*/ 6538 w 10039"/>
                  <a:gd name="connsiteY4" fmla="*/ 244 h 10000"/>
                  <a:gd name="connsiteX5" fmla="*/ 4561 w 10039"/>
                  <a:gd name="connsiteY5" fmla="*/ 732 h 10000"/>
                  <a:gd name="connsiteX6" fmla="*/ 3572 w 10039"/>
                  <a:gd name="connsiteY6" fmla="*/ 732 h 10000"/>
                  <a:gd name="connsiteX7" fmla="*/ 1841 w 10039"/>
                  <a:gd name="connsiteY7" fmla="*/ 244 h 10000"/>
                  <a:gd name="connsiteX8" fmla="*/ 358 w 10039"/>
                  <a:gd name="connsiteY8" fmla="*/ 0 h 10000"/>
                  <a:gd name="connsiteX9" fmla="*/ 358 w 10039"/>
                  <a:gd name="connsiteY9" fmla="*/ 244 h 10000"/>
                  <a:gd name="connsiteX10" fmla="*/ 110 w 10039"/>
                  <a:gd name="connsiteY10" fmla="*/ 1220 h 10000"/>
                  <a:gd name="connsiteX11" fmla="*/ 110 w 10039"/>
                  <a:gd name="connsiteY11" fmla="*/ 2683 h 10000"/>
                  <a:gd name="connsiteX12" fmla="*/ 110 w 10039"/>
                  <a:gd name="connsiteY12" fmla="*/ 9756 h 10000"/>
                  <a:gd name="connsiteX13" fmla="*/ 7775 w 10039"/>
                  <a:gd name="connsiteY13" fmla="*/ 9756 h 10000"/>
                  <a:gd name="connsiteX14" fmla="*/ 8270 w 10039"/>
                  <a:gd name="connsiteY14" fmla="*/ 10000 h 10000"/>
                  <a:gd name="connsiteX15" fmla="*/ 8763 w 10039"/>
                  <a:gd name="connsiteY15" fmla="*/ 9512 h 10000"/>
                  <a:gd name="connsiteX16" fmla="*/ 9902 w 10039"/>
                  <a:gd name="connsiteY16" fmla="*/ 9331 h 10000"/>
                  <a:gd name="connsiteX17" fmla="*/ 10000 w 10039"/>
                  <a:gd name="connsiteY17" fmla="*/ 8537 h 10000"/>
                  <a:gd name="connsiteX18" fmla="*/ 10000 w 10039"/>
                  <a:gd name="connsiteY18" fmla="*/ 8537 h 10000"/>
                  <a:gd name="connsiteX19" fmla="*/ 10000 w 10039"/>
                  <a:gd name="connsiteY19" fmla="*/ 8049 h 10000"/>
                  <a:gd name="connsiteX20" fmla="*/ 9505 w 10039"/>
                  <a:gd name="connsiteY20" fmla="*/ 7073 h 10000"/>
                  <a:gd name="connsiteX21" fmla="*/ 8517 w 10039"/>
                  <a:gd name="connsiteY21" fmla="*/ 5122 h 10000"/>
                  <a:gd name="connsiteX22" fmla="*/ 8022 w 10039"/>
                  <a:gd name="connsiteY22" fmla="*/ 4390 h 10000"/>
                  <a:gd name="connsiteX23" fmla="*/ 7528 w 10039"/>
                  <a:gd name="connsiteY23" fmla="*/ 3171 h 10000"/>
                  <a:gd name="connsiteX24" fmla="*/ 7033 w 10039"/>
                  <a:gd name="connsiteY24" fmla="*/ 1463 h 10000"/>
                  <a:gd name="connsiteX25" fmla="*/ 7775 w 10039"/>
                  <a:gd name="connsiteY25" fmla="*/ 2683 h 10000"/>
                  <a:gd name="connsiteX26" fmla="*/ 8517 w 10039"/>
                  <a:gd name="connsiteY26" fmla="*/ 3902 h 10000"/>
                  <a:gd name="connsiteX27" fmla="*/ 9258 w 10039"/>
                  <a:gd name="connsiteY27" fmla="*/ 2683 h 10000"/>
                  <a:gd name="connsiteX28" fmla="*/ 9258 w 10039"/>
                  <a:gd name="connsiteY28" fmla="*/ 2683 h 10000"/>
                  <a:gd name="connsiteX29" fmla="*/ 9258 w 10039"/>
                  <a:gd name="connsiteY29" fmla="*/ 2439 h 10000"/>
                  <a:gd name="connsiteX30" fmla="*/ 9258 w 10039"/>
                  <a:gd name="connsiteY30" fmla="*/ 2195 h 10000"/>
                  <a:gd name="connsiteX0" fmla="*/ 9258 w 10039"/>
                  <a:gd name="connsiteY0" fmla="*/ 2195 h 10000"/>
                  <a:gd name="connsiteX1" fmla="*/ 8763 w 10039"/>
                  <a:gd name="connsiteY1" fmla="*/ 488 h 10000"/>
                  <a:gd name="connsiteX2" fmla="*/ 8517 w 10039"/>
                  <a:gd name="connsiteY2" fmla="*/ 732 h 10000"/>
                  <a:gd name="connsiteX3" fmla="*/ 7528 w 10039"/>
                  <a:gd name="connsiteY3" fmla="*/ 488 h 10000"/>
                  <a:gd name="connsiteX4" fmla="*/ 6538 w 10039"/>
                  <a:gd name="connsiteY4" fmla="*/ 244 h 10000"/>
                  <a:gd name="connsiteX5" fmla="*/ 4561 w 10039"/>
                  <a:gd name="connsiteY5" fmla="*/ 732 h 10000"/>
                  <a:gd name="connsiteX6" fmla="*/ 3572 w 10039"/>
                  <a:gd name="connsiteY6" fmla="*/ 732 h 10000"/>
                  <a:gd name="connsiteX7" fmla="*/ 1841 w 10039"/>
                  <a:gd name="connsiteY7" fmla="*/ 244 h 10000"/>
                  <a:gd name="connsiteX8" fmla="*/ 358 w 10039"/>
                  <a:gd name="connsiteY8" fmla="*/ 0 h 10000"/>
                  <a:gd name="connsiteX9" fmla="*/ 358 w 10039"/>
                  <a:gd name="connsiteY9" fmla="*/ 244 h 10000"/>
                  <a:gd name="connsiteX10" fmla="*/ 110 w 10039"/>
                  <a:gd name="connsiteY10" fmla="*/ 1220 h 10000"/>
                  <a:gd name="connsiteX11" fmla="*/ 110 w 10039"/>
                  <a:gd name="connsiteY11" fmla="*/ 2683 h 10000"/>
                  <a:gd name="connsiteX12" fmla="*/ 110 w 10039"/>
                  <a:gd name="connsiteY12" fmla="*/ 9756 h 10000"/>
                  <a:gd name="connsiteX13" fmla="*/ 7775 w 10039"/>
                  <a:gd name="connsiteY13" fmla="*/ 9756 h 10000"/>
                  <a:gd name="connsiteX14" fmla="*/ 8270 w 10039"/>
                  <a:gd name="connsiteY14" fmla="*/ 10000 h 10000"/>
                  <a:gd name="connsiteX15" fmla="*/ 8763 w 10039"/>
                  <a:gd name="connsiteY15" fmla="*/ 9512 h 10000"/>
                  <a:gd name="connsiteX16" fmla="*/ 9902 w 10039"/>
                  <a:gd name="connsiteY16" fmla="*/ 9331 h 10000"/>
                  <a:gd name="connsiteX17" fmla="*/ 10000 w 10039"/>
                  <a:gd name="connsiteY17" fmla="*/ 8537 h 10000"/>
                  <a:gd name="connsiteX18" fmla="*/ 10000 w 10039"/>
                  <a:gd name="connsiteY18" fmla="*/ 8537 h 10000"/>
                  <a:gd name="connsiteX19" fmla="*/ 10000 w 10039"/>
                  <a:gd name="connsiteY19" fmla="*/ 8049 h 10000"/>
                  <a:gd name="connsiteX20" fmla="*/ 9505 w 10039"/>
                  <a:gd name="connsiteY20" fmla="*/ 7073 h 10000"/>
                  <a:gd name="connsiteX21" fmla="*/ 8517 w 10039"/>
                  <a:gd name="connsiteY21" fmla="*/ 5122 h 10000"/>
                  <a:gd name="connsiteX22" fmla="*/ 8022 w 10039"/>
                  <a:gd name="connsiteY22" fmla="*/ 4390 h 10000"/>
                  <a:gd name="connsiteX23" fmla="*/ 7528 w 10039"/>
                  <a:gd name="connsiteY23" fmla="*/ 3171 h 10000"/>
                  <a:gd name="connsiteX24" fmla="*/ 7033 w 10039"/>
                  <a:gd name="connsiteY24" fmla="*/ 1463 h 10000"/>
                  <a:gd name="connsiteX25" fmla="*/ 7775 w 10039"/>
                  <a:gd name="connsiteY25" fmla="*/ 2683 h 10000"/>
                  <a:gd name="connsiteX26" fmla="*/ 8517 w 10039"/>
                  <a:gd name="connsiteY26" fmla="*/ 3902 h 10000"/>
                  <a:gd name="connsiteX27" fmla="*/ 9258 w 10039"/>
                  <a:gd name="connsiteY27" fmla="*/ 2683 h 10000"/>
                  <a:gd name="connsiteX28" fmla="*/ 9258 w 10039"/>
                  <a:gd name="connsiteY28" fmla="*/ 2683 h 10000"/>
                  <a:gd name="connsiteX29" fmla="*/ 9258 w 10039"/>
                  <a:gd name="connsiteY29" fmla="*/ 2439 h 10000"/>
                  <a:gd name="connsiteX30" fmla="*/ 9258 w 10039"/>
                  <a:gd name="connsiteY30" fmla="*/ 2195 h 10000"/>
                  <a:gd name="connsiteX0" fmla="*/ 9258 w 10135"/>
                  <a:gd name="connsiteY0" fmla="*/ 2195 h 10000"/>
                  <a:gd name="connsiteX1" fmla="*/ 8763 w 10135"/>
                  <a:gd name="connsiteY1" fmla="*/ 488 h 10000"/>
                  <a:gd name="connsiteX2" fmla="*/ 8517 w 10135"/>
                  <a:gd name="connsiteY2" fmla="*/ 732 h 10000"/>
                  <a:gd name="connsiteX3" fmla="*/ 7528 w 10135"/>
                  <a:gd name="connsiteY3" fmla="*/ 488 h 10000"/>
                  <a:gd name="connsiteX4" fmla="*/ 6538 w 10135"/>
                  <a:gd name="connsiteY4" fmla="*/ 244 h 10000"/>
                  <a:gd name="connsiteX5" fmla="*/ 4561 w 10135"/>
                  <a:gd name="connsiteY5" fmla="*/ 732 h 10000"/>
                  <a:gd name="connsiteX6" fmla="*/ 3572 w 10135"/>
                  <a:gd name="connsiteY6" fmla="*/ 732 h 10000"/>
                  <a:gd name="connsiteX7" fmla="*/ 1841 w 10135"/>
                  <a:gd name="connsiteY7" fmla="*/ 244 h 10000"/>
                  <a:gd name="connsiteX8" fmla="*/ 358 w 10135"/>
                  <a:gd name="connsiteY8" fmla="*/ 0 h 10000"/>
                  <a:gd name="connsiteX9" fmla="*/ 358 w 10135"/>
                  <a:gd name="connsiteY9" fmla="*/ 244 h 10000"/>
                  <a:gd name="connsiteX10" fmla="*/ 110 w 10135"/>
                  <a:gd name="connsiteY10" fmla="*/ 1220 h 10000"/>
                  <a:gd name="connsiteX11" fmla="*/ 110 w 10135"/>
                  <a:gd name="connsiteY11" fmla="*/ 2683 h 10000"/>
                  <a:gd name="connsiteX12" fmla="*/ 110 w 10135"/>
                  <a:gd name="connsiteY12" fmla="*/ 9756 h 10000"/>
                  <a:gd name="connsiteX13" fmla="*/ 7775 w 10135"/>
                  <a:gd name="connsiteY13" fmla="*/ 9756 h 10000"/>
                  <a:gd name="connsiteX14" fmla="*/ 8270 w 10135"/>
                  <a:gd name="connsiteY14" fmla="*/ 10000 h 10000"/>
                  <a:gd name="connsiteX15" fmla="*/ 8763 w 10135"/>
                  <a:gd name="connsiteY15" fmla="*/ 9512 h 10000"/>
                  <a:gd name="connsiteX16" fmla="*/ 10032 w 10135"/>
                  <a:gd name="connsiteY16" fmla="*/ 9514 h 10000"/>
                  <a:gd name="connsiteX17" fmla="*/ 10000 w 10135"/>
                  <a:gd name="connsiteY17" fmla="*/ 8537 h 10000"/>
                  <a:gd name="connsiteX18" fmla="*/ 10000 w 10135"/>
                  <a:gd name="connsiteY18" fmla="*/ 8537 h 10000"/>
                  <a:gd name="connsiteX19" fmla="*/ 10000 w 10135"/>
                  <a:gd name="connsiteY19" fmla="*/ 8049 h 10000"/>
                  <a:gd name="connsiteX20" fmla="*/ 9505 w 10135"/>
                  <a:gd name="connsiteY20" fmla="*/ 7073 h 10000"/>
                  <a:gd name="connsiteX21" fmla="*/ 8517 w 10135"/>
                  <a:gd name="connsiteY21" fmla="*/ 5122 h 10000"/>
                  <a:gd name="connsiteX22" fmla="*/ 8022 w 10135"/>
                  <a:gd name="connsiteY22" fmla="*/ 4390 h 10000"/>
                  <a:gd name="connsiteX23" fmla="*/ 7528 w 10135"/>
                  <a:gd name="connsiteY23" fmla="*/ 3171 h 10000"/>
                  <a:gd name="connsiteX24" fmla="*/ 7033 w 10135"/>
                  <a:gd name="connsiteY24" fmla="*/ 1463 h 10000"/>
                  <a:gd name="connsiteX25" fmla="*/ 7775 w 10135"/>
                  <a:gd name="connsiteY25" fmla="*/ 2683 h 10000"/>
                  <a:gd name="connsiteX26" fmla="*/ 8517 w 10135"/>
                  <a:gd name="connsiteY26" fmla="*/ 3902 h 10000"/>
                  <a:gd name="connsiteX27" fmla="*/ 9258 w 10135"/>
                  <a:gd name="connsiteY27" fmla="*/ 2683 h 10000"/>
                  <a:gd name="connsiteX28" fmla="*/ 9258 w 10135"/>
                  <a:gd name="connsiteY28" fmla="*/ 2683 h 10000"/>
                  <a:gd name="connsiteX29" fmla="*/ 9258 w 10135"/>
                  <a:gd name="connsiteY29" fmla="*/ 2439 h 10000"/>
                  <a:gd name="connsiteX30" fmla="*/ 9258 w 10135"/>
                  <a:gd name="connsiteY30" fmla="*/ 2195 h 10000"/>
                  <a:gd name="connsiteX0" fmla="*/ 9258 w 10032"/>
                  <a:gd name="connsiteY0" fmla="*/ 2195 h 10000"/>
                  <a:gd name="connsiteX1" fmla="*/ 8763 w 10032"/>
                  <a:gd name="connsiteY1" fmla="*/ 488 h 10000"/>
                  <a:gd name="connsiteX2" fmla="*/ 8517 w 10032"/>
                  <a:gd name="connsiteY2" fmla="*/ 732 h 10000"/>
                  <a:gd name="connsiteX3" fmla="*/ 7528 w 10032"/>
                  <a:gd name="connsiteY3" fmla="*/ 488 h 10000"/>
                  <a:gd name="connsiteX4" fmla="*/ 6538 w 10032"/>
                  <a:gd name="connsiteY4" fmla="*/ 244 h 10000"/>
                  <a:gd name="connsiteX5" fmla="*/ 4561 w 10032"/>
                  <a:gd name="connsiteY5" fmla="*/ 732 h 10000"/>
                  <a:gd name="connsiteX6" fmla="*/ 3572 w 10032"/>
                  <a:gd name="connsiteY6" fmla="*/ 732 h 10000"/>
                  <a:gd name="connsiteX7" fmla="*/ 1841 w 10032"/>
                  <a:gd name="connsiteY7" fmla="*/ 244 h 10000"/>
                  <a:gd name="connsiteX8" fmla="*/ 358 w 10032"/>
                  <a:gd name="connsiteY8" fmla="*/ 0 h 10000"/>
                  <a:gd name="connsiteX9" fmla="*/ 358 w 10032"/>
                  <a:gd name="connsiteY9" fmla="*/ 244 h 10000"/>
                  <a:gd name="connsiteX10" fmla="*/ 110 w 10032"/>
                  <a:gd name="connsiteY10" fmla="*/ 1220 h 10000"/>
                  <a:gd name="connsiteX11" fmla="*/ 110 w 10032"/>
                  <a:gd name="connsiteY11" fmla="*/ 2683 h 10000"/>
                  <a:gd name="connsiteX12" fmla="*/ 110 w 10032"/>
                  <a:gd name="connsiteY12" fmla="*/ 9756 h 10000"/>
                  <a:gd name="connsiteX13" fmla="*/ 7775 w 10032"/>
                  <a:gd name="connsiteY13" fmla="*/ 9756 h 10000"/>
                  <a:gd name="connsiteX14" fmla="*/ 8270 w 10032"/>
                  <a:gd name="connsiteY14" fmla="*/ 10000 h 10000"/>
                  <a:gd name="connsiteX15" fmla="*/ 8763 w 10032"/>
                  <a:gd name="connsiteY15" fmla="*/ 9512 h 10000"/>
                  <a:gd name="connsiteX16" fmla="*/ 10032 w 10032"/>
                  <a:gd name="connsiteY16" fmla="*/ 9514 h 10000"/>
                  <a:gd name="connsiteX17" fmla="*/ 10000 w 10032"/>
                  <a:gd name="connsiteY17" fmla="*/ 8537 h 10000"/>
                  <a:gd name="connsiteX18" fmla="*/ 10000 w 10032"/>
                  <a:gd name="connsiteY18" fmla="*/ 8537 h 10000"/>
                  <a:gd name="connsiteX19" fmla="*/ 10000 w 10032"/>
                  <a:gd name="connsiteY19" fmla="*/ 8049 h 10000"/>
                  <a:gd name="connsiteX20" fmla="*/ 9505 w 10032"/>
                  <a:gd name="connsiteY20" fmla="*/ 7073 h 10000"/>
                  <a:gd name="connsiteX21" fmla="*/ 8517 w 10032"/>
                  <a:gd name="connsiteY21" fmla="*/ 5122 h 10000"/>
                  <a:gd name="connsiteX22" fmla="*/ 8022 w 10032"/>
                  <a:gd name="connsiteY22" fmla="*/ 4390 h 10000"/>
                  <a:gd name="connsiteX23" fmla="*/ 7528 w 10032"/>
                  <a:gd name="connsiteY23" fmla="*/ 3171 h 10000"/>
                  <a:gd name="connsiteX24" fmla="*/ 7033 w 10032"/>
                  <a:gd name="connsiteY24" fmla="*/ 1463 h 10000"/>
                  <a:gd name="connsiteX25" fmla="*/ 7775 w 10032"/>
                  <a:gd name="connsiteY25" fmla="*/ 2683 h 10000"/>
                  <a:gd name="connsiteX26" fmla="*/ 8517 w 10032"/>
                  <a:gd name="connsiteY26" fmla="*/ 3902 h 10000"/>
                  <a:gd name="connsiteX27" fmla="*/ 9258 w 10032"/>
                  <a:gd name="connsiteY27" fmla="*/ 2683 h 10000"/>
                  <a:gd name="connsiteX28" fmla="*/ 9258 w 10032"/>
                  <a:gd name="connsiteY28" fmla="*/ 2683 h 10000"/>
                  <a:gd name="connsiteX29" fmla="*/ 9258 w 10032"/>
                  <a:gd name="connsiteY29" fmla="*/ 2439 h 10000"/>
                  <a:gd name="connsiteX30" fmla="*/ 9258 w 10032"/>
                  <a:gd name="connsiteY30" fmla="*/ 2195 h 10000"/>
                  <a:gd name="connsiteX0" fmla="*/ 9258 w 11149"/>
                  <a:gd name="connsiteY0" fmla="*/ 2195 h 10000"/>
                  <a:gd name="connsiteX1" fmla="*/ 8763 w 11149"/>
                  <a:gd name="connsiteY1" fmla="*/ 488 h 10000"/>
                  <a:gd name="connsiteX2" fmla="*/ 8517 w 11149"/>
                  <a:gd name="connsiteY2" fmla="*/ 732 h 10000"/>
                  <a:gd name="connsiteX3" fmla="*/ 7528 w 11149"/>
                  <a:gd name="connsiteY3" fmla="*/ 488 h 10000"/>
                  <a:gd name="connsiteX4" fmla="*/ 6538 w 11149"/>
                  <a:gd name="connsiteY4" fmla="*/ 244 h 10000"/>
                  <a:gd name="connsiteX5" fmla="*/ 4561 w 11149"/>
                  <a:gd name="connsiteY5" fmla="*/ 732 h 10000"/>
                  <a:gd name="connsiteX6" fmla="*/ 3572 w 11149"/>
                  <a:gd name="connsiteY6" fmla="*/ 732 h 10000"/>
                  <a:gd name="connsiteX7" fmla="*/ 1841 w 11149"/>
                  <a:gd name="connsiteY7" fmla="*/ 244 h 10000"/>
                  <a:gd name="connsiteX8" fmla="*/ 358 w 11149"/>
                  <a:gd name="connsiteY8" fmla="*/ 0 h 10000"/>
                  <a:gd name="connsiteX9" fmla="*/ 358 w 11149"/>
                  <a:gd name="connsiteY9" fmla="*/ 244 h 10000"/>
                  <a:gd name="connsiteX10" fmla="*/ 110 w 11149"/>
                  <a:gd name="connsiteY10" fmla="*/ 1220 h 10000"/>
                  <a:gd name="connsiteX11" fmla="*/ 110 w 11149"/>
                  <a:gd name="connsiteY11" fmla="*/ 2683 h 10000"/>
                  <a:gd name="connsiteX12" fmla="*/ 110 w 11149"/>
                  <a:gd name="connsiteY12" fmla="*/ 9756 h 10000"/>
                  <a:gd name="connsiteX13" fmla="*/ 7775 w 11149"/>
                  <a:gd name="connsiteY13" fmla="*/ 9756 h 10000"/>
                  <a:gd name="connsiteX14" fmla="*/ 8270 w 11149"/>
                  <a:gd name="connsiteY14" fmla="*/ 10000 h 10000"/>
                  <a:gd name="connsiteX15" fmla="*/ 8763 w 11149"/>
                  <a:gd name="connsiteY15" fmla="*/ 9512 h 10000"/>
                  <a:gd name="connsiteX16" fmla="*/ 11149 w 11149"/>
                  <a:gd name="connsiteY16" fmla="*/ 9805 h 10000"/>
                  <a:gd name="connsiteX17" fmla="*/ 10000 w 11149"/>
                  <a:gd name="connsiteY17" fmla="*/ 8537 h 10000"/>
                  <a:gd name="connsiteX18" fmla="*/ 10000 w 11149"/>
                  <a:gd name="connsiteY18" fmla="*/ 8537 h 10000"/>
                  <a:gd name="connsiteX19" fmla="*/ 10000 w 11149"/>
                  <a:gd name="connsiteY19" fmla="*/ 8049 h 10000"/>
                  <a:gd name="connsiteX20" fmla="*/ 9505 w 11149"/>
                  <a:gd name="connsiteY20" fmla="*/ 7073 h 10000"/>
                  <a:gd name="connsiteX21" fmla="*/ 8517 w 11149"/>
                  <a:gd name="connsiteY21" fmla="*/ 5122 h 10000"/>
                  <a:gd name="connsiteX22" fmla="*/ 8022 w 11149"/>
                  <a:gd name="connsiteY22" fmla="*/ 4390 h 10000"/>
                  <a:gd name="connsiteX23" fmla="*/ 7528 w 11149"/>
                  <a:gd name="connsiteY23" fmla="*/ 3171 h 10000"/>
                  <a:gd name="connsiteX24" fmla="*/ 7033 w 11149"/>
                  <a:gd name="connsiteY24" fmla="*/ 1463 h 10000"/>
                  <a:gd name="connsiteX25" fmla="*/ 7775 w 11149"/>
                  <a:gd name="connsiteY25" fmla="*/ 2683 h 10000"/>
                  <a:gd name="connsiteX26" fmla="*/ 8517 w 11149"/>
                  <a:gd name="connsiteY26" fmla="*/ 3902 h 10000"/>
                  <a:gd name="connsiteX27" fmla="*/ 9258 w 11149"/>
                  <a:gd name="connsiteY27" fmla="*/ 2683 h 10000"/>
                  <a:gd name="connsiteX28" fmla="*/ 9258 w 11149"/>
                  <a:gd name="connsiteY28" fmla="*/ 2683 h 10000"/>
                  <a:gd name="connsiteX29" fmla="*/ 9258 w 11149"/>
                  <a:gd name="connsiteY29" fmla="*/ 2439 h 10000"/>
                  <a:gd name="connsiteX30" fmla="*/ 9258 w 11149"/>
                  <a:gd name="connsiteY30" fmla="*/ 2195 h 10000"/>
                  <a:gd name="connsiteX0" fmla="*/ 9258 w 11149"/>
                  <a:gd name="connsiteY0" fmla="*/ 2195 h 10000"/>
                  <a:gd name="connsiteX1" fmla="*/ 8763 w 11149"/>
                  <a:gd name="connsiteY1" fmla="*/ 488 h 10000"/>
                  <a:gd name="connsiteX2" fmla="*/ 8517 w 11149"/>
                  <a:gd name="connsiteY2" fmla="*/ 732 h 10000"/>
                  <a:gd name="connsiteX3" fmla="*/ 7528 w 11149"/>
                  <a:gd name="connsiteY3" fmla="*/ 488 h 10000"/>
                  <a:gd name="connsiteX4" fmla="*/ 6538 w 11149"/>
                  <a:gd name="connsiteY4" fmla="*/ 244 h 10000"/>
                  <a:gd name="connsiteX5" fmla="*/ 4561 w 11149"/>
                  <a:gd name="connsiteY5" fmla="*/ 732 h 10000"/>
                  <a:gd name="connsiteX6" fmla="*/ 3572 w 11149"/>
                  <a:gd name="connsiteY6" fmla="*/ 732 h 10000"/>
                  <a:gd name="connsiteX7" fmla="*/ 1841 w 11149"/>
                  <a:gd name="connsiteY7" fmla="*/ 244 h 10000"/>
                  <a:gd name="connsiteX8" fmla="*/ 358 w 11149"/>
                  <a:gd name="connsiteY8" fmla="*/ 0 h 10000"/>
                  <a:gd name="connsiteX9" fmla="*/ 358 w 11149"/>
                  <a:gd name="connsiteY9" fmla="*/ 244 h 10000"/>
                  <a:gd name="connsiteX10" fmla="*/ 110 w 11149"/>
                  <a:gd name="connsiteY10" fmla="*/ 1220 h 10000"/>
                  <a:gd name="connsiteX11" fmla="*/ 110 w 11149"/>
                  <a:gd name="connsiteY11" fmla="*/ 2683 h 10000"/>
                  <a:gd name="connsiteX12" fmla="*/ 110 w 11149"/>
                  <a:gd name="connsiteY12" fmla="*/ 9756 h 10000"/>
                  <a:gd name="connsiteX13" fmla="*/ 7775 w 11149"/>
                  <a:gd name="connsiteY13" fmla="*/ 9756 h 10000"/>
                  <a:gd name="connsiteX14" fmla="*/ 8270 w 11149"/>
                  <a:gd name="connsiteY14" fmla="*/ 10000 h 10000"/>
                  <a:gd name="connsiteX15" fmla="*/ 8763 w 11149"/>
                  <a:gd name="connsiteY15" fmla="*/ 9512 h 10000"/>
                  <a:gd name="connsiteX16" fmla="*/ 11149 w 11149"/>
                  <a:gd name="connsiteY16" fmla="*/ 9805 h 10000"/>
                  <a:gd name="connsiteX17" fmla="*/ 10000 w 11149"/>
                  <a:gd name="connsiteY17" fmla="*/ 8537 h 10000"/>
                  <a:gd name="connsiteX18" fmla="*/ 10000 w 11149"/>
                  <a:gd name="connsiteY18" fmla="*/ 8537 h 10000"/>
                  <a:gd name="connsiteX19" fmla="*/ 10000 w 11149"/>
                  <a:gd name="connsiteY19" fmla="*/ 8049 h 10000"/>
                  <a:gd name="connsiteX20" fmla="*/ 9505 w 11149"/>
                  <a:gd name="connsiteY20" fmla="*/ 7073 h 10000"/>
                  <a:gd name="connsiteX21" fmla="*/ 8517 w 11149"/>
                  <a:gd name="connsiteY21" fmla="*/ 5122 h 10000"/>
                  <a:gd name="connsiteX22" fmla="*/ 8022 w 11149"/>
                  <a:gd name="connsiteY22" fmla="*/ 4390 h 10000"/>
                  <a:gd name="connsiteX23" fmla="*/ 7528 w 11149"/>
                  <a:gd name="connsiteY23" fmla="*/ 3171 h 10000"/>
                  <a:gd name="connsiteX24" fmla="*/ 7033 w 11149"/>
                  <a:gd name="connsiteY24" fmla="*/ 1463 h 10000"/>
                  <a:gd name="connsiteX25" fmla="*/ 7775 w 11149"/>
                  <a:gd name="connsiteY25" fmla="*/ 2683 h 10000"/>
                  <a:gd name="connsiteX26" fmla="*/ 8517 w 11149"/>
                  <a:gd name="connsiteY26" fmla="*/ 3902 h 10000"/>
                  <a:gd name="connsiteX27" fmla="*/ 9258 w 11149"/>
                  <a:gd name="connsiteY27" fmla="*/ 2683 h 10000"/>
                  <a:gd name="connsiteX28" fmla="*/ 9258 w 11149"/>
                  <a:gd name="connsiteY28" fmla="*/ 2683 h 10000"/>
                  <a:gd name="connsiteX29" fmla="*/ 9258 w 11149"/>
                  <a:gd name="connsiteY29" fmla="*/ 2439 h 10000"/>
                  <a:gd name="connsiteX30" fmla="*/ 9258 w 11149"/>
                  <a:gd name="connsiteY30" fmla="*/ 2195 h 10000"/>
                  <a:gd name="connsiteX0" fmla="*/ 9258 w 11149"/>
                  <a:gd name="connsiteY0" fmla="*/ 2195 h 10000"/>
                  <a:gd name="connsiteX1" fmla="*/ 8763 w 11149"/>
                  <a:gd name="connsiteY1" fmla="*/ 488 h 10000"/>
                  <a:gd name="connsiteX2" fmla="*/ 8517 w 11149"/>
                  <a:gd name="connsiteY2" fmla="*/ 732 h 10000"/>
                  <a:gd name="connsiteX3" fmla="*/ 7528 w 11149"/>
                  <a:gd name="connsiteY3" fmla="*/ 488 h 10000"/>
                  <a:gd name="connsiteX4" fmla="*/ 6538 w 11149"/>
                  <a:gd name="connsiteY4" fmla="*/ 244 h 10000"/>
                  <a:gd name="connsiteX5" fmla="*/ 4561 w 11149"/>
                  <a:gd name="connsiteY5" fmla="*/ 732 h 10000"/>
                  <a:gd name="connsiteX6" fmla="*/ 3572 w 11149"/>
                  <a:gd name="connsiteY6" fmla="*/ 732 h 10000"/>
                  <a:gd name="connsiteX7" fmla="*/ 1841 w 11149"/>
                  <a:gd name="connsiteY7" fmla="*/ 244 h 10000"/>
                  <a:gd name="connsiteX8" fmla="*/ 358 w 11149"/>
                  <a:gd name="connsiteY8" fmla="*/ 0 h 10000"/>
                  <a:gd name="connsiteX9" fmla="*/ 358 w 11149"/>
                  <a:gd name="connsiteY9" fmla="*/ 244 h 10000"/>
                  <a:gd name="connsiteX10" fmla="*/ 110 w 11149"/>
                  <a:gd name="connsiteY10" fmla="*/ 1220 h 10000"/>
                  <a:gd name="connsiteX11" fmla="*/ 110 w 11149"/>
                  <a:gd name="connsiteY11" fmla="*/ 2683 h 10000"/>
                  <a:gd name="connsiteX12" fmla="*/ 110 w 11149"/>
                  <a:gd name="connsiteY12" fmla="*/ 9756 h 10000"/>
                  <a:gd name="connsiteX13" fmla="*/ 7775 w 11149"/>
                  <a:gd name="connsiteY13" fmla="*/ 9756 h 10000"/>
                  <a:gd name="connsiteX14" fmla="*/ 8270 w 11149"/>
                  <a:gd name="connsiteY14" fmla="*/ 10000 h 10000"/>
                  <a:gd name="connsiteX15" fmla="*/ 8817 w 11149"/>
                  <a:gd name="connsiteY15" fmla="*/ 9727 h 10000"/>
                  <a:gd name="connsiteX16" fmla="*/ 11149 w 11149"/>
                  <a:gd name="connsiteY16" fmla="*/ 9805 h 10000"/>
                  <a:gd name="connsiteX17" fmla="*/ 10000 w 11149"/>
                  <a:gd name="connsiteY17" fmla="*/ 8537 h 10000"/>
                  <a:gd name="connsiteX18" fmla="*/ 10000 w 11149"/>
                  <a:gd name="connsiteY18" fmla="*/ 8537 h 10000"/>
                  <a:gd name="connsiteX19" fmla="*/ 10000 w 11149"/>
                  <a:gd name="connsiteY19" fmla="*/ 8049 h 10000"/>
                  <a:gd name="connsiteX20" fmla="*/ 9505 w 11149"/>
                  <a:gd name="connsiteY20" fmla="*/ 7073 h 10000"/>
                  <a:gd name="connsiteX21" fmla="*/ 8517 w 11149"/>
                  <a:gd name="connsiteY21" fmla="*/ 5122 h 10000"/>
                  <a:gd name="connsiteX22" fmla="*/ 8022 w 11149"/>
                  <a:gd name="connsiteY22" fmla="*/ 4390 h 10000"/>
                  <a:gd name="connsiteX23" fmla="*/ 7528 w 11149"/>
                  <a:gd name="connsiteY23" fmla="*/ 3171 h 10000"/>
                  <a:gd name="connsiteX24" fmla="*/ 7033 w 11149"/>
                  <a:gd name="connsiteY24" fmla="*/ 1463 h 10000"/>
                  <a:gd name="connsiteX25" fmla="*/ 7775 w 11149"/>
                  <a:gd name="connsiteY25" fmla="*/ 2683 h 10000"/>
                  <a:gd name="connsiteX26" fmla="*/ 8517 w 11149"/>
                  <a:gd name="connsiteY26" fmla="*/ 3902 h 10000"/>
                  <a:gd name="connsiteX27" fmla="*/ 9258 w 11149"/>
                  <a:gd name="connsiteY27" fmla="*/ 2683 h 10000"/>
                  <a:gd name="connsiteX28" fmla="*/ 9258 w 11149"/>
                  <a:gd name="connsiteY28" fmla="*/ 2683 h 10000"/>
                  <a:gd name="connsiteX29" fmla="*/ 9258 w 11149"/>
                  <a:gd name="connsiteY29" fmla="*/ 2439 h 10000"/>
                  <a:gd name="connsiteX30" fmla="*/ 9258 w 11149"/>
                  <a:gd name="connsiteY30" fmla="*/ 2195 h 10000"/>
                  <a:gd name="connsiteX0" fmla="*/ 9258 w 11106"/>
                  <a:gd name="connsiteY0" fmla="*/ 2195 h 10000"/>
                  <a:gd name="connsiteX1" fmla="*/ 8763 w 11106"/>
                  <a:gd name="connsiteY1" fmla="*/ 488 h 10000"/>
                  <a:gd name="connsiteX2" fmla="*/ 8517 w 11106"/>
                  <a:gd name="connsiteY2" fmla="*/ 732 h 10000"/>
                  <a:gd name="connsiteX3" fmla="*/ 7528 w 11106"/>
                  <a:gd name="connsiteY3" fmla="*/ 488 h 10000"/>
                  <a:gd name="connsiteX4" fmla="*/ 6538 w 11106"/>
                  <a:gd name="connsiteY4" fmla="*/ 244 h 10000"/>
                  <a:gd name="connsiteX5" fmla="*/ 4561 w 11106"/>
                  <a:gd name="connsiteY5" fmla="*/ 732 h 10000"/>
                  <a:gd name="connsiteX6" fmla="*/ 3572 w 11106"/>
                  <a:gd name="connsiteY6" fmla="*/ 732 h 10000"/>
                  <a:gd name="connsiteX7" fmla="*/ 1841 w 11106"/>
                  <a:gd name="connsiteY7" fmla="*/ 244 h 10000"/>
                  <a:gd name="connsiteX8" fmla="*/ 358 w 11106"/>
                  <a:gd name="connsiteY8" fmla="*/ 0 h 10000"/>
                  <a:gd name="connsiteX9" fmla="*/ 358 w 11106"/>
                  <a:gd name="connsiteY9" fmla="*/ 244 h 10000"/>
                  <a:gd name="connsiteX10" fmla="*/ 110 w 11106"/>
                  <a:gd name="connsiteY10" fmla="*/ 1220 h 10000"/>
                  <a:gd name="connsiteX11" fmla="*/ 110 w 11106"/>
                  <a:gd name="connsiteY11" fmla="*/ 2683 h 10000"/>
                  <a:gd name="connsiteX12" fmla="*/ 110 w 11106"/>
                  <a:gd name="connsiteY12" fmla="*/ 9756 h 10000"/>
                  <a:gd name="connsiteX13" fmla="*/ 7775 w 11106"/>
                  <a:gd name="connsiteY13" fmla="*/ 9756 h 10000"/>
                  <a:gd name="connsiteX14" fmla="*/ 8270 w 11106"/>
                  <a:gd name="connsiteY14" fmla="*/ 10000 h 10000"/>
                  <a:gd name="connsiteX15" fmla="*/ 8817 w 11106"/>
                  <a:gd name="connsiteY15" fmla="*/ 9727 h 10000"/>
                  <a:gd name="connsiteX16" fmla="*/ 11106 w 11106"/>
                  <a:gd name="connsiteY16" fmla="*/ 9740 h 10000"/>
                  <a:gd name="connsiteX17" fmla="*/ 10000 w 11106"/>
                  <a:gd name="connsiteY17" fmla="*/ 8537 h 10000"/>
                  <a:gd name="connsiteX18" fmla="*/ 10000 w 11106"/>
                  <a:gd name="connsiteY18" fmla="*/ 8537 h 10000"/>
                  <a:gd name="connsiteX19" fmla="*/ 10000 w 11106"/>
                  <a:gd name="connsiteY19" fmla="*/ 8049 h 10000"/>
                  <a:gd name="connsiteX20" fmla="*/ 9505 w 11106"/>
                  <a:gd name="connsiteY20" fmla="*/ 7073 h 10000"/>
                  <a:gd name="connsiteX21" fmla="*/ 8517 w 11106"/>
                  <a:gd name="connsiteY21" fmla="*/ 5122 h 10000"/>
                  <a:gd name="connsiteX22" fmla="*/ 8022 w 11106"/>
                  <a:gd name="connsiteY22" fmla="*/ 4390 h 10000"/>
                  <a:gd name="connsiteX23" fmla="*/ 7528 w 11106"/>
                  <a:gd name="connsiteY23" fmla="*/ 3171 h 10000"/>
                  <a:gd name="connsiteX24" fmla="*/ 7033 w 11106"/>
                  <a:gd name="connsiteY24" fmla="*/ 1463 h 10000"/>
                  <a:gd name="connsiteX25" fmla="*/ 7775 w 11106"/>
                  <a:gd name="connsiteY25" fmla="*/ 2683 h 10000"/>
                  <a:gd name="connsiteX26" fmla="*/ 8517 w 11106"/>
                  <a:gd name="connsiteY26" fmla="*/ 3902 h 10000"/>
                  <a:gd name="connsiteX27" fmla="*/ 9258 w 11106"/>
                  <a:gd name="connsiteY27" fmla="*/ 2683 h 10000"/>
                  <a:gd name="connsiteX28" fmla="*/ 9258 w 11106"/>
                  <a:gd name="connsiteY28" fmla="*/ 2683 h 10000"/>
                  <a:gd name="connsiteX29" fmla="*/ 9258 w 11106"/>
                  <a:gd name="connsiteY29" fmla="*/ 2439 h 10000"/>
                  <a:gd name="connsiteX30" fmla="*/ 9258 w 11106"/>
                  <a:gd name="connsiteY30" fmla="*/ 2195 h 10000"/>
                  <a:gd name="connsiteX0" fmla="*/ 9258 w 11106"/>
                  <a:gd name="connsiteY0" fmla="*/ 2195 h 10000"/>
                  <a:gd name="connsiteX1" fmla="*/ 8763 w 11106"/>
                  <a:gd name="connsiteY1" fmla="*/ 488 h 10000"/>
                  <a:gd name="connsiteX2" fmla="*/ 8517 w 11106"/>
                  <a:gd name="connsiteY2" fmla="*/ 732 h 10000"/>
                  <a:gd name="connsiteX3" fmla="*/ 7528 w 11106"/>
                  <a:gd name="connsiteY3" fmla="*/ 488 h 10000"/>
                  <a:gd name="connsiteX4" fmla="*/ 6538 w 11106"/>
                  <a:gd name="connsiteY4" fmla="*/ 244 h 10000"/>
                  <a:gd name="connsiteX5" fmla="*/ 4561 w 11106"/>
                  <a:gd name="connsiteY5" fmla="*/ 732 h 10000"/>
                  <a:gd name="connsiteX6" fmla="*/ 3572 w 11106"/>
                  <a:gd name="connsiteY6" fmla="*/ 732 h 10000"/>
                  <a:gd name="connsiteX7" fmla="*/ 1841 w 11106"/>
                  <a:gd name="connsiteY7" fmla="*/ 244 h 10000"/>
                  <a:gd name="connsiteX8" fmla="*/ 358 w 11106"/>
                  <a:gd name="connsiteY8" fmla="*/ 0 h 10000"/>
                  <a:gd name="connsiteX9" fmla="*/ 358 w 11106"/>
                  <a:gd name="connsiteY9" fmla="*/ 244 h 10000"/>
                  <a:gd name="connsiteX10" fmla="*/ 110 w 11106"/>
                  <a:gd name="connsiteY10" fmla="*/ 1220 h 10000"/>
                  <a:gd name="connsiteX11" fmla="*/ 110 w 11106"/>
                  <a:gd name="connsiteY11" fmla="*/ 2683 h 10000"/>
                  <a:gd name="connsiteX12" fmla="*/ 110 w 11106"/>
                  <a:gd name="connsiteY12" fmla="*/ 9756 h 10000"/>
                  <a:gd name="connsiteX13" fmla="*/ 7775 w 11106"/>
                  <a:gd name="connsiteY13" fmla="*/ 9756 h 10000"/>
                  <a:gd name="connsiteX14" fmla="*/ 8270 w 11106"/>
                  <a:gd name="connsiteY14" fmla="*/ 10000 h 10000"/>
                  <a:gd name="connsiteX15" fmla="*/ 8817 w 11106"/>
                  <a:gd name="connsiteY15" fmla="*/ 9727 h 10000"/>
                  <a:gd name="connsiteX16" fmla="*/ 11106 w 11106"/>
                  <a:gd name="connsiteY16" fmla="*/ 9740 h 10000"/>
                  <a:gd name="connsiteX17" fmla="*/ 10000 w 11106"/>
                  <a:gd name="connsiteY17" fmla="*/ 8537 h 10000"/>
                  <a:gd name="connsiteX18" fmla="*/ 10000 w 11106"/>
                  <a:gd name="connsiteY18" fmla="*/ 8537 h 10000"/>
                  <a:gd name="connsiteX19" fmla="*/ 10000 w 11106"/>
                  <a:gd name="connsiteY19" fmla="*/ 8049 h 10000"/>
                  <a:gd name="connsiteX20" fmla="*/ 9505 w 11106"/>
                  <a:gd name="connsiteY20" fmla="*/ 7073 h 10000"/>
                  <a:gd name="connsiteX21" fmla="*/ 8517 w 11106"/>
                  <a:gd name="connsiteY21" fmla="*/ 5122 h 10000"/>
                  <a:gd name="connsiteX22" fmla="*/ 8022 w 11106"/>
                  <a:gd name="connsiteY22" fmla="*/ 4390 h 10000"/>
                  <a:gd name="connsiteX23" fmla="*/ 7528 w 11106"/>
                  <a:gd name="connsiteY23" fmla="*/ 3171 h 10000"/>
                  <a:gd name="connsiteX24" fmla="*/ 7033 w 11106"/>
                  <a:gd name="connsiteY24" fmla="*/ 1463 h 10000"/>
                  <a:gd name="connsiteX25" fmla="*/ 7775 w 11106"/>
                  <a:gd name="connsiteY25" fmla="*/ 2683 h 10000"/>
                  <a:gd name="connsiteX26" fmla="*/ 8517 w 11106"/>
                  <a:gd name="connsiteY26" fmla="*/ 3902 h 10000"/>
                  <a:gd name="connsiteX27" fmla="*/ 9258 w 11106"/>
                  <a:gd name="connsiteY27" fmla="*/ 2683 h 10000"/>
                  <a:gd name="connsiteX28" fmla="*/ 9258 w 11106"/>
                  <a:gd name="connsiteY28" fmla="*/ 2683 h 10000"/>
                  <a:gd name="connsiteX29" fmla="*/ 9258 w 11106"/>
                  <a:gd name="connsiteY29" fmla="*/ 2439 h 10000"/>
                  <a:gd name="connsiteX30" fmla="*/ 9258 w 11106"/>
                  <a:gd name="connsiteY30" fmla="*/ 2195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106" h="10000">
                    <a:moveTo>
                      <a:pt x="9258" y="2195"/>
                    </a:moveTo>
                    <a:lnTo>
                      <a:pt x="8763" y="488"/>
                    </a:lnTo>
                    <a:cubicBezTo>
                      <a:pt x="8763" y="488"/>
                      <a:pt x="8517" y="488"/>
                      <a:pt x="8517" y="732"/>
                    </a:cubicBezTo>
                    <a:cubicBezTo>
                      <a:pt x="8517" y="732"/>
                      <a:pt x="8022" y="488"/>
                      <a:pt x="7528" y="488"/>
                    </a:cubicBezTo>
                    <a:cubicBezTo>
                      <a:pt x="7280" y="732"/>
                      <a:pt x="6786" y="488"/>
                      <a:pt x="6538" y="244"/>
                    </a:cubicBezTo>
                    <a:cubicBezTo>
                      <a:pt x="6045" y="0"/>
                      <a:pt x="4808" y="488"/>
                      <a:pt x="4561" y="732"/>
                    </a:cubicBezTo>
                    <a:cubicBezTo>
                      <a:pt x="4313" y="976"/>
                      <a:pt x="3819" y="976"/>
                      <a:pt x="3572" y="732"/>
                    </a:cubicBezTo>
                    <a:cubicBezTo>
                      <a:pt x="3078" y="488"/>
                      <a:pt x="2583" y="244"/>
                      <a:pt x="1841" y="244"/>
                    </a:cubicBezTo>
                    <a:cubicBezTo>
                      <a:pt x="1100" y="244"/>
                      <a:pt x="605" y="0"/>
                      <a:pt x="358" y="0"/>
                    </a:cubicBezTo>
                    <a:lnTo>
                      <a:pt x="358" y="244"/>
                    </a:lnTo>
                    <a:cubicBezTo>
                      <a:pt x="110" y="732"/>
                      <a:pt x="358" y="976"/>
                      <a:pt x="110" y="1220"/>
                    </a:cubicBezTo>
                    <a:cubicBezTo>
                      <a:pt x="-137" y="1707"/>
                      <a:pt x="110" y="1951"/>
                      <a:pt x="110" y="2683"/>
                    </a:cubicBezTo>
                    <a:lnTo>
                      <a:pt x="110" y="9756"/>
                    </a:lnTo>
                    <a:lnTo>
                      <a:pt x="7775" y="9756"/>
                    </a:lnTo>
                    <a:cubicBezTo>
                      <a:pt x="7775" y="9756"/>
                      <a:pt x="8096" y="10005"/>
                      <a:pt x="8270" y="10000"/>
                    </a:cubicBezTo>
                    <a:cubicBezTo>
                      <a:pt x="8444" y="9995"/>
                      <a:pt x="8344" y="9770"/>
                      <a:pt x="8817" y="9727"/>
                    </a:cubicBezTo>
                    <a:cubicBezTo>
                      <a:pt x="9290" y="9684"/>
                      <a:pt x="9481" y="9700"/>
                      <a:pt x="11106" y="9740"/>
                    </a:cubicBezTo>
                    <a:cubicBezTo>
                      <a:pt x="10866" y="9234"/>
                      <a:pt x="10086" y="9201"/>
                      <a:pt x="10000" y="8537"/>
                    </a:cubicBezTo>
                    <a:lnTo>
                      <a:pt x="10000" y="8537"/>
                    </a:lnTo>
                    <a:lnTo>
                      <a:pt x="10000" y="8049"/>
                    </a:lnTo>
                    <a:cubicBezTo>
                      <a:pt x="10000" y="7561"/>
                      <a:pt x="9753" y="7805"/>
                      <a:pt x="9505" y="7073"/>
                    </a:cubicBezTo>
                    <a:cubicBezTo>
                      <a:pt x="9258" y="6585"/>
                      <a:pt x="8517" y="5610"/>
                      <a:pt x="8517" y="5122"/>
                    </a:cubicBezTo>
                    <a:cubicBezTo>
                      <a:pt x="8517" y="4878"/>
                      <a:pt x="8022" y="4634"/>
                      <a:pt x="8022" y="4390"/>
                    </a:cubicBezTo>
                    <a:cubicBezTo>
                      <a:pt x="8022" y="3902"/>
                      <a:pt x="8022" y="3902"/>
                      <a:pt x="7528" y="3171"/>
                    </a:cubicBezTo>
                    <a:cubicBezTo>
                      <a:pt x="7033" y="2683"/>
                      <a:pt x="7033" y="1707"/>
                      <a:pt x="7033" y="1463"/>
                    </a:cubicBezTo>
                    <a:cubicBezTo>
                      <a:pt x="7280" y="1463"/>
                      <a:pt x="7528" y="2439"/>
                      <a:pt x="7775" y="2683"/>
                    </a:cubicBezTo>
                    <a:cubicBezTo>
                      <a:pt x="7775" y="3171"/>
                      <a:pt x="8270" y="3902"/>
                      <a:pt x="8517" y="3902"/>
                    </a:cubicBezTo>
                    <a:cubicBezTo>
                      <a:pt x="9011" y="3902"/>
                      <a:pt x="9011" y="2683"/>
                      <a:pt x="9258" y="2683"/>
                    </a:cubicBezTo>
                    <a:lnTo>
                      <a:pt x="9258" y="2683"/>
                    </a:lnTo>
                    <a:lnTo>
                      <a:pt x="9258" y="2439"/>
                    </a:lnTo>
                    <a:lnTo>
                      <a:pt x="9258" y="2195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775" name="Freeform 45">
                <a:extLst>
                  <a:ext uri="{FF2B5EF4-FFF2-40B4-BE49-F238E27FC236}">
                    <a16:creationId xmlns:a16="http://schemas.microsoft.com/office/drawing/2014/main" id="{D284E064-5683-8C55-882C-33383F25D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3336" y="3195080"/>
                <a:ext cx="125716" cy="139233"/>
              </a:xfrm>
              <a:custGeom>
                <a:avLst/>
                <a:gdLst>
                  <a:gd name="T0" fmla="*/ 33 w 66"/>
                  <a:gd name="T1" fmla="*/ 66 h 72"/>
                  <a:gd name="T2" fmla="*/ 36 w 66"/>
                  <a:gd name="T3" fmla="*/ 57 h 72"/>
                  <a:gd name="T4" fmla="*/ 42 w 66"/>
                  <a:gd name="T5" fmla="*/ 54 h 72"/>
                  <a:gd name="T6" fmla="*/ 48 w 66"/>
                  <a:gd name="T7" fmla="*/ 48 h 72"/>
                  <a:gd name="T8" fmla="*/ 54 w 66"/>
                  <a:gd name="T9" fmla="*/ 54 h 72"/>
                  <a:gd name="T10" fmla="*/ 60 w 66"/>
                  <a:gd name="T11" fmla="*/ 57 h 72"/>
                  <a:gd name="T12" fmla="*/ 66 w 66"/>
                  <a:gd name="T13" fmla="*/ 42 h 72"/>
                  <a:gd name="T14" fmla="*/ 63 w 66"/>
                  <a:gd name="T15" fmla="*/ 30 h 72"/>
                  <a:gd name="T16" fmla="*/ 60 w 66"/>
                  <a:gd name="T17" fmla="*/ 21 h 72"/>
                  <a:gd name="T18" fmla="*/ 60 w 66"/>
                  <a:gd name="T19" fmla="*/ 12 h 72"/>
                  <a:gd name="T20" fmla="*/ 51 w 66"/>
                  <a:gd name="T21" fmla="*/ 12 h 72"/>
                  <a:gd name="T22" fmla="*/ 51 w 66"/>
                  <a:gd name="T23" fmla="*/ 0 h 72"/>
                  <a:gd name="T24" fmla="*/ 33 w 66"/>
                  <a:gd name="T25" fmla="*/ 0 h 72"/>
                  <a:gd name="T26" fmla="*/ 33 w 66"/>
                  <a:gd name="T27" fmla="*/ 0 h 72"/>
                  <a:gd name="T28" fmla="*/ 33 w 66"/>
                  <a:gd name="T29" fmla="*/ 15 h 72"/>
                  <a:gd name="T30" fmla="*/ 18 w 66"/>
                  <a:gd name="T31" fmla="*/ 15 h 72"/>
                  <a:gd name="T32" fmla="*/ 12 w 66"/>
                  <a:gd name="T33" fmla="*/ 15 h 72"/>
                  <a:gd name="T34" fmla="*/ 9 w 66"/>
                  <a:gd name="T35" fmla="*/ 18 h 72"/>
                  <a:gd name="T36" fmla="*/ 15 w 66"/>
                  <a:gd name="T37" fmla="*/ 24 h 72"/>
                  <a:gd name="T38" fmla="*/ 9 w 66"/>
                  <a:gd name="T39" fmla="*/ 30 h 72"/>
                  <a:gd name="T40" fmla="*/ 3 w 66"/>
                  <a:gd name="T41" fmla="*/ 36 h 72"/>
                  <a:gd name="T42" fmla="*/ 9 w 66"/>
                  <a:gd name="T43" fmla="*/ 45 h 72"/>
                  <a:gd name="T44" fmla="*/ 18 w 66"/>
                  <a:gd name="T45" fmla="*/ 57 h 72"/>
                  <a:gd name="T46" fmla="*/ 27 w 66"/>
                  <a:gd name="T47" fmla="*/ 72 h 72"/>
                  <a:gd name="T48" fmla="*/ 33 w 66"/>
                  <a:gd name="T49" fmla="*/ 6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6" h="72">
                    <a:moveTo>
                      <a:pt x="33" y="66"/>
                    </a:moveTo>
                    <a:cubicBezTo>
                      <a:pt x="39" y="66"/>
                      <a:pt x="36" y="63"/>
                      <a:pt x="36" y="57"/>
                    </a:cubicBezTo>
                    <a:cubicBezTo>
                      <a:pt x="33" y="54"/>
                      <a:pt x="39" y="54"/>
                      <a:pt x="42" y="54"/>
                    </a:cubicBezTo>
                    <a:cubicBezTo>
                      <a:pt x="45" y="54"/>
                      <a:pt x="45" y="48"/>
                      <a:pt x="48" y="48"/>
                    </a:cubicBezTo>
                    <a:cubicBezTo>
                      <a:pt x="48" y="48"/>
                      <a:pt x="51" y="54"/>
                      <a:pt x="54" y="54"/>
                    </a:cubicBezTo>
                    <a:cubicBezTo>
                      <a:pt x="57" y="54"/>
                      <a:pt x="57" y="57"/>
                      <a:pt x="60" y="57"/>
                    </a:cubicBezTo>
                    <a:cubicBezTo>
                      <a:pt x="66" y="54"/>
                      <a:pt x="66" y="48"/>
                      <a:pt x="66" y="42"/>
                    </a:cubicBezTo>
                    <a:cubicBezTo>
                      <a:pt x="66" y="36"/>
                      <a:pt x="66" y="33"/>
                      <a:pt x="63" y="30"/>
                    </a:cubicBezTo>
                    <a:cubicBezTo>
                      <a:pt x="57" y="27"/>
                      <a:pt x="57" y="24"/>
                      <a:pt x="60" y="21"/>
                    </a:cubicBezTo>
                    <a:cubicBezTo>
                      <a:pt x="63" y="18"/>
                      <a:pt x="66" y="15"/>
                      <a:pt x="60" y="12"/>
                    </a:cubicBezTo>
                    <a:cubicBezTo>
                      <a:pt x="57" y="9"/>
                      <a:pt x="51" y="15"/>
                      <a:pt x="51" y="12"/>
                    </a:cubicBezTo>
                    <a:cubicBezTo>
                      <a:pt x="51" y="12"/>
                      <a:pt x="51" y="6"/>
                      <a:pt x="51" y="0"/>
                    </a:cubicBezTo>
                    <a:cubicBezTo>
                      <a:pt x="42" y="0"/>
                      <a:pt x="33" y="0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3" y="9"/>
                      <a:pt x="33" y="15"/>
                      <a:pt x="33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5" y="15"/>
                      <a:pt x="15" y="15"/>
                      <a:pt x="12" y="15"/>
                    </a:cubicBezTo>
                    <a:cubicBezTo>
                      <a:pt x="12" y="18"/>
                      <a:pt x="9" y="18"/>
                      <a:pt x="9" y="18"/>
                    </a:cubicBezTo>
                    <a:cubicBezTo>
                      <a:pt x="9" y="21"/>
                      <a:pt x="12" y="21"/>
                      <a:pt x="15" y="24"/>
                    </a:cubicBezTo>
                    <a:cubicBezTo>
                      <a:pt x="15" y="27"/>
                      <a:pt x="6" y="27"/>
                      <a:pt x="9" y="30"/>
                    </a:cubicBezTo>
                    <a:cubicBezTo>
                      <a:pt x="9" y="33"/>
                      <a:pt x="6" y="36"/>
                      <a:pt x="3" y="36"/>
                    </a:cubicBezTo>
                    <a:cubicBezTo>
                      <a:pt x="0" y="39"/>
                      <a:pt x="9" y="45"/>
                      <a:pt x="9" y="45"/>
                    </a:cubicBezTo>
                    <a:cubicBezTo>
                      <a:pt x="9" y="48"/>
                      <a:pt x="9" y="51"/>
                      <a:pt x="18" y="57"/>
                    </a:cubicBezTo>
                    <a:cubicBezTo>
                      <a:pt x="24" y="63"/>
                      <a:pt x="21" y="63"/>
                      <a:pt x="27" y="72"/>
                    </a:cubicBezTo>
                    <a:cubicBezTo>
                      <a:pt x="30" y="69"/>
                      <a:pt x="30" y="66"/>
                      <a:pt x="33" y="6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6" name="Freeform 46">
                <a:extLst>
                  <a:ext uri="{FF2B5EF4-FFF2-40B4-BE49-F238E27FC236}">
                    <a16:creationId xmlns:a16="http://schemas.microsoft.com/office/drawing/2014/main" id="{5AD616B9-75A4-C301-3672-6D6A6FB0B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909" y="3195080"/>
                <a:ext cx="45961" cy="29739"/>
              </a:xfrm>
              <a:custGeom>
                <a:avLst/>
                <a:gdLst>
                  <a:gd name="T0" fmla="*/ 24 w 24"/>
                  <a:gd name="T1" fmla="*/ 15 h 15"/>
                  <a:gd name="T2" fmla="*/ 24 w 24"/>
                  <a:gd name="T3" fmla="*/ 0 h 15"/>
                  <a:gd name="T4" fmla="*/ 21 w 24"/>
                  <a:gd name="T5" fmla="*/ 0 h 15"/>
                  <a:gd name="T6" fmla="*/ 6 w 24"/>
                  <a:gd name="T7" fmla="*/ 0 h 15"/>
                  <a:gd name="T8" fmla="*/ 6 w 24"/>
                  <a:gd name="T9" fmla="*/ 3 h 15"/>
                  <a:gd name="T10" fmla="*/ 3 w 24"/>
                  <a:gd name="T11" fmla="*/ 9 h 15"/>
                  <a:gd name="T12" fmla="*/ 3 w 24"/>
                  <a:gd name="T13" fmla="*/ 15 h 15"/>
                  <a:gd name="T14" fmla="*/ 3 w 24"/>
                  <a:gd name="T15" fmla="*/ 15 h 15"/>
                  <a:gd name="T16" fmla="*/ 9 w 24"/>
                  <a:gd name="T17" fmla="*/ 15 h 15"/>
                  <a:gd name="T18" fmla="*/ 24 w 24"/>
                  <a:gd name="T1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5">
                    <a:moveTo>
                      <a:pt x="24" y="15"/>
                    </a:moveTo>
                    <a:cubicBezTo>
                      <a:pt x="24" y="15"/>
                      <a:pt x="24" y="9"/>
                      <a:pt x="24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9"/>
                      <a:pt x="3" y="9"/>
                    </a:cubicBezTo>
                    <a:cubicBezTo>
                      <a:pt x="0" y="9"/>
                      <a:pt x="0" y="12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6" y="15"/>
                      <a:pt x="6" y="15"/>
                      <a:pt x="9" y="15"/>
                    </a:cubicBezTo>
                    <a:cubicBezTo>
                      <a:pt x="24" y="15"/>
                      <a:pt x="24" y="15"/>
                      <a:pt x="24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7" name="Freeform 47">
                <a:extLst>
                  <a:ext uri="{FF2B5EF4-FFF2-40B4-BE49-F238E27FC236}">
                    <a16:creationId xmlns:a16="http://schemas.microsoft.com/office/drawing/2014/main" id="{34AFD76D-F55B-1E15-A541-F7709EAE8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704" y="3166692"/>
                <a:ext cx="155455" cy="190601"/>
              </a:xfrm>
              <a:custGeom>
                <a:avLst/>
                <a:gdLst>
                  <a:gd name="T0" fmla="*/ 21 w 81"/>
                  <a:gd name="T1" fmla="*/ 93 h 99"/>
                  <a:gd name="T2" fmla="*/ 30 w 81"/>
                  <a:gd name="T3" fmla="*/ 93 h 99"/>
                  <a:gd name="T4" fmla="*/ 39 w 81"/>
                  <a:gd name="T5" fmla="*/ 93 h 99"/>
                  <a:gd name="T6" fmla="*/ 45 w 81"/>
                  <a:gd name="T7" fmla="*/ 93 h 99"/>
                  <a:gd name="T8" fmla="*/ 51 w 81"/>
                  <a:gd name="T9" fmla="*/ 87 h 99"/>
                  <a:gd name="T10" fmla="*/ 54 w 81"/>
                  <a:gd name="T11" fmla="*/ 78 h 99"/>
                  <a:gd name="T12" fmla="*/ 57 w 81"/>
                  <a:gd name="T13" fmla="*/ 60 h 99"/>
                  <a:gd name="T14" fmla="*/ 66 w 81"/>
                  <a:gd name="T15" fmla="*/ 48 h 99"/>
                  <a:gd name="T16" fmla="*/ 75 w 81"/>
                  <a:gd name="T17" fmla="*/ 24 h 99"/>
                  <a:gd name="T18" fmla="*/ 78 w 81"/>
                  <a:gd name="T19" fmla="*/ 12 h 99"/>
                  <a:gd name="T20" fmla="*/ 81 w 81"/>
                  <a:gd name="T21" fmla="*/ 0 h 99"/>
                  <a:gd name="T22" fmla="*/ 81 w 81"/>
                  <a:gd name="T23" fmla="*/ 0 h 99"/>
                  <a:gd name="T24" fmla="*/ 69 w 81"/>
                  <a:gd name="T25" fmla="*/ 0 h 99"/>
                  <a:gd name="T26" fmla="*/ 66 w 81"/>
                  <a:gd name="T27" fmla="*/ 0 h 99"/>
                  <a:gd name="T28" fmla="*/ 60 w 81"/>
                  <a:gd name="T29" fmla="*/ 3 h 99"/>
                  <a:gd name="T30" fmla="*/ 57 w 81"/>
                  <a:gd name="T31" fmla="*/ 9 h 99"/>
                  <a:gd name="T32" fmla="*/ 54 w 81"/>
                  <a:gd name="T33" fmla="*/ 21 h 99"/>
                  <a:gd name="T34" fmla="*/ 36 w 81"/>
                  <a:gd name="T35" fmla="*/ 15 h 99"/>
                  <a:gd name="T36" fmla="*/ 24 w 81"/>
                  <a:gd name="T37" fmla="*/ 15 h 99"/>
                  <a:gd name="T38" fmla="*/ 24 w 81"/>
                  <a:gd name="T39" fmla="*/ 27 h 99"/>
                  <a:gd name="T40" fmla="*/ 33 w 81"/>
                  <a:gd name="T41" fmla="*/ 27 h 99"/>
                  <a:gd name="T42" fmla="*/ 33 w 81"/>
                  <a:gd name="T43" fmla="*/ 36 h 99"/>
                  <a:gd name="T44" fmla="*/ 36 w 81"/>
                  <a:gd name="T45" fmla="*/ 45 h 99"/>
                  <a:gd name="T46" fmla="*/ 39 w 81"/>
                  <a:gd name="T47" fmla="*/ 57 h 99"/>
                  <a:gd name="T48" fmla="*/ 33 w 81"/>
                  <a:gd name="T49" fmla="*/ 72 h 99"/>
                  <a:gd name="T50" fmla="*/ 27 w 81"/>
                  <a:gd name="T51" fmla="*/ 69 h 99"/>
                  <a:gd name="T52" fmla="*/ 21 w 81"/>
                  <a:gd name="T53" fmla="*/ 63 h 99"/>
                  <a:gd name="T54" fmla="*/ 15 w 81"/>
                  <a:gd name="T55" fmla="*/ 69 h 99"/>
                  <a:gd name="T56" fmla="*/ 9 w 81"/>
                  <a:gd name="T57" fmla="*/ 72 h 99"/>
                  <a:gd name="T58" fmla="*/ 6 w 81"/>
                  <a:gd name="T59" fmla="*/ 81 h 99"/>
                  <a:gd name="T60" fmla="*/ 0 w 81"/>
                  <a:gd name="T61" fmla="*/ 87 h 99"/>
                  <a:gd name="T62" fmla="*/ 3 w 81"/>
                  <a:gd name="T63" fmla="*/ 87 h 99"/>
                  <a:gd name="T64" fmla="*/ 12 w 81"/>
                  <a:gd name="T65" fmla="*/ 99 h 99"/>
                  <a:gd name="T66" fmla="*/ 21 w 81"/>
                  <a:gd name="T67" fmla="*/ 93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1" h="99">
                    <a:moveTo>
                      <a:pt x="21" y="93"/>
                    </a:moveTo>
                    <a:cubicBezTo>
                      <a:pt x="24" y="93"/>
                      <a:pt x="27" y="96"/>
                      <a:pt x="30" y="93"/>
                    </a:cubicBezTo>
                    <a:cubicBezTo>
                      <a:pt x="33" y="90"/>
                      <a:pt x="39" y="90"/>
                      <a:pt x="39" y="93"/>
                    </a:cubicBezTo>
                    <a:cubicBezTo>
                      <a:pt x="39" y="99"/>
                      <a:pt x="39" y="96"/>
                      <a:pt x="45" y="93"/>
                    </a:cubicBezTo>
                    <a:cubicBezTo>
                      <a:pt x="48" y="90"/>
                      <a:pt x="51" y="93"/>
                      <a:pt x="51" y="87"/>
                    </a:cubicBezTo>
                    <a:cubicBezTo>
                      <a:pt x="51" y="81"/>
                      <a:pt x="54" y="87"/>
                      <a:pt x="54" y="78"/>
                    </a:cubicBezTo>
                    <a:cubicBezTo>
                      <a:pt x="54" y="72"/>
                      <a:pt x="57" y="63"/>
                      <a:pt x="57" y="60"/>
                    </a:cubicBezTo>
                    <a:cubicBezTo>
                      <a:pt x="57" y="57"/>
                      <a:pt x="66" y="54"/>
                      <a:pt x="66" y="48"/>
                    </a:cubicBezTo>
                    <a:cubicBezTo>
                      <a:pt x="66" y="42"/>
                      <a:pt x="75" y="30"/>
                      <a:pt x="75" y="24"/>
                    </a:cubicBezTo>
                    <a:cubicBezTo>
                      <a:pt x="75" y="18"/>
                      <a:pt x="75" y="15"/>
                      <a:pt x="78" y="12"/>
                    </a:cubicBezTo>
                    <a:cubicBezTo>
                      <a:pt x="78" y="9"/>
                      <a:pt x="81" y="6"/>
                      <a:pt x="81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6"/>
                      <a:pt x="57" y="9"/>
                    </a:cubicBezTo>
                    <a:cubicBezTo>
                      <a:pt x="54" y="15"/>
                      <a:pt x="54" y="21"/>
                      <a:pt x="54" y="21"/>
                    </a:cubicBezTo>
                    <a:cubicBezTo>
                      <a:pt x="54" y="21"/>
                      <a:pt x="42" y="15"/>
                      <a:pt x="36" y="15"/>
                    </a:cubicBezTo>
                    <a:cubicBezTo>
                      <a:pt x="36" y="15"/>
                      <a:pt x="30" y="15"/>
                      <a:pt x="24" y="15"/>
                    </a:cubicBezTo>
                    <a:cubicBezTo>
                      <a:pt x="24" y="21"/>
                      <a:pt x="24" y="27"/>
                      <a:pt x="24" y="27"/>
                    </a:cubicBezTo>
                    <a:cubicBezTo>
                      <a:pt x="24" y="30"/>
                      <a:pt x="30" y="24"/>
                      <a:pt x="33" y="27"/>
                    </a:cubicBezTo>
                    <a:cubicBezTo>
                      <a:pt x="39" y="30"/>
                      <a:pt x="36" y="33"/>
                      <a:pt x="33" y="36"/>
                    </a:cubicBezTo>
                    <a:cubicBezTo>
                      <a:pt x="30" y="39"/>
                      <a:pt x="30" y="42"/>
                      <a:pt x="36" y="45"/>
                    </a:cubicBezTo>
                    <a:cubicBezTo>
                      <a:pt x="39" y="48"/>
                      <a:pt x="39" y="51"/>
                      <a:pt x="39" y="57"/>
                    </a:cubicBezTo>
                    <a:cubicBezTo>
                      <a:pt x="39" y="63"/>
                      <a:pt x="39" y="69"/>
                      <a:pt x="33" y="72"/>
                    </a:cubicBezTo>
                    <a:cubicBezTo>
                      <a:pt x="30" y="72"/>
                      <a:pt x="30" y="69"/>
                      <a:pt x="27" y="69"/>
                    </a:cubicBezTo>
                    <a:cubicBezTo>
                      <a:pt x="24" y="69"/>
                      <a:pt x="21" y="63"/>
                      <a:pt x="21" y="63"/>
                    </a:cubicBezTo>
                    <a:cubicBezTo>
                      <a:pt x="18" y="63"/>
                      <a:pt x="18" y="69"/>
                      <a:pt x="15" y="69"/>
                    </a:cubicBezTo>
                    <a:cubicBezTo>
                      <a:pt x="12" y="69"/>
                      <a:pt x="6" y="69"/>
                      <a:pt x="9" y="72"/>
                    </a:cubicBezTo>
                    <a:cubicBezTo>
                      <a:pt x="9" y="78"/>
                      <a:pt x="12" y="81"/>
                      <a:pt x="6" y="81"/>
                    </a:cubicBezTo>
                    <a:cubicBezTo>
                      <a:pt x="3" y="81"/>
                      <a:pt x="3" y="84"/>
                      <a:pt x="0" y="87"/>
                    </a:cubicBezTo>
                    <a:cubicBezTo>
                      <a:pt x="3" y="87"/>
                      <a:pt x="3" y="87"/>
                      <a:pt x="3" y="87"/>
                    </a:cubicBezTo>
                    <a:cubicBezTo>
                      <a:pt x="6" y="90"/>
                      <a:pt x="9" y="93"/>
                      <a:pt x="12" y="99"/>
                    </a:cubicBezTo>
                    <a:cubicBezTo>
                      <a:pt x="15" y="96"/>
                      <a:pt x="21" y="93"/>
                      <a:pt x="21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8" name="Freeform 48">
                <a:extLst>
                  <a:ext uri="{FF2B5EF4-FFF2-40B4-BE49-F238E27FC236}">
                    <a16:creationId xmlns:a16="http://schemas.microsoft.com/office/drawing/2014/main" id="{8721C691-1201-6368-825D-A049002A95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838" y="2756918"/>
                <a:ext cx="353779" cy="411026"/>
              </a:xfrm>
              <a:custGeom>
                <a:avLst/>
                <a:gdLst>
                  <a:gd name="T0" fmla="*/ 141 w 189"/>
                  <a:gd name="T1" fmla="*/ 12 h 231"/>
                  <a:gd name="T2" fmla="*/ 129 w 189"/>
                  <a:gd name="T3" fmla="*/ 15 h 231"/>
                  <a:gd name="T4" fmla="*/ 108 w 189"/>
                  <a:gd name="T5" fmla="*/ 12 h 231"/>
                  <a:gd name="T6" fmla="*/ 36 w 189"/>
                  <a:gd name="T7" fmla="*/ 15 h 231"/>
                  <a:gd name="T8" fmla="*/ 27 w 189"/>
                  <a:gd name="T9" fmla="*/ 39 h 231"/>
                  <a:gd name="T10" fmla="*/ 24 w 189"/>
                  <a:gd name="T11" fmla="*/ 87 h 231"/>
                  <a:gd name="T12" fmla="*/ 12 w 189"/>
                  <a:gd name="T13" fmla="*/ 99 h 231"/>
                  <a:gd name="T14" fmla="*/ 6 w 189"/>
                  <a:gd name="T15" fmla="*/ 117 h 231"/>
                  <a:gd name="T16" fmla="*/ 9 w 189"/>
                  <a:gd name="T17" fmla="*/ 132 h 231"/>
                  <a:gd name="T18" fmla="*/ 12 w 189"/>
                  <a:gd name="T19" fmla="*/ 144 h 231"/>
                  <a:gd name="T20" fmla="*/ 21 w 189"/>
                  <a:gd name="T21" fmla="*/ 165 h 231"/>
                  <a:gd name="T22" fmla="*/ 27 w 189"/>
                  <a:gd name="T23" fmla="*/ 168 h 231"/>
                  <a:gd name="T24" fmla="*/ 36 w 189"/>
                  <a:gd name="T25" fmla="*/ 177 h 231"/>
                  <a:gd name="T26" fmla="*/ 48 w 189"/>
                  <a:gd name="T27" fmla="*/ 189 h 231"/>
                  <a:gd name="T28" fmla="*/ 60 w 189"/>
                  <a:gd name="T29" fmla="*/ 204 h 231"/>
                  <a:gd name="T30" fmla="*/ 66 w 189"/>
                  <a:gd name="T31" fmla="*/ 213 h 231"/>
                  <a:gd name="T32" fmla="*/ 78 w 189"/>
                  <a:gd name="T33" fmla="*/ 219 h 231"/>
                  <a:gd name="T34" fmla="*/ 90 w 189"/>
                  <a:gd name="T35" fmla="*/ 216 h 231"/>
                  <a:gd name="T36" fmla="*/ 111 w 189"/>
                  <a:gd name="T37" fmla="*/ 225 h 231"/>
                  <a:gd name="T38" fmla="*/ 126 w 189"/>
                  <a:gd name="T39" fmla="*/ 225 h 231"/>
                  <a:gd name="T40" fmla="*/ 135 w 189"/>
                  <a:gd name="T41" fmla="*/ 222 h 231"/>
                  <a:gd name="T42" fmla="*/ 147 w 189"/>
                  <a:gd name="T43" fmla="*/ 213 h 231"/>
                  <a:gd name="T44" fmla="*/ 156 w 189"/>
                  <a:gd name="T45" fmla="*/ 216 h 231"/>
                  <a:gd name="T46" fmla="*/ 147 w 189"/>
                  <a:gd name="T47" fmla="*/ 198 h 231"/>
                  <a:gd name="T48" fmla="*/ 126 w 189"/>
                  <a:gd name="T49" fmla="*/ 180 h 231"/>
                  <a:gd name="T50" fmla="*/ 138 w 189"/>
                  <a:gd name="T51" fmla="*/ 171 h 231"/>
                  <a:gd name="T52" fmla="*/ 141 w 189"/>
                  <a:gd name="T53" fmla="*/ 147 h 231"/>
                  <a:gd name="T54" fmla="*/ 150 w 189"/>
                  <a:gd name="T55" fmla="*/ 132 h 231"/>
                  <a:gd name="T56" fmla="*/ 162 w 189"/>
                  <a:gd name="T57" fmla="*/ 117 h 231"/>
                  <a:gd name="T58" fmla="*/ 168 w 189"/>
                  <a:gd name="T59" fmla="*/ 90 h 231"/>
                  <a:gd name="T60" fmla="*/ 177 w 189"/>
                  <a:gd name="T61" fmla="*/ 72 h 231"/>
                  <a:gd name="T62" fmla="*/ 180 w 189"/>
                  <a:gd name="T63" fmla="*/ 57 h 231"/>
                  <a:gd name="T64" fmla="*/ 171 w 189"/>
                  <a:gd name="T65" fmla="*/ 18 h 231"/>
                  <a:gd name="T66" fmla="*/ 156 w 189"/>
                  <a:gd name="T67" fmla="*/ 0 h 231"/>
                  <a:gd name="T68" fmla="*/ 150 w 189"/>
                  <a:gd name="T69" fmla="*/ 3 h 231"/>
                  <a:gd name="connsiteX0" fmla="*/ 7739 w 9802"/>
                  <a:gd name="connsiteY0" fmla="*/ 130 h 9906"/>
                  <a:gd name="connsiteX1" fmla="*/ 7262 w 9802"/>
                  <a:gd name="connsiteY1" fmla="*/ 519 h 9906"/>
                  <a:gd name="connsiteX2" fmla="*/ 6945 w 9802"/>
                  <a:gd name="connsiteY2" fmla="*/ 779 h 9906"/>
                  <a:gd name="connsiteX3" fmla="*/ 6627 w 9802"/>
                  <a:gd name="connsiteY3" fmla="*/ 649 h 9906"/>
                  <a:gd name="connsiteX4" fmla="*/ 5834 w 9802"/>
                  <a:gd name="connsiteY4" fmla="*/ 649 h 9906"/>
                  <a:gd name="connsiteX5" fmla="*/ 5358 w 9802"/>
                  <a:gd name="connsiteY5" fmla="*/ 649 h 9906"/>
                  <a:gd name="connsiteX6" fmla="*/ 1707 w 9802"/>
                  <a:gd name="connsiteY6" fmla="*/ 649 h 9906"/>
                  <a:gd name="connsiteX7" fmla="*/ 1707 w 9802"/>
                  <a:gd name="connsiteY7" fmla="*/ 1688 h 9906"/>
                  <a:gd name="connsiteX8" fmla="*/ 1231 w 9802"/>
                  <a:gd name="connsiteY8" fmla="*/ 1688 h 9906"/>
                  <a:gd name="connsiteX9" fmla="*/ 1231 w 9802"/>
                  <a:gd name="connsiteY9" fmla="*/ 3247 h 9906"/>
                  <a:gd name="connsiteX10" fmla="*/ 1072 w 9802"/>
                  <a:gd name="connsiteY10" fmla="*/ 3766 h 9906"/>
                  <a:gd name="connsiteX11" fmla="*/ 596 w 9802"/>
                  <a:gd name="connsiteY11" fmla="*/ 4026 h 9906"/>
                  <a:gd name="connsiteX12" fmla="*/ 437 w 9802"/>
                  <a:gd name="connsiteY12" fmla="*/ 4286 h 9906"/>
                  <a:gd name="connsiteX13" fmla="*/ 119 w 9802"/>
                  <a:gd name="connsiteY13" fmla="*/ 4675 h 9906"/>
                  <a:gd name="connsiteX14" fmla="*/ 119 w 9802"/>
                  <a:gd name="connsiteY14" fmla="*/ 5065 h 9906"/>
                  <a:gd name="connsiteX15" fmla="*/ 119 w 9802"/>
                  <a:gd name="connsiteY15" fmla="*/ 5325 h 9906"/>
                  <a:gd name="connsiteX16" fmla="*/ 278 w 9802"/>
                  <a:gd name="connsiteY16" fmla="*/ 5714 h 9906"/>
                  <a:gd name="connsiteX17" fmla="*/ 596 w 9802"/>
                  <a:gd name="connsiteY17" fmla="*/ 5974 h 9906"/>
                  <a:gd name="connsiteX18" fmla="*/ 437 w 9802"/>
                  <a:gd name="connsiteY18" fmla="*/ 6234 h 9906"/>
                  <a:gd name="connsiteX19" fmla="*/ 913 w 9802"/>
                  <a:gd name="connsiteY19" fmla="*/ 6623 h 9906"/>
                  <a:gd name="connsiteX20" fmla="*/ 913 w 9802"/>
                  <a:gd name="connsiteY20" fmla="*/ 7143 h 9906"/>
                  <a:gd name="connsiteX21" fmla="*/ 913 w 9802"/>
                  <a:gd name="connsiteY21" fmla="*/ 7273 h 9906"/>
                  <a:gd name="connsiteX22" fmla="*/ 1231 w 9802"/>
                  <a:gd name="connsiteY22" fmla="*/ 7273 h 9906"/>
                  <a:gd name="connsiteX23" fmla="*/ 1231 w 9802"/>
                  <a:gd name="connsiteY23" fmla="*/ 7403 h 9906"/>
                  <a:gd name="connsiteX24" fmla="*/ 1707 w 9802"/>
                  <a:gd name="connsiteY24" fmla="*/ 7662 h 9906"/>
                  <a:gd name="connsiteX25" fmla="*/ 2024 w 9802"/>
                  <a:gd name="connsiteY25" fmla="*/ 7922 h 9906"/>
                  <a:gd name="connsiteX26" fmla="*/ 2342 w 9802"/>
                  <a:gd name="connsiteY26" fmla="*/ 8182 h 9906"/>
                  <a:gd name="connsiteX27" fmla="*/ 2500 w 9802"/>
                  <a:gd name="connsiteY27" fmla="*/ 8571 h 9906"/>
                  <a:gd name="connsiteX28" fmla="*/ 2977 w 9802"/>
                  <a:gd name="connsiteY28" fmla="*/ 8831 h 9906"/>
                  <a:gd name="connsiteX29" fmla="*/ 3135 w 9802"/>
                  <a:gd name="connsiteY29" fmla="*/ 9091 h 9906"/>
                  <a:gd name="connsiteX30" fmla="*/ 3294 w 9802"/>
                  <a:gd name="connsiteY30" fmla="*/ 9221 h 9906"/>
                  <a:gd name="connsiteX31" fmla="*/ 3453 w 9802"/>
                  <a:gd name="connsiteY31" fmla="*/ 9481 h 9906"/>
                  <a:gd name="connsiteX32" fmla="*/ 3929 w 9802"/>
                  <a:gd name="connsiteY32" fmla="*/ 9481 h 9906"/>
                  <a:gd name="connsiteX33" fmla="*/ 4246 w 9802"/>
                  <a:gd name="connsiteY33" fmla="*/ 9481 h 9906"/>
                  <a:gd name="connsiteX34" fmla="*/ 4564 w 9802"/>
                  <a:gd name="connsiteY34" fmla="*/ 9351 h 9906"/>
                  <a:gd name="connsiteX35" fmla="*/ 5199 w 9802"/>
                  <a:gd name="connsiteY35" fmla="*/ 9870 h 9906"/>
                  <a:gd name="connsiteX36" fmla="*/ 5675 w 9802"/>
                  <a:gd name="connsiteY36" fmla="*/ 9740 h 9906"/>
                  <a:gd name="connsiteX37" fmla="*/ 5992 w 9802"/>
                  <a:gd name="connsiteY37" fmla="*/ 9870 h 9906"/>
                  <a:gd name="connsiteX38" fmla="*/ 6469 w 9802"/>
                  <a:gd name="connsiteY38" fmla="*/ 9740 h 9906"/>
                  <a:gd name="connsiteX39" fmla="*/ 6786 w 9802"/>
                  <a:gd name="connsiteY39" fmla="*/ 9740 h 9906"/>
                  <a:gd name="connsiteX40" fmla="*/ 6945 w 9802"/>
                  <a:gd name="connsiteY40" fmla="*/ 9610 h 9906"/>
                  <a:gd name="connsiteX41" fmla="*/ 7104 w 9802"/>
                  <a:gd name="connsiteY41" fmla="*/ 9481 h 9906"/>
                  <a:gd name="connsiteX42" fmla="*/ 7580 w 9802"/>
                  <a:gd name="connsiteY42" fmla="*/ 9221 h 9906"/>
                  <a:gd name="connsiteX43" fmla="*/ 7897 w 9802"/>
                  <a:gd name="connsiteY43" fmla="*/ 9221 h 9906"/>
                  <a:gd name="connsiteX44" fmla="*/ 8056 w 9802"/>
                  <a:gd name="connsiteY44" fmla="*/ 9351 h 9906"/>
                  <a:gd name="connsiteX45" fmla="*/ 8056 w 9802"/>
                  <a:gd name="connsiteY45" fmla="*/ 8961 h 9906"/>
                  <a:gd name="connsiteX46" fmla="*/ 7580 w 9802"/>
                  <a:gd name="connsiteY46" fmla="*/ 8571 h 9906"/>
                  <a:gd name="connsiteX47" fmla="*/ 6945 w 9802"/>
                  <a:gd name="connsiteY47" fmla="*/ 8052 h 9906"/>
                  <a:gd name="connsiteX48" fmla="*/ 6469 w 9802"/>
                  <a:gd name="connsiteY48" fmla="*/ 7792 h 9906"/>
                  <a:gd name="connsiteX49" fmla="*/ 6627 w 9802"/>
                  <a:gd name="connsiteY49" fmla="*/ 7532 h 9906"/>
                  <a:gd name="connsiteX50" fmla="*/ 7104 w 9802"/>
                  <a:gd name="connsiteY50" fmla="*/ 7403 h 9906"/>
                  <a:gd name="connsiteX51" fmla="*/ 7104 w 9802"/>
                  <a:gd name="connsiteY51" fmla="*/ 6883 h 9906"/>
                  <a:gd name="connsiteX52" fmla="*/ 7262 w 9802"/>
                  <a:gd name="connsiteY52" fmla="*/ 6364 h 9906"/>
                  <a:gd name="connsiteX53" fmla="*/ 7580 w 9802"/>
                  <a:gd name="connsiteY53" fmla="*/ 6234 h 9906"/>
                  <a:gd name="connsiteX54" fmla="*/ 7739 w 9802"/>
                  <a:gd name="connsiteY54" fmla="*/ 5714 h 9906"/>
                  <a:gd name="connsiteX55" fmla="*/ 8056 w 9802"/>
                  <a:gd name="connsiteY55" fmla="*/ 5325 h 9906"/>
                  <a:gd name="connsiteX56" fmla="*/ 8373 w 9802"/>
                  <a:gd name="connsiteY56" fmla="*/ 5065 h 9906"/>
                  <a:gd name="connsiteX57" fmla="*/ 8532 w 9802"/>
                  <a:gd name="connsiteY57" fmla="*/ 4545 h 9906"/>
                  <a:gd name="connsiteX58" fmla="*/ 8691 w 9802"/>
                  <a:gd name="connsiteY58" fmla="*/ 3896 h 9906"/>
                  <a:gd name="connsiteX59" fmla="*/ 8850 w 9802"/>
                  <a:gd name="connsiteY59" fmla="*/ 3377 h 9906"/>
                  <a:gd name="connsiteX60" fmla="*/ 9167 w 9802"/>
                  <a:gd name="connsiteY60" fmla="*/ 3117 h 9906"/>
                  <a:gd name="connsiteX61" fmla="*/ 9802 w 9802"/>
                  <a:gd name="connsiteY61" fmla="*/ 2727 h 9906"/>
                  <a:gd name="connsiteX62" fmla="*/ 9326 w 9802"/>
                  <a:gd name="connsiteY62" fmla="*/ 2468 h 9906"/>
                  <a:gd name="connsiteX63" fmla="*/ 9008 w 9802"/>
                  <a:gd name="connsiteY63" fmla="*/ 1688 h 9906"/>
                  <a:gd name="connsiteX64" fmla="*/ 8850 w 9802"/>
                  <a:gd name="connsiteY64" fmla="*/ 779 h 9906"/>
                  <a:gd name="connsiteX65" fmla="*/ 8373 w 9802"/>
                  <a:gd name="connsiteY65" fmla="*/ 390 h 9906"/>
                  <a:gd name="connsiteX66" fmla="*/ 8056 w 9802"/>
                  <a:gd name="connsiteY66" fmla="*/ 0 h 9906"/>
                  <a:gd name="connsiteX67" fmla="*/ 8056 w 9802"/>
                  <a:gd name="connsiteY67" fmla="*/ 0 h 9906"/>
                  <a:gd name="connsiteX68" fmla="*/ 7739 w 9802"/>
                  <a:gd name="connsiteY68" fmla="*/ 130 h 9906"/>
                  <a:gd name="connsiteX0" fmla="*/ 7895 w 10000"/>
                  <a:gd name="connsiteY0" fmla="*/ 131 h 10000"/>
                  <a:gd name="connsiteX1" fmla="*/ 7409 w 10000"/>
                  <a:gd name="connsiteY1" fmla="*/ 524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5952 w 10000"/>
                  <a:gd name="connsiteY4" fmla="*/ 655 h 10000"/>
                  <a:gd name="connsiteX5" fmla="*/ 1741 w 10000"/>
                  <a:gd name="connsiteY5" fmla="*/ 655 h 10000"/>
                  <a:gd name="connsiteX6" fmla="*/ 1741 w 10000"/>
                  <a:gd name="connsiteY6" fmla="*/ 1704 h 10000"/>
                  <a:gd name="connsiteX7" fmla="*/ 1256 w 10000"/>
                  <a:gd name="connsiteY7" fmla="*/ 1704 h 10000"/>
                  <a:gd name="connsiteX8" fmla="*/ 1256 w 10000"/>
                  <a:gd name="connsiteY8" fmla="*/ 3278 h 10000"/>
                  <a:gd name="connsiteX9" fmla="*/ 1094 w 10000"/>
                  <a:gd name="connsiteY9" fmla="*/ 3802 h 10000"/>
                  <a:gd name="connsiteX10" fmla="*/ 608 w 10000"/>
                  <a:gd name="connsiteY10" fmla="*/ 4064 h 10000"/>
                  <a:gd name="connsiteX11" fmla="*/ 446 w 10000"/>
                  <a:gd name="connsiteY11" fmla="*/ 4327 h 10000"/>
                  <a:gd name="connsiteX12" fmla="*/ 121 w 10000"/>
                  <a:gd name="connsiteY12" fmla="*/ 4719 h 10000"/>
                  <a:gd name="connsiteX13" fmla="*/ 121 w 10000"/>
                  <a:gd name="connsiteY13" fmla="*/ 5113 h 10000"/>
                  <a:gd name="connsiteX14" fmla="*/ 121 w 10000"/>
                  <a:gd name="connsiteY14" fmla="*/ 5376 h 10000"/>
                  <a:gd name="connsiteX15" fmla="*/ 284 w 10000"/>
                  <a:gd name="connsiteY15" fmla="*/ 5768 h 10000"/>
                  <a:gd name="connsiteX16" fmla="*/ 608 w 10000"/>
                  <a:gd name="connsiteY16" fmla="*/ 6031 h 10000"/>
                  <a:gd name="connsiteX17" fmla="*/ 446 w 10000"/>
                  <a:gd name="connsiteY17" fmla="*/ 6293 h 10000"/>
                  <a:gd name="connsiteX18" fmla="*/ 931 w 10000"/>
                  <a:gd name="connsiteY18" fmla="*/ 6686 h 10000"/>
                  <a:gd name="connsiteX19" fmla="*/ 931 w 10000"/>
                  <a:gd name="connsiteY19" fmla="*/ 7211 h 10000"/>
                  <a:gd name="connsiteX20" fmla="*/ 931 w 10000"/>
                  <a:gd name="connsiteY20" fmla="*/ 7342 h 10000"/>
                  <a:gd name="connsiteX21" fmla="*/ 1256 w 10000"/>
                  <a:gd name="connsiteY21" fmla="*/ 7342 h 10000"/>
                  <a:gd name="connsiteX22" fmla="*/ 1256 w 10000"/>
                  <a:gd name="connsiteY22" fmla="*/ 7473 h 10000"/>
                  <a:gd name="connsiteX23" fmla="*/ 1741 w 10000"/>
                  <a:gd name="connsiteY23" fmla="*/ 7735 h 10000"/>
                  <a:gd name="connsiteX24" fmla="*/ 2065 w 10000"/>
                  <a:gd name="connsiteY24" fmla="*/ 7997 h 10000"/>
                  <a:gd name="connsiteX25" fmla="*/ 2389 w 10000"/>
                  <a:gd name="connsiteY25" fmla="*/ 8260 h 10000"/>
                  <a:gd name="connsiteX26" fmla="*/ 2550 w 10000"/>
                  <a:gd name="connsiteY26" fmla="*/ 8652 h 10000"/>
                  <a:gd name="connsiteX27" fmla="*/ 3037 w 10000"/>
                  <a:gd name="connsiteY27" fmla="*/ 8915 h 10000"/>
                  <a:gd name="connsiteX28" fmla="*/ 3198 w 10000"/>
                  <a:gd name="connsiteY28" fmla="*/ 9177 h 10000"/>
                  <a:gd name="connsiteX29" fmla="*/ 3361 w 10000"/>
                  <a:gd name="connsiteY29" fmla="*/ 9308 h 10000"/>
                  <a:gd name="connsiteX30" fmla="*/ 3523 w 10000"/>
                  <a:gd name="connsiteY30" fmla="*/ 9571 h 10000"/>
                  <a:gd name="connsiteX31" fmla="*/ 4008 w 10000"/>
                  <a:gd name="connsiteY31" fmla="*/ 9571 h 10000"/>
                  <a:gd name="connsiteX32" fmla="*/ 4332 w 10000"/>
                  <a:gd name="connsiteY32" fmla="*/ 9571 h 10000"/>
                  <a:gd name="connsiteX33" fmla="*/ 4656 w 10000"/>
                  <a:gd name="connsiteY33" fmla="*/ 9440 h 10000"/>
                  <a:gd name="connsiteX34" fmla="*/ 5304 w 10000"/>
                  <a:gd name="connsiteY34" fmla="*/ 9964 h 10000"/>
                  <a:gd name="connsiteX35" fmla="*/ 5790 w 10000"/>
                  <a:gd name="connsiteY35" fmla="*/ 9832 h 10000"/>
                  <a:gd name="connsiteX36" fmla="*/ 6113 w 10000"/>
                  <a:gd name="connsiteY36" fmla="*/ 9964 h 10000"/>
                  <a:gd name="connsiteX37" fmla="*/ 6600 w 10000"/>
                  <a:gd name="connsiteY37" fmla="*/ 9832 h 10000"/>
                  <a:gd name="connsiteX38" fmla="*/ 6923 w 10000"/>
                  <a:gd name="connsiteY38" fmla="*/ 9832 h 10000"/>
                  <a:gd name="connsiteX39" fmla="*/ 7085 w 10000"/>
                  <a:gd name="connsiteY39" fmla="*/ 9701 h 10000"/>
                  <a:gd name="connsiteX40" fmla="*/ 7248 w 10000"/>
                  <a:gd name="connsiteY40" fmla="*/ 9571 h 10000"/>
                  <a:gd name="connsiteX41" fmla="*/ 7733 w 10000"/>
                  <a:gd name="connsiteY41" fmla="*/ 9308 h 10000"/>
                  <a:gd name="connsiteX42" fmla="*/ 8057 w 10000"/>
                  <a:gd name="connsiteY42" fmla="*/ 9308 h 10000"/>
                  <a:gd name="connsiteX43" fmla="*/ 8219 w 10000"/>
                  <a:gd name="connsiteY43" fmla="*/ 9440 h 10000"/>
                  <a:gd name="connsiteX44" fmla="*/ 8219 w 10000"/>
                  <a:gd name="connsiteY44" fmla="*/ 9046 h 10000"/>
                  <a:gd name="connsiteX45" fmla="*/ 7733 w 10000"/>
                  <a:gd name="connsiteY45" fmla="*/ 8652 h 10000"/>
                  <a:gd name="connsiteX46" fmla="*/ 7085 w 10000"/>
                  <a:gd name="connsiteY46" fmla="*/ 8128 h 10000"/>
                  <a:gd name="connsiteX47" fmla="*/ 6600 w 10000"/>
                  <a:gd name="connsiteY47" fmla="*/ 7866 h 10000"/>
                  <a:gd name="connsiteX48" fmla="*/ 6761 w 10000"/>
                  <a:gd name="connsiteY48" fmla="*/ 7603 h 10000"/>
                  <a:gd name="connsiteX49" fmla="*/ 7248 w 10000"/>
                  <a:gd name="connsiteY49" fmla="*/ 7473 h 10000"/>
                  <a:gd name="connsiteX50" fmla="*/ 7248 w 10000"/>
                  <a:gd name="connsiteY50" fmla="*/ 6948 h 10000"/>
                  <a:gd name="connsiteX51" fmla="*/ 7409 w 10000"/>
                  <a:gd name="connsiteY51" fmla="*/ 6424 h 10000"/>
                  <a:gd name="connsiteX52" fmla="*/ 7733 w 10000"/>
                  <a:gd name="connsiteY52" fmla="*/ 6293 h 10000"/>
                  <a:gd name="connsiteX53" fmla="*/ 7895 w 10000"/>
                  <a:gd name="connsiteY53" fmla="*/ 5768 h 10000"/>
                  <a:gd name="connsiteX54" fmla="*/ 8219 w 10000"/>
                  <a:gd name="connsiteY54" fmla="*/ 5376 h 10000"/>
                  <a:gd name="connsiteX55" fmla="*/ 8542 w 10000"/>
                  <a:gd name="connsiteY55" fmla="*/ 5113 h 10000"/>
                  <a:gd name="connsiteX56" fmla="*/ 8704 w 10000"/>
                  <a:gd name="connsiteY56" fmla="*/ 4588 h 10000"/>
                  <a:gd name="connsiteX57" fmla="*/ 8867 w 10000"/>
                  <a:gd name="connsiteY57" fmla="*/ 3933 h 10000"/>
                  <a:gd name="connsiteX58" fmla="*/ 9029 w 10000"/>
                  <a:gd name="connsiteY58" fmla="*/ 3409 h 10000"/>
                  <a:gd name="connsiteX59" fmla="*/ 9352 w 10000"/>
                  <a:gd name="connsiteY59" fmla="*/ 3147 h 10000"/>
                  <a:gd name="connsiteX60" fmla="*/ 10000 w 10000"/>
                  <a:gd name="connsiteY60" fmla="*/ 2753 h 10000"/>
                  <a:gd name="connsiteX61" fmla="*/ 9514 w 10000"/>
                  <a:gd name="connsiteY61" fmla="*/ 2491 h 10000"/>
                  <a:gd name="connsiteX62" fmla="*/ 9190 w 10000"/>
                  <a:gd name="connsiteY62" fmla="*/ 1704 h 10000"/>
                  <a:gd name="connsiteX63" fmla="*/ 9029 w 10000"/>
                  <a:gd name="connsiteY63" fmla="*/ 786 h 10000"/>
                  <a:gd name="connsiteX64" fmla="*/ 8542 w 10000"/>
                  <a:gd name="connsiteY64" fmla="*/ 394 h 10000"/>
                  <a:gd name="connsiteX65" fmla="*/ 8219 w 10000"/>
                  <a:gd name="connsiteY65" fmla="*/ 0 h 10000"/>
                  <a:gd name="connsiteX66" fmla="*/ 8219 w 10000"/>
                  <a:gd name="connsiteY66" fmla="*/ 0 h 10000"/>
                  <a:gd name="connsiteX67" fmla="*/ 7895 w 10000"/>
                  <a:gd name="connsiteY67" fmla="*/ 131 h 10000"/>
                  <a:gd name="connsiteX0" fmla="*/ 7895 w 10000"/>
                  <a:gd name="connsiteY0" fmla="*/ 131 h 10000"/>
                  <a:gd name="connsiteX1" fmla="*/ 7409 w 10000"/>
                  <a:gd name="connsiteY1" fmla="*/ 524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8219 w 10000"/>
                  <a:gd name="connsiteY65" fmla="*/ 0 h 10000"/>
                  <a:gd name="connsiteX66" fmla="*/ 7895 w 10000"/>
                  <a:gd name="connsiteY66" fmla="*/ 131 h 10000"/>
                  <a:gd name="connsiteX0" fmla="*/ 7895 w 10000"/>
                  <a:gd name="connsiteY0" fmla="*/ 131 h 10000"/>
                  <a:gd name="connsiteX1" fmla="*/ 7419 w 10000"/>
                  <a:gd name="connsiteY1" fmla="*/ 628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8219 w 10000"/>
                  <a:gd name="connsiteY65" fmla="*/ 0 h 10000"/>
                  <a:gd name="connsiteX66" fmla="*/ 7895 w 10000"/>
                  <a:gd name="connsiteY66" fmla="*/ 131 h 10000"/>
                  <a:gd name="connsiteX0" fmla="*/ 7895 w 10000"/>
                  <a:gd name="connsiteY0" fmla="*/ 131 h 10000"/>
                  <a:gd name="connsiteX1" fmla="*/ 7419 w 10000"/>
                  <a:gd name="connsiteY1" fmla="*/ 628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8060 w 10000"/>
                  <a:gd name="connsiteY65" fmla="*/ 562 h 10000"/>
                  <a:gd name="connsiteX66" fmla="*/ 7895 w 10000"/>
                  <a:gd name="connsiteY66" fmla="*/ 131 h 10000"/>
                  <a:gd name="connsiteX0" fmla="*/ 7895 w 10000"/>
                  <a:gd name="connsiteY0" fmla="*/ 131 h 10000"/>
                  <a:gd name="connsiteX1" fmla="*/ 7419 w 10000"/>
                  <a:gd name="connsiteY1" fmla="*/ 628 h 10000"/>
                  <a:gd name="connsiteX2" fmla="*/ 7085 w 10000"/>
                  <a:gd name="connsiteY2" fmla="*/ 786 h 10000"/>
                  <a:gd name="connsiteX3" fmla="*/ 6761 w 10000"/>
                  <a:gd name="connsiteY3" fmla="*/ 655 h 10000"/>
                  <a:gd name="connsiteX4" fmla="*/ 1741 w 10000"/>
                  <a:gd name="connsiteY4" fmla="*/ 655 h 10000"/>
                  <a:gd name="connsiteX5" fmla="*/ 1741 w 10000"/>
                  <a:gd name="connsiteY5" fmla="*/ 1704 h 10000"/>
                  <a:gd name="connsiteX6" fmla="*/ 1256 w 10000"/>
                  <a:gd name="connsiteY6" fmla="*/ 1704 h 10000"/>
                  <a:gd name="connsiteX7" fmla="*/ 1256 w 10000"/>
                  <a:gd name="connsiteY7" fmla="*/ 3278 h 10000"/>
                  <a:gd name="connsiteX8" fmla="*/ 1094 w 10000"/>
                  <a:gd name="connsiteY8" fmla="*/ 3802 h 10000"/>
                  <a:gd name="connsiteX9" fmla="*/ 608 w 10000"/>
                  <a:gd name="connsiteY9" fmla="*/ 4064 h 10000"/>
                  <a:gd name="connsiteX10" fmla="*/ 446 w 10000"/>
                  <a:gd name="connsiteY10" fmla="*/ 4327 h 10000"/>
                  <a:gd name="connsiteX11" fmla="*/ 121 w 10000"/>
                  <a:gd name="connsiteY11" fmla="*/ 4719 h 10000"/>
                  <a:gd name="connsiteX12" fmla="*/ 121 w 10000"/>
                  <a:gd name="connsiteY12" fmla="*/ 5113 h 10000"/>
                  <a:gd name="connsiteX13" fmla="*/ 121 w 10000"/>
                  <a:gd name="connsiteY13" fmla="*/ 5376 h 10000"/>
                  <a:gd name="connsiteX14" fmla="*/ 284 w 10000"/>
                  <a:gd name="connsiteY14" fmla="*/ 5768 h 10000"/>
                  <a:gd name="connsiteX15" fmla="*/ 608 w 10000"/>
                  <a:gd name="connsiteY15" fmla="*/ 6031 h 10000"/>
                  <a:gd name="connsiteX16" fmla="*/ 446 w 10000"/>
                  <a:gd name="connsiteY16" fmla="*/ 6293 h 10000"/>
                  <a:gd name="connsiteX17" fmla="*/ 931 w 10000"/>
                  <a:gd name="connsiteY17" fmla="*/ 6686 h 10000"/>
                  <a:gd name="connsiteX18" fmla="*/ 931 w 10000"/>
                  <a:gd name="connsiteY18" fmla="*/ 7211 h 10000"/>
                  <a:gd name="connsiteX19" fmla="*/ 931 w 10000"/>
                  <a:gd name="connsiteY19" fmla="*/ 7342 h 10000"/>
                  <a:gd name="connsiteX20" fmla="*/ 1256 w 10000"/>
                  <a:gd name="connsiteY20" fmla="*/ 7342 h 10000"/>
                  <a:gd name="connsiteX21" fmla="*/ 1256 w 10000"/>
                  <a:gd name="connsiteY21" fmla="*/ 7473 h 10000"/>
                  <a:gd name="connsiteX22" fmla="*/ 1741 w 10000"/>
                  <a:gd name="connsiteY22" fmla="*/ 7735 h 10000"/>
                  <a:gd name="connsiteX23" fmla="*/ 2065 w 10000"/>
                  <a:gd name="connsiteY23" fmla="*/ 7997 h 10000"/>
                  <a:gd name="connsiteX24" fmla="*/ 2389 w 10000"/>
                  <a:gd name="connsiteY24" fmla="*/ 8260 h 10000"/>
                  <a:gd name="connsiteX25" fmla="*/ 2550 w 10000"/>
                  <a:gd name="connsiteY25" fmla="*/ 8652 h 10000"/>
                  <a:gd name="connsiteX26" fmla="*/ 3037 w 10000"/>
                  <a:gd name="connsiteY26" fmla="*/ 8915 h 10000"/>
                  <a:gd name="connsiteX27" fmla="*/ 3198 w 10000"/>
                  <a:gd name="connsiteY27" fmla="*/ 9177 h 10000"/>
                  <a:gd name="connsiteX28" fmla="*/ 3361 w 10000"/>
                  <a:gd name="connsiteY28" fmla="*/ 9308 h 10000"/>
                  <a:gd name="connsiteX29" fmla="*/ 3523 w 10000"/>
                  <a:gd name="connsiteY29" fmla="*/ 9571 h 10000"/>
                  <a:gd name="connsiteX30" fmla="*/ 4008 w 10000"/>
                  <a:gd name="connsiteY30" fmla="*/ 9571 h 10000"/>
                  <a:gd name="connsiteX31" fmla="*/ 4332 w 10000"/>
                  <a:gd name="connsiteY31" fmla="*/ 9571 h 10000"/>
                  <a:gd name="connsiteX32" fmla="*/ 4656 w 10000"/>
                  <a:gd name="connsiteY32" fmla="*/ 9440 h 10000"/>
                  <a:gd name="connsiteX33" fmla="*/ 5304 w 10000"/>
                  <a:gd name="connsiteY33" fmla="*/ 9964 h 10000"/>
                  <a:gd name="connsiteX34" fmla="*/ 5790 w 10000"/>
                  <a:gd name="connsiteY34" fmla="*/ 9832 h 10000"/>
                  <a:gd name="connsiteX35" fmla="*/ 6113 w 10000"/>
                  <a:gd name="connsiteY35" fmla="*/ 9964 h 10000"/>
                  <a:gd name="connsiteX36" fmla="*/ 6600 w 10000"/>
                  <a:gd name="connsiteY36" fmla="*/ 9832 h 10000"/>
                  <a:gd name="connsiteX37" fmla="*/ 6923 w 10000"/>
                  <a:gd name="connsiteY37" fmla="*/ 9832 h 10000"/>
                  <a:gd name="connsiteX38" fmla="*/ 7085 w 10000"/>
                  <a:gd name="connsiteY38" fmla="*/ 9701 h 10000"/>
                  <a:gd name="connsiteX39" fmla="*/ 7248 w 10000"/>
                  <a:gd name="connsiteY39" fmla="*/ 9571 h 10000"/>
                  <a:gd name="connsiteX40" fmla="*/ 7733 w 10000"/>
                  <a:gd name="connsiteY40" fmla="*/ 9308 h 10000"/>
                  <a:gd name="connsiteX41" fmla="*/ 8057 w 10000"/>
                  <a:gd name="connsiteY41" fmla="*/ 9308 h 10000"/>
                  <a:gd name="connsiteX42" fmla="*/ 8219 w 10000"/>
                  <a:gd name="connsiteY42" fmla="*/ 9440 h 10000"/>
                  <a:gd name="connsiteX43" fmla="*/ 8219 w 10000"/>
                  <a:gd name="connsiteY43" fmla="*/ 9046 h 10000"/>
                  <a:gd name="connsiteX44" fmla="*/ 7733 w 10000"/>
                  <a:gd name="connsiteY44" fmla="*/ 8652 h 10000"/>
                  <a:gd name="connsiteX45" fmla="*/ 7085 w 10000"/>
                  <a:gd name="connsiteY45" fmla="*/ 8128 h 10000"/>
                  <a:gd name="connsiteX46" fmla="*/ 6600 w 10000"/>
                  <a:gd name="connsiteY46" fmla="*/ 7866 h 10000"/>
                  <a:gd name="connsiteX47" fmla="*/ 6761 w 10000"/>
                  <a:gd name="connsiteY47" fmla="*/ 7603 h 10000"/>
                  <a:gd name="connsiteX48" fmla="*/ 7248 w 10000"/>
                  <a:gd name="connsiteY48" fmla="*/ 7473 h 10000"/>
                  <a:gd name="connsiteX49" fmla="*/ 7248 w 10000"/>
                  <a:gd name="connsiteY49" fmla="*/ 6948 h 10000"/>
                  <a:gd name="connsiteX50" fmla="*/ 7409 w 10000"/>
                  <a:gd name="connsiteY50" fmla="*/ 6424 h 10000"/>
                  <a:gd name="connsiteX51" fmla="*/ 7733 w 10000"/>
                  <a:gd name="connsiteY51" fmla="*/ 6293 h 10000"/>
                  <a:gd name="connsiteX52" fmla="*/ 7895 w 10000"/>
                  <a:gd name="connsiteY52" fmla="*/ 5768 h 10000"/>
                  <a:gd name="connsiteX53" fmla="*/ 8219 w 10000"/>
                  <a:gd name="connsiteY53" fmla="*/ 5376 h 10000"/>
                  <a:gd name="connsiteX54" fmla="*/ 8542 w 10000"/>
                  <a:gd name="connsiteY54" fmla="*/ 5113 h 10000"/>
                  <a:gd name="connsiteX55" fmla="*/ 8704 w 10000"/>
                  <a:gd name="connsiteY55" fmla="*/ 4588 h 10000"/>
                  <a:gd name="connsiteX56" fmla="*/ 8867 w 10000"/>
                  <a:gd name="connsiteY56" fmla="*/ 3933 h 10000"/>
                  <a:gd name="connsiteX57" fmla="*/ 9029 w 10000"/>
                  <a:gd name="connsiteY57" fmla="*/ 3409 h 10000"/>
                  <a:gd name="connsiteX58" fmla="*/ 9352 w 10000"/>
                  <a:gd name="connsiteY58" fmla="*/ 3147 h 10000"/>
                  <a:gd name="connsiteX59" fmla="*/ 10000 w 10000"/>
                  <a:gd name="connsiteY59" fmla="*/ 2753 h 10000"/>
                  <a:gd name="connsiteX60" fmla="*/ 9514 w 10000"/>
                  <a:gd name="connsiteY60" fmla="*/ 2491 h 10000"/>
                  <a:gd name="connsiteX61" fmla="*/ 9190 w 10000"/>
                  <a:gd name="connsiteY61" fmla="*/ 1704 h 10000"/>
                  <a:gd name="connsiteX62" fmla="*/ 9029 w 10000"/>
                  <a:gd name="connsiteY62" fmla="*/ 786 h 10000"/>
                  <a:gd name="connsiteX63" fmla="*/ 8542 w 10000"/>
                  <a:gd name="connsiteY63" fmla="*/ 394 h 10000"/>
                  <a:gd name="connsiteX64" fmla="*/ 8219 w 10000"/>
                  <a:gd name="connsiteY64" fmla="*/ 0 h 10000"/>
                  <a:gd name="connsiteX65" fmla="*/ 7895 w 10000"/>
                  <a:gd name="connsiteY65" fmla="*/ 131 h 10000"/>
                  <a:gd name="connsiteX0" fmla="*/ 7895 w 10000"/>
                  <a:gd name="connsiteY0" fmla="*/ 6 h 9875"/>
                  <a:gd name="connsiteX1" fmla="*/ 7419 w 10000"/>
                  <a:gd name="connsiteY1" fmla="*/ 503 h 9875"/>
                  <a:gd name="connsiteX2" fmla="*/ 7085 w 10000"/>
                  <a:gd name="connsiteY2" fmla="*/ 661 h 9875"/>
                  <a:gd name="connsiteX3" fmla="*/ 6761 w 10000"/>
                  <a:gd name="connsiteY3" fmla="*/ 530 h 9875"/>
                  <a:gd name="connsiteX4" fmla="*/ 1741 w 10000"/>
                  <a:gd name="connsiteY4" fmla="*/ 530 h 9875"/>
                  <a:gd name="connsiteX5" fmla="*/ 1741 w 10000"/>
                  <a:gd name="connsiteY5" fmla="*/ 1579 h 9875"/>
                  <a:gd name="connsiteX6" fmla="*/ 1256 w 10000"/>
                  <a:gd name="connsiteY6" fmla="*/ 1579 h 9875"/>
                  <a:gd name="connsiteX7" fmla="*/ 1256 w 10000"/>
                  <a:gd name="connsiteY7" fmla="*/ 3153 h 9875"/>
                  <a:gd name="connsiteX8" fmla="*/ 1094 w 10000"/>
                  <a:gd name="connsiteY8" fmla="*/ 3677 h 9875"/>
                  <a:gd name="connsiteX9" fmla="*/ 608 w 10000"/>
                  <a:gd name="connsiteY9" fmla="*/ 3939 h 9875"/>
                  <a:gd name="connsiteX10" fmla="*/ 446 w 10000"/>
                  <a:gd name="connsiteY10" fmla="*/ 4202 h 9875"/>
                  <a:gd name="connsiteX11" fmla="*/ 121 w 10000"/>
                  <a:gd name="connsiteY11" fmla="*/ 4594 h 9875"/>
                  <a:gd name="connsiteX12" fmla="*/ 121 w 10000"/>
                  <a:gd name="connsiteY12" fmla="*/ 4988 h 9875"/>
                  <a:gd name="connsiteX13" fmla="*/ 121 w 10000"/>
                  <a:gd name="connsiteY13" fmla="*/ 5251 h 9875"/>
                  <a:gd name="connsiteX14" fmla="*/ 284 w 10000"/>
                  <a:gd name="connsiteY14" fmla="*/ 5643 h 9875"/>
                  <a:gd name="connsiteX15" fmla="*/ 608 w 10000"/>
                  <a:gd name="connsiteY15" fmla="*/ 5906 h 9875"/>
                  <a:gd name="connsiteX16" fmla="*/ 446 w 10000"/>
                  <a:gd name="connsiteY16" fmla="*/ 6168 h 9875"/>
                  <a:gd name="connsiteX17" fmla="*/ 931 w 10000"/>
                  <a:gd name="connsiteY17" fmla="*/ 6561 h 9875"/>
                  <a:gd name="connsiteX18" fmla="*/ 931 w 10000"/>
                  <a:gd name="connsiteY18" fmla="*/ 7086 h 9875"/>
                  <a:gd name="connsiteX19" fmla="*/ 931 w 10000"/>
                  <a:gd name="connsiteY19" fmla="*/ 7217 h 9875"/>
                  <a:gd name="connsiteX20" fmla="*/ 1256 w 10000"/>
                  <a:gd name="connsiteY20" fmla="*/ 7217 h 9875"/>
                  <a:gd name="connsiteX21" fmla="*/ 1256 w 10000"/>
                  <a:gd name="connsiteY21" fmla="*/ 7348 h 9875"/>
                  <a:gd name="connsiteX22" fmla="*/ 1741 w 10000"/>
                  <a:gd name="connsiteY22" fmla="*/ 7610 h 9875"/>
                  <a:gd name="connsiteX23" fmla="*/ 2065 w 10000"/>
                  <a:gd name="connsiteY23" fmla="*/ 7872 h 9875"/>
                  <a:gd name="connsiteX24" fmla="*/ 2389 w 10000"/>
                  <a:gd name="connsiteY24" fmla="*/ 8135 h 9875"/>
                  <a:gd name="connsiteX25" fmla="*/ 2550 w 10000"/>
                  <a:gd name="connsiteY25" fmla="*/ 8527 h 9875"/>
                  <a:gd name="connsiteX26" fmla="*/ 3037 w 10000"/>
                  <a:gd name="connsiteY26" fmla="*/ 8790 h 9875"/>
                  <a:gd name="connsiteX27" fmla="*/ 3198 w 10000"/>
                  <a:gd name="connsiteY27" fmla="*/ 9052 h 9875"/>
                  <a:gd name="connsiteX28" fmla="*/ 3361 w 10000"/>
                  <a:gd name="connsiteY28" fmla="*/ 9183 h 9875"/>
                  <a:gd name="connsiteX29" fmla="*/ 3523 w 10000"/>
                  <a:gd name="connsiteY29" fmla="*/ 9446 h 9875"/>
                  <a:gd name="connsiteX30" fmla="*/ 4008 w 10000"/>
                  <a:gd name="connsiteY30" fmla="*/ 9446 h 9875"/>
                  <a:gd name="connsiteX31" fmla="*/ 4332 w 10000"/>
                  <a:gd name="connsiteY31" fmla="*/ 9446 h 9875"/>
                  <a:gd name="connsiteX32" fmla="*/ 4656 w 10000"/>
                  <a:gd name="connsiteY32" fmla="*/ 9315 h 9875"/>
                  <a:gd name="connsiteX33" fmla="*/ 5304 w 10000"/>
                  <a:gd name="connsiteY33" fmla="*/ 9839 h 9875"/>
                  <a:gd name="connsiteX34" fmla="*/ 5790 w 10000"/>
                  <a:gd name="connsiteY34" fmla="*/ 9707 h 9875"/>
                  <a:gd name="connsiteX35" fmla="*/ 6113 w 10000"/>
                  <a:gd name="connsiteY35" fmla="*/ 9839 h 9875"/>
                  <a:gd name="connsiteX36" fmla="*/ 6600 w 10000"/>
                  <a:gd name="connsiteY36" fmla="*/ 9707 h 9875"/>
                  <a:gd name="connsiteX37" fmla="*/ 6923 w 10000"/>
                  <a:gd name="connsiteY37" fmla="*/ 9707 h 9875"/>
                  <a:gd name="connsiteX38" fmla="*/ 7085 w 10000"/>
                  <a:gd name="connsiteY38" fmla="*/ 9576 h 9875"/>
                  <a:gd name="connsiteX39" fmla="*/ 7248 w 10000"/>
                  <a:gd name="connsiteY39" fmla="*/ 9446 h 9875"/>
                  <a:gd name="connsiteX40" fmla="*/ 7733 w 10000"/>
                  <a:gd name="connsiteY40" fmla="*/ 9183 h 9875"/>
                  <a:gd name="connsiteX41" fmla="*/ 8057 w 10000"/>
                  <a:gd name="connsiteY41" fmla="*/ 9183 h 9875"/>
                  <a:gd name="connsiteX42" fmla="*/ 8219 w 10000"/>
                  <a:gd name="connsiteY42" fmla="*/ 9315 h 9875"/>
                  <a:gd name="connsiteX43" fmla="*/ 8219 w 10000"/>
                  <a:gd name="connsiteY43" fmla="*/ 8921 h 9875"/>
                  <a:gd name="connsiteX44" fmla="*/ 7733 w 10000"/>
                  <a:gd name="connsiteY44" fmla="*/ 8527 h 9875"/>
                  <a:gd name="connsiteX45" fmla="*/ 7085 w 10000"/>
                  <a:gd name="connsiteY45" fmla="*/ 8003 h 9875"/>
                  <a:gd name="connsiteX46" fmla="*/ 6600 w 10000"/>
                  <a:gd name="connsiteY46" fmla="*/ 7741 h 9875"/>
                  <a:gd name="connsiteX47" fmla="*/ 6761 w 10000"/>
                  <a:gd name="connsiteY47" fmla="*/ 7478 h 9875"/>
                  <a:gd name="connsiteX48" fmla="*/ 7248 w 10000"/>
                  <a:gd name="connsiteY48" fmla="*/ 7348 h 9875"/>
                  <a:gd name="connsiteX49" fmla="*/ 7248 w 10000"/>
                  <a:gd name="connsiteY49" fmla="*/ 6823 h 9875"/>
                  <a:gd name="connsiteX50" fmla="*/ 7409 w 10000"/>
                  <a:gd name="connsiteY50" fmla="*/ 6299 h 9875"/>
                  <a:gd name="connsiteX51" fmla="*/ 7733 w 10000"/>
                  <a:gd name="connsiteY51" fmla="*/ 6168 h 9875"/>
                  <a:gd name="connsiteX52" fmla="*/ 7895 w 10000"/>
                  <a:gd name="connsiteY52" fmla="*/ 5643 h 9875"/>
                  <a:gd name="connsiteX53" fmla="*/ 8219 w 10000"/>
                  <a:gd name="connsiteY53" fmla="*/ 5251 h 9875"/>
                  <a:gd name="connsiteX54" fmla="*/ 8542 w 10000"/>
                  <a:gd name="connsiteY54" fmla="*/ 4988 h 9875"/>
                  <a:gd name="connsiteX55" fmla="*/ 8704 w 10000"/>
                  <a:gd name="connsiteY55" fmla="*/ 4463 h 9875"/>
                  <a:gd name="connsiteX56" fmla="*/ 8867 w 10000"/>
                  <a:gd name="connsiteY56" fmla="*/ 3808 h 9875"/>
                  <a:gd name="connsiteX57" fmla="*/ 9029 w 10000"/>
                  <a:gd name="connsiteY57" fmla="*/ 3284 h 9875"/>
                  <a:gd name="connsiteX58" fmla="*/ 9352 w 10000"/>
                  <a:gd name="connsiteY58" fmla="*/ 3022 h 9875"/>
                  <a:gd name="connsiteX59" fmla="*/ 10000 w 10000"/>
                  <a:gd name="connsiteY59" fmla="*/ 2628 h 9875"/>
                  <a:gd name="connsiteX60" fmla="*/ 9514 w 10000"/>
                  <a:gd name="connsiteY60" fmla="*/ 2366 h 9875"/>
                  <a:gd name="connsiteX61" fmla="*/ 9190 w 10000"/>
                  <a:gd name="connsiteY61" fmla="*/ 1579 h 9875"/>
                  <a:gd name="connsiteX62" fmla="*/ 9029 w 10000"/>
                  <a:gd name="connsiteY62" fmla="*/ 661 h 9875"/>
                  <a:gd name="connsiteX63" fmla="*/ 8542 w 10000"/>
                  <a:gd name="connsiteY63" fmla="*/ 269 h 9875"/>
                  <a:gd name="connsiteX64" fmla="*/ 7895 w 10000"/>
                  <a:gd name="connsiteY64" fmla="*/ 6 h 9875"/>
                  <a:gd name="connsiteX0" fmla="*/ 7895 w 10000"/>
                  <a:gd name="connsiteY0" fmla="*/ 0 h 9994"/>
                  <a:gd name="connsiteX1" fmla="*/ 7419 w 10000"/>
                  <a:gd name="connsiteY1" fmla="*/ 503 h 9994"/>
                  <a:gd name="connsiteX2" fmla="*/ 7085 w 10000"/>
                  <a:gd name="connsiteY2" fmla="*/ 663 h 9994"/>
                  <a:gd name="connsiteX3" fmla="*/ 6761 w 10000"/>
                  <a:gd name="connsiteY3" fmla="*/ 531 h 9994"/>
                  <a:gd name="connsiteX4" fmla="*/ 1741 w 10000"/>
                  <a:gd name="connsiteY4" fmla="*/ 531 h 9994"/>
                  <a:gd name="connsiteX5" fmla="*/ 1741 w 10000"/>
                  <a:gd name="connsiteY5" fmla="*/ 1593 h 9994"/>
                  <a:gd name="connsiteX6" fmla="*/ 1256 w 10000"/>
                  <a:gd name="connsiteY6" fmla="*/ 1593 h 9994"/>
                  <a:gd name="connsiteX7" fmla="*/ 1256 w 10000"/>
                  <a:gd name="connsiteY7" fmla="*/ 3187 h 9994"/>
                  <a:gd name="connsiteX8" fmla="*/ 1094 w 10000"/>
                  <a:gd name="connsiteY8" fmla="*/ 3718 h 9994"/>
                  <a:gd name="connsiteX9" fmla="*/ 608 w 10000"/>
                  <a:gd name="connsiteY9" fmla="*/ 3983 h 9994"/>
                  <a:gd name="connsiteX10" fmla="*/ 446 w 10000"/>
                  <a:gd name="connsiteY10" fmla="*/ 4249 h 9994"/>
                  <a:gd name="connsiteX11" fmla="*/ 121 w 10000"/>
                  <a:gd name="connsiteY11" fmla="*/ 4646 h 9994"/>
                  <a:gd name="connsiteX12" fmla="*/ 121 w 10000"/>
                  <a:gd name="connsiteY12" fmla="*/ 5045 h 9994"/>
                  <a:gd name="connsiteX13" fmla="*/ 121 w 10000"/>
                  <a:gd name="connsiteY13" fmla="*/ 5311 h 9994"/>
                  <a:gd name="connsiteX14" fmla="*/ 284 w 10000"/>
                  <a:gd name="connsiteY14" fmla="*/ 5708 h 9994"/>
                  <a:gd name="connsiteX15" fmla="*/ 608 w 10000"/>
                  <a:gd name="connsiteY15" fmla="*/ 5975 h 9994"/>
                  <a:gd name="connsiteX16" fmla="*/ 446 w 10000"/>
                  <a:gd name="connsiteY16" fmla="*/ 6240 h 9994"/>
                  <a:gd name="connsiteX17" fmla="*/ 931 w 10000"/>
                  <a:gd name="connsiteY17" fmla="*/ 6638 h 9994"/>
                  <a:gd name="connsiteX18" fmla="*/ 931 w 10000"/>
                  <a:gd name="connsiteY18" fmla="*/ 7170 h 9994"/>
                  <a:gd name="connsiteX19" fmla="*/ 931 w 10000"/>
                  <a:gd name="connsiteY19" fmla="*/ 7302 h 9994"/>
                  <a:gd name="connsiteX20" fmla="*/ 1256 w 10000"/>
                  <a:gd name="connsiteY20" fmla="*/ 7302 h 9994"/>
                  <a:gd name="connsiteX21" fmla="*/ 1256 w 10000"/>
                  <a:gd name="connsiteY21" fmla="*/ 7435 h 9994"/>
                  <a:gd name="connsiteX22" fmla="*/ 1741 w 10000"/>
                  <a:gd name="connsiteY22" fmla="*/ 7700 h 9994"/>
                  <a:gd name="connsiteX23" fmla="*/ 2065 w 10000"/>
                  <a:gd name="connsiteY23" fmla="*/ 7966 h 9994"/>
                  <a:gd name="connsiteX24" fmla="*/ 2389 w 10000"/>
                  <a:gd name="connsiteY24" fmla="*/ 8232 h 9994"/>
                  <a:gd name="connsiteX25" fmla="*/ 2550 w 10000"/>
                  <a:gd name="connsiteY25" fmla="*/ 8629 h 9994"/>
                  <a:gd name="connsiteX26" fmla="*/ 3037 w 10000"/>
                  <a:gd name="connsiteY26" fmla="*/ 8895 h 9994"/>
                  <a:gd name="connsiteX27" fmla="*/ 3198 w 10000"/>
                  <a:gd name="connsiteY27" fmla="*/ 9161 h 9994"/>
                  <a:gd name="connsiteX28" fmla="*/ 3361 w 10000"/>
                  <a:gd name="connsiteY28" fmla="*/ 9293 h 9994"/>
                  <a:gd name="connsiteX29" fmla="*/ 3523 w 10000"/>
                  <a:gd name="connsiteY29" fmla="*/ 9560 h 9994"/>
                  <a:gd name="connsiteX30" fmla="*/ 4008 w 10000"/>
                  <a:gd name="connsiteY30" fmla="*/ 9560 h 9994"/>
                  <a:gd name="connsiteX31" fmla="*/ 4332 w 10000"/>
                  <a:gd name="connsiteY31" fmla="*/ 9560 h 9994"/>
                  <a:gd name="connsiteX32" fmla="*/ 4656 w 10000"/>
                  <a:gd name="connsiteY32" fmla="*/ 9427 h 9994"/>
                  <a:gd name="connsiteX33" fmla="*/ 5304 w 10000"/>
                  <a:gd name="connsiteY33" fmla="*/ 9958 h 9994"/>
                  <a:gd name="connsiteX34" fmla="*/ 5790 w 10000"/>
                  <a:gd name="connsiteY34" fmla="*/ 9824 h 9994"/>
                  <a:gd name="connsiteX35" fmla="*/ 6113 w 10000"/>
                  <a:gd name="connsiteY35" fmla="*/ 9958 h 9994"/>
                  <a:gd name="connsiteX36" fmla="*/ 6600 w 10000"/>
                  <a:gd name="connsiteY36" fmla="*/ 9824 h 9994"/>
                  <a:gd name="connsiteX37" fmla="*/ 6923 w 10000"/>
                  <a:gd name="connsiteY37" fmla="*/ 9824 h 9994"/>
                  <a:gd name="connsiteX38" fmla="*/ 7085 w 10000"/>
                  <a:gd name="connsiteY38" fmla="*/ 9691 h 9994"/>
                  <a:gd name="connsiteX39" fmla="*/ 7248 w 10000"/>
                  <a:gd name="connsiteY39" fmla="*/ 9560 h 9994"/>
                  <a:gd name="connsiteX40" fmla="*/ 7733 w 10000"/>
                  <a:gd name="connsiteY40" fmla="*/ 9293 h 9994"/>
                  <a:gd name="connsiteX41" fmla="*/ 8057 w 10000"/>
                  <a:gd name="connsiteY41" fmla="*/ 9293 h 9994"/>
                  <a:gd name="connsiteX42" fmla="*/ 8219 w 10000"/>
                  <a:gd name="connsiteY42" fmla="*/ 9427 h 9994"/>
                  <a:gd name="connsiteX43" fmla="*/ 8219 w 10000"/>
                  <a:gd name="connsiteY43" fmla="*/ 9028 h 9994"/>
                  <a:gd name="connsiteX44" fmla="*/ 7733 w 10000"/>
                  <a:gd name="connsiteY44" fmla="*/ 8629 h 9994"/>
                  <a:gd name="connsiteX45" fmla="*/ 7085 w 10000"/>
                  <a:gd name="connsiteY45" fmla="*/ 8098 h 9994"/>
                  <a:gd name="connsiteX46" fmla="*/ 6600 w 10000"/>
                  <a:gd name="connsiteY46" fmla="*/ 7833 h 9994"/>
                  <a:gd name="connsiteX47" fmla="*/ 6761 w 10000"/>
                  <a:gd name="connsiteY47" fmla="*/ 7567 h 9994"/>
                  <a:gd name="connsiteX48" fmla="*/ 7248 w 10000"/>
                  <a:gd name="connsiteY48" fmla="*/ 7435 h 9994"/>
                  <a:gd name="connsiteX49" fmla="*/ 7248 w 10000"/>
                  <a:gd name="connsiteY49" fmla="*/ 6903 h 9994"/>
                  <a:gd name="connsiteX50" fmla="*/ 7409 w 10000"/>
                  <a:gd name="connsiteY50" fmla="*/ 6373 h 9994"/>
                  <a:gd name="connsiteX51" fmla="*/ 7733 w 10000"/>
                  <a:gd name="connsiteY51" fmla="*/ 6240 h 9994"/>
                  <a:gd name="connsiteX52" fmla="*/ 7895 w 10000"/>
                  <a:gd name="connsiteY52" fmla="*/ 5708 h 9994"/>
                  <a:gd name="connsiteX53" fmla="*/ 8219 w 10000"/>
                  <a:gd name="connsiteY53" fmla="*/ 5311 h 9994"/>
                  <a:gd name="connsiteX54" fmla="*/ 8542 w 10000"/>
                  <a:gd name="connsiteY54" fmla="*/ 5045 h 9994"/>
                  <a:gd name="connsiteX55" fmla="*/ 8704 w 10000"/>
                  <a:gd name="connsiteY55" fmla="*/ 4513 h 9994"/>
                  <a:gd name="connsiteX56" fmla="*/ 8867 w 10000"/>
                  <a:gd name="connsiteY56" fmla="*/ 3850 h 9994"/>
                  <a:gd name="connsiteX57" fmla="*/ 9029 w 10000"/>
                  <a:gd name="connsiteY57" fmla="*/ 3320 h 9994"/>
                  <a:gd name="connsiteX58" fmla="*/ 9352 w 10000"/>
                  <a:gd name="connsiteY58" fmla="*/ 3054 h 9994"/>
                  <a:gd name="connsiteX59" fmla="*/ 10000 w 10000"/>
                  <a:gd name="connsiteY59" fmla="*/ 2655 h 9994"/>
                  <a:gd name="connsiteX60" fmla="*/ 9514 w 10000"/>
                  <a:gd name="connsiteY60" fmla="*/ 2390 h 9994"/>
                  <a:gd name="connsiteX61" fmla="*/ 9190 w 10000"/>
                  <a:gd name="connsiteY61" fmla="*/ 1593 h 9994"/>
                  <a:gd name="connsiteX62" fmla="*/ 9029 w 10000"/>
                  <a:gd name="connsiteY62" fmla="*/ 663 h 9994"/>
                  <a:gd name="connsiteX63" fmla="*/ 7895 w 10000"/>
                  <a:gd name="connsiteY63" fmla="*/ 0 h 9994"/>
                  <a:gd name="connsiteX0" fmla="*/ 9029 w 10000"/>
                  <a:gd name="connsiteY0" fmla="*/ 161 h 9498"/>
                  <a:gd name="connsiteX1" fmla="*/ 7419 w 10000"/>
                  <a:gd name="connsiteY1" fmla="*/ 1 h 9498"/>
                  <a:gd name="connsiteX2" fmla="*/ 7085 w 10000"/>
                  <a:gd name="connsiteY2" fmla="*/ 161 h 9498"/>
                  <a:gd name="connsiteX3" fmla="*/ 6761 w 10000"/>
                  <a:gd name="connsiteY3" fmla="*/ 29 h 9498"/>
                  <a:gd name="connsiteX4" fmla="*/ 1741 w 10000"/>
                  <a:gd name="connsiteY4" fmla="*/ 29 h 9498"/>
                  <a:gd name="connsiteX5" fmla="*/ 1741 w 10000"/>
                  <a:gd name="connsiteY5" fmla="*/ 1092 h 9498"/>
                  <a:gd name="connsiteX6" fmla="*/ 1256 w 10000"/>
                  <a:gd name="connsiteY6" fmla="*/ 1092 h 9498"/>
                  <a:gd name="connsiteX7" fmla="*/ 1256 w 10000"/>
                  <a:gd name="connsiteY7" fmla="*/ 2687 h 9498"/>
                  <a:gd name="connsiteX8" fmla="*/ 1094 w 10000"/>
                  <a:gd name="connsiteY8" fmla="*/ 3218 h 9498"/>
                  <a:gd name="connsiteX9" fmla="*/ 608 w 10000"/>
                  <a:gd name="connsiteY9" fmla="*/ 3483 h 9498"/>
                  <a:gd name="connsiteX10" fmla="*/ 446 w 10000"/>
                  <a:gd name="connsiteY10" fmla="*/ 3750 h 9498"/>
                  <a:gd name="connsiteX11" fmla="*/ 121 w 10000"/>
                  <a:gd name="connsiteY11" fmla="*/ 4147 h 9498"/>
                  <a:gd name="connsiteX12" fmla="*/ 121 w 10000"/>
                  <a:gd name="connsiteY12" fmla="*/ 4546 h 9498"/>
                  <a:gd name="connsiteX13" fmla="*/ 121 w 10000"/>
                  <a:gd name="connsiteY13" fmla="*/ 4812 h 9498"/>
                  <a:gd name="connsiteX14" fmla="*/ 284 w 10000"/>
                  <a:gd name="connsiteY14" fmla="*/ 5209 h 9498"/>
                  <a:gd name="connsiteX15" fmla="*/ 608 w 10000"/>
                  <a:gd name="connsiteY15" fmla="*/ 5477 h 9498"/>
                  <a:gd name="connsiteX16" fmla="*/ 446 w 10000"/>
                  <a:gd name="connsiteY16" fmla="*/ 5742 h 9498"/>
                  <a:gd name="connsiteX17" fmla="*/ 931 w 10000"/>
                  <a:gd name="connsiteY17" fmla="*/ 6140 h 9498"/>
                  <a:gd name="connsiteX18" fmla="*/ 931 w 10000"/>
                  <a:gd name="connsiteY18" fmla="*/ 6672 h 9498"/>
                  <a:gd name="connsiteX19" fmla="*/ 931 w 10000"/>
                  <a:gd name="connsiteY19" fmla="*/ 6804 h 9498"/>
                  <a:gd name="connsiteX20" fmla="*/ 1256 w 10000"/>
                  <a:gd name="connsiteY20" fmla="*/ 6804 h 9498"/>
                  <a:gd name="connsiteX21" fmla="*/ 1256 w 10000"/>
                  <a:gd name="connsiteY21" fmla="*/ 6937 h 9498"/>
                  <a:gd name="connsiteX22" fmla="*/ 1741 w 10000"/>
                  <a:gd name="connsiteY22" fmla="*/ 7203 h 9498"/>
                  <a:gd name="connsiteX23" fmla="*/ 2065 w 10000"/>
                  <a:gd name="connsiteY23" fmla="*/ 7469 h 9498"/>
                  <a:gd name="connsiteX24" fmla="*/ 2389 w 10000"/>
                  <a:gd name="connsiteY24" fmla="*/ 7735 h 9498"/>
                  <a:gd name="connsiteX25" fmla="*/ 2550 w 10000"/>
                  <a:gd name="connsiteY25" fmla="*/ 8132 h 9498"/>
                  <a:gd name="connsiteX26" fmla="*/ 3037 w 10000"/>
                  <a:gd name="connsiteY26" fmla="*/ 8398 h 9498"/>
                  <a:gd name="connsiteX27" fmla="*/ 3198 w 10000"/>
                  <a:gd name="connsiteY27" fmla="*/ 8664 h 9498"/>
                  <a:gd name="connsiteX28" fmla="*/ 3361 w 10000"/>
                  <a:gd name="connsiteY28" fmla="*/ 8797 h 9498"/>
                  <a:gd name="connsiteX29" fmla="*/ 3523 w 10000"/>
                  <a:gd name="connsiteY29" fmla="*/ 9064 h 9498"/>
                  <a:gd name="connsiteX30" fmla="*/ 4008 w 10000"/>
                  <a:gd name="connsiteY30" fmla="*/ 9064 h 9498"/>
                  <a:gd name="connsiteX31" fmla="*/ 4332 w 10000"/>
                  <a:gd name="connsiteY31" fmla="*/ 9064 h 9498"/>
                  <a:gd name="connsiteX32" fmla="*/ 4656 w 10000"/>
                  <a:gd name="connsiteY32" fmla="*/ 8931 h 9498"/>
                  <a:gd name="connsiteX33" fmla="*/ 5304 w 10000"/>
                  <a:gd name="connsiteY33" fmla="*/ 9462 h 9498"/>
                  <a:gd name="connsiteX34" fmla="*/ 5790 w 10000"/>
                  <a:gd name="connsiteY34" fmla="*/ 9328 h 9498"/>
                  <a:gd name="connsiteX35" fmla="*/ 6113 w 10000"/>
                  <a:gd name="connsiteY35" fmla="*/ 9462 h 9498"/>
                  <a:gd name="connsiteX36" fmla="*/ 6600 w 10000"/>
                  <a:gd name="connsiteY36" fmla="*/ 9328 h 9498"/>
                  <a:gd name="connsiteX37" fmla="*/ 6923 w 10000"/>
                  <a:gd name="connsiteY37" fmla="*/ 9328 h 9498"/>
                  <a:gd name="connsiteX38" fmla="*/ 7085 w 10000"/>
                  <a:gd name="connsiteY38" fmla="*/ 9195 h 9498"/>
                  <a:gd name="connsiteX39" fmla="*/ 7248 w 10000"/>
                  <a:gd name="connsiteY39" fmla="*/ 9064 h 9498"/>
                  <a:gd name="connsiteX40" fmla="*/ 7733 w 10000"/>
                  <a:gd name="connsiteY40" fmla="*/ 8797 h 9498"/>
                  <a:gd name="connsiteX41" fmla="*/ 8057 w 10000"/>
                  <a:gd name="connsiteY41" fmla="*/ 8797 h 9498"/>
                  <a:gd name="connsiteX42" fmla="*/ 8219 w 10000"/>
                  <a:gd name="connsiteY42" fmla="*/ 8931 h 9498"/>
                  <a:gd name="connsiteX43" fmla="*/ 8219 w 10000"/>
                  <a:gd name="connsiteY43" fmla="*/ 8531 h 9498"/>
                  <a:gd name="connsiteX44" fmla="*/ 7733 w 10000"/>
                  <a:gd name="connsiteY44" fmla="*/ 8132 h 9498"/>
                  <a:gd name="connsiteX45" fmla="*/ 7085 w 10000"/>
                  <a:gd name="connsiteY45" fmla="*/ 7601 h 9498"/>
                  <a:gd name="connsiteX46" fmla="*/ 6600 w 10000"/>
                  <a:gd name="connsiteY46" fmla="*/ 7336 h 9498"/>
                  <a:gd name="connsiteX47" fmla="*/ 6761 w 10000"/>
                  <a:gd name="connsiteY47" fmla="*/ 7070 h 9498"/>
                  <a:gd name="connsiteX48" fmla="*/ 7248 w 10000"/>
                  <a:gd name="connsiteY48" fmla="*/ 6937 h 9498"/>
                  <a:gd name="connsiteX49" fmla="*/ 7248 w 10000"/>
                  <a:gd name="connsiteY49" fmla="*/ 6405 h 9498"/>
                  <a:gd name="connsiteX50" fmla="*/ 7409 w 10000"/>
                  <a:gd name="connsiteY50" fmla="*/ 5875 h 9498"/>
                  <a:gd name="connsiteX51" fmla="*/ 7733 w 10000"/>
                  <a:gd name="connsiteY51" fmla="*/ 5742 h 9498"/>
                  <a:gd name="connsiteX52" fmla="*/ 7895 w 10000"/>
                  <a:gd name="connsiteY52" fmla="*/ 5209 h 9498"/>
                  <a:gd name="connsiteX53" fmla="*/ 8219 w 10000"/>
                  <a:gd name="connsiteY53" fmla="*/ 4812 h 9498"/>
                  <a:gd name="connsiteX54" fmla="*/ 8542 w 10000"/>
                  <a:gd name="connsiteY54" fmla="*/ 4546 h 9498"/>
                  <a:gd name="connsiteX55" fmla="*/ 8704 w 10000"/>
                  <a:gd name="connsiteY55" fmla="*/ 4014 h 9498"/>
                  <a:gd name="connsiteX56" fmla="*/ 8867 w 10000"/>
                  <a:gd name="connsiteY56" fmla="*/ 3350 h 9498"/>
                  <a:gd name="connsiteX57" fmla="*/ 9029 w 10000"/>
                  <a:gd name="connsiteY57" fmla="*/ 2820 h 9498"/>
                  <a:gd name="connsiteX58" fmla="*/ 9352 w 10000"/>
                  <a:gd name="connsiteY58" fmla="*/ 2554 h 9498"/>
                  <a:gd name="connsiteX59" fmla="*/ 10000 w 10000"/>
                  <a:gd name="connsiteY59" fmla="*/ 2155 h 9498"/>
                  <a:gd name="connsiteX60" fmla="*/ 9514 w 10000"/>
                  <a:gd name="connsiteY60" fmla="*/ 1889 h 9498"/>
                  <a:gd name="connsiteX61" fmla="*/ 9190 w 10000"/>
                  <a:gd name="connsiteY61" fmla="*/ 1092 h 9498"/>
                  <a:gd name="connsiteX62" fmla="*/ 9029 w 10000"/>
                  <a:gd name="connsiteY62" fmla="*/ 161 h 9498"/>
                  <a:gd name="connsiteX0" fmla="*/ 8989 w 10000"/>
                  <a:gd name="connsiteY0" fmla="*/ 95 h 10079"/>
                  <a:gd name="connsiteX1" fmla="*/ 7419 w 10000"/>
                  <a:gd name="connsiteY1" fmla="*/ 80 h 10079"/>
                  <a:gd name="connsiteX2" fmla="*/ 7085 w 10000"/>
                  <a:gd name="connsiteY2" fmla="*/ 249 h 10079"/>
                  <a:gd name="connsiteX3" fmla="*/ 6761 w 10000"/>
                  <a:gd name="connsiteY3" fmla="*/ 110 h 10079"/>
                  <a:gd name="connsiteX4" fmla="*/ 1741 w 10000"/>
                  <a:gd name="connsiteY4" fmla="*/ 110 h 10079"/>
                  <a:gd name="connsiteX5" fmla="*/ 1741 w 10000"/>
                  <a:gd name="connsiteY5" fmla="*/ 1229 h 10079"/>
                  <a:gd name="connsiteX6" fmla="*/ 1256 w 10000"/>
                  <a:gd name="connsiteY6" fmla="*/ 1229 h 10079"/>
                  <a:gd name="connsiteX7" fmla="*/ 1256 w 10000"/>
                  <a:gd name="connsiteY7" fmla="*/ 2908 h 10079"/>
                  <a:gd name="connsiteX8" fmla="*/ 1094 w 10000"/>
                  <a:gd name="connsiteY8" fmla="*/ 3467 h 10079"/>
                  <a:gd name="connsiteX9" fmla="*/ 608 w 10000"/>
                  <a:gd name="connsiteY9" fmla="*/ 3746 h 10079"/>
                  <a:gd name="connsiteX10" fmla="*/ 446 w 10000"/>
                  <a:gd name="connsiteY10" fmla="*/ 4027 h 10079"/>
                  <a:gd name="connsiteX11" fmla="*/ 121 w 10000"/>
                  <a:gd name="connsiteY11" fmla="*/ 4445 h 10079"/>
                  <a:gd name="connsiteX12" fmla="*/ 121 w 10000"/>
                  <a:gd name="connsiteY12" fmla="*/ 4865 h 10079"/>
                  <a:gd name="connsiteX13" fmla="*/ 121 w 10000"/>
                  <a:gd name="connsiteY13" fmla="*/ 5145 h 10079"/>
                  <a:gd name="connsiteX14" fmla="*/ 284 w 10000"/>
                  <a:gd name="connsiteY14" fmla="*/ 5563 h 10079"/>
                  <a:gd name="connsiteX15" fmla="*/ 608 w 10000"/>
                  <a:gd name="connsiteY15" fmla="*/ 5845 h 10079"/>
                  <a:gd name="connsiteX16" fmla="*/ 446 w 10000"/>
                  <a:gd name="connsiteY16" fmla="*/ 6124 h 10079"/>
                  <a:gd name="connsiteX17" fmla="*/ 931 w 10000"/>
                  <a:gd name="connsiteY17" fmla="*/ 6544 h 10079"/>
                  <a:gd name="connsiteX18" fmla="*/ 931 w 10000"/>
                  <a:gd name="connsiteY18" fmla="*/ 7104 h 10079"/>
                  <a:gd name="connsiteX19" fmla="*/ 931 w 10000"/>
                  <a:gd name="connsiteY19" fmla="*/ 7243 h 10079"/>
                  <a:gd name="connsiteX20" fmla="*/ 1256 w 10000"/>
                  <a:gd name="connsiteY20" fmla="*/ 7243 h 10079"/>
                  <a:gd name="connsiteX21" fmla="*/ 1256 w 10000"/>
                  <a:gd name="connsiteY21" fmla="*/ 7383 h 10079"/>
                  <a:gd name="connsiteX22" fmla="*/ 1741 w 10000"/>
                  <a:gd name="connsiteY22" fmla="*/ 7663 h 10079"/>
                  <a:gd name="connsiteX23" fmla="*/ 2065 w 10000"/>
                  <a:gd name="connsiteY23" fmla="*/ 7943 h 10079"/>
                  <a:gd name="connsiteX24" fmla="*/ 2389 w 10000"/>
                  <a:gd name="connsiteY24" fmla="*/ 8223 h 10079"/>
                  <a:gd name="connsiteX25" fmla="*/ 2550 w 10000"/>
                  <a:gd name="connsiteY25" fmla="*/ 8641 h 10079"/>
                  <a:gd name="connsiteX26" fmla="*/ 3037 w 10000"/>
                  <a:gd name="connsiteY26" fmla="*/ 8921 h 10079"/>
                  <a:gd name="connsiteX27" fmla="*/ 3198 w 10000"/>
                  <a:gd name="connsiteY27" fmla="*/ 9201 h 10079"/>
                  <a:gd name="connsiteX28" fmla="*/ 3361 w 10000"/>
                  <a:gd name="connsiteY28" fmla="*/ 9341 h 10079"/>
                  <a:gd name="connsiteX29" fmla="*/ 3523 w 10000"/>
                  <a:gd name="connsiteY29" fmla="*/ 9622 h 10079"/>
                  <a:gd name="connsiteX30" fmla="*/ 4008 w 10000"/>
                  <a:gd name="connsiteY30" fmla="*/ 9622 h 10079"/>
                  <a:gd name="connsiteX31" fmla="*/ 4332 w 10000"/>
                  <a:gd name="connsiteY31" fmla="*/ 9622 h 10079"/>
                  <a:gd name="connsiteX32" fmla="*/ 4656 w 10000"/>
                  <a:gd name="connsiteY32" fmla="*/ 9482 h 10079"/>
                  <a:gd name="connsiteX33" fmla="*/ 5304 w 10000"/>
                  <a:gd name="connsiteY33" fmla="*/ 10041 h 10079"/>
                  <a:gd name="connsiteX34" fmla="*/ 5790 w 10000"/>
                  <a:gd name="connsiteY34" fmla="*/ 9900 h 10079"/>
                  <a:gd name="connsiteX35" fmla="*/ 6113 w 10000"/>
                  <a:gd name="connsiteY35" fmla="*/ 10041 h 10079"/>
                  <a:gd name="connsiteX36" fmla="*/ 6600 w 10000"/>
                  <a:gd name="connsiteY36" fmla="*/ 9900 h 10079"/>
                  <a:gd name="connsiteX37" fmla="*/ 6923 w 10000"/>
                  <a:gd name="connsiteY37" fmla="*/ 9900 h 10079"/>
                  <a:gd name="connsiteX38" fmla="*/ 7085 w 10000"/>
                  <a:gd name="connsiteY38" fmla="*/ 9760 h 10079"/>
                  <a:gd name="connsiteX39" fmla="*/ 7248 w 10000"/>
                  <a:gd name="connsiteY39" fmla="*/ 9622 h 10079"/>
                  <a:gd name="connsiteX40" fmla="*/ 7733 w 10000"/>
                  <a:gd name="connsiteY40" fmla="*/ 9341 h 10079"/>
                  <a:gd name="connsiteX41" fmla="*/ 8057 w 10000"/>
                  <a:gd name="connsiteY41" fmla="*/ 9341 h 10079"/>
                  <a:gd name="connsiteX42" fmla="*/ 8219 w 10000"/>
                  <a:gd name="connsiteY42" fmla="*/ 9482 h 10079"/>
                  <a:gd name="connsiteX43" fmla="*/ 8219 w 10000"/>
                  <a:gd name="connsiteY43" fmla="*/ 9061 h 10079"/>
                  <a:gd name="connsiteX44" fmla="*/ 7733 w 10000"/>
                  <a:gd name="connsiteY44" fmla="*/ 8641 h 10079"/>
                  <a:gd name="connsiteX45" fmla="*/ 7085 w 10000"/>
                  <a:gd name="connsiteY45" fmla="*/ 8082 h 10079"/>
                  <a:gd name="connsiteX46" fmla="*/ 6600 w 10000"/>
                  <a:gd name="connsiteY46" fmla="*/ 7803 h 10079"/>
                  <a:gd name="connsiteX47" fmla="*/ 6761 w 10000"/>
                  <a:gd name="connsiteY47" fmla="*/ 7523 h 10079"/>
                  <a:gd name="connsiteX48" fmla="*/ 7248 w 10000"/>
                  <a:gd name="connsiteY48" fmla="*/ 7383 h 10079"/>
                  <a:gd name="connsiteX49" fmla="*/ 7248 w 10000"/>
                  <a:gd name="connsiteY49" fmla="*/ 6823 h 10079"/>
                  <a:gd name="connsiteX50" fmla="*/ 7409 w 10000"/>
                  <a:gd name="connsiteY50" fmla="*/ 6265 h 10079"/>
                  <a:gd name="connsiteX51" fmla="*/ 7733 w 10000"/>
                  <a:gd name="connsiteY51" fmla="*/ 6124 h 10079"/>
                  <a:gd name="connsiteX52" fmla="*/ 7895 w 10000"/>
                  <a:gd name="connsiteY52" fmla="*/ 5563 h 10079"/>
                  <a:gd name="connsiteX53" fmla="*/ 8219 w 10000"/>
                  <a:gd name="connsiteY53" fmla="*/ 5145 h 10079"/>
                  <a:gd name="connsiteX54" fmla="*/ 8542 w 10000"/>
                  <a:gd name="connsiteY54" fmla="*/ 4865 h 10079"/>
                  <a:gd name="connsiteX55" fmla="*/ 8704 w 10000"/>
                  <a:gd name="connsiteY55" fmla="*/ 4305 h 10079"/>
                  <a:gd name="connsiteX56" fmla="*/ 8867 w 10000"/>
                  <a:gd name="connsiteY56" fmla="*/ 3606 h 10079"/>
                  <a:gd name="connsiteX57" fmla="*/ 9029 w 10000"/>
                  <a:gd name="connsiteY57" fmla="*/ 3048 h 10079"/>
                  <a:gd name="connsiteX58" fmla="*/ 9352 w 10000"/>
                  <a:gd name="connsiteY58" fmla="*/ 2768 h 10079"/>
                  <a:gd name="connsiteX59" fmla="*/ 10000 w 10000"/>
                  <a:gd name="connsiteY59" fmla="*/ 2348 h 10079"/>
                  <a:gd name="connsiteX60" fmla="*/ 9514 w 10000"/>
                  <a:gd name="connsiteY60" fmla="*/ 2068 h 10079"/>
                  <a:gd name="connsiteX61" fmla="*/ 9190 w 10000"/>
                  <a:gd name="connsiteY61" fmla="*/ 1229 h 10079"/>
                  <a:gd name="connsiteX62" fmla="*/ 8989 w 10000"/>
                  <a:gd name="connsiteY62" fmla="*/ 95 h 10079"/>
                  <a:gd name="connsiteX0" fmla="*/ 8989 w 10000"/>
                  <a:gd name="connsiteY0" fmla="*/ 30 h 10014"/>
                  <a:gd name="connsiteX1" fmla="*/ 7419 w 10000"/>
                  <a:gd name="connsiteY1" fmla="*/ 15 h 10014"/>
                  <a:gd name="connsiteX2" fmla="*/ 7085 w 10000"/>
                  <a:gd name="connsiteY2" fmla="*/ 184 h 10014"/>
                  <a:gd name="connsiteX3" fmla="*/ 6761 w 10000"/>
                  <a:gd name="connsiteY3" fmla="*/ 45 h 10014"/>
                  <a:gd name="connsiteX4" fmla="*/ 1741 w 10000"/>
                  <a:gd name="connsiteY4" fmla="*/ 45 h 10014"/>
                  <a:gd name="connsiteX5" fmla="*/ 1741 w 10000"/>
                  <a:gd name="connsiteY5" fmla="*/ 1164 h 10014"/>
                  <a:gd name="connsiteX6" fmla="*/ 1256 w 10000"/>
                  <a:gd name="connsiteY6" fmla="*/ 1164 h 10014"/>
                  <a:gd name="connsiteX7" fmla="*/ 1256 w 10000"/>
                  <a:gd name="connsiteY7" fmla="*/ 2843 h 10014"/>
                  <a:gd name="connsiteX8" fmla="*/ 1094 w 10000"/>
                  <a:gd name="connsiteY8" fmla="*/ 3402 h 10014"/>
                  <a:gd name="connsiteX9" fmla="*/ 608 w 10000"/>
                  <a:gd name="connsiteY9" fmla="*/ 3681 h 10014"/>
                  <a:gd name="connsiteX10" fmla="*/ 446 w 10000"/>
                  <a:gd name="connsiteY10" fmla="*/ 3962 h 10014"/>
                  <a:gd name="connsiteX11" fmla="*/ 121 w 10000"/>
                  <a:gd name="connsiteY11" fmla="*/ 4380 h 10014"/>
                  <a:gd name="connsiteX12" fmla="*/ 121 w 10000"/>
                  <a:gd name="connsiteY12" fmla="*/ 4800 h 10014"/>
                  <a:gd name="connsiteX13" fmla="*/ 121 w 10000"/>
                  <a:gd name="connsiteY13" fmla="*/ 5080 h 10014"/>
                  <a:gd name="connsiteX14" fmla="*/ 284 w 10000"/>
                  <a:gd name="connsiteY14" fmla="*/ 5498 h 10014"/>
                  <a:gd name="connsiteX15" fmla="*/ 608 w 10000"/>
                  <a:gd name="connsiteY15" fmla="*/ 5780 h 10014"/>
                  <a:gd name="connsiteX16" fmla="*/ 446 w 10000"/>
                  <a:gd name="connsiteY16" fmla="*/ 6059 h 10014"/>
                  <a:gd name="connsiteX17" fmla="*/ 931 w 10000"/>
                  <a:gd name="connsiteY17" fmla="*/ 6479 h 10014"/>
                  <a:gd name="connsiteX18" fmla="*/ 931 w 10000"/>
                  <a:gd name="connsiteY18" fmla="*/ 7039 h 10014"/>
                  <a:gd name="connsiteX19" fmla="*/ 931 w 10000"/>
                  <a:gd name="connsiteY19" fmla="*/ 7178 h 10014"/>
                  <a:gd name="connsiteX20" fmla="*/ 1256 w 10000"/>
                  <a:gd name="connsiteY20" fmla="*/ 7178 h 10014"/>
                  <a:gd name="connsiteX21" fmla="*/ 1256 w 10000"/>
                  <a:gd name="connsiteY21" fmla="*/ 7318 h 10014"/>
                  <a:gd name="connsiteX22" fmla="*/ 1741 w 10000"/>
                  <a:gd name="connsiteY22" fmla="*/ 7598 h 10014"/>
                  <a:gd name="connsiteX23" fmla="*/ 2065 w 10000"/>
                  <a:gd name="connsiteY23" fmla="*/ 7878 h 10014"/>
                  <a:gd name="connsiteX24" fmla="*/ 2389 w 10000"/>
                  <a:gd name="connsiteY24" fmla="*/ 8158 h 10014"/>
                  <a:gd name="connsiteX25" fmla="*/ 2550 w 10000"/>
                  <a:gd name="connsiteY25" fmla="*/ 8576 h 10014"/>
                  <a:gd name="connsiteX26" fmla="*/ 3037 w 10000"/>
                  <a:gd name="connsiteY26" fmla="*/ 8856 h 10014"/>
                  <a:gd name="connsiteX27" fmla="*/ 3198 w 10000"/>
                  <a:gd name="connsiteY27" fmla="*/ 9136 h 10014"/>
                  <a:gd name="connsiteX28" fmla="*/ 3361 w 10000"/>
                  <a:gd name="connsiteY28" fmla="*/ 9276 h 10014"/>
                  <a:gd name="connsiteX29" fmla="*/ 3523 w 10000"/>
                  <a:gd name="connsiteY29" fmla="*/ 9557 h 10014"/>
                  <a:gd name="connsiteX30" fmla="*/ 4008 w 10000"/>
                  <a:gd name="connsiteY30" fmla="*/ 9557 h 10014"/>
                  <a:gd name="connsiteX31" fmla="*/ 4332 w 10000"/>
                  <a:gd name="connsiteY31" fmla="*/ 9557 h 10014"/>
                  <a:gd name="connsiteX32" fmla="*/ 4656 w 10000"/>
                  <a:gd name="connsiteY32" fmla="*/ 9417 h 10014"/>
                  <a:gd name="connsiteX33" fmla="*/ 5304 w 10000"/>
                  <a:gd name="connsiteY33" fmla="*/ 9976 h 10014"/>
                  <a:gd name="connsiteX34" fmla="*/ 5790 w 10000"/>
                  <a:gd name="connsiteY34" fmla="*/ 9835 h 10014"/>
                  <a:gd name="connsiteX35" fmla="*/ 6113 w 10000"/>
                  <a:gd name="connsiteY35" fmla="*/ 9976 h 10014"/>
                  <a:gd name="connsiteX36" fmla="*/ 6600 w 10000"/>
                  <a:gd name="connsiteY36" fmla="*/ 9835 h 10014"/>
                  <a:gd name="connsiteX37" fmla="*/ 6923 w 10000"/>
                  <a:gd name="connsiteY37" fmla="*/ 9835 h 10014"/>
                  <a:gd name="connsiteX38" fmla="*/ 7085 w 10000"/>
                  <a:gd name="connsiteY38" fmla="*/ 9695 h 10014"/>
                  <a:gd name="connsiteX39" fmla="*/ 7248 w 10000"/>
                  <a:gd name="connsiteY39" fmla="*/ 9557 h 10014"/>
                  <a:gd name="connsiteX40" fmla="*/ 7733 w 10000"/>
                  <a:gd name="connsiteY40" fmla="*/ 9276 h 10014"/>
                  <a:gd name="connsiteX41" fmla="*/ 8057 w 10000"/>
                  <a:gd name="connsiteY41" fmla="*/ 9276 h 10014"/>
                  <a:gd name="connsiteX42" fmla="*/ 8219 w 10000"/>
                  <a:gd name="connsiteY42" fmla="*/ 9417 h 10014"/>
                  <a:gd name="connsiteX43" fmla="*/ 8219 w 10000"/>
                  <a:gd name="connsiteY43" fmla="*/ 8996 h 10014"/>
                  <a:gd name="connsiteX44" fmla="*/ 7733 w 10000"/>
                  <a:gd name="connsiteY44" fmla="*/ 8576 h 10014"/>
                  <a:gd name="connsiteX45" fmla="*/ 7085 w 10000"/>
                  <a:gd name="connsiteY45" fmla="*/ 8017 h 10014"/>
                  <a:gd name="connsiteX46" fmla="*/ 6600 w 10000"/>
                  <a:gd name="connsiteY46" fmla="*/ 7738 h 10014"/>
                  <a:gd name="connsiteX47" fmla="*/ 6761 w 10000"/>
                  <a:gd name="connsiteY47" fmla="*/ 7458 h 10014"/>
                  <a:gd name="connsiteX48" fmla="*/ 7248 w 10000"/>
                  <a:gd name="connsiteY48" fmla="*/ 7318 h 10014"/>
                  <a:gd name="connsiteX49" fmla="*/ 7248 w 10000"/>
                  <a:gd name="connsiteY49" fmla="*/ 6758 h 10014"/>
                  <a:gd name="connsiteX50" fmla="*/ 7409 w 10000"/>
                  <a:gd name="connsiteY50" fmla="*/ 6200 h 10014"/>
                  <a:gd name="connsiteX51" fmla="*/ 7733 w 10000"/>
                  <a:gd name="connsiteY51" fmla="*/ 6059 h 10014"/>
                  <a:gd name="connsiteX52" fmla="*/ 7895 w 10000"/>
                  <a:gd name="connsiteY52" fmla="*/ 5498 h 10014"/>
                  <a:gd name="connsiteX53" fmla="*/ 8219 w 10000"/>
                  <a:gd name="connsiteY53" fmla="*/ 5080 h 10014"/>
                  <a:gd name="connsiteX54" fmla="*/ 8542 w 10000"/>
                  <a:gd name="connsiteY54" fmla="*/ 4800 h 10014"/>
                  <a:gd name="connsiteX55" fmla="*/ 8704 w 10000"/>
                  <a:gd name="connsiteY55" fmla="*/ 4240 h 10014"/>
                  <a:gd name="connsiteX56" fmla="*/ 8867 w 10000"/>
                  <a:gd name="connsiteY56" fmla="*/ 3541 h 10014"/>
                  <a:gd name="connsiteX57" fmla="*/ 9029 w 10000"/>
                  <a:gd name="connsiteY57" fmla="*/ 2983 h 10014"/>
                  <a:gd name="connsiteX58" fmla="*/ 9352 w 10000"/>
                  <a:gd name="connsiteY58" fmla="*/ 2703 h 10014"/>
                  <a:gd name="connsiteX59" fmla="*/ 10000 w 10000"/>
                  <a:gd name="connsiteY59" fmla="*/ 2283 h 10014"/>
                  <a:gd name="connsiteX60" fmla="*/ 9514 w 10000"/>
                  <a:gd name="connsiteY60" fmla="*/ 2003 h 10014"/>
                  <a:gd name="connsiteX61" fmla="*/ 9190 w 10000"/>
                  <a:gd name="connsiteY61" fmla="*/ 1164 h 10014"/>
                  <a:gd name="connsiteX62" fmla="*/ 8989 w 10000"/>
                  <a:gd name="connsiteY62" fmla="*/ 30 h 10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10000" h="10014">
                    <a:moveTo>
                      <a:pt x="8989" y="30"/>
                    </a:moveTo>
                    <a:cubicBezTo>
                      <a:pt x="7769" y="1"/>
                      <a:pt x="7736" y="-11"/>
                      <a:pt x="7419" y="15"/>
                    </a:cubicBezTo>
                    <a:cubicBezTo>
                      <a:pt x="7102" y="41"/>
                      <a:pt x="7195" y="179"/>
                      <a:pt x="7085" y="184"/>
                    </a:cubicBezTo>
                    <a:cubicBezTo>
                      <a:pt x="6975" y="189"/>
                      <a:pt x="6761" y="45"/>
                      <a:pt x="6761" y="45"/>
                    </a:cubicBezTo>
                    <a:lnTo>
                      <a:pt x="1741" y="45"/>
                    </a:lnTo>
                    <a:lnTo>
                      <a:pt x="1741" y="1164"/>
                    </a:lnTo>
                    <a:lnTo>
                      <a:pt x="1256" y="1164"/>
                    </a:lnTo>
                    <a:lnTo>
                      <a:pt x="1256" y="2843"/>
                    </a:lnTo>
                    <a:cubicBezTo>
                      <a:pt x="1256" y="2843"/>
                      <a:pt x="1256" y="3402"/>
                      <a:pt x="1094" y="3402"/>
                    </a:cubicBezTo>
                    <a:cubicBezTo>
                      <a:pt x="1094" y="3402"/>
                      <a:pt x="608" y="3541"/>
                      <a:pt x="608" y="3681"/>
                    </a:cubicBezTo>
                    <a:cubicBezTo>
                      <a:pt x="608" y="3821"/>
                      <a:pt x="608" y="3962"/>
                      <a:pt x="446" y="3962"/>
                    </a:cubicBezTo>
                    <a:cubicBezTo>
                      <a:pt x="121" y="3962"/>
                      <a:pt x="446" y="4380"/>
                      <a:pt x="121" y="4380"/>
                    </a:cubicBezTo>
                    <a:cubicBezTo>
                      <a:pt x="-202" y="4380"/>
                      <a:pt x="284" y="4660"/>
                      <a:pt x="121" y="4800"/>
                    </a:cubicBezTo>
                    <a:cubicBezTo>
                      <a:pt x="-40" y="4940"/>
                      <a:pt x="-40" y="5080"/>
                      <a:pt x="121" y="5080"/>
                    </a:cubicBezTo>
                    <a:cubicBezTo>
                      <a:pt x="284" y="5080"/>
                      <a:pt x="284" y="5220"/>
                      <a:pt x="284" y="5498"/>
                    </a:cubicBezTo>
                    <a:cubicBezTo>
                      <a:pt x="284" y="5639"/>
                      <a:pt x="608" y="5780"/>
                      <a:pt x="608" y="5780"/>
                    </a:cubicBezTo>
                    <a:lnTo>
                      <a:pt x="446" y="6059"/>
                    </a:lnTo>
                    <a:lnTo>
                      <a:pt x="931" y="6479"/>
                    </a:lnTo>
                    <a:cubicBezTo>
                      <a:pt x="931" y="6619"/>
                      <a:pt x="1256" y="6899"/>
                      <a:pt x="931" y="7039"/>
                    </a:cubicBezTo>
                    <a:cubicBezTo>
                      <a:pt x="769" y="7039"/>
                      <a:pt x="931" y="7178"/>
                      <a:pt x="931" y="7178"/>
                    </a:cubicBezTo>
                    <a:lnTo>
                      <a:pt x="1256" y="7178"/>
                    </a:lnTo>
                    <a:lnTo>
                      <a:pt x="1256" y="7318"/>
                    </a:lnTo>
                    <a:cubicBezTo>
                      <a:pt x="1256" y="7318"/>
                      <a:pt x="1579" y="7318"/>
                      <a:pt x="1741" y="7598"/>
                    </a:cubicBezTo>
                    <a:cubicBezTo>
                      <a:pt x="1903" y="7738"/>
                      <a:pt x="2065" y="7738"/>
                      <a:pt x="2065" y="7878"/>
                    </a:cubicBezTo>
                    <a:cubicBezTo>
                      <a:pt x="2065" y="8017"/>
                      <a:pt x="2227" y="8017"/>
                      <a:pt x="2389" y="8158"/>
                    </a:cubicBezTo>
                    <a:cubicBezTo>
                      <a:pt x="2550" y="8298"/>
                      <a:pt x="2550" y="8437"/>
                      <a:pt x="2550" y="8576"/>
                    </a:cubicBezTo>
                    <a:lnTo>
                      <a:pt x="3037" y="8856"/>
                    </a:lnTo>
                    <a:cubicBezTo>
                      <a:pt x="3091" y="8949"/>
                      <a:pt x="3144" y="9042"/>
                      <a:pt x="3198" y="9136"/>
                    </a:cubicBezTo>
                    <a:cubicBezTo>
                      <a:pt x="3198" y="9136"/>
                      <a:pt x="3361" y="9136"/>
                      <a:pt x="3361" y="9276"/>
                    </a:cubicBezTo>
                    <a:cubicBezTo>
                      <a:pt x="3361" y="9417"/>
                      <a:pt x="3523" y="9557"/>
                      <a:pt x="3523" y="9557"/>
                    </a:cubicBezTo>
                    <a:lnTo>
                      <a:pt x="4008" y="9557"/>
                    </a:lnTo>
                    <a:cubicBezTo>
                      <a:pt x="4171" y="9417"/>
                      <a:pt x="4332" y="9557"/>
                      <a:pt x="4332" y="9557"/>
                    </a:cubicBezTo>
                    <a:cubicBezTo>
                      <a:pt x="4332" y="9557"/>
                      <a:pt x="4494" y="9417"/>
                      <a:pt x="4656" y="9417"/>
                    </a:cubicBezTo>
                    <a:cubicBezTo>
                      <a:pt x="4656" y="9557"/>
                      <a:pt x="4980" y="9695"/>
                      <a:pt x="5304" y="9976"/>
                    </a:cubicBezTo>
                    <a:cubicBezTo>
                      <a:pt x="5304" y="9976"/>
                      <a:pt x="5627" y="9835"/>
                      <a:pt x="5790" y="9835"/>
                    </a:cubicBezTo>
                    <a:cubicBezTo>
                      <a:pt x="5952" y="9835"/>
                      <a:pt x="6113" y="10115"/>
                      <a:pt x="6113" y="9976"/>
                    </a:cubicBezTo>
                    <a:cubicBezTo>
                      <a:pt x="6113" y="9976"/>
                      <a:pt x="6437" y="9835"/>
                      <a:pt x="6600" y="9835"/>
                    </a:cubicBezTo>
                    <a:cubicBezTo>
                      <a:pt x="6600" y="9835"/>
                      <a:pt x="6923" y="9976"/>
                      <a:pt x="6923" y="9835"/>
                    </a:cubicBezTo>
                    <a:lnTo>
                      <a:pt x="7085" y="9695"/>
                    </a:lnTo>
                    <a:cubicBezTo>
                      <a:pt x="7248" y="9695"/>
                      <a:pt x="7248" y="9557"/>
                      <a:pt x="7248" y="9557"/>
                    </a:cubicBezTo>
                    <a:cubicBezTo>
                      <a:pt x="7248" y="9417"/>
                      <a:pt x="7571" y="9276"/>
                      <a:pt x="7733" y="9276"/>
                    </a:cubicBezTo>
                    <a:lnTo>
                      <a:pt x="8057" y="9276"/>
                    </a:lnTo>
                    <a:cubicBezTo>
                      <a:pt x="8057" y="9417"/>
                      <a:pt x="8219" y="9417"/>
                      <a:pt x="8219" y="9417"/>
                    </a:cubicBezTo>
                    <a:cubicBezTo>
                      <a:pt x="8219" y="9136"/>
                      <a:pt x="8381" y="8996"/>
                      <a:pt x="8219" y="8996"/>
                    </a:cubicBezTo>
                    <a:cubicBezTo>
                      <a:pt x="8057" y="8996"/>
                      <a:pt x="7733" y="8856"/>
                      <a:pt x="7733" y="8576"/>
                    </a:cubicBezTo>
                    <a:cubicBezTo>
                      <a:pt x="7571" y="8298"/>
                      <a:pt x="7248" y="8158"/>
                      <a:pt x="7085" y="8017"/>
                    </a:cubicBezTo>
                    <a:cubicBezTo>
                      <a:pt x="7085" y="7738"/>
                      <a:pt x="6600" y="7878"/>
                      <a:pt x="6600" y="7738"/>
                    </a:cubicBezTo>
                    <a:cubicBezTo>
                      <a:pt x="6437" y="7598"/>
                      <a:pt x="6761" y="7598"/>
                      <a:pt x="6761" y="7458"/>
                    </a:cubicBezTo>
                    <a:cubicBezTo>
                      <a:pt x="6761" y="7318"/>
                      <a:pt x="7085" y="7318"/>
                      <a:pt x="7248" y="7318"/>
                    </a:cubicBezTo>
                    <a:lnTo>
                      <a:pt x="7248" y="6758"/>
                    </a:lnTo>
                    <a:cubicBezTo>
                      <a:pt x="7248" y="6479"/>
                      <a:pt x="7571" y="6340"/>
                      <a:pt x="7409" y="6200"/>
                    </a:cubicBezTo>
                    <a:cubicBezTo>
                      <a:pt x="7409" y="6200"/>
                      <a:pt x="7571" y="6059"/>
                      <a:pt x="7733" y="6059"/>
                    </a:cubicBezTo>
                    <a:cubicBezTo>
                      <a:pt x="7895" y="5919"/>
                      <a:pt x="7733" y="5639"/>
                      <a:pt x="7895" y="5498"/>
                    </a:cubicBezTo>
                    <a:cubicBezTo>
                      <a:pt x="8057" y="5359"/>
                      <a:pt x="8219" y="5080"/>
                      <a:pt x="8219" y="5080"/>
                    </a:cubicBezTo>
                    <a:cubicBezTo>
                      <a:pt x="8381" y="5080"/>
                      <a:pt x="8542" y="4940"/>
                      <a:pt x="8542" y="4800"/>
                    </a:cubicBezTo>
                    <a:cubicBezTo>
                      <a:pt x="8542" y="4660"/>
                      <a:pt x="8867" y="4521"/>
                      <a:pt x="8704" y="4240"/>
                    </a:cubicBezTo>
                    <a:cubicBezTo>
                      <a:pt x="8704" y="3962"/>
                      <a:pt x="8542" y="3681"/>
                      <a:pt x="8867" y="3541"/>
                    </a:cubicBezTo>
                    <a:cubicBezTo>
                      <a:pt x="9029" y="3262"/>
                      <a:pt x="9029" y="3121"/>
                      <a:pt x="9029" y="2983"/>
                    </a:cubicBezTo>
                    <a:cubicBezTo>
                      <a:pt x="9029" y="2843"/>
                      <a:pt x="9190" y="2843"/>
                      <a:pt x="9352" y="2703"/>
                    </a:cubicBezTo>
                    <a:cubicBezTo>
                      <a:pt x="9514" y="2703"/>
                      <a:pt x="9677" y="2563"/>
                      <a:pt x="10000" y="2283"/>
                    </a:cubicBezTo>
                    <a:cubicBezTo>
                      <a:pt x="9838" y="2144"/>
                      <a:pt x="9677" y="2003"/>
                      <a:pt x="9514" y="2003"/>
                    </a:cubicBezTo>
                    <a:cubicBezTo>
                      <a:pt x="9352" y="1863"/>
                      <a:pt x="9277" y="1493"/>
                      <a:pt x="9190" y="1164"/>
                    </a:cubicBezTo>
                    <a:cubicBezTo>
                      <a:pt x="9103" y="835"/>
                      <a:pt x="8989" y="171"/>
                      <a:pt x="8989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dirty="0"/>
              </a:p>
            </p:txBody>
          </p:sp>
          <p:sp>
            <p:nvSpPr>
              <p:cNvPr id="779" name="Freeform 49">
                <a:extLst>
                  <a:ext uri="{FF2B5EF4-FFF2-40B4-BE49-F238E27FC236}">
                    <a16:creationId xmlns:a16="http://schemas.microsoft.com/office/drawing/2014/main" id="{61D31FE9-F0A0-FE41-D963-D88CBF8A9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151" y="2965277"/>
                <a:ext cx="45961" cy="40553"/>
              </a:xfrm>
              <a:custGeom>
                <a:avLst/>
                <a:gdLst>
                  <a:gd name="T0" fmla="*/ 9 w 24"/>
                  <a:gd name="T1" fmla="*/ 3 h 21"/>
                  <a:gd name="T2" fmla="*/ 3 w 24"/>
                  <a:gd name="T3" fmla="*/ 12 h 21"/>
                  <a:gd name="T4" fmla="*/ 3 w 24"/>
                  <a:gd name="T5" fmla="*/ 21 h 21"/>
                  <a:gd name="T6" fmla="*/ 9 w 24"/>
                  <a:gd name="T7" fmla="*/ 21 h 21"/>
                  <a:gd name="T8" fmla="*/ 15 w 24"/>
                  <a:gd name="T9" fmla="*/ 21 h 21"/>
                  <a:gd name="T10" fmla="*/ 21 w 24"/>
                  <a:gd name="T11" fmla="*/ 18 h 21"/>
                  <a:gd name="T12" fmla="*/ 15 w 24"/>
                  <a:gd name="T13" fmla="*/ 15 h 21"/>
                  <a:gd name="T14" fmla="*/ 21 w 24"/>
                  <a:gd name="T15" fmla="*/ 9 h 21"/>
                  <a:gd name="T16" fmla="*/ 18 w 24"/>
                  <a:gd name="T17" fmla="*/ 3 h 21"/>
                  <a:gd name="T18" fmla="*/ 18 w 24"/>
                  <a:gd name="T19" fmla="*/ 0 h 21"/>
                  <a:gd name="T20" fmla="*/ 15 w 24"/>
                  <a:gd name="T21" fmla="*/ 3 h 21"/>
                  <a:gd name="T22" fmla="*/ 9 w 24"/>
                  <a:gd name="T23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" h="21">
                    <a:moveTo>
                      <a:pt x="9" y="3"/>
                    </a:moveTo>
                    <a:cubicBezTo>
                      <a:pt x="9" y="6"/>
                      <a:pt x="6" y="9"/>
                      <a:pt x="3" y="12"/>
                    </a:cubicBezTo>
                    <a:cubicBezTo>
                      <a:pt x="0" y="15"/>
                      <a:pt x="3" y="18"/>
                      <a:pt x="3" y="21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2" y="18"/>
                      <a:pt x="12" y="21"/>
                      <a:pt x="15" y="21"/>
                    </a:cubicBezTo>
                    <a:cubicBezTo>
                      <a:pt x="15" y="21"/>
                      <a:pt x="18" y="18"/>
                      <a:pt x="21" y="18"/>
                    </a:cubicBezTo>
                    <a:cubicBezTo>
                      <a:pt x="18" y="15"/>
                      <a:pt x="15" y="15"/>
                      <a:pt x="15" y="15"/>
                    </a:cubicBezTo>
                    <a:cubicBezTo>
                      <a:pt x="12" y="12"/>
                      <a:pt x="18" y="9"/>
                      <a:pt x="21" y="9"/>
                    </a:cubicBezTo>
                    <a:cubicBezTo>
                      <a:pt x="24" y="9"/>
                      <a:pt x="21" y="6"/>
                      <a:pt x="18" y="3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5" y="3"/>
                      <a:pt x="12" y="3"/>
                      <a:pt x="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0" name="Freeform 50">
                <a:extLst>
                  <a:ext uri="{FF2B5EF4-FFF2-40B4-BE49-F238E27FC236}">
                    <a16:creationId xmlns:a16="http://schemas.microsoft.com/office/drawing/2014/main" id="{A64ED608-2056-7096-8F19-640F10C41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3250" y="2850376"/>
                <a:ext cx="150048" cy="120308"/>
              </a:xfrm>
              <a:custGeom>
                <a:avLst/>
                <a:gdLst>
                  <a:gd name="T0" fmla="*/ 15 w 78"/>
                  <a:gd name="T1" fmla="*/ 9 h 63"/>
                  <a:gd name="T2" fmla="*/ 9 w 78"/>
                  <a:gd name="T3" fmla="*/ 15 h 63"/>
                  <a:gd name="T4" fmla="*/ 6 w 78"/>
                  <a:gd name="T5" fmla="*/ 27 h 63"/>
                  <a:gd name="T6" fmla="*/ 3 w 78"/>
                  <a:gd name="T7" fmla="*/ 42 h 63"/>
                  <a:gd name="T8" fmla="*/ 15 w 78"/>
                  <a:gd name="T9" fmla="*/ 42 h 63"/>
                  <a:gd name="T10" fmla="*/ 18 w 78"/>
                  <a:gd name="T11" fmla="*/ 39 h 63"/>
                  <a:gd name="T12" fmla="*/ 21 w 78"/>
                  <a:gd name="T13" fmla="*/ 36 h 63"/>
                  <a:gd name="T14" fmla="*/ 30 w 78"/>
                  <a:gd name="T15" fmla="*/ 39 h 63"/>
                  <a:gd name="T16" fmla="*/ 33 w 78"/>
                  <a:gd name="T17" fmla="*/ 39 h 63"/>
                  <a:gd name="T18" fmla="*/ 45 w 78"/>
                  <a:gd name="T19" fmla="*/ 39 h 63"/>
                  <a:gd name="T20" fmla="*/ 69 w 78"/>
                  <a:gd name="T21" fmla="*/ 63 h 63"/>
                  <a:gd name="T22" fmla="*/ 69 w 78"/>
                  <a:gd name="T23" fmla="*/ 63 h 63"/>
                  <a:gd name="T24" fmla="*/ 75 w 78"/>
                  <a:gd name="T25" fmla="*/ 63 h 63"/>
                  <a:gd name="T26" fmla="*/ 78 w 78"/>
                  <a:gd name="T27" fmla="*/ 60 h 63"/>
                  <a:gd name="T28" fmla="*/ 66 w 78"/>
                  <a:gd name="T29" fmla="*/ 48 h 63"/>
                  <a:gd name="T30" fmla="*/ 48 w 78"/>
                  <a:gd name="T31" fmla="*/ 36 h 63"/>
                  <a:gd name="T32" fmla="*/ 42 w 78"/>
                  <a:gd name="T33" fmla="*/ 27 h 63"/>
                  <a:gd name="T34" fmla="*/ 33 w 78"/>
                  <a:gd name="T35" fmla="*/ 12 h 63"/>
                  <a:gd name="T36" fmla="*/ 27 w 78"/>
                  <a:gd name="T37" fmla="*/ 0 h 63"/>
                  <a:gd name="T38" fmla="*/ 15 w 78"/>
                  <a:gd name="T39" fmla="*/ 9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8" h="63">
                    <a:moveTo>
                      <a:pt x="15" y="9"/>
                    </a:moveTo>
                    <a:cubicBezTo>
                      <a:pt x="12" y="12"/>
                      <a:pt x="9" y="12"/>
                      <a:pt x="9" y="15"/>
                    </a:cubicBezTo>
                    <a:cubicBezTo>
                      <a:pt x="9" y="18"/>
                      <a:pt x="9" y="21"/>
                      <a:pt x="6" y="27"/>
                    </a:cubicBezTo>
                    <a:cubicBezTo>
                      <a:pt x="0" y="30"/>
                      <a:pt x="3" y="36"/>
                      <a:pt x="3" y="42"/>
                    </a:cubicBezTo>
                    <a:cubicBezTo>
                      <a:pt x="9" y="42"/>
                      <a:pt x="12" y="42"/>
                      <a:pt x="15" y="42"/>
                    </a:cubicBezTo>
                    <a:cubicBezTo>
                      <a:pt x="15" y="45"/>
                      <a:pt x="15" y="42"/>
                      <a:pt x="18" y="39"/>
                    </a:cubicBezTo>
                    <a:cubicBezTo>
                      <a:pt x="18" y="36"/>
                      <a:pt x="21" y="36"/>
                      <a:pt x="21" y="36"/>
                    </a:cubicBezTo>
                    <a:cubicBezTo>
                      <a:pt x="24" y="39"/>
                      <a:pt x="27" y="42"/>
                      <a:pt x="30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6" y="42"/>
                      <a:pt x="42" y="39"/>
                      <a:pt x="45" y="39"/>
                    </a:cubicBezTo>
                    <a:cubicBezTo>
                      <a:pt x="48" y="39"/>
                      <a:pt x="69" y="63"/>
                      <a:pt x="69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72" y="63"/>
                      <a:pt x="75" y="63"/>
                      <a:pt x="75" y="63"/>
                    </a:cubicBezTo>
                    <a:cubicBezTo>
                      <a:pt x="75" y="63"/>
                      <a:pt x="75" y="63"/>
                      <a:pt x="78" y="60"/>
                    </a:cubicBezTo>
                    <a:cubicBezTo>
                      <a:pt x="75" y="57"/>
                      <a:pt x="72" y="54"/>
                      <a:pt x="66" y="48"/>
                    </a:cubicBezTo>
                    <a:cubicBezTo>
                      <a:pt x="60" y="39"/>
                      <a:pt x="51" y="36"/>
                      <a:pt x="48" y="36"/>
                    </a:cubicBezTo>
                    <a:cubicBezTo>
                      <a:pt x="45" y="36"/>
                      <a:pt x="42" y="27"/>
                      <a:pt x="42" y="27"/>
                    </a:cubicBezTo>
                    <a:cubicBezTo>
                      <a:pt x="39" y="27"/>
                      <a:pt x="33" y="18"/>
                      <a:pt x="33" y="12"/>
                    </a:cubicBezTo>
                    <a:cubicBezTo>
                      <a:pt x="33" y="9"/>
                      <a:pt x="30" y="3"/>
                      <a:pt x="27" y="0"/>
                    </a:cubicBezTo>
                    <a:cubicBezTo>
                      <a:pt x="21" y="6"/>
                      <a:pt x="18" y="9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1" name="Freeform 51">
                <a:extLst>
                  <a:ext uri="{FF2B5EF4-FFF2-40B4-BE49-F238E27FC236}">
                    <a16:creationId xmlns:a16="http://schemas.microsoft.com/office/drawing/2014/main" id="{E8756FE0-404E-5E3F-4F12-CD6A4FB8A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8902" y="2919317"/>
                <a:ext cx="327131" cy="252783"/>
              </a:xfrm>
              <a:custGeom>
                <a:avLst/>
                <a:gdLst>
                  <a:gd name="T0" fmla="*/ 12 w 171"/>
                  <a:gd name="T1" fmla="*/ 87 h 132"/>
                  <a:gd name="T2" fmla="*/ 24 w 171"/>
                  <a:gd name="T3" fmla="*/ 99 h 132"/>
                  <a:gd name="T4" fmla="*/ 33 w 171"/>
                  <a:gd name="T5" fmla="*/ 108 h 132"/>
                  <a:gd name="T6" fmla="*/ 33 w 171"/>
                  <a:gd name="T7" fmla="*/ 117 h 132"/>
                  <a:gd name="T8" fmla="*/ 36 w 171"/>
                  <a:gd name="T9" fmla="*/ 117 h 132"/>
                  <a:gd name="T10" fmla="*/ 48 w 171"/>
                  <a:gd name="T11" fmla="*/ 120 h 132"/>
                  <a:gd name="T12" fmla="*/ 60 w 171"/>
                  <a:gd name="T13" fmla="*/ 129 h 132"/>
                  <a:gd name="T14" fmla="*/ 75 w 171"/>
                  <a:gd name="T15" fmla="*/ 129 h 132"/>
                  <a:gd name="T16" fmla="*/ 81 w 171"/>
                  <a:gd name="T17" fmla="*/ 123 h 132"/>
                  <a:gd name="T18" fmla="*/ 93 w 171"/>
                  <a:gd name="T19" fmla="*/ 123 h 132"/>
                  <a:gd name="T20" fmla="*/ 96 w 171"/>
                  <a:gd name="T21" fmla="*/ 126 h 132"/>
                  <a:gd name="T22" fmla="*/ 102 w 171"/>
                  <a:gd name="T23" fmla="*/ 123 h 132"/>
                  <a:gd name="T24" fmla="*/ 111 w 171"/>
                  <a:gd name="T25" fmla="*/ 123 h 132"/>
                  <a:gd name="T26" fmla="*/ 126 w 171"/>
                  <a:gd name="T27" fmla="*/ 114 h 132"/>
                  <a:gd name="T28" fmla="*/ 138 w 171"/>
                  <a:gd name="T29" fmla="*/ 111 h 132"/>
                  <a:gd name="T30" fmla="*/ 168 w 171"/>
                  <a:gd name="T31" fmla="*/ 81 h 132"/>
                  <a:gd name="T32" fmla="*/ 165 w 171"/>
                  <a:gd name="T33" fmla="*/ 78 h 132"/>
                  <a:gd name="T34" fmla="*/ 150 w 171"/>
                  <a:gd name="T35" fmla="*/ 75 h 132"/>
                  <a:gd name="T36" fmla="*/ 126 w 171"/>
                  <a:gd name="T37" fmla="*/ 69 h 132"/>
                  <a:gd name="T38" fmla="*/ 120 w 171"/>
                  <a:gd name="T39" fmla="*/ 60 h 132"/>
                  <a:gd name="T40" fmla="*/ 111 w 171"/>
                  <a:gd name="T41" fmla="*/ 51 h 132"/>
                  <a:gd name="T42" fmla="*/ 114 w 171"/>
                  <a:gd name="T43" fmla="*/ 45 h 132"/>
                  <a:gd name="T44" fmla="*/ 108 w 171"/>
                  <a:gd name="T45" fmla="*/ 45 h 132"/>
                  <a:gd name="T46" fmla="*/ 102 w 171"/>
                  <a:gd name="T47" fmla="*/ 45 h 132"/>
                  <a:gd name="T48" fmla="*/ 102 w 171"/>
                  <a:gd name="T49" fmla="*/ 36 h 132"/>
                  <a:gd name="T50" fmla="*/ 108 w 171"/>
                  <a:gd name="T51" fmla="*/ 27 h 132"/>
                  <a:gd name="T52" fmla="*/ 84 w 171"/>
                  <a:gd name="T53" fmla="*/ 3 h 132"/>
                  <a:gd name="T54" fmla="*/ 72 w 171"/>
                  <a:gd name="T55" fmla="*/ 3 h 132"/>
                  <a:gd name="T56" fmla="*/ 69 w 171"/>
                  <a:gd name="T57" fmla="*/ 3 h 132"/>
                  <a:gd name="T58" fmla="*/ 60 w 171"/>
                  <a:gd name="T59" fmla="*/ 0 h 132"/>
                  <a:gd name="T60" fmla="*/ 57 w 171"/>
                  <a:gd name="T61" fmla="*/ 3 h 132"/>
                  <a:gd name="T62" fmla="*/ 54 w 171"/>
                  <a:gd name="T63" fmla="*/ 6 h 132"/>
                  <a:gd name="T64" fmla="*/ 42 w 171"/>
                  <a:gd name="T65" fmla="*/ 6 h 132"/>
                  <a:gd name="T66" fmla="*/ 42 w 171"/>
                  <a:gd name="T67" fmla="*/ 6 h 132"/>
                  <a:gd name="T68" fmla="*/ 39 w 171"/>
                  <a:gd name="T69" fmla="*/ 18 h 132"/>
                  <a:gd name="T70" fmla="*/ 33 w 171"/>
                  <a:gd name="T71" fmla="*/ 24 h 132"/>
                  <a:gd name="T72" fmla="*/ 27 w 171"/>
                  <a:gd name="T73" fmla="*/ 33 h 132"/>
                  <a:gd name="T74" fmla="*/ 24 w 171"/>
                  <a:gd name="T75" fmla="*/ 45 h 132"/>
                  <a:gd name="T76" fmla="*/ 18 w 171"/>
                  <a:gd name="T77" fmla="*/ 48 h 132"/>
                  <a:gd name="T78" fmla="*/ 15 w 171"/>
                  <a:gd name="T79" fmla="*/ 60 h 132"/>
                  <a:gd name="T80" fmla="*/ 15 w 171"/>
                  <a:gd name="T81" fmla="*/ 72 h 132"/>
                  <a:gd name="T82" fmla="*/ 6 w 171"/>
                  <a:gd name="T83" fmla="*/ 75 h 132"/>
                  <a:gd name="T84" fmla="*/ 3 w 171"/>
                  <a:gd name="T85" fmla="*/ 81 h 132"/>
                  <a:gd name="T86" fmla="*/ 12 w 171"/>
                  <a:gd name="T87" fmla="*/ 87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71" h="132">
                    <a:moveTo>
                      <a:pt x="12" y="87"/>
                    </a:moveTo>
                    <a:cubicBezTo>
                      <a:pt x="15" y="90"/>
                      <a:pt x="21" y="93"/>
                      <a:pt x="24" y="99"/>
                    </a:cubicBezTo>
                    <a:cubicBezTo>
                      <a:pt x="24" y="105"/>
                      <a:pt x="30" y="108"/>
                      <a:pt x="33" y="108"/>
                    </a:cubicBezTo>
                    <a:cubicBezTo>
                      <a:pt x="36" y="108"/>
                      <a:pt x="33" y="111"/>
                      <a:pt x="33" y="117"/>
                    </a:cubicBezTo>
                    <a:cubicBezTo>
                      <a:pt x="36" y="117"/>
                      <a:pt x="36" y="117"/>
                      <a:pt x="36" y="117"/>
                    </a:cubicBezTo>
                    <a:cubicBezTo>
                      <a:pt x="39" y="120"/>
                      <a:pt x="45" y="117"/>
                      <a:pt x="48" y="120"/>
                    </a:cubicBezTo>
                    <a:cubicBezTo>
                      <a:pt x="51" y="123"/>
                      <a:pt x="60" y="129"/>
                      <a:pt x="60" y="129"/>
                    </a:cubicBezTo>
                    <a:cubicBezTo>
                      <a:pt x="63" y="129"/>
                      <a:pt x="72" y="129"/>
                      <a:pt x="75" y="129"/>
                    </a:cubicBezTo>
                    <a:cubicBezTo>
                      <a:pt x="75" y="132"/>
                      <a:pt x="78" y="126"/>
                      <a:pt x="81" y="123"/>
                    </a:cubicBezTo>
                    <a:cubicBezTo>
                      <a:pt x="87" y="123"/>
                      <a:pt x="90" y="120"/>
                      <a:pt x="93" y="123"/>
                    </a:cubicBezTo>
                    <a:cubicBezTo>
                      <a:pt x="96" y="126"/>
                      <a:pt x="96" y="126"/>
                      <a:pt x="96" y="126"/>
                    </a:cubicBezTo>
                    <a:cubicBezTo>
                      <a:pt x="99" y="123"/>
                      <a:pt x="99" y="123"/>
                      <a:pt x="102" y="123"/>
                    </a:cubicBezTo>
                    <a:cubicBezTo>
                      <a:pt x="105" y="123"/>
                      <a:pt x="111" y="120"/>
                      <a:pt x="111" y="123"/>
                    </a:cubicBezTo>
                    <a:cubicBezTo>
                      <a:pt x="114" y="123"/>
                      <a:pt x="120" y="114"/>
                      <a:pt x="126" y="114"/>
                    </a:cubicBezTo>
                    <a:cubicBezTo>
                      <a:pt x="135" y="114"/>
                      <a:pt x="135" y="114"/>
                      <a:pt x="138" y="111"/>
                    </a:cubicBezTo>
                    <a:cubicBezTo>
                      <a:pt x="141" y="108"/>
                      <a:pt x="168" y="84"/>
                      <a:pt x="168" y="81"/>
                    </a:cubicBezTo>
                    <a:cubicBezTo>
                      <a:pt x="171" y="81"/>
                      <a:pt x="168" y="78"/>
                      <a:pt x="165" y="78"/>
                    </a:cubicBezTo>
                    <a:cubicBezTo>
                      <a:pt x="162" y="78"/>
                      <a:pt x="159" y="78"/>
                      <a:pt x="150" y="75"/>
                    </a:cubicBezTo>
                    <a:cubicBezTo>
                      <a:pt x="141" y="72"/>
                      <a:pt x="129" y="69"/>
                      <a:pt x="126" y="69"/>
                    </a:cubicBezTo>
                    <a:cubicBezTo>
                      <a:pt x="126" y="66"/>
                      <a:pt x="120" y="63"/>
                      <a:pt x="120" y="60"/>
                    </a:cubicBezTo>
                    <a:cubicBezTo>
                      <a:pt x="117" y="60"/>
                      <a:pt x="114" y="54"/>
                      <a:pt x="111" y="51"/>
                    </a:cubicBezTo>
                    <a:cubicBezTo>
                      <a:pt x="111" y="51"/>
                      <a:pt x="114" y="48"/>
                      <a:pt x="114" y="45"/>
                    </a:cubicBezTo>
                    <a:cubicBezTo>
                      <a:pt x="111" y="45"/>
                      <a:pt x="111" y="42"/>
                      <a:pt x="108" y="45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2" y="42"/>
                      <a:pt x="99" y="39"/>
                      <a:pt x="102" y="36"/>
                    </a:cubicBezTo>
                    <a:cubicBezTo>
                      <a:pt x="105" y="33"/>
                      <a:pt x="108" y="27"/>
                      <a:pt x="108" y="27"/>
                    </a:cubicBezTo>
                    <a:cubicBezTo>
                      <a:pt x="108" y="27"/>
                      <a:pt x="87" y="3"/>
                      <a:pt x="84" y="3"/>
                    </a:cubicBezTo>
                    <a:cubicBezTo>
                      <a:pt x="81" y="3"/>
                      <a:pt x="75" y="6"/>
                      <a:pt x="72" y="3"/>
                    </a:cubicBezTo>
                    <a:cubicBezTo>
                      <a:pt x="72" y="3"/>
                      <a:pt x="72" y="3"/>
                      <a:pt x="69" y="3"/>
                    </a:cubicBezTo>
                    <a:cubicBezTo>
                      <a:pt x="66" y="6"/>
                      <a:pt x="63" y="3"/>
                      <a:pt x="60" y="0"/>
                    </a:cubicBezTo>
                    <a:cubicBezTo>
                      <a:pt x="60" y="0"/>
                      <a:pt x="57" y="0"/>
                      <a:pt x="57" y="3"/>
                    </a:cubicBezTo>
                    <a:cubicBezTo>
                      <a:pt x="54" y="6"/>
                      <a:pt x="54" y="9"/>
                      <a:pt x="54" y="6"/>
                    </a:cubicBezTo>
                    <a:cubicBezTo>
                      <a:pt x="51" y="6"/>
                      <a:pt x="48" y="6"/>
                      <a:pt x="42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5" y="12"/>
                      <a:pt x="39" y="15"/>
                      <a:pt x="39" y="18"/>
                    </a:cubicBezTo>
                    <a:cubicBezTo>
                      <a:pt x="39" y="21"/>
                      <a:pt x="36" y="24"/>
                      <a:pt x="33" y="24"/>
                    </a:cubicBezTo>
                    <a:cubicBezTo>
                      <a:pt x="33" y="24"/>
                      <a:pt x="30" y="30"/>
                      <a:pt x="27" y="33"/>
                    </a:cubicBezTo>
                    <a:cubicBezTo>
                      <a:pt x="24" y="36"/>
                      <a:pt x="27" y="42"/>
                      <a:pt x="24" y="45"/>
                    </a:cubicBezTo>
                    <a:cubicBezTo>
                      <a:pt x="21" y="45"/>
                      <a:pt x="18" y="48"/>
                      <a:pt x="18" y="48"/>
                    </a:cubicBezTo>
                    <a:cubicBezTo>
                      <a:pt x="21" y="51"/>
                      <a:pt x="15" y="54"/>
                      <a:pt x="15" y="60"/>
                    </a:cubicBezTo>
                    <a:cubicBezTo>
                      <a:pt x="15" y="63"/>
                      <a:pt x="15" y="72"/>
                      <a:pt x="15" y="72"/>
                    </a:cubicBezTo>
                    <a:cubicBezTo>
                      <a:pt x="12" y="72"/>
                      <a:pt x="6" y="72"/>
                      <a:pt x="6" y="75"/>
                    </a:cubicBezTo>
                    <a:cubicBezTo>
                      <a:pt x="6" y="78"/>
                      <a:pt x="0" y="78"/>
                      <a:pt x="3" y="81"/>
                    </a:cubicBezTo>
                    <a:cubicBezTo>
                      <a:pt x="3" y="84"/>
                      <a:pt x="12" y="81"/>
                      <a:pt x="12" y="8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2" name="Freeform 52">
                <a:extLst>
                  <a:ext uri="{FF2B5EF4-FFF2-40B4-BE49-F238E27FC236}">
                    <a16:creationId xmlns:a16="http://schemas.microsoft.com/office/drawing/2014/main" id="{21535CEE-295A-F86B-D0CA-193DE023D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269" y="2454304"/>
                <a:ext cx="35146" cy="39202"/>
              </a:xfrm>
              <a:custGeom>
                <a:avLst/>
                <a:gdLst>
                  <a:gd name="T0" fmla="*/ 15 w 18"/>
                  <a:gd name="T1" fmla="*/ 9 h 21"/>
                  <a:gd name="T2" fmla="*/ 9 w 18"/>
                  <a:gd name="T3" fmla="*/ 0 h 21"/>
                  <a:gd name="T4" fmla="*/ 9 w 18"/>
                  <a:gd name="T5" fmla="*/ 3 h 21"/>
                  <a:gd name="T6" fmla="*/ 0 w 18"/>
                  <a:gd name="T7" fmla="*/ 18 h 21"/>
                  <a:gd name="T8" fmla="*/ 6 w 18"/>
                  <a:gd name="T9" fmla="*/ 21 h 21"/>
                  <a:gd name="T10" fmla="*/ 15 w 18"/>
                  <a:gd name="T11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" h="21">
                    <a:moveTo>
                      <a:pt x="15" y="9"/>
                    </a:moveTo>
                    <a:cubicBezTo>
                      <a:pt x="18" y="9"/>
                      <a:pt x="18" y="0"/>
                      <a:pt x="9" y="0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6"/>
                      <a:pt x="3" y="12"/>
                      <a:pt x="0" y="18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9" y="18"/>
                      <a:pt x="12" y="12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3" name="Freeform 53">
                <a:extLst>
                  <a:ext uri="{FF2B5EF4-FFF2-40B4-BE49-F238E27FC236}">
                    <a16:creationId xmlns:a16="http://schemas.microsoft.com/office/drawing/2014/main" id="{6C95210B-3BFA-E1A3-2306-2A3723834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2435" y="2396178"/>
                <a:ext cx="148696" cy="114901"/>
              </a:xfrm>
              <a:custGeom>
                <a:avLst/>
                <a:gdLst>
                  <a:gd name="T0" fmla="*/ 9 w 78"/>
                  <a:gd name="T1" fmla="*/ 39 h 60"/>
                  <a:gd name="T2" fmla="*/ 0 w 78"/>
                  <a:gd name="T3" fmla="*/ 51 h 60"/>
                  <a:gd name="T4" fmla="*/ 0 w 78"/>
                  <a:gd name="T5" fmla="*/ 51 h 60"/>
                  <a:gd name="T6" fmla="*/ 3 w 78"/>
                  <a:gd name="T7" fmla="*/ 57 h 60"/>
                  <a:gd name="T8" fmla="*/ 12 w 78"/>
                  <a:gd name="T9" fmla="*/ 60 h 60"/>
                  <a:gd name="T10" fmla="*/ 24 w 78"/>
                  <a:gd name="T11" fmla="*/ 54 h 60"/>
                  <a:gd name="T12" fmla="*/ 60 w 78"/>
                  <a:gd name="T13" fmla="*/ 36 h 60"/>
                  <a:gd name="T14" fmla="*/ 63 w 78"/>
                  <a:gd name="T15" fmla="*/ 30 h 60"/>
                  <a:gd name="T16" fmla="*/ 66 w 78"/>
                  <a:gd name="T17" fmla="*/ 21 h 60"/>
                  <a:gd name="T18" fmla="*/ 63 w 78"/>
                  <a:gd name="T19" fmla="*/ 12 h 60"/>
                  <a:gd name="T20" fmla="*/ 72 w 78"/>
                  <a:gd name="T21" fmla="*/ 6 h 60"/>
                  <a:gd name="T22" fmla="*/ 78 w 78"/>
                  <a:gd name="T23" fmla="*/ 0 h 60"/>
                  <a:gd name="T24" fmla="*/ 72 w 78"/>
                  <a:gd name="T25" fmla="*/ 0 h 60"/>
                  <a:gd name="T26" fmla="*/ 60 w 78"/>
                  <a:gd name="T27" fmla="*/ 0 h 60"/>
                  <a:gd name="T28" fmla="*/ 45 w 78"/>
                  <a:gd name="T29" fmla="*/ 6 h 60"/>
                  <a:gd name="T30" fmla="*/ 33 w 78"/>
                  <a:gd name="T31" fmla="*/ 6 h 60"/>
                  <a:gd name="T32" fmla="*/ 27 w 78"/>
                  <a:gd name="T33" fmla="*/ 6 h 60"/>
                  <a:gd name="T34" fmla="*/ 15 w 78"/>
                  <a:gd name="T35" fmla="*/ 6 h 60"/>
                  <a:gd name="T36" fmla="*/ 12 w 78"/>
                  <a:gd name="T37" fmla="*/ 9 h 60"/>
                  <a:gd name="T38" fmla="*/ 3 w 78"/>
                  <a:gd name="T39" fmla="*/ 18 h 60"/>
                  <a:gd name="T40" fmla="*/ 3 w 78"/>
                  <a:gd name="T41" fmla="*/ 24 h 60"/>
                  <a:gd name="T42" fmla="*/ 3 w 78"/>
                  <a:gd name="T43" fmla="*/ 30 h 60"/>
                  <a:gd name="T44" fmla="*/ 9 w 78"/>
                  <a:gd name="T45" fmla="*/ 39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60">
                    <a:moveTo>
                      <a:pt x="9" y="39"/>
                    </a:moveTo>
                    <a:cubicBezTo>
                      <a:pt x="6" y="42"/>
                      <a:pt x="3" y="48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57"/>
                      <a:pt x="3" y="57"/>
                      <a:pt x="3" y="57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21" y="57"/>
                      <a:pt x="24" y="54"/>
                    </a:cubicBezTo>
                    <a:cubicBezTo>
                      <a:pt x="27" y="54"/>
                      <a:pt x="60" y="36"/>
                      <a:pt x="60" y="36"/>
                    </a:cubicBezTo>
                    <a:cubicBezTo>
                      <a:pt x="60" y="36"/>
                      <a:pt x="66" y="30"/>
                      <a:pt x="63" y="30"/>
                    </a:cubicBezTo>
                    <a:cubicBezTo>
                      <a:pt x="63" y="27"/>
                      <a:pt x="63" y="24"/>
                      <a:pt x="66" y="21"/>
                    </a:cubicBezTo>
                    <a:cubicBezTo>
                      <a:pt x="66" y="18"/>
                      <a:pt x="63" y="15"/>
                      <a:pt x="63" y="12"/>
                    </a:cubicBezTo>
                    <a:cubicBezTo>
                      <a:pt x="66" y="6"/>
                      <a:pt x="72" y="6"/>
                      <a:pt x="72" y="6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69" y="3"/>
                      <a:pt x="60" y="0"/>
                    </a:cubicBezTo>
                    <a:cubicBezTo>
                      <a:pt x="54" y="0"/>
                      <a:pt x="54" y="6"/>
                      <a:pt x="45" y="6"/>
                    </a:cubicBezTo>
                    <a:cubicBezTo>
                      <a:pt x="39" y="6"/>
                      <a:pt x="36" y="6"/>
                      <a:pt x="33" y="6"/>
                    </a:cubicBezTo>
                    <a:cubicBezTo>
                      <a:pt x="30" y="3"/>
                      <a:pt x="30" y="3"/>
                      <a:pt x="27" y="6"/>
                    </a:cubicBezTo>
                    <a:cubicBezTo>
                      <a:pt x="21" y="9"/>
                      <a:pt x="18" y="9"/>
                      <a:pt x="15" y="6"/>
                    </a:cubicBezTo>
                    <a:cubicBezTo>
                      <a:pt x="12" y="6"/>
                      <a:pt x="12" y="6"/>
                      <a:pt x="12" y="9"/>
                    </a:cubicBezTo>
                    <a:cubicBezTo>
                      <a:pt x="12" y="12"/>
                      <a:pt x="12" y="15"/>
                      <a:pt x="3" y="18"/>
                    </a:cubicBezTo>
                    <a:cubicBezTo>
                      <a:pt x="3" y="18"/>
                      <a:pt x="3" y="21"/>
                      <a:pt x="3" y="24"/>
                    </a:cubicBezTo>
                    <a:cubicBezTo>
                      <a:pt x="6" y="24"/>
                      <a:pt x="3" y="27"/>
                      <a:pt x="3" y="30"/>
                    </a:cubicBezTo>
                    <a:cubicBezTo>
                      <a:pt x="12" y="30"/>
                      <a:pt x="12" y="39"/>
                      <a:pt x="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4" name="Freeform 54">
                <a:extLst>
                  <a:ext uri="{FF2B5EF4-FFF2-40B4-BE49-F238E27FC236}">
                    <a16:creationId xmlns:a16="http://schemas.microsoft.com/office/drawing/2014/main" id="{93ADEFD6-F5F2-53AD-73D0-14A8155EC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944" y="2367790"/>
                <a:ext cx="85162" cy="102735"/>
              </a:xfrm>
              <a:custGeom>
                <a:avLst/>
                <a:gdLst>
                  <a:gd name="T0" fmla="*/ 12 w 45"/>
                  <a:gd name="T1" fmla="*/ 6 h 54"/>
                  <a:gd name="T2" fmla="*/ 6 w 45"/>
                  <a:gd name="T3" fmla="*/ 9 h 54"/>
                  <a:gd name="T4" fmla="*/ 9 w 45"/>
                  <a:gd name="T5" fmla="*/ 15 h 54"/>
                  <a:gd name="T6" fmla="*/ 9 w 45"/>
                  <a:gd name="T7" fmla="*/ 21 h 54"/>
                  <a:gd name="T8" fmla="*/ 6 w 45"/>
                  <a:gd name="T9" fmla="*/ 30 h 54"/>
                  <a:gd name="T10" fmla="*/ 3 w 45"/>
                  <a:gd name="T11" fmla="*/ 45 h 54"/>
                  <a:gd name="T12" fmla="*/ 6 w 45"/>
                  <a:gd name="T13" fmla="*/ 51 h 54"/>
                  <a:gd name="T14" fmla="*/ 27 w 45"/>
                  <a:gd name="T15" fmla="*/ 45 h 54"/>
                  <a:gd name="T16" fmla="*/ 39 w 45"/>
                  <a:gd name="T17" fmla="*/ 42 h 54"/>
                  <a:gd name="T18" fmla="*/ 42 w 45"/>
                  <a:gd name="T19" fmla="*/ 36 h 54"/>
                  <a:gd name="T20" fmla="*/ 39 w 45"/>
                  <a:gd name="T21" fmla="*/ 21 h 54"/>
                  <a:gd name="T22" fmla="*/ 27 w 45"/>
                  <a:gd name="T23" fmla="*/ 0 h 54"/>
                  <a:gd name="T24" fmla="*/ 21 w 45"/>
                  <a:gd name="T25" fmla="*/ 3 h 54"/>
                  <a:gd name="T26" fmla="*/ 12 w 45"/>
                  <a:gd name="T27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5" h="54">
                    <a:moveTo>
                      <a:pt x="12" y="6"/>
                    </a:moveTo>
                    <a:cubicBezTo>
                      <a:pt x="6" y="9"/>
                      <a:pt x="6" y="9"/>
                      <a:pt x="6" y="9"/>
                    </a:cubicBezTo>
                    <a:cubicBezTo>
                      <a:pt x="6" y="12"/>
                      <a:pt x="6" y="15"/>
                      <a:pt x="9" y="15"/>
                    </a:cubicBezTo>
                    <a:cubicBezTo>
                      <a:pt x="12" y="15"/>
                      <a:pt x="12" y="21"/>
                      <a:pt x="9" y="21"/>
                    </a:cubicBezTo>
                    <a:cubicBezTo>
                      <a:pt x="3" y="21"/>
                      <a:pt x="3" y="27"/>
                      <a:pt x="6" y="30"/>
                    </a:cubicBezTo>
                    <a:cubicBezTo>
                      <a:pt x="12" y="36"/>
                      <a:pt x="0" y="42"/>
                      <a:pt x="3" y="45"/>
                    </a:cubicBezTo>
                    <a:cubicBezTo>
                      <a:pt x="6" y="48"/>
                      <a:pt x="3" y="51"/>
                      <a:pt x="6" y="51"/>
                    </a:cubicBezTo>
                    <a:cubicBezTo>
                      <a:pt x="6" y="54"/>
                      <a:pt x="21" y="51"/>
                      <a:pt x="27" y="45"/>
                    </a:cubicBezTo>
                    <a:cubicBezTo>
                      <a:pt x="33" y="39"/>
                      <a:pt x="36" y="39"/>
                      <a:pt x="39" y="42"/>
                    </a:cubicBezTo>
                    <a:cubicBezTo>
                      <a:pt x="42" y="42"/>
                      <a:pt x="45" y="39"/>
                      <a:pt x="42" y="36"/>
                    </a:cubicBezTo>
                    <a:cubicBezTo>
                      <a:pt x="42" y="33"/>
                      <a:pt x="39" y="27"/>
                      <a:pt x="39" y="21"/>
                    </a:cubicBezTo>
                    <a:cubicBezTo>
                      <a:pt x="39" y="15"/>
                      <a:pt x="33" y="6"/>
                      <a:pt x="27" y="0"/>
                    </a:cubicBezTo>
                    <a:cubicBezTo>
                      <a:pt x="27" y="3"/>
                      <a:pt x="24" y="3"/>
                      <a:pt x="21" y="3"/>
                    </a:cubicBezTo>
                    <a:cubicBezTo>
                      <a:pt x="18" y="3"/>
                      <a:pt x="12" y="3"/>
                      <a:pt x="1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5" name="Freeform 55">
                <a:extLst>
                  <a:ext uri="{FF2B5EF4-FFF2-40B4-BE49-F238E27FC236}">
                    <a16:creationId xmlns:a16="http://schemas.microsoft.com/office/drawing/2014/main" id="{FA40E1EA-75F6-3389-F9CA-C9BB9B188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875" y="2654368"/>
                <a:ext cx="97328" cy="132474"/>
              </a:xfrm>
              <a:custGeom>
                <a:avLst/>
                <a:gdLst>
                  <a:gd name="T0" fmla="*/ 51 w 51"/>
                  <a:gd name="T1" fmla="*/ 57 h 69"/>
                  <a:gd name="T2" fmla="*/ 45 w 51"/>
                  <a:gd name="T3" fmla="*/ 36 h 69"/>
                  <a:gd name="T4" fmla="*/ 36 w 51"/>
                  <a:gd name="T5" fmla="*/ 45 h 69"/>
                  <a:gd name="T6" fmla="*/ 39 w 51"/>
                  <a:gd name="T7" fmla="*/ 33 h 69"/>
                  <a:gd name="T8" fmla="*/ 48 w 51"/>
                  <a:gd name="T9" fmla="*/ 21 h 69"/>
                  <a:gd name="T10" fmla="*/ 39 w 51"/>
                  <a:gd name="T11" fmla="*/ 18 h 69"/>
                  <a:gd name="T12" fmla="*/ 27 w 51"/>
                  <a:gd name="T13" fmla="*/ 18 h 69"/>
                  <a:gd name="T14" fmla="*/ 21 w 51"/>
                  <a:gd name="T15" fmla="*/ 12 h 69"/>
                  <a:gd name="T16" fmla="*/ 12 w 51"/>
                  <a:gd name="T17" fmla="*/ 6 h 69"/>
                  <a:gd name="T18" fmla="*/ 3 w 51"/>
                  <a:gd name="T19" fmla="*/ 6 h 69"/>
                  <a:gd name="T20" fmla="*/ 12 w 51"/>
                  <a:gd name="T21" fmla="*/ 15 h 69"/>
                  <a:gd name="T22" fmla="*/ 6 w 51"/>
                  <a:gd name="T23" fmla="*/ 21 h 69"/>
                  <a:gd name="T24" fmla="*/ 9 w 51"/>
                  <a:gd name="T25" fmla="*/ 39 h 69"/>
                  <a:gd name="T26" fmla="*/ 12 w 51"/>
                  <a:gd name="T27" fmla="*/ 57 h 69"/>
                  <a:gd name="T28" fmla="*/ 18 w 51"/>
                  <a:gd name="T29" fmla="*/ 57 h 69"/>
                  <a:gd name="T30" fmla="*/ 27 w 51"/>
                  <a:gd name="T31" fmla="*/ 51 h 69"/>
                  <a:gd name="T32" fmla="*/ 36 w 51"/>
                  <a:gd name="T33" fmla="*/ 48 h 69"/>
                  <a:gd name="T34" fmla="*/ 42 w 51"/>
                  <a:gd name="T35" fmla="*/ 63 h 69"/>
                  <a:gd name="T36" fmla="*/ 42 w 51"/>
                  <a:gd name="T37" fmla="*/ 69 h 69"/>
                  <a:gd name="T38" fmla="*/ 48 w 51"/>
                  <a:gd name="T39" fmla="*/ 63 h 69"/>
                  <a:gd name="T40" fmla="*/ 51 w 51"/>
                  <a:gd name="T41" fmla="*/ 5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1" h="69">
                    <a:moveTo>
                      <a:pt x="51" y="57"/>
                    </a:moveTo>
                    <a:cubicBezTo>
                      <a:pt x="48" y="45"/>
                      <a:pt x="48" y="36"/>
                      <a:pt x="45" y="36"/>
                    </a:cubicBezTo>
                    <a:cubicBezTo>
                      <a:pt x="45" y="36"/>
                      <a:pt x="42" y="45"/>
                      <a:pt x="36" y="45"/>
                    </a:cubicBezTo>
                    <a:cubicBezTo>
                      <a:pt x="33" y="42"/>
                      <a:pt x="33" y="33"/>
                      <a:pt x="39" y="33"/>
                    </a:cubicBezTo>
                    <a:cubicBezTo>
                      <a:pt x="42" y="33"/>
                      <a:pt x="48" y="24"/>
                      <a:pt x="48" y="21"/>
                    </a:cubicBezTo>
                    <a:cubicBezTo>
                      <a:pt x="48" y="18"/>
                      <a:pt x="42" y="18"/>
                      <a:pt x="39" y="18"/>
                    </a:cubicBezTo>
                    <a:cubicBezTo>
                      <a:pt x="36" y="18"/>
                      <a:pt x="27" y="18"/>
                      <a:pt x="27" y="18"/>
                    </a:cubicBezTo>
                    <a:cubicBezTo>
                      <a:pt x="27" y="18"/>
                      <a:pt x="21" y="15"/>
                      <a:pt x="21" y="12"/>
                    </a:cubicBezTo>
                    <a:cubicBezTo>
                      <a:pt x="21" y="9"/>
                      <a:pt x="18" y="6"/>
                      <a:pt x="12" y="6"/>
                    </a:cubicBezTo>
                    <a:cubicBezTo>
                      <a:pt x="9" y="6"/>
                      <a:pt x="9" y="0"/>
                      <a:pt x="3" y="6"/>
                    </a:cubicBezTo>
                    <a:cubicBezTo>
                      <a:pt x="0" y="12"/>
                      <a:pt x="12" y="12"/>
                      <a:pt x="12" y="15"/>
                    </a:cubicBezTo>
                    <a:cubicBezTo>
                      <a:pt x="9" y="21"/>
                      <a:pt x="6" y="18"/>
                      <a:pt x="6" y="21"/>
                    </a:cubicBezTo>
                    <a:cubicBezTo>
                      <a:pt x="3" y="24"/>
                      <a:pt x="6" y="33"/>
                      <a:pt x="9" y="39"/>
                    </a:cubicBezTo>
                    <a:cubicBezTo>
                      <a:pt x="9" y="42"/>
                      <a:pt x="12" y="51"/>
                      <a:pt x="12" y="57"/>
                    </a:cubicBezTo>
                    <a:cubicBezTo>
                      <a:pt x="15" y="57"/>
                      <a:pt x="15" y="57"/>
                      <a:pt x="18" y="57"/>
                    </a:cubicBezTo>
                    <a:cubicBezTo>
                      <a:pt x="24" y="57"/>
                      <a:pt x="27" y="57"/>
                      <a:pt x="27" y="51"/>
                    </a:cubicBezTo>
                    <a:cubicBezTo>
                      <a:pt x="30" y="48"/>
                      <a:pt x="33" y="45"/>
                      <a:pt x="36" y="48"/>
                    </a:cubicBezTo>
                    <a:cubicBezTo>
                      <a:pt x="36" y="48"/>
                      <a:pt x="42" y="57"/>
                      <a:pt x="42" y="63"/>
                    </a:cubicBezTo>
                    <a:cubicBezTo>
                      <a:pt x="42" y="63"/>
                      <a:pt x="42" y="66"/>
                      <a:pt x="42" y="69"/>
                    </a:cubicBezTo>
                    <a:cubicBezTo>
                      <a:pt x="45" y="66"/>
                      <a:pt x="48" y="63"/>
                      <a:pt x="48" y="63"/>
                    </a:cubicBezTo>
                    <a:cubicBezTo>
                      <a:pt x="48" y="63"/>
                      <a:pt x="48" y="60"/>
                      <a:pt x="51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6" name="Freeform 56">
                <a:extLst>
                  <a:ext uri="{FF2B5EF4-FFF2-40B4-BE49-F238E27FC236}">
                    <a16:creationId xmlns:a16="http://schemas.microsoft.com/office/drawing/2014/main" id="{D3431F54-9BDC-3168-D80D-622CA6249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3875" y="1998755"/>
                <a:ext cx="678594" cy="293336"/>
              </a:xfrm>
              <a:custGeom>
                <a:avLst/>
                <a:gdLst>
                  <a:gd name="T0" fmla="*/ 330 w 354"/>
                  <a:gd name="T1" fmla="*/ 63 h 153"/>
                  <a:gd name="T2" fmla="*/ 306 w 354"/>
                  <a:gd name="T3" fmla="*/ 63 h 153"/>
                  <a:gd name="T4" fmla="*/ 309 w 354"/>
                  <a:gd name="T5" fmla="*/ 51 h 153"/>
                  <a:gd name="T6" fmla="*/ 309 w 354"/>
                  <a:gd name="T7" fmla="*/ 33 h 153"/>
                  <a:gd name="T8" fmla="*/ 285 w 354"/>
                  <a:gd name="T9" fmla="*/ 30 h 153"/>
                  <a:gd name="T10" fmla="*/ 267 w 354"/>
                  <a:gd name="T11" fmla="*/ 39 h 153"/>
                  <a:gd name="T12" fmla="*/ 237 w 354"/>
                  <a:gd name="T13" fmla="*/ 42 h 153"/>
                  <a:gd name="T14" fmla="*/ 219 w 354"/>
                  <a:gd name="T15" fmla="*/ 33 h 153"/>
                  <a:gd name="T16" fmla="*/ 201 w 354"/>
                  <a:gd name="T17" fmla="*/ 27 h 153"/>
                  <a:gd name="T18" fmla="*/ 180 w 354"/>
                  <a:gd name="T19" fmla="*/ 27 h 153"/>
                  <a:gd name="T20" fmla="*/ 162 w 354"/>
                  <a:gd name="T21" fmla="*/ 27 h 153"/>
                  <a:gd name="T22" fmla="*/ 153 w 354"/>
                  <a:gd name="T23" fmla="*/ 12 h 153"/>
                  <a:gd name="T24" fmla="*/ 132 w 354"/>
                  <a:gd name="T25" fmla="*/ 6 h 153"/>
                  <a:gd name="T26" fmla="*/ 117 w 354"/>
                  <a:gd name="T27" fmla="*/ 0 h 153"/>
                  <a:gd name="T28" fmla="*/ 108 w 354"/>
                  <a:gd name="T29" fmla="*/ 9 h 153"/>
                  <a:gd name="T30" fmla="*/ 108 w 354"/>
                  <a:gd name="T31" fmla="*/ 24 h 153"/>
                  <a:gd name="T32" fmla="*/ 99 w 354"/>
                  <a:gd name="T33" fmla="*/ 33 h 153"/>
                  <a:gd name="T34" fmla="*/ 81 w 354"/>
                  <a:gd name="T35" fmla="*/ 33 h 153"/>
                  <a:gd name="T36" fmla="*/ 69 w 354"/>
                  <a:gd name="T37" fmla="*/ 21 h 153"/>
                  <a:gd name="T38" fmla="*/ 45 w 354"/>
                  <a:gd name="T39" fmla="*/ 21 h 153"/>
                  <a:gd name="T40" fmla="*/ 30 w 354"/>
                  <a:gd name="T41" fmla="*/ 30 h 153"/>
                  <a:gd name="T42" fmla="*/ 9 w 354"/>
                  <a:gd name="T43" fmla="*/ 39 h 153"/>
                  <a:gd name="T44" fmla="*/ 0 w 354"/>
                  <a:gd name="T45" fmla="*/ 42 h 153"/>
                  <a:gd name="T46" fmla="*/ 9 w 354"/>
                  <a:gd name="T47" fmla="*/ 54 h 153"/>
                  <a:gd name="T48" fmla="*/ 30 w 354"/>
                  <a:gd name="T49" fmla="*/ 69 h 153"/>
                  <a:gd name="T50" fmla="*/ 33 w 354"/>
                  <a:gd name="T51" fmla="*/ 87 h 153"/>
                  <a:gd name="T52" fmla="*/ 57 w 354"/>
                  <a:gd name="T53" fmla="*/ 102 h 153"/>
                  <a:gd name="T54" fmla="*/ 72 w 354"/>
                  <a:gd name="T55" fmla="*/ 114 h 153"/>
                  <a:gd name="T56" fmla="*/ 87 w 354"/>
                  <a:gd name="T57" fmla="*/ 135 h 153"/>
                  <a:gd name="T58" fmla="*/ 129 w 354"/>
                  <a:gd name="T59" fmla="*/ 135 h 153"/>
                  <a:gd name="T60" fmla="*/ 162 w 354"/>
                  <a:gd name="T61" fmla="*/ 144 h 153"/>
                  <a:gd name="T62" fmla="*/ 183 w 354"/>
                  <a:gd name="T63" fmla="*/ 150 h 153"/>
                  <a:gd name="T64" fmla="*/ 228 w 354"/>
                  <a:gd name="T65" fmla="*/ 141 h 153"/>
                  <a:gd name="T66" fmla="*/ 261 w 354"/>
                  <a:gd name="T67" fmla="*/ 120 h 153"/>
                  <a:gd name="T68" fmla="*/ 270 w 354"/>
                  <a:gd name="T69" fmla="*/ 105 h 153"/>
                  <a:gd name="T70" fmla="*/ 303 w 354"/>
                  <a:gd name="T71" fmla="*/ 99 h 153"/>
                  <a:gd name="T72" fmla="*/ 327 w 354"/>
                  <a:gd name="T73" fmla="*/ 84 h 153"/>
                  <a:gd name="T74" fmla="*/ 354 w 354"/>
                  <a:gd name="T75" fmla="*/ 78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54" h="153">
                    <a:moveTo>
                      <a:pt x="339" y="63"/>
                    </a:moveTo>
                    <a:cubicBezTo>
                      <a:pt x="336" y="60"/>
                      <a:pt x="330" y="60"/>
                      <a:pt x="330" y="63"/>
                    </a:cubicBezTo>
                    <a:cubicBezTo>
                      <a:pt x="327" y="69"/>
                      <a:pt x="324" y="63"/>
                      <a:pt x="318" y="63"/>
                    </a:cubicBezTo>
                    <a:cubicBezTo>
                      <a:pt x="312" y="63"/>
                      <a:pt x="312" y="66"/>
                      <a:pt x="306" y="63"/>
                    </a:cubicBezTo>
                    <a:cubicBezTo>
                      <a:pt x="303" y="57"/>
                      <a:pt x="309" y="57"/>
                      <a:pt x="309" y="57"/>
                    </a:cubicBezTo>
                    <a:cubicBezTo>
                      <a:pt x="309" y="51"/>
                      <a:pt x="309" y="51"/>
                      <a:pt x="309" y="51"/>
                    </a:cubicBezTo>
                    <a:cubicBezTo>
                      <a:pt x="318" y="33"/>
                      <a:pt x="318" y="33"/>
                      <a:pt x="318" y="33"/>
                    </a:cubicBezTo>
                    <a:cubicBezTo>
                      <a:pt x="315" y="33"/>
                      <a:pt x="312" y="30"/>
                      <a:pt x="309" y="33"/>
                    </a:cubicBezTo>
                    <a:cubicBezTo>
                      <a:pt x="306" y="33"/>
                      <a:pt x="300" y="33"/>
                      <a:pt x="300" y="30"/>
                    </a:cubicBezTo>
                    <a:cubicBezTo>
                      <a:pt x="300" y="27"/>
                      <a:pt x="288" y="27"/>
                      <a:pt x="285" y="30"/>
                    </a:cubicBezTo>
                    <a:cubicBezTo>
                      <a:pt x="282" y="30"/>
                      <a:pt x="276" y="33"/>
                      <a:pt x="276" y="36"/>
                    </a:cubicBezTo>
                    <a:cubicBezTo>
                      <a:pt x="276" y="39"/>
                      <a:pt x="270" y="36"/>
                      <a:pt x="267" y="39"/>
                    </a:cubicBezTo>
                    <a:cubicBezTo>
                      <a:pt x="264" y="39"/>
                      <a:pt x="252" y="42"/>
                      <a:pt x="252" y="42"/>
                    </a:cubicBezTo>
                    <a:cubicBezTo>
                      <a:pt x="252" y="45"/>
                      <a:pt x="240" y="45"/>
                      <a:pt x="237" y="42"/>
                    </a:cubicBezTo>
                    <a:cubicBezTo>
                      <a:pt x="237" y="42"/>
                      <a:pt x="225" y="42"/>
                      <a:pt x="225" y="39"/>
                    </a:cubicBezTo>
                    <a:cubicBezTo>
                      <a:pt x="222" y="36"/>
                      <a:pt x="219" y="36"/>
                      <a:pt x="219" y="33"/>
                    </a:cubicBezTo>
                    <a:cubicBezTo>
                      <a:pt x="219" y="30"/>
                      <a:pt x="210" y="30"/>
                      <a:pt x="207" y="30"/>
                    </a:cubicBezTo>
                    <a:cubicBezTo>
                      <a:pt x="207" y="27"/>
                      <a:pt x="201" y="27"/>
                      <a:pt x="201" y="27"/>
                    </a:cubicBezTo>
                    <a:cubicBezTo>
                      <a:pt x="198" y="27"/>
                      <a:pt x="192" y="24"/>
                      <a:pt x="189" y="24"/>
                    </a:cubicBezTo>
                    <a:cubicBezTo>
                      <a:pt x="186" y="24"/>
                      <a:pt x="180" y="27"/>
                      <a:pt x="180" y="27"/>
                    </a:cubicBezTo>
                    <a:cubicBezTo>
                      <a:pt x="177" y="27"/>
                      <a:pt x="174" y="30"/>
                      <a:pt x="171" y="30"/>
                    </a:cubicBezTo>
                    <a:cubicBezTo>
                      <a:pt x="168" y="30"/>
                      <a:pt x="162" y="27"/>
                      <a:pt x="162" y="27"/>
                    </a:cubicBezTo>
                    <a:cubicBezTo>
                      <a:pt x="159" y="27"/>
                      <a:pt x="156" y="24"/>
                      <a:pt x="153" y="21"/>
                    </a:cubicBezTo>
                    <a:cubicBezTo>
                      <a:pt x="153" y="18"/>
                      <a:pt x="153" y="15"/>
                      <a:pt x="153" y="12"/>
                    </a:cubicBezTo>
                    <a:cubicBezTo>
                      <a:pt x="150" y="9"/>
                      <a:pt x="144" y="9"/>
                      <a:pt x="141" y="9"/>
                    </a:cubicBezTo>
                    <a:cubicBezTo>
                      <a:pt x="138" y="6"/>
                      <a:pt x="135" y="6"/>
                      <a:pt x="132" y="6"/>
                    </a:cubicBezTo>
                    <a:cubicBezTo>
                      <a:pt x="126" y="3"/>
                      <a:pt x="126" y="3"/>
                      <a:pt x="126" y="3"/>
                    </a:cubicBezTo>
                    <a:cubicBezTo>
                      <a:pt x="126" y="3"/>
                      <a:pt x="120" y="0"/>
                      <a:pt x="117" y="0"/>
                    </a:cubicBezTo>
                    <a:cubicBezTo>
                      <a:pt x="114" y="3"/>
                      <a:pt x="114" y="3"/>
                      <a:pt x="114" y="3"/>
                    </a:cubicBezTo>
                    <a:cubicBezTo>
                      <a:pt x="114" y="6"/>
                      <a:pt x="108" y="6"/>
                      <a:pt x="108" y="9"/>
                    </a:cubicBezTo>
                    <a:cubicBezTo>
                      <a:pt x="102" y="12"/>
                      <a:pt x="102" y="12"/>
                      <a:pt x="102" y="12"/>
                    </a:cubicBezTo>
                    <a:cubicBezTo>
                      <a:pt x="105" y="15"/>
                      <a:pt x="105" y="21"/>
                      <a:pt x="108" y="24"/>
                    </a:cubicBezTo>
                    <a:cubicBezTo>
                      <a:pt x="108" y="24"/>
                      <a:pt x="108" y="27"/>
                      <a:pt x="108" y="30"/>
                    </a:cubicBezTo>
                    <a:cubicBezTo>
                      <a:pt x="105" y="30"/>
                      <a:pt x="99" y="33"/>
                      <a:pt x="99" y="33"/>
                    </a:cubicBezTo>
                    <a:cubicBezTo>
                      <a:pt x="96" y="36"/>
                      <a:pt x="93" y="33"/>
                      <a:pt x="90" y="33"/>
                    </a:cubicBezTo>
                    <a:cubicBezTo>
                      <a:pt x="87" y="30"/>
                      <a:pt x="81" y="30"/>
                      <a:pt x="81" y="33"/>
                    </a:cubicBezTo>
                    <a:cubicBezTo>
                      <a:pt x="78" y="33"/>
                      <a:pt x="72" y="30"/>
                      <a:pt x="72" y="30"/>
                    </a:cubicBezTo>
                    <a:cubicBezTo>
                      <a:pt x="69" y="27"/>
                      <a:pt x="69" y="21"/>
                      <a:pt x="69" y="21"/>
                    </a:cubicBezTo>
                    <a:cubicBezTo>
                      <a:pt x="66" y="24"/>
                      <a:pt x="54" y="21"/>
                      <a:pt x="51" y="21"/>
                    </a:cubicBezTo>
                    <a:cubicBezTo>
                      <a:pt x="51" y="18"/>
                      <a:pt x="45" y="18"/>
                      <a:pt x="45" y="21"/>
                    </a:cubicBezTo>
                    <a:cubicBezTo>
                      <a:pt x="42" y="24"/>
                      <a:pt x="36" y="21"/>
                      <a:pt x="36" y="24"/>
                    </a:cubicBezTo>
                    <a:cubicBezTo>
                      <a:pt x="36" y="27"/>
                      <a:pt x="30" y="27"/>
                      <a:pt x="30" y="30"/>
                    </a:cubicBezTo>
                    <a:cubicBezTo>
                      <a:pt x="27" y="30"/>
                      <a:pt x="21" y="30"/>
                      <a:pt x="21" y="33"/>
                    </a:cubicBezTo>
                    <a:cubicBezTo>
                      <a:pt x="18" y="36"/>
                      <a:pt x="12" y="39"/>
                      <a:pt x="9" y="39"/>
                    </a:cubicBezTo>
                    <a:cubicBezTo>
                      <a:pt x="9" y="39"/>
                      <a:pt x="3" y="39"/>
                      <a:pt x="3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2"/>
                      <a:pt x="0" y="42"/>
                      <a:pt x="0" y="45"/>
                    </a:cubicBezTo>
                    <a:cubicBezTo>
                      <a:pt x="3" y="51"/>
                      <a:pt x="6" y="51"/>
                      <a:pt x="9" y="54"/>
                    </a:cubicBezTo>
                    <a:cubicBezTo>
                      <a:pt x="12" y="57"/>
                      <a:pt x="15" y="60"/>
                      <a:pt x="18" y="60"/>
                    </a:cubicBezTo>
                    <a:cubicBezTo>
                      <a:pt x="24" y="60"/>
                      <a:pt x="27" y="63"/>
                      <a:pt x="30" y="69"/>
                    </a:cubicBezTo>
                    <a:cubicBezTo>
                      <a:pt x="30" y="72"/>
                      <a:pt x="33" y="75"/>
                      <a:pt x="36" y="75"/>
                    </a:cubicBezTo>
                    <a:cubicBezTo>
                      <a:pt x="36" y="78"/>
                      <a:pt x="33" y="84"/>
                      <a:pt x="33" y="87"/>
                    </a:cubicBezTo>
                    <a:cubicBezTo>
                      <a:pt x="33" y="93"/>
                      <a:pt x="30" y="93"/>
                      <a:pt x="30" y="96"/>
                    </a:cubicBezTo>
                    <a:cubicBezTo>
                      <a:pt x="33" y="102"/>
                      <a:pt x="51" y="102"/>
                      <a:pt x="57" y="102"/>
                    </a:cubicBezTo>
                    <a:cubicBezTo>
                      <a:pt x="63" y="102"/>
                      <a:pt x="63" y="108"/>
                      <a:pt x="66" y="108"/>
                    </a:cubicBezTo>
                    <a:cubicBezTo>
                      <a:pt x="69" y="108"/>
                      <a:pt x="69" y="111"/>
                      <a:pt x="72" y="114"/>
                    </a:cubicBezTo>
                    <a:cubicBezTo>
                      <a:pt x="75" y="114"/>
                      <a:pt x="81" y="117"/>
                      <a:pt x="81" y="123"/>
                    </a:cubicBezTo>
                    <a:cubicBezTo>
                      <a:pt x="84" y="129"/>
                      <a:pt x="87" y="132"/>
                      <a:pt x="87" y="135"/>
                    </a:cubicBezTo>
                    <a:cubicBezTo>
                      <a:pt x="87" y="138"/>
                      <a:pt x="96" y="135"/>
                      <a:pt x="102" y="135"/>
                    </a:cubicBezTo>
                    <a:cubicBezTo>
                      <a:pt x="108" y="135"/>
                      <a:pt x="126" y="135"/>
                      <a:pt x="129" y="135"/>
                    </a:cubicBezTo>
                    <a:cubicBezTo>
                      <a:pt x="135" y="138"/>
                      <a:pt x="144" y="135"/>
                      <a:pt x="150" y="141"/>
                    </a:cubicBezTo>
                    <a:cubicBezTo>
                      <a:pt x="156" y="144"/>
                      <a:pt x="159" y="141"/>
                      <a:pt x="162" y="144"/>
                    </a:cubicBezTo>
                    <a:cubicBezTo>
                      <a:pt x="165" y="147"/>
                      <a:pt x="168" y="147"/>
                      <a:pt x="174" y="147"/>
                    </a:cubicBezTo>
                    <a:cubicBezTo>
                      <a:pt x="180" y="147"/>
                      <a:pt x="180" y="150"/>
                      <a:pt x="183" y="150"/>
                    </a:cubicBezTo>
                    <a:cubicBezTo>
                      <a:pt x="186" y="153"/>
                      <a:pt x="192" y="144"/>
                      <a:pt x="201" y="141"/>
                    </a:cubicBezTo>
                    <a:cubicBezTo>
                      <a:pt x="210" y="135"/>
                      <a:pt x="222" y="138"/>
                      <a:pt x="228" y="141"/>
                    </a:cubicBezTo>
                    <a:cubicBezTo>
                      <a:pt x="231" y="141"/>
                      <a:pt x="243" y="138"/>
                      <a:pt x="249" y="132"/>
                    </a:cubicBezTo>
                    <a:cubicBezTo>
                      <a:pt x="252" y="126"/>
                      <a:pt x="261" y="126"/>
                      <a:pt x="261" y="120"/>
                    </a:cubicBezTo>
                    <a:cubicBezTo>
                      <a:pt x="261" y="114"/>
                      <a:pt x="255" y="111"/>
                      <a:pt x="258" y="108"/>
                    </a:cubicBezTo>
                    <a:cubicBezTo>
                      <a:pt x="261" y="102"/>
                      <a:pt x="267" y="102"/>
                      <a:pt x="270" y="105"/>
                    </a:cubicBezTo>
                    <a:cubicBezTo>
                      <a:pt x="273" y="105"/>
                      <a:pt x="279" y="108"/>
                      <a:pt x="288" y="102"/>
                    </a:cubicBezTo>
                    <a:cubicBezTo>
                      <a:pt x="294" y="99"/>
                      <a:pt x="297" y="99"/>
                      <a:pt x="303" y="99"/>
                    </a:cubicBezTo>
                    <a:cubicBezTo>
                      <a:pt x="312" y="96"/>
                      <a:pt x="309" y="93"/>
                      <a:pt x="315" y="87"/>
                    </a:cubicBezTo>
                    <a:cubicBezTo>
                      <a:pt x="318" y="84"/>
                      <a:pt x="324" y="84"/>
                      <a:pt x="327" y="84"/>
                    </a:cubicBezTo>
                    <a:cubicBezTo>
                      <a:pt x="333" y="84"/>
                      <a:pt x="339" y="78"/>
                      <a:pt x="342" y="81"/>
                    </a:cubicBezTo>
                    <a:cubicBezTo>
                      <a:pt x="348" y="81"/>
                      <a:pt x="354" y="81"/>
                      <a:pt x="354" y="78"/>
                    </a:cubicBezTo>
                    <a:cubicBezTo>
                      <a:pt x="354" y="75"/>
                      <a:pt x="342" y="66"/>
                      <a:pt x="339" y="6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7" name="Freeform 57">
                <a:extLst>
                  <a:ext uri="{FF2B5EF4-FFF2-40B4-BE49-F238E27FC236}">
                    <a16:creationId xmlns:a16="http://schemas.microsoft.com/office/drawing/2014/main" id="{2ADAC1DD-6B4C-07C0-5A20-21A8A765D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269" y="2511079"/>
                <a:ext cx="12166" cy="28387"/>
              </a:xfrm>
              <a:custGeom>
                <a:avLst/>
                <a:gdLst>
                  <a:gd name="T0" fmla="*/ 3 w 6"/>
                  <a:gd name="T1" fmla="*/ 0 h 15"/>
                  <a:gd name="T2" fmla="*/ 0 w 6"/>
                  <a:gd name="T3" fmla="*/ 9 h 15"/>
                  <a:gd name="T4" fmla="*/ 3 w 6"/>
                  <a:gd name="T5" fmla="*/ 15 h 15"/>
                  <a:gd name="T6" fmla="*/ 6 w 6"/>
                  <a:gd name="T7" fmla="*/ 3 h 15"/>
                  <a:gd name="T8" fmla="*/ 6 w 6"/>
                  <a:gd name="T9" fmla="*/ 0 h 15"/>
                  <a:gd name="T10" fmla="*/ 3 w 6"/>
                  <a:gd name="T1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15">
                    <a:moveTo>
                      <a:pt x="3" y="0"/>
                    </a:moveTo>
                    <a:cubicBezTo>
                      <a:pt x="0" y="0"/>
                      <a:pt x="0" y="6"/>
                      <a:pt x="0" y="9"/>
                    </a:cubicBezTo>
                    <a:cubicBezTo>
                      <a:pt x="0" y="9"/>
                      <a:pt x="0" y="12"/>
                      <a:pt x="3" y="15"/>
                    </a:cubicBezTo>
                    <a:cubicBezTo>
                      <a:pt x="6" y="9"/>
                      <a:pt x="6" y="3"/>
                      <a:pt x="6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8" name="Freeform 58">
                <a:extLst>
                  <a:ext uri="{FF2B5EF4-FFF2-40B4-BE49-F238E27FC236}">
                    <a16:creationId xmlns:a16="http://schemas.microsoft.com/office/drawing/2014/main" id="{56751C67-E1EA-4002-0A57-6AE02AB31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2696" y="2488099"/>
                <a:ext cx="29739" cy="91921"/>
              </a:xfrm>
              <a:custGeom>
                <a:avLst/>
                <a:gdLst>
                  <a:gd name="T0" fmla="*/ 6 w 15"/>
                  <a:gd name="T1" fmla="*/ 48 h 48"/>
                  <a:gd name="T2" fmla="*/ 9 w 15"/>
                  <a:gd name="T3" fmla="*/ 48 h 48"/>
                  <a:gd name="T4" fmla="*/ 12 w 15"/>
                  <a:gd name="T5" fmla="*/ 33 h 48"/>
                  <a:gd name="T6" fmla="*/ 12 w 15"/>
                  <a:gd name="T7" fmla="*/ 27 h 48"/>
                  <a:gd name="T8" fmla="*/ 9 w 15"/>
                  <a:gd name="T9" fmla="*/ 21 h 48"/>
                  <a:gd name="T10" fmla="*/ 12 w 15"/>
                  <a:gd name="T11" fmla="*/ 12 h 48"/>
                  <a:gd name="T12" fmla="*/ 15 w 15"/>
                  <a:gd name="T13" fmla="*/ 12 h 48"/>
                  <a:gd name="T14" fmla="*/ 15 w 15"/>
                  <a:gd name="T15" fmla="*/ 3 h 48"/>
                  <a:gd name="T16" fmla="*/ 9 w 15"/>
                  <a:gd name="T17" fmla="*/ 0 h 48"/>
                  <a:gd name="T18" fmla="*/ 9 w 15"/>
                  <a:gd name="T19" fmla="*/ 6 h 48"/>
                  <a:gd name="T20" fmla="*/ 0 w 15"/>
                  <a:gd name="T21" fmla="*/ 27 h 48"/>
                  <a:gd name="T22" fmla="*/ 6 w 15"/>
                  <a:gd name="T2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48">
                    <a:moveTo>
                      <a:pt x="6" y="48"/>
                    </a:moveTo>
                    <a:cubicBezTo>
                      <a:pt x="9" y="48"/>
                      <a:pt x="9" y="48"/>
                      <a:pt x="9" y="48"/>
                    </a:cubicBezTo>
                    <a:cubicBezTo>
                      <a:pt x="9" y="42"/>
                      <a:pt x="12" y="33"/>
                      <a:pt x="12" y="33"/>
                    </a:cubicBezTo>
                    <a:cubicBezTo>
                      <a:pt x="12" y="30"/>
                      <a:pt x="12" y="30"/>
                      <a:pt x="12" y="27"/>
                    </a:cubicBezTo>
                    <a:cubicBezTo>
                      <a:pt x="9" y="24"/>
                      <a:pt x="9" y="21"/>
                      <a:pt x="9" y="21"/>
                    </a:cubicBezTo>
                    <a:cubicBezTo>
                      <a:pt x="9" y="18"/>
                      <a:pt x="9" y="12"/>
                      <a:pt x="12" y="12"/>
                    </a:cubicBezTo>
                    <a:cubicBezTo>
                      <a:pt x="12" y="12"/>
                      <a:pt x="12" y="12"/>
                      <a:pt x="15" y="12"/>
                    </a:cubicBezTo>
                    <a:cubicBezTo>
                      <a:pt x="15" y="9"/>
                      <a:pt x="15" y="6"/>
                      <a:pt x="15" y="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3"/>
                      <a:pt x="9" y="6"/>
                      <a:pt x="9" y="6"/>
                    </a:cubicBezTo>
                    <a:cubicBezTo>
                      <a:pt x="6" y="12"/>
                      <a:pt x="3" y="24"/>
                      <a:pt x="0" y="27"/>
                    </a:cubicBezTo>
                    <a:cubicBezTo>
                      <a:pt x="6" y="48"/>
                      <a:pt x="6" y="48"/>
                      <a:pt x="6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89" name="Freeform 59">
                <a:extLst>
                  <a:ext uri="{FF2B5EF4-FFF2-40B4-BE49-F238E27FC236}">
                    <a16:creationId xmlns:a16="http://schemas.microsoft.com/office/drawing/2014/main" id="{AA6F065E-0350-E4E0-CCDA-5900CBF16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269" y="2488099"/>
                <a:ext cx="91921" cy="104087"/>
              </a:xfrm>
              <a:custGeom>
                <a:avLst/>
                <a:gdLst>
                  <a:gd name="T0" fmla="*/ 42 w 48"/>
                  <a:gd name="T1" fmla="*/ 0 h 54"/>
                  <a:gd name="T2" fmla="*/ 30 w 48"/>
                  <a:gd name="T3" fmla="*/ 6 h 54"/>
                  <a:gd name="T4" fmla="*/ 18 w 48"/>
                  <a:gd name="T5" fmla="*/ 12 h 54"/>
                  <a:gd name="T6" fmla="*/ 9 w 48"/>
                  <a:gd name="T7" fmla="*/ 9 h 54"/>
                  <a:gd name="T8" fmla="*/ 6 w 48"/>
                  <a:gd name="T9" fmla="*/ 3 h 54"/>
                  <a:gd name="T10" fmla="*/ 6 w 48"/>
                  <a:gd name="T11" fmla="*/ 3 h 54"/>
                  <a:gd name="T12" fmla="*/ 6 w 48"/>
                  <a:gd name="T13" fmla="*/ 15 h 54"/>
                  <a:gd name="T14" fmla="*/ 3 w 48"/>
                  <a:gd name="T15" fmla="*/ 33 h 54"/>
                  <a:gd name="T16" fmla="*/ 0 w 48"/>
                  <a:gd name="T17" fmla="*/ 48 h 54"/>
                  <a:gd name="T18" fmla="*/ 9 w 48"/>
                  <a:gd name="T19" fmla="*/ 54 h 54"/>
                  <a:gd name="T20" fmla="*/ 18 w 48"/>
                  <a:gd name="T21" fmla="*/ 45 h 54"/>
                  <a:gd name="T22" fmla="*/ 24 w 48"/>
                  <a:gd name="T23" fmla="*/ 42 h 54"/>
                  <a:gd name="T24" fmla="*/ 33 w 48"/>
                  <a:gd name="T25" fmla="*/ 39 h 54"/>
                  <a:gd name="T26" fmla="*/ 24 w 48"/>
                  <a:gd name="T27" fmla="*/ 27 h 54"/>
                  <a:gd name="T28" fmla="*/ 36 w 48"/>
                  <a:gd name="T29" fmla="*/ 21 h 54"/>
                  <a:gd name="T30" fmla="*/ 45 w 48"/>
                  <a:gd name="T31" fmla="*/ 18 h 54"/>
                  <a:gd name="T32" fmla="*/ 48 w 48"/>
                  <a:gd name="T33" fmla="*/ 18 h 54"/>
                  <a:gd name="T34" fmla="*/ 45 w 48"/>
                  <a:gd name="T35" fmla="*/ 6 h 54"/>
                  <a:gd name="T36" fmla="*/ 42 w 48"/>
                  <a:gd name="T3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8" h="54">
                    <a:moveTo>
                      <a:pt x="42" y="0"/>
                    </a:moveTo>
                    <a:cubicBezTo>
                      <a:pt x="36" y="3"/>
                      <a:pt x="30" y="6"/>
                      <a:pt x="30" y="6"/>
                    </a:cubicBezTo>
                    <a:cubicBezTo>
                      <a:pt x="27" y="9"/>
                      <a:pt x="18" y="12"/>
                      <a:pt x="18" y="12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9"/>
                      <a:pt x="6" y="12"/>
                      <a:pt x="6" y="15"/>
                    </a:cubicBezTo>
                    <a:cubicBezTo>
                      <a:pt x="6" y="15"/>
                      <a:pt x="6" y="30"/>
                      <a:pt x="3" y="33"/>
                    </a:cubicBezTo>
                    <a:cubicBezTo>
                      <a:pt x="3" y="33"/>
                      <a:pt x="0" y="42"/>
                      <a:pt x="0" y="48"/>
                    </a:cubicBezTo>
                    <a:cubicBezTo>
                      <a:pt x="3" y="51"/>
                      <a:pt x="6" y="54"/>
                      <a:pt x="9" y="54"/>
                    </a:cubicBezTo>
                    <a:cubicBezTo>
                      <a:pt x="12" y="54"/>
                      <a:pt x="18" y="48"/>
                      <a:pt x="18" y="45"/>
                    </a:cubicBezTo>
                    <a:cubicBezTo>
                      <a:pt x="18" y="45"/>
                      <a:pt x="21" y="42"/>
                      <a:pt x="24" y="42"/>
                    </a:cubicBezTo>
                    <a:cubicBezTo>
                      <a:pt x="30" y="42"/>
                      <a:pt x="30" y="39"/>
                      <a:pt x="33" y="39"/>
                    </a:cubicBezTo>
                    <a:cubicBezTo>
                      <a:pt x="36" y="36"/>
                      <a:pt x="27" y="30"/>
                      <a:pt x="24" y="27"/>
                    </a:cubicBezTo>
                    <a:cubicBezTo>
                      <a:pt x="21" y="27"/>
                      <a:pt x="27" y="21"/>
                      <a:pt x="36" y="21"/>
                    </a:cubicBezTo>
                    <a:cubicBezTo>
                      <a:pt x="42" y="21"/>
                      <a:pt x="42" y="18"/>
                      <a:pt x="45" y="18"/>
                    </a:cubicBezTo>
                    <a:cubicBezTo>
                      <a:pt x="45" y="18"/>
                      <a:pt x="45" y="18"/>
                      <a:pt x="48" y="18"/>
                    </a:cubicBezTo>
                    <a:cubicBezTo>
                      <a:pt x="45" y="12"/>
                      <a:pt x="45" y="9"/>
                      <a:pt x="45" y="6"/>
                    </a:cubicBezTo>
                    <a:cubicBezTo>
                      <a:pt x="45" y="6"/>
                      <a:pt x="42" y="3"/>
                      <a:pt x="42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0" name="Freeform 60">
                <a:extLst>
                  <a:ext uri="{FF2B5EF4-FFF2-40B4-BE49-F238E27FC236}">
                    <a16:creationId xmlns:a16="http://schemas.microsoft.com/office/drawing/2014/main" id="{F13A1214-58F1-BCE4-2AF7-2E89053C5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3211" y="2240723"/>
                <a:ext cx="235210" cy="104087"/>
              </a:xfrm>
              <a:custGeom>
                <a:avLst/>
                <a:gdLst>
                  <a:gd name="T0" fmla="*/ 114 w 123"/>
                  <a:gd name="T1" fmla="*/ 12 h 54"/>
                  <a:gd name="T2" fmla="*/ 102 w 123"/>
                  <a:gd name="T3" fmla="*/ 9 h 54"/>
                  <a:gd name="T4" fmla="*/ 75 w 123"/>
                  <a:gd name="T5" fmla="*/ 6 h 54"/>
                  <a:gd name="T6" fmla="*/ 60 w 123"/>
                  <a:gd name="T7" fmla="*/ 3 h 54"/>
                  <a:gd name="T8" fmla="*/ 48 w 123"/>
                  <a:gd name="T9" fmla="*/ 6 h 54"/>
                  <a:gd name="T10" fmla="*/ 36 w 123"/>
                  <a:gd name="T11" fmla="*/ 9 h 54"/>
                  <a:gd name="T12" fmla="*/ 21 w 123"/>
                  <a:gd name="T13" fmla="*/ 9 h 54"/>
                  <a:gd name="T14" fmla="*/ 15 w 123"/>
                  <a:gd name="T15" fmla="*/ 18 h 54"/>
                  <a:gd name="T16" fmla="*/ 12 w 123"/>
                  <a:gd name="T17" fmla="*/ 24 h 54"/>
                  <a:gd name="T18" fmla="*/ 15 w 123"/>
                  <a:gd name="T19" fmla="*/ 27 h 54"/>
                  <a:gd name="T20" fmla="*/ 24 w 123"/>
                  <a:gd name="T21" fmla="*/ 27 h 54"/>
                  <a:gd name="T22" fmla="*/ 39 w 123"/>
                  <a:gd name="T23" fmla="*/ 33 h 54"/>
                  <a:gd name="T24" fmla="*/ 36 w 123"/>
                  <a:gd name="T25" fmla="*/ 39 h 54"/>
                  <a:gd name="T26" fmla="*/ 24 w 123"/>
                  <a:gd name="T27" fmla="*/ 42 h 54"/>
                  <a:gd name="T28" fmla="*/ 9 w 123"/>
                  <a:gd name="T29" fmla="*/ 42 h 54"/>
                  <a:gd name="T30" fmla="*/ 0 w 123"/>
                  <a:gd name="T31" fmla="*/ 51 h 54"/>
                  <a:gd name="T32" fmla="*/ 15 w 123"/>
                  <a:gd name="T33" fmla="*/ 51 h 54"/>
                  <a:gd name="T34" fmla="*/ 27 w 123"/>
                  <a:gd name="T35" fmla="*/ 51 h 54"/>
                  <a:gd name="T36" fmla="*/ 36 w 123"/>
                  <a:gd name="T37" fmla="*/ 54 h 54"/>
                  <a:gd name="T38" fmla="*/ 51 w 123"/>
                  <a:gd name="T39" fmla="*/ 51 h 54"/>
                  <a:gd name="T40" fmla="*/ 51 w 123"/>
                  <a:gd name="T41" fmla="*/ 48 h 54"/>
                  <a:gd name="T42" fmla="*/ 57 w 123"/>
                  <a:gd name="T43" fmla="*/ 45 h 54"/>
                  <a:gd name="T44" fmla="*/ 63 w 123"/>
                  <a:gd name="T45" fmla="*/ 39 h 54"/>
                  <a:gd name="T46" fmla="*/ 69 w 123"/>
                  <a:gd name="T47" fmla="*/ 39 h 54"/>
                  <a:gd name="T48" fmla="*/ 78 w 123"/>
                  <a:gd name="T49" fmla="*/ 39 h 54"/>
                  <a:gd name="T50" fmla="*/ 84 w 123"/>
                  <a:gd name="T51" fmla="*/ 36 h 54"/>
                  <a:gd name="T52" fmla="*/ 93 w 123"/>
                  <a:gd name="T53" fmla="*/ 33 h 54"/>
                  <a:gd name="T54" fmla="*/ 102 w 123"/>
                  <a:gd name="T55" fmla="*/ 27 h 54"/>
                  <a:gd name="T56" fmla="*/ 111 w 123"/>
                  <a:gd name="T57" fmla="*/ 21 h 54"/>
                  <a:gd name="T58" fmla="*/ 123 w 123"/>
                  <a:gd name="T59" fmla="*/ 18 h 54"/>
                  <a:gd name="T60" fmla="*/ 123 w 123"/>
                  <a:gd name="T61" fmla="*/ 15 h 54"/>
                  <a:gd name="T62" fmla="*/ 114 w 123"/>
                  <a:gd name="T63" fmla="*/ 1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3" h="54">
                    <a:moveTo>
                      <a:pt x="114" y="12"/>
                    </a:moveTo>
                    <a:cubicBezTo>
                      <a:pt x="108" y="6"/>
                      <a:pt x="108" y="9"/>
                      <a:pt x="102" y="9"/>
                    </a:cubicBezTo>
                    <a:cubicBezTo>
                      <a:pt x="99" y="6"/>
                      <a:pt x="78" y="6"/>
                      <a:pt x="75" y="6"/>
                    </a:cubicBezTo>
                    <a:cubicBezTo>
                      <a:pt x="69" y="9"/>
                      <a:pt x="63" y="3"/>
                      <a:pt x="60" y="3"/>
                    </a:cubicBezTo>
                    <a:cubicBezTo>
                      <a:pt x="57" y="0"/>
                      <a:pt x="48" y="3"/>
                      <a:pt x="48" y="6"/>
                    </a:cubicBezTo>
                    <a:cubicBezTo>
                      <a:pt x="48" y="12"/>
                      <a:pt x="42" y="12"/>
                      <a:pt x="36" y="9"/>
                    </a:cubicBezTo>
                    <a:cubicBezTo>
                      <a:pt x="30" y="6"/>
                      <a:pt x="21" y="6"/>
                      <a:pt x="21" y="9"/>
                    </a:cubicBezTo>
                    <a:cubicBezTo>
                      <a:pt x="21" y="12"/>
                      <a:pt x="18" y="15"/>
                      <a:pt x="15" y="18"/>
                    </a:cubicBezTo>
                    <a:cubicBezTo>
                      <a:pt x="15" y="18"/>
                      <a:pt x="12" y="21"/>
                      <a:pt x="12" y="24"/>
                    </a:cubicBezTo>
                    <a:cubicBezTo>
                      <a:pt x="15" y="24"/>
                      <a:pt x="15" y="24"/>
                      <a:pt x="15" y="27"/>
                    </a:cubicBezTo>
                    <a:cubicBezTo>
                      <a:pt x="18" y="30"/>
                      <a:pt x="24" y="30"/>
                      <a:pt x="24" y="27"/>
                    </a:cubicBezTo>
                    <a:cubicBezTo>
                      <a:pt x="27" y="24"/>
                      <a:pt x="36" y="30"/>
                      <a:pt x="39" y="33"/>
                    </a:cubicBezTo>
                    <a:cubicBezTo>
                      <a:pt x="45" y="39"/>
                      <a:pt x="39" y="36"/>
                      <a:pt x="36" y="39"/>
                    </a:cubicBezTo>
                    <a:cubicBezTo>
                      <a:pt x="33" y="42"/>
                      <a:pt x="27" y="39"/>
                      <a:pt x="24" y="42"/>
                    </a:cubicBezTo>
                    <a:cubicBezTo>
                      <a:pt x="24" y="42"/>
                      <a:pt x="12" y="42"/>
                      <a:pt x="9" y="42"/>
                    </a:cubicBezTo>
                    <a:cubicBezTo>
                      <a:pt x="6" y="42"/>
                      <a:pt x="0" y="48"/>
                      <a:pt x="0" y="51"/>
                    </a:cubicBezTo>
                    <a:cubicBezTo>
                      <a:pt x="0" y="51"/>
                      <a:pt x="12" y="48"/>
                      <a:pt x="15" y="51"/>
                    </a:cubicBezTo>
                    <a:cubicBezTo>
                      <a:pt x="21" y="54"/>
                      <a:pt x="24" y="48"/>
                      <a:pt x="27" y="51"/>
                    </a:cubicBezTo>
                    <a:cubicBezTo>
                      <a:pt x="30" y="54"/>
                      <a:pt x="33" y="51"/>
                      <a:pt x="36" y="54"/>
                    </a:cubicBezTo>
                    <a:cubicBezTo>
                      <a:pt x="39" y="54"/>
                      <a:pt x="51" y="51"/>
                      <a:pt x="51" y="51"/>
                    </a:cubicBezTo>
                    <a:cubicBezTo>
                      <a:pt x="51" y="48"/>
                      <a:pt x="51" y="48"/>
                      <a:pt x="51" y="48"/>
                    </a:cubicBezTo>
                    <a:cubicBezTo>
                      <a:pt x="51" y="45"/>
                      <a:pt x="54" y="45"/>
                      <a:pt x="57" y="45"/>
                    </a:cubicBezTo>
                    <a:cubicBezTo>
                      <a:pt x="60" y="42"/>
                      <a:pt x="63" y="39"/>
                      <a:pt x="63" y="39"/>
                    </a:cubicBezTo>
                    <a:cubicBezTo>
                      <a:pt x="66" y="39"/>
                      <a:pt x="69" y="36"/>
                      <a:pt x="69" y="39"/>
                    </a:cubicBezTo>
                    <a:cubicBezTo>
                      <a:pt x="72" y="39"/>
                      <a:pt x="75" y="42"/>
                      <a:pt x="78" y="39"/>
                    </a:cubicBezTo>
                    <a:cubicBezTo>
                      <a:pt x="81" y="39"/>
                      <a:pt x="81" y="39"/>
                      <a:pt x="84" y="36"/>
                    </a:cubicBezTo>
                    <a:cubicBezTo>
                      <a:pt x="87" y="30"/>
                      <a:pt x="90" y="33"/>
                      <a:pt x="93" y="33"/>
                    </a:cubicBezTo>
                    <a:cubicBezTo>
                      <a:pt x="99" y="33"/>
                      <a:pt x="102" y="30"/>
                      <a:pt x="102" y="27"/>
                    </a:cubicBezTo>
                    <a:cubicBezTo>
                      <a:pt x="105" y="24"/>
                      <a:pt x="108" y="24"/>
                      <a:pt x="111" y="21"/>
                    </a:cubicBezTo>
                    <a:cubicBezTo>
                      <a:pt x="114" y="21"/>
                      <a:pt x="120" y="18"/>
                      <a:pt x="123" y="18"/>
                    </a:cubicBezTo>
                    <a:cubicBezTo>
                      <a:pt x="123" y="15"/>
                      <a:pt x="123" y="15"/>
                      <a:pt x="123" y="15"/>
                    </a:cubicBezTo>
                    <a:cubicBezTo>
                      <a:pt x="120" y="12"/>
                      <a:pt x="117" y="15"/>
                      <a:pt x="114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" name="Freeform 61">
                <a:extLst>
                  <a:ext uri="{FF2B5EF4-FFF2-40B4-BE49-F238E27FC236}">
                    <a16:creationId xmlns:a16="http://schemas.microsoft.com/office/drawing/2014/main" id="{CFBE1115-AFD0-FE31-039F-76CD3B467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4356" y="2229909"/>
                <a:ext cx="148696" cy="68941"/>
              </a:xfrm>
              <a:custGeom>
                <a:avLst/>
                <a:gdLst>
                  <a:gd name="T0" fmla="*/ 33 w 78"/>
                  <a:gd name="T1" fmla="*/ 27 h 36"/>
                  <a:gd name="T2" fmla="*/ 39 w 78"/>
                  <a:gd name="T3" fmla="*/ 33 h 36"/>
                  <a:gd name="T4" fmla="*/ 42 w 78"/>
                  <a:gd name="T5" fmla="*/ 36 h 36"/>
                  <a:gd name="T6" fmla="*/ 51 w 78"/>
                  <a:gd name="T7" fmla="*/ 33 h 36"/>
                  <a:gd name="T8" fmla="*/ 63 w 78"/>
                  <a:gd name="T9" fmla="*/ 33 h 36"/>
                  <a:gd name="T10" fmla="*/ 60 w 78"/>
                  <a:gd name="T11" fmla="*/ 30 h 36"/>
                  <a:gd name="T12" fmla="*/ 69 w 78"/>
                  <a:gd name="T13" fmla="*/ 33 h 36"/>
                  <a:gd name="T14" fmla="*/ 78 w 78"/>
                  <a:gd name="T15" fmla="*/ 33 h 36"/>
                  <a:gd name="T16" fmla="*/ 75 w 78"/>
                  <a:gd name="T17" fmla="*/ 30 h 36"/>
                  <a:gd name="T18" fmla="*/ 75 w 78"/>
                  <a:gd name="T19" fmla="*/ 24 h 36"/>
                  <a:gd name="T20" fmla="*/ 69 w 78"/>
                  <a:gd name="T21" fmla="*/ 21 h 36"/>
                  <a:gd name="T22" fmla="*/ 66 w 78"/>
                  <a:gd name="T23" fmla="*/ 15 h 36"/>
                  <a:gd name="T24" fmla="*/ 63 w 78"/>
                  <a:gd name="T25" fmla="*/ 12 h 36"/>
                  <a:gd name="T26" fmla="*/ 51 w 78"/>
                  <a:gd name="T27" fmla="*/ 15 h 36"/>
                  <a:gd name="T28" fmla="*/ 42 w 78"/>
                  <a:gd name="T29" fmla="*/ 12 h 36"/>
                  <a:gd name="T30" fmla="*/ 36 w 78"/>
                  <a:gd name="T31" fmla="*/ 6 h 36"/>
                  <a:gd name="T32" fmla="*/ 18 w 78"/>
                  <a:gd name="T33" fmla="*/ 6 h 36"/>
                  <a:gd name="T34" fmla="*/ 6 w 78"/>
                  <a:gd name="T35" fmla="*/ 0 h 36"/>
                  <a:gd name="T36" fmla="*/ 0 w 78"/>
                  <a:gd name="T37" fmla="*/ 3 h 36"/>
                  <a:gd name="T38" fmla="*/ 18 w 78"/>
                  <a:gd name="T39" fmla="*/ 12 h 36"/>
                  <a:gd name="T40" fmla="*/ 24 w 78"/>
                  <a:gd name="T41" fmla="*/ 24 h 36"/>
                  <a:gd name="T42" fmla="*/ 21 w 78"/>
                  <a:gd name="T43" fmla="*/ 27 h 36"/>
                  <a:gd name="T44" fmla="*/ 33 w 78"/>
                  <a:gd name="T45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8" h="36">
                    <a:moveTo>
                      <a:pt x="33" y="27"/>
                    </a:moveTo>
                    <a:cubicBezTo>
                      <a:pt x="36" y="27"/>
                      <a:pt x="36" y="30"/>
                      <a:pt x="39" y="33"/>
                    </a:cubicBezTo>
                    <a:cubicBezTo>
                      <a:pt x="39" y="33"/>
                      <a:pt x="39" y="36"/>
                      <a:pt x="42" y="36"/>
                    </a:cubicBezTo>
                    <a:cubicBezTo>
                      <a:pt x="45" y="33"/>
                      <a:pt x="48" y="33"/>
                      <a:pt x="51" y="33"/>
                    </a:cubicBezTo>
                    <a:cubicBezTo>
                      <a:pt x="54" y="33"/>
                      <a:pt x="60" y="33"/>
                      <a:pt x="63" y="33"/>
                    </a:cubicBezTo>
                    <a:cubicBezTo>
                      <a:pt x="60" y="33"/>
                      <a:pt x="60" y="33"/>
                      <a:pt x="60" y="30"/>
                    </a:cubicBezTo>
                    <a:cubicBezTo>
                      <a:pt x="63" y="30"/>
                      <a:pt x="66" y="33"/>
                      <a:pt x="69" y="33"/>
                    </a:cubicBezTo>
                    <a:cubicBezTo>
                      <a:pt x="72" y="36"/>
                      <a:pt x="75" y="36"/>
                      <a:pt x="78" y="33"/>
                    </a:cubicBezTo>
                    <a:cubicBezTo>
                      <a:pt x="75" y="30"/>
                      <a:pt x="75" y="30"/>
                      <a:pt x="75" y="30"/>
                    </a:cubicBezTo>
                    <a:cubicBezTo>
                      <a:pt x="75" y="27"/>
                      <a:pt x="75" y="27"/>
                      <a:pt x="75" y="24"/>
                    </a:cubicBezTo>
                    <a:cubicBezTo>
                      <a:pt x="72" y="24"/>
                      <a:pt x="69" y="21"/>
                      <a:pt x="69" y="21"/>
                    </a:cubicBezTo>
                    <a:cubicBezTo>
                      <a:pt x="69" y="21"/>
                      <a:pt x="69" y="15"/>
                      <a:pt x="66" y="15"/>
                    </a:cubicBezTo>
                    <a:cubicBezTo>
                      <a:pt x="63" y="15"/>
                      <a:pt x="63" y="12"/>
                      <a:pt x="63" y="12"/>
                    </a:cubicBezTo>
                    <a:cubicBezTo>
                      <a:pt x="60" y="12"/>
                      <a:pt x="51" y="12"/>
                      <a:pt x="51" y="15"/>
                    </a:cubicBezTo>
                    <a:cubicBezTo>
                      <a:pt x="48" y="15"/>
                      <a:pt x="45" y="12"/>
                      <a:pt x="42" y="12"/>
                    </a:cubicBezTo>
                    <a:cubicBezTo>
                      <a:pt x="42" y="12"/>
                      <a:pt x="39" y="9"/>
                      <a:pt x="36" y="6"/>
                    </a:cubicBezTo>
                    <a:cubicBezTo>
                      <a:pt x="36" y="6"/>
                      <a:pt x="21" y="9"/>
                      <a:pt x="18" y="6"/>
                    </a:cubicBezTo>
                    <a:cubicBezTo>
                      <a:pt x="15" y="3"/>
                      <a:pt x="9" y="0"/>
                      <a:pt x="6" y="0"/>
                    </a:cubicBezTo>
                    <a:cubicBezTo>
                      <a:pt x="3" y="0"/>
                      <a:pt x="3" y="3"/>
                      <a:pt x="0" y="3"/>
                    </a:cubicBezTo>
                    <a:cubicBezTo>
                      <a:pt x="9" y="6"/>
                      <a:pt x="18" y="6"/>
                      <a:pt x="18" y="12"/>
                    </a:cubicBezTo>
                    <a:cubicBezTo>
                      <a:pt x="21" y="21"/>
                      <a:pt x="24" y="18"/>
                      <a:pt x="24" y="24"/>
                    </a:cubicBezTo>
                    <a:cubicBezTo>
                      <a:pt x="24" y="27"/>
                      <a:pt x="21" y="27"/>
                      <a:pt x="21" y="27"/>
                    </a:cubicBezTo>
                    <a:cubicBezTo>
                      <a:pt x="24" y="30"/>
                      <a:pt x="30" y="30"/>
                      <a:pt x="33" y="2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2" name="Freeform 62">
                <a:extLst>
                  <a:ext uri="{FF2B5EF4-FFF2-40B4-BE49-F238E27FC236}">
                    <a16:creationId xmlns:a16="http://schemas.microsoft.com/office/drawing/2014/main" id="{05CC6964-CB84-4D45-D7D6-0D2759A387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85613" y="2269111"/>
                <a:ext cx="408238" cy="162214"/>
              </a:xfrm>
              <a:custGeom>
                <a:avLst/>
                <a:gdLst>
                  <a:gd name="T0" fmla="*/ 207 w 213"/>
                  <a:gd name="T1" fmla="*/ 57 h 84"/>
                  <a:gd name="T2" fmla="*/ 207 w 213"/>
                  <a:gd name="T3" fmla="*/ 45 h 84"/>
                  <a:gd name="T4" fmla="*/ 207 w 213"/>
                  <a:gd name="T5" fmla="*/ 36 h 84"/>
                  <a:gd name="T6" fmla="*/ 210 w 213"/>
                  <a:gd name="T7" fmla="*/ 30 h 84"/>
                  <a:gd name="T8" fmla="*/ 207 w 213"/>
                  <a:gd name="T9" fmla="*/ 27 h 84"/>
                  <a:gd name="T10" fmla="*/ 198 w 213"/>
                  <a:gd name="T11" fmla="*/ 24 h 84"/>
                  <a:gd name="T12" fmla="*/ 195 w 213"/>
                  <a:gd name="T13" fmla="*/ 12 h 84"/>
                  <a:gd name="T14" fmla="*/ 189 w 213"/>
                  <a:gd name="T15" fmla="*/ 6 h 84"/>
                  <a:gd name="T16" fmla="*/ 177 w 213"/>
                  <a:gd name="T17" fmla="*/ 6 h 84"/>
                  <a:gd name="T18" fmla="*/ 156 w 213"/>
                  <a:gd name="T19" fmla="*/ 15 h 84"/>
                  <a:gd name="T20" fmla="*/ 135 w 213"/>
                  <a:gd name="T21" fmla="*/ 15 h 84"/>
                  <a:gd name="T22" fmla="*/ 123 w 213"/>
                  <a:gd name="T23" fmla="*/ 9 h 84"/>
                  <a:gd name="T24" fmla="*/ 111 w 213"/>
                  <a:gd name="T25" fmla="*/ 6 h 84"/>
                  <a:gd name="T26" fmla="*/ 96 w 213"/>
                  <a:gd name="T27" fmla="*/ 0 h 84"/>
                  <a:gd name="T28" fmla="*/ 60 w 213"/>
                  <a:gd name="T29" fmla="*/ 12 h 84"/>
                  <a:gd name="T30" fmla="*/ 36 w 213"/>
                  <a:gd name="T31" fmla="*/ 12 h 84"/>
                  <a:gd name="T32" fmla="*/ 30 w 213"/>
                  <a:gd name="T33" fmla="*/ 21 h 84"/>
                  <a:gd name="T34" fmla="*/ 6 w 213"/>
                  <a:gd name="T35" fmla="*/ 24 h 84"/>
                  <a:gd name="T36" fmla="*/ 6 w 213"/>
                  <a:gd name="T37" fmla="*/ 33 h 84"/>
                  <a:gd name="T38" fmla="*/ 9 w 213"/>
                  <a:gd name="T39" fmla="*/ 36 h 84"/>
                  <a:gd name="T40" fmla="*/ 12 w 213"/>
                  <a:gd name="T41" fmla="*/ 45 h 84"/>
                  <a:gd name="T42" fmla="*/ 12 w 213"/>
                  <a:gd name="T43" fmla="*/ 51 h 84"/>
                  <a:gd name="T44" fmla="*/ 12 w 213"/>
                  <a:gd name="T45" fmla="*/ 57 h 84"/>
                  <a:gd name="T46" fmla="*/ 18 w 213"/>
                  <a:gd name="T47" fmla="*/ 63 h 84"/>
                  <a:gd name="T48" fmla="*/ 24 w 213"/>
                  <a:gd name="T49" fmla="*/ 69 h 84"/>
                  <a:gd name="T50" fmla="*/ 30 w 213"/>
                  <a:gd name="T51" fmla="*/ 69 h 84"/>
                  <a:gd name="T52" fmla="*/ 36 w 213"/>
                  <a:gd name="T53" fmla="*/ 78 h 84"/>
                  <a:gd name="T54" fmla="*/ 51 w 213"/>
                  <a:gd name="T55" fmla="*/ 75 h 84"/>
                  <a:gd name="T56" fmla="*/ 60 w 213"/>
                  <a:gd name="T57" fmla="*/ 69 h 84"/>
                  <a:gd name="T58" fmla="*/ 75 w 213"/>
                  <a:gd name="T59" fmla="*/ 78 h 84"/>
                  <a:gd name="T60" fmla="*/ 87 w 213"/>
                  <a:gd name="T61" fmla="*/ 78 h 84"/>
                  <a:gd name="T62" fmla="*/ 99 w 213"/>
                  <a:gd name="T63" fmla="*/ 69 h 84"/>
                  <a:gd name="T64" fmla="*/ 108 w 213"/>
                  <a:gd name="T65" fmla="*/ 72 h 84"/>
                  <a:gd name="T66" fmla="*/ 114 w 213"/>
                  <a:gd name="T67" fmla="*/ 69 h 84"/>
                  <a:gd name="T68" fmla="*/ 111 w 213"/>
                  <a:gd name="T69" fmla="*/ 78 h 84"/>
                  <a:gd name="T70" fmla="*/ 111 w 213"/>
                  <a:gd name="T71" fmla="*/ 84 h 84"/>
                  <a:gd name="T72" fmla="*/ 120 w 213"/>
                  <a:gd name="T73" fmla="*/ 75 h 84"/>
                  <a:gd name="T74" fmla="*/ 123 w 213"/>
                  <a:gd name="T75" fmla="*/ 72 h 84"/>
                  <a:gd name="T76" fmla="*/ 135 w 213"/>
                  <a:gd name="T77" fmla="*/ 72 h 84"/>
                  <a:gd name="T78" fmla="*/ 141 w 213"/>
                  <a:gd name="T79" fmla="*/ 72 h 84"/>
                  <a:gd name="T80" fmla="*/ 153 w 213"/>
                  <a:gd name="T81" fmla="*/ 72 h 84"/>
                  <a:gd name="T82" fmla="*/ 168 w 213"/>
                  <a:gd name="T83" fmla="*/ 66 h 84"/>
                  <a:gd name="T84" fmla="*/ 180 w 213"/>
                  <a:gd name="T85" fmla="*/ 66 h 84"/>
                  <a:gd name="T86" fmla="*/ 186 w 213"/>
                  <a:gd name="T87" fmla="*/ 66 h 84"/>
                  <a:gd name="T88" fmla="*/ 192 w 213"/>
                  <a:gd name="T89" fmla="*/ 63 h 84"/>
                  <a:gd name="T90" fmla="*/ 201 w 213"/>
                  <a:gd name="T91" fmla="*/ 66 h 84"/>
                  <a:gd name="T92" fmla="*/ 213 w 213"/>
                  <a:gd name="T93" fmla="*/ 66 h 84"/>
                  <a:gd name="T94" fmla="*/ 207 w 213"/>
                  <a:gd name="T95" fmla="*/ 57 h 84"/>
                  <a:gd name="T96" fmla="*/ 21 w 213"/>
                  <a:gd name="T97" fmla="*/ 15 h 84"/>
                  <a:gd name="T98" fmla="*/ 36 w 213"/>
                  <a:gd name="T99" fmla="*/ 12 h 84"/>
                  <a:gd name="T100" fmla="*/ 27 w 213"/>
                  <a:gd name="T101" fmla="*/ 6 h 84"/>
                  <a:gd name="T102" fmla="*/ 24 w 213"/>
                  <a:gd name="T103" fmla="*/ 0 h 84"/>
                  <a:gd name="T104" fmla="*/ 18 w 213"/>
                  <a:gd name="T105" fmla="*/ 3 h 84"/>
                  <a:gd name="T106" fmla="*/ 6 w 213"/>
                  <a:gd name="T107" fmla="*/ 3 h 84"/>
                  <a:gd name="T108" fmla="*/ 9 w 213"/>
                  <a:gd name="T109" fmla="*/ 9 h 84"/>
                  <a:gd name="T110" fmla="*/ 6 w 213"/>
                  <a:gd name="T111" fmla="*/ 15 h 84"/>
                  <a:gd name="T112" fmla="*/ 3 w 213"/>
                  <a:gd name="T113" fmla="*/ 18 h 84"/>
                  <a:gd name="T114" fmla="*/ 9 w 213"/>
                  <a:gd name="T115" fmla="*/ 21 h 84"/>
                  <a:gd name="T116" fmla="*/ 21 w 213"/>
                  <a:gd name="T117" fmla="*/ 15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3" h="84">
                    <a:moveTo>
                      <a:pt x="207" y="57"/>
                    </a:moveTo>
                    <a:cubicBezTo>
                      <a:pt x="207" y="57"/>
                      <a:pt x="207" y="48"/>
                      <a:pt x="207" y="45"/>
                    </a:cubicBezTo>
                    <a:cubicBezTo>
                      <a:pt x="207" y="45"/>
                      <a:pt x="204" y="36"/>
                      <a:pt x="207" y="36"/>
                    </a:cubicBezTo>
                    <a:cubicBezTo>
                      <a:pt x="210" y="36"/>
                      <a:pt x="207" y="30"/>
                      <a:pt x="210" y="30"/>
                    </a:cubicBezTo>
                    <a:cubicBezTo>
                      <a:pt x="207" y="27"/>
                      <a:pt x="207" y="27"/>
                      <a:pt x="207" y="27"/>
                    </a:cubicBezTo>
                    <a:cubicBezTo>
                      <a:pt x="207" y="24"/>
                      <a:pt x="201" y="27"/>
                      <a:pt x="198" y="24"/>
                    </a:cubicBezTo>
                    <a:cubicBezTo>
                      <a:pt x="198" y="18"/>
                      <a:pt x="198" y="18"/>
                      <a:pt x="195" y="12"/>
                    </a:cubicBezTo>
                    <a:cubicBezTo>
                      <a:pt x="192" y="9"/>
                      <a:pt x="192" y="6"/>
                      <a:pt x="189" y="6"/>
                    </a:cubicBezTo>
                    <a:cubicBezTo>
                      <a:pt x="186" y="9"/>
                      <a:pt x="180" y="9"/>
                      <a:pt x="177" y="6"/>
                    </a:cubicBezTo>
                    <a:cubicBezTo>
                      <a:pt x="171" y="12"/>
                      <a:pt x="159" y="15"/>
                      <a:pt x="156" y="15"/>
                    </a:cubicBezTo>
                    <a:cubicBezTo>
                      <a:pt x="150" y="12"/>
                      <a:pt x="141" y="15"/>
                      <a:pt x="135" y="15"/>
                    </a:cubicBezTo>
                    <a:cubicBezTo>
                      <a:pt x="129" y="15"/>
                      <a:pt x="126" y="9"/>
                      <a:pt x="123" y="9"/>
                    </a:cubicBezTo>
                    <a:cubicBezTo>
                      <a:pt x="117" y="12"/>
                      <a:pt x="117" y="6"/>
                      <a:pt x="111" y="6"/>
                    </a:cubicBezTo>
                    <a:cubicBezTo>
                      <a:pt x="108" y="6"/>
                      <a:pt x="111" y="3"/>
                      <a:pt x="96" y="0"/>
                    </a:cubicBezTo>
                    <a:cubicBezTo>
                      <a:pt x="81" y="0"/>
                      <a:pt x="66" y="9"/>
                      <a:pt x="60" y="12"/>
                    </a:cubicBezTo>
                    <a:cubicBezTo>
                      <a:pt x="57" y="15"/>
                      <a:pt x="39" y="12"/>
                      <a:pt x="36" y="12"/>
                    </a:cubicBezTo>
                    <a:cubicBezTo>
                      <a:pt x="36" y="15"/>
                      <a:pt x="36" y="21"/>
                      <a:pt x="30" y="21"/>
                    </a:cubicBezTo>
                    <a:cubicBezTo>
                      <a:pt x="24" y="24"/>
                      <a:pt x="12" y="21"/>
                      <a:pt x="6" y="24"/>
                    </a:cubicBezTo>
                    <a:cubicBezTo>
                      <a:pt x="3" y="27"/>
                      <a:pt x="0" y="33"/>
                      <a:pt x="6" y="33"/>
                    </a:cubicBezTo>
                    <a:cubicBezTo>
                      <a:pt x="9" y="33"/>
                      <a:pt x="12" y="33"/>
                      <a:pt x="9" y="36"/>
                    </a:cubicBezTo>
                    <a:cubicBezTo>
                      <a:pt x="9" y="36"/>
                      <a:pt x="12" y="42"/>
                      <a:pt x="12" y="45"/>
                    </a:cubicBezTo>
                    <a:cubicBezTo>
                      <a:pt x="9" y="45"/>
                      <a:pt x="9" y="51"/>
                      <a:pt x="12" y="51"/>
                    </a:cubicBezTo>
                    <a:cubicBezTo>
                      <a:pt x="15" y="54"/>
                      <a:pt x="15" y="57"/>
                      <a:pt x="12" y="57"/>
                    </a:cubicBezTo>
                    <a:cubicBezTo>
                      <a:pt x="9" y="57"/>
                      <a:pt x="18" y="63"/>
                      <a:pt x="18" y="63"/>
                    </a:cubicBezTo>
                    <a:cubicBezTo>
                      <a:pt x="18" y="66"/>
                      <a:pt x="24" y="66"/>
                      <a:pt x="24" y="69"/>
                    </a:cubicBezTo>
                    <a:cubicBezTo>
                      <a:pt x="24" y="69"/>
                      <a:pt x="27" y="72"/>
                      <a:pt x="30" y="69"/>
                    </a:cubicBezTo>
                    <a:cubicBezTo>
                      <a:pt x="33" y="69"/>
                      <a:pt x="36" y="75"/>
                      <a:pt x="36" y="78"/>
                    </a:cubicBezTo>
                    <a:cubicBezTo>
                      <a:pt x="39" y="81"/>
                      <a:pt x="51" y="78"/>
                      <a:pt x="51" y="75"/>
                    </a:cubicBezTo>
                    <a:cubicBezTo>
                      <a:pt x="51" y="72"/>
                      <a:pt x="54" y="69"/>
                      <a:pt x="60" y="69"/>
                    </a:cubicBezTo>
                    <a:cubicBezTo>
                      <a:pt x="66" y="72"/>
                      <a:pt x="72" y="78"/>
                      <a:pt x="75" y="78"/>
                    </a:cubicBezTo>
                    <a:cubicBezTo>
                      <a:pt x="78" y="81"/>
                      <a:pt x="84" y="78"/>
                      <a:pt x="87" y="78"/>
                    </a:cubicBezTo>
                    <a:cubicBezTo>
                      <a:pt x="90" y="78"/>
                      <a:pt x="96" y="72"/>
                      <a:pt x="99" y="69"/>
                    </a:cubicBezTo>
                    <a:cubicBezTo>
                      <a:pt x="99" y="69"/>
                      <a:pt x="102" y="75"/>
                      <a:pt x="108" y="72"/>
                    </a:cubicBezTo>
                    <a:cubicBezTo>
                      <a:pt x="111" y="72"/>
                      <a:pt x="114" y="69"/>
                      <a:pt x="114" y="69"/>
                    </a:cubicBezTo>
                    <a:cubicBezTo>
                      <a:pt x="117" y="72"/>
                      <a:pt x="111" y="78"/>
                      <a:pt x="111" y="78"/>
                    </a:cubicBezTo>
                    <a:cubicBezTo>
                      <a:pt x="114" y="81"/>
                      <a:pt x="114" y="81"/>
                      <a:pt x="111" y="84"/>
                    </a:cubicBezTo>
                    <a:cubicBezTo>
                      <a:pt x="120" y="81"/>
                      <a:pt x="120" y="78"/>
                      <a:pt x="120" y="75"/>
                    </a:cubicBezTo>
                    <a:cubicBezTo>
                      <a:pt x="120" y="72"/>
                      <a:pt x="120" y="72"/>
                      <a:pt x="123" y="72"/>
                    </a:cubicBezTo>
                    <a:cubicBezTo>
                      <a:pt x="126" y="75"/>
                      <a:pt x="129" y="75"/>
                      <a:pt x="135" y="72"/>
                    </a:cubicBezTo>
                    <a:cubicBezTo>
                      <a:pt x="138" y="69"/>
                      <a:pt x="138" y="69"/>
                      <a:pt x="141" y="72"/>
                    </a:cubicBezTo>
                    <a:cubicBezTo>
                      <a:pt x="144" y="72"/>
                      <a:pt x="147" y="72"/>
                      <a:pt x="153" y="72"/>
                    </a:cubicBezTo>
                    <a:cubicBezTo>
                      <a:pt x="162" y="72"/>
                      <a:pt x="162" y="66"/>
                      <a:pt x="168" y="66"/>
                    </a:cubicBezTo>
                    <a:cubicBezTo>
                      <a:pt x="177" y="69"/>
                      <a:pt x="180" y="66"/>
                      <a:pt x="180" y="66"/>
                    </a:cubicBezTo>
                    <a:cubicBezTo>
                      <a:pt x="186" y="66"/>
                      <a:pt x="186" y="66"/>
                      <a:pt x="186" y="66"/>
                    </a:cubicBezTo>
                    <a:cubicBezTo>
                      <a:pt x="186" y="66"/>
                      <a:pt x="186" y="63"/>
                      <a:pt x="192" y="63"/>
                    </a:cubicBezTo>
                    <a:cubicBezTo>
                      <a:pt x="195" y="63"/>
                      <a:pt x="198" y="66"/>
                      <a:pt x="201" y="66"/>
                    </a:cubicBezTo>
                    <a:cubicBezTo>
                      <a:pt x="204" y="63"/>
                      <a:pt x="213" y="72"/>
                      <a:pt x="213" y="66"/>
                    </a:cubicBezTo>
                    <a:cubicBezTo>
                      <a:pt x="213" y="66"/>
                      <a:pt x="210" y="57"/>
                      <a:pt x="207" y="57"/>
                    </a:cubicBezTo>
                    <a:close/>
                    <a:moveTo>
                      <a:pt x="21" y="15"/>
                    </a:moveTo>
                    <a:cubicBezTo>
                      <a:pt x="24" y="12"/>
                      <a:pt x="33" y="15"/>
                      <a:pt x="36" y="12"/>
                    </a:cubicBezTo>
                    <a:cubicBezTo>
                      <a:pt x="36" y="12"/>
                      <a:pt x="30" y="9"/>
                      <a:pt x="27" y="6"/>
                    </a:cubicBezTo>
                    <a:cubicBezTo>
                      <a:pt x="24" y="6"/>
                      <a:pt x="24" y="3"/>
                      <a:pt x="24" y="0"/>
                    </a:cubicBezTo>
                    <a:cubicBezTo>
                      <a:pt x="21" y="3"/>
                      <a:pt x="21" y="3"/>
                      <a:pt x="18" y="3"/>
                    </a:cubicBezTo>
                    <a:cubicBezTo>
                      <a:pt x="15" y="0"/>
                      <a:pt x="9" y="0"/>
                      <a:pt x="6" y="3"/>
                    </a:cubicBezTo>
                    <a:cubicBezTo>
                      <a:pt x="6" y="3"/>
                      <a:pt x="9" y="6"/>
                      <a:pt x="9" y="9"/>
                    </a:cubicBezTo>
                    <a:cubicBezTo>
                      <a:pt x="9" y="12"/>
                      <a:pt x="6" y="12"/>
                      <a:pt x="6" y="15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6" y="21"/>
                      <a:pt x="6" y="21"/>
                      <a:pt x="9" y="21"/>
                    </a:cubicBezTo>
                    <a:cubicBezTo>
                      <a:pt x="15" y="21"/>
                      <a:pt x="15" y="15"/>
                      <a:pt x="21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3" name="Freeform 63">
                <a:extLst>
                  <a:ext uri="{FF2B5EF4-FFF2-40B4-BE49-F238E27FC236}">
                    <a16:creationId xmlns:a16="http://schemas.microsoft.com/office/drawing/2014/main" id="{A62009FC-36BF-B0B6-1933-CCBDDC0E48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390" y="2252889"/>
                <a:ext cx="148696" cy="137882"/>
              </a:xfrm>
              <a:custGeom>
                <a:avLst/>
                <a:gdLst>
                  <a:gd name="T0" fmla="*/ 75 w 78"/>
                  <a:gd name="T1" fmla="*/ 3 h 72"/>
                  <a:gd name="T2" fmla="*/ 66 w 78"/>
                  <a:gd name="T3" fmla="*/ 0 h 72"/>
                  <a:gd name="T4" fmla="*/ 60 w 78"/>
                  <a:gd name="T5" fmla="*/ 9 h 72"/>
                  <a:gd name="T6" fmla="*/ 51 w 78"/>
                  <a:gd name="T7" fmla="*/ 15 h 72"/>
                  <a:gd name="T8" fmla="*/ 48 w 78"/>
                  <a:gd name="T9" fmla="*/ 18 h 72"/>
                  <a:gd name="T10" fmla="*/ 39 w 78"/>
                  <a:gd name="T11" fmla="*/ 21 h 72"/>
                  <a:gd name="T12" fmla="*/ 33 w 78"/>
                  <a:gd name="T13" fmla="*/ 18 h 72"/>
                  <a:gd name="T14" fmla="*/ 24 w 78"/>
                  <a:gd name="T15" fmla="*/ 24 h 72"/>
                  <a:gd name="T16" fmla="*/ 3 w 78"/>
                  <a:gd name="T17" fmla="*/ 36 h 72"/>
                  <a:gd name="T18" fmla="*/ 0 w 78"/>
                  <a:gd name="T19" fmla="*/ 42 h 72"/>
                  <a:gd name="T20" fmla="*/ 15 w 78"/>
                  <a:gd name="T21" fmla="*/ 48 h 72"/>
                  <a:gd name="T22" fmla="*/ 6 w 78"/>
                  <a:gd name="T23" fmla="*/ 60 h 72"/>
                  <a:gd name="T24" fmla="*/ 9 w 78"/>
                  <a:gd name="T25" fmla="*/ 66 h 72"/>
                  <a:gd name="T26" fmla="*/ 15 w 78"/>
                  <a:gd name="T27" fmla="*/ 69 h 72"/>
                  <a:gd name="T28" fmla="*/ 24 w 78"/>
                  <a:gd name="T29" fmla="*/ 69 h 72"/>
                  <a:gd name="T30" fmla="*/ 27 w 78"/>
                  <a:gd name="T31" fmla="*/ 69 h 72"/>
                  <a:gd name="T32" fmla="*/ 33 w 78"/>
                  <a:gd name="T33" fmla="*/ 66 h 72"/>
                  <a:gd name="T34" fmla="*/ 42 w 78"/>
                  <a:gd name="T35" fmla="*/ 63 h 72"/>
                  <a:gd name="T36" fmla="*/ 48 w 78"/>
                  <a:gd name="T37" fmla="*/ 60 h 72"/>
                  <a:gd name="T38" fmla="*/ 39 w 78"/>
                  <a:gd name="T39" fmla="*/ 51 h 72"/>
                  <a:gd name="T40" fmla="*/ 42 w 78"/>
                  <a:gd name="T41" fmla="*/ 42 h 72"/>
                  <a:gd name="T42" fmla="*/ 63 w 78"/>
                  <a:gd name="T43" fmla="*/ 30 h 72"/>
                  <a:gd name="T44" fmla="*/ 66 w 78"/>
                  <a:gd name="T45" fmla="*/ 15 h 72"/>
                  <a:gd name="T46" fmla="*/ 78 w 78"/>
                  <a:gd name="T47" fmla="*/ 3 h 72"/>
                  <a:gd name="T48" fmla="*/ 75 w 78"/>
                  <a:gd name="T49" fmla="*/ 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8" h="72">
                    <a:moveTo>
                      <a:pt x="75" y="3"/>
                    </a:moveTo>
                    <a:cubicBezTo>
                      <a:pt x="72" y="3"/>
                      <a:pt x="69" y="0"/>
                      <a:pt x="66" y="0"/>
                    </a:cubicBezTo>
                    <a:cubicBezTo>
                      <a:pt x="63" y="0"/>
                      <a:pt x="63" y="9"/>
                      <a:pt x="60" y="9"/>
                    </a:cubicBezTo>
                    <a:cubicBezTo>
                      <a:pt x="54" y="9"/>
                      <a:pt x="57" y="12"/>
                      <a:pt x="51" y="15"/>
                    </a:cubicBezTo>
                    <a:cubicBezTo>
                      <a:pt x="45" y="15"/>
                      <a:pt x="45" y="15"/>
                      <a:pt x="48" y="18"/>
                    </a:cubicBezTo>
                    <a:cubicBezTo>
                      <a:pt x="48" y="21"/>
                      <a:pt x="45" y="21"/>
                      <a:pt x="39" y="21"/>
                    </a:cubicBezTo>
                    <a:cubicBezTo>
                      <a:pt x="36" y="21"/>
                      <a:pt x="36" y="18"/>
                      <a:pt x="33" y="18"/>
                    </a:cubicBezTo>
                    <a:cubicBezTo>
                      <a:pt x="30" y="18"/>
                      <a:pt x="27" y="24"/>
                      <a:pt x="24" y="24"/>
                    </a:cubicBezTo>
                    <a:cubicBezTo>
                      <a:pt x="24" y="27"/>
                      <a:pt x="9" y="36"/>
                      <a:pt x="3" y="36"/>
                    </a:cubicBezTo>
                    <a:cubicBezTo>
                      <a:pt x="3" y="39"/>
                      <a:pt x="3" y="39"/>
                      <a:pt x="0" y="42"/>
                    </a:cubicBezTo>
                    <a:cubicBezTo>
                      <a:pt x="6" y="42"/>
                      <a:pt x="12" y="45"/>
                      <a:pt x="15" y="48"/>
                    </a:cubicBezTo>
                    <a:cubicBezTo>
                      <a:pt x="18" y="51"/>
                      <a:pt x="9" y="57"/>
                      <a:pt x="6" y="60"/>
                    </a:cubicBezTo>
                    <a:cubicBezTo>
                      <a:pt x="3" y="63"/>
                      <a:pt x="9" y="63"/>
                      <a:pt x="9" y="66"/>
                    </a:cubicBezTo>
                    <a:cubicBezTo>
                      <a:pt x="9" y="69"/>
                      <a:pt x="12" y="72"/>
                      <a:pt x="15" y="69"/>
                    </a:cubicBezTo>
                    <a:cubicBezTo>
                      <a:pt x="15" y="69"/>
                      <a:pt x="18" y="69"/>
                      <a:pt x="24" y="69"/>
                    </a:cubicBezTo>
                    <a:cubicBezTo>
                      <a:pt x="24" y="69"/>
                      <a:pt x="24" y="69"/>
                      <a:pt x="27" y="69"/>
                    </a:cubicBezTo>
                    <a:cubicBezTo>
                      <a:pt x="33" y="66"/>
                      <a:pt x="33" y="66"/>
                      <a:pt x="33" y="66"/>
                    </a:cubicBezTo>
                    <a:cubicBezTo>
                      <a:pt x="33" y="63"/>
                      <a:pt x="39" y="63"/>
                      <a:pt x="42" y="63"/>
                    </a:cubicBezTo>
                    <a:cubicBezTo>
                      <a:pt x="45" y="63"/>
                      <a:pt x="48" y="63"/>
                      <a:pt x="48" y="60"/>
                    </a:cubicBezTo>
                    <a:cubicBezTo>
                      <a:pt x="45" y="57"/>
                      <a:pt x="39" y="51"/>
                      <a:pt x="39" y="51"/>
                    </a:cubicBezTo>
                    <a:cubicBezTo>
                      <a:pt x="36" y="48"/>
                      <a:pt x="36" y="42"/>
                      <a:pt x="42" y="42"/>
                    </a:cubicBezTo>
                    <a:cubicBezTo>
                      <a:pt x="48" y="39"/>
                      <a:pt x="57" y="30"/>
                      <a:pt x="63" y="30"/>
                    </a:cubicBezTo>
                    <a:cubicBezTo>
                      <a:pt x="66" y="27"/>
                      <a:pt x="63" y="21"/>
                      <a:pt x="66" y="15"/>
                    </a:cubicBezTo>
                    <a:cubicBezTo>
                      <a:pt x="66" y="12"/>
                      <a:pt x="72" y="9"/>
                      <a:pt x="78" y="3"/>
                    </a:cubicBezTo>
                    <a:cubicBezTo>
                      <a:pt x="75" y="3"/>
                      <a:pt x="75" y="3"/>
                      <a:pt x="75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4" name="Freeform 64">
                <a:extLst>
                  <a:ext uri="{FF2B5EF4-FFF2-40B4-BE49-F238E27FC236}">
                    <a16:creationId xmlns:a16="http://schemas.microsoft.com/office/drawing/2014/main" id="{C642EB14-C201-221E-6D94-FD078F333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3014" y="2569206"/>
                <a:ext cx="166269" cy="91921"/>
              </a:xfrm>
              <a:custGeom>
                <a:avLst/>
                <a:gdLst>
                  <a:gd name="T0" fmla="*/ 87 w 87"/>
                  <a:gd name="T1" fmla="*/ 30 h 48"/>
                  <a:gd name="T2" fmla="*/ 84 w 87"/>
                  <a:gd name="T3" fmla="*/ 30 h 48"/>
                  <a:gd name="T4" fmla="*/ 69 w 87"/>
                  <a:gd name="T5" fmla="*/ 27 h 48"/>
                  <a:gd name="T6" fmla="*/ 48 w 87"/>
                  <a:gd name="T7" fmla="*/ 18 h 48"/>
                  <a:gd name="T8" fmla="*/ 24 w 87"/>
                  <a:gd name="T9" fmla="*/ 3 h 48"/>
                  <a:gd name="T10" fmla="*/ 15 w 87"/>
                  <a:gd name="T11" fmla="*/ 0 h 48"/>
                  <a:gd name="T12" fmla="*/ 9 w 87"/>
                  <a:gd name="T13" fmla="*/ 3 h 48"/>
                  <a:gd name="T14" fmla="*/ 3 w 87"/>
                  <a:gd name="T15" fmla="*/ 9 h 48"/>
                  <a:gd name="T16" fmla="*/ 0 w 87"/>
                  <a:gd name="T17" fmla="*/ 18 h 48"/>
                  <a:gd name="T18" fmla="*/ 6 w 87"/>
                  <a:gd name="T19" fmla="*/ 21 h 48"/>
                  <a:gd name="T20" fmla="*/ 15 w 87"/>
                  <a:gd name="T21" fmla="*/ 27 h 48"/>
                  <a:gd name="T22" fmla="*/ 24 w 87"/>
                  <a:gd name="T23" fmla="*/ 30 h 48"/>
                  <a:gd name="T24" fmla="*/ 33 w 87"/>
                  <a:gd name="T25" fmla="*/ 36 h 48"/>
                  <a:gd name="T26" fmla="*/ 45 w 87"/>
                  <a:gd name="T27" fmla="*/ 33 h 48"/>
                  <a:gd name="T28" fmla="*/ 51 w 87"/>
                  <a:gd name="T29" fmla="*/ 42 h 48"/>
                  <a:gd name="T30" fmla="*/ 66 w 87"/>
                  <a:gd name="T31" fmla="*/ 45 h 48"/>
                  <a:gd name="T32" fmla="*/ 84 w 87"/>
                  <a:gd name="T33" fmla="*/ 45 h 48"/>
                  <a:gd name="T34" fmla="*/ 84 w 87"/>
                  <a:gd name="T35" fmla="*/ 33 h 48"/>
                  <a:gd name="T36" fmla="*/ 87 w 87"/>
                  <a:gd name="T37" fmla="*/ 3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7" h="48">
                    <a:moveTo>
                      <a:pt x="87" y="30"/>
                    </a:moveTo>
                    <a:cubicBezTo>
                      <a:pt x="84" y="30"/>
                      <a:pt x="84" y="30"/>
                      <a:pt x="84" y="30"/>
                    </a:cubicBezTo>
                    <a:cubicBezTo>
                      <a:pt x="78" y="30"/>
                      <a:pt x="72" y="27"/>
                      <a:pt x="69" y="27"/>
                    </a:cubicBezTo>
                    <a:cubicBezTo>
                      <a:pt x="66" y="27"/>
                      <a:pt x="51" y="24"/>
                      <a:pt x="48" y="18"/>
                    </a:cubicBezTo>
                    <a:cubicBezTo>
                      <a:pt x="42" y="15"/>
                      <a:pt x="27" y="6"/>
                      <a:pt x="24" y="3"/>
                    </a:cubicBezTo>
                    <a:cubicBezTo>
                      <a:pt x="21" y="0"/>
                      <a:pt x="15" y="0"/>
                      <a:pt x="15" y="0"/>
                    </a:cubicBezTo>
                    <a:cubicBezTo>
                      <a:pt x="15" y="3"/>
                      <a:pt x="12" y="3"/>
                      <a:pt x="9" y="3"/>
                    </a:cubicBezTo>
                    <a:cubicBezTo>
                      <a:pt x="6" y="3"/>
                      <a:pt x="3" y="6"/>
                      <a:pt x="3" y="9"/>
                    </a:cubicBezTo>
                    <a:cubicBezTo>
                      <a:pt x="3" y="12"/>
                      <a:pt x="0" y="15"/>
                      <a:pt x="0" y="18"/>
                    </a:cubicBezTo>
                    <a:cubicBezTo>
                      <a:pt x="0" y="21"/>
                      <a:pt x="6" y="21"/>
                      <a:pt x="6" y="21"/>
                    </a:cubicBezTo>
                    <a:cubicBezTo>
                      <a:pt x="9" y="24"/>
                      <a:pt x="15" y="24"/>
                      <a:pt x="15" y="27"/>
                    </a:cubicBezTo>
                    <a:cubicBezTo>
                      <a:pt x="15" y="27"/>
                      <a:pt x="21" y="30"/>
                      <a:pt x="24" y="30"/>
                    </a:cubicBezTo>
                    <a:cubicBezTo>
                      <a:pt x="27" y="30"/>
                      <a:pt x="33" y="36"/>
                      <a:pt x="33" y="36"/>
                    </a:cubicBezTo>
                    <a:cubicBezTo>
                      <a:pt x="36" y="39"/>
                      <a:pt x="42" y="33"/>
                      <a:pt x="45" y="33"/>
                    </a:cubicBezTo>
                    <a:cubicBezTo>
                      <a:pt x="48" y="33"/>
                      <a:pt x="51" y="39"/>
                      <a:pt x="51" y="42"/>
                    </a:cubicBezTo>
                    <a:cubicBezTo>
                      <a:pt x="51" y="42"/>
                      <a:pt x="63" y="45"/>
                      <a:pt x="66" y="45"/>
                    </a:cubicBezTo>
                    <a:cubicBezTo>
                      <a:pt x="69" y="48"/>
                      <a:pt x="81" y="48"/>
                      <a:pt x="84" y="45"/>
                    </a:cubicBezTo>
                    <a:cubicBezTo>
                      <a:pt x="87" y="42"/>
                      <a:pt x="84" y="36"/>
                      <a:pt x="84" y="33"/>
                    </a:cubicBezTo>
                    <a:cubicBezTo>
                      <a:pt x="87" y="30"/>
                      <a:pt x="87" y="30"/>
                      <a:pt x="87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5" name="Freeform 65">
                <a:extLst>
                  <a:ext uri="{FF2B5EF4-FFF2-40B4-BE49-F238E27FC236}">
                    <a16:creationId xmlns:a16="http://schemas.microsoft.com/office/drawing/2014/main" id="{EC8377E0-5AF9-31F8-D8C2-AC680A07FA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4982" y="2608407"/>
                <a:ext cx="183842" cy="409589"/>
              </a:xfrm>
              <a:custGeom>
                <a:avLst/>
                <a:gdLst>
                  <a:gd name="T0" fmla="*/ 78 w 96"/>
                  <a:gd name="T1" fmla="*/ 195 h 213"/>
                  <a:gd name="T2" fmla="*/ 75 w 96"/>
                  <a:gd name="T3" fmla="*/ 186 h 213"/>
                  <a:gd name="T4" fmla="*/ 72 w 96"/>
                  <a:gd name="T5" fmla="*/ 171 h 213"/>
                  <a:gd name="T6" fmla="*/ 66 w 96"/>
                  <a:gd name="T7" fmla="*/ 159 h 213"/>
                  <a:gd name="T8" fmla="*/ 69 w 96"/>
                  <a:gd name="T9" fmla="*/ 153 h 213"/>
                  <a:gd name="T10" fmla="*/ 69 w 96"/>
                  <a:gd name="T11" fmla="*/ 147 h 213"/>
                  <a:gd name="T12" fmla="*/ 66 w 96"/>
                  <a:gd name="T13" fmla="*/ 138 h 213"/>
                  <a:gd name="T14" fmla="*/ 57 w 96"/>
                  <a:gd name="T15" fmla="*/ 129 h 213"/>
                  <a:gd name="T16" fmla="*/ 60 w 96"/>
                  <a:gd name="T17" fmla="*/ 111 h 213"/>
                  <a:gd name="T18" fmla="*/ 66 w 96"/>
                  <a:gd name="T19" fmla="*/ 108 h 213"/>
                  <a:gd name="T20" fmla="*/ 75 w 96"/>
                  <a:gd name="T21" fmla="*/ 105 h 213"/>
                  <a:gd name="T22" fmla="*/ 84 w 96"/>
                  <a:gd name="T23" fmla="*/ 99 h 213"/>
                  <a:gd name="T24" fmla="*/ 90 w 96"/>
                  <a:gd name="T25" fmla="*/ 93 h 213"/>
                  <a:gd name="T26" fmla="*/ 96 w 96"/>
                  <a:gd name="T27" fmla="*/ 84 h 213"/>
                  <a:gd name="T28" fmla="*/ 96 w 96"/>
                  <a:gd name="T29" fmla="*/ 84 h 213"/>
                  <a:gd name="T30" fmla="*/ 93 w 96"/>
                  <a:gd name="T31" fmla="*/ 87 h 213"/>
                  <a:gd name="T32" fmla="*/ 84 w 96"/>
                  <a:gd name="T33" fmla="*/ 81 h 213"/>
                  <a:gd name="T34" fmla="*/ 78 w 96"/>
                  <a:gd name="T35" fmla="*/ 78 h 213"/>
                  <a:gd name="T36" fmla="*/ 78 w 96"/>
                  <a:gd name="T37" fmla="*/ 72 h 213"/>
                  <a:gd name="T38" fmla="*/ 75 w 96"/>
                  <a:gd name="T39" fmla="*/ 66 h 213"/>
                  <a:gd name="T40" fmla="*/ 72 w 96"/>
                  <a:gd name="T41" fmla="*/ 57 h 213"/>
                  <a:gd name="T42" fmla="*/ 60 w 96"/>
                  <a:gd name="T43" fmla="*/ 54 h 213"/>
                  <a:gd name="T44" fmla="*/ 60 w 96"/>
                  <a:gd name="T45" fmla="*/ 51 h 213"/>
                  <a:gd name="T46" fmla="*/ 69 w 96"/>
                  <a:gd name="T47" fmla="*/ 33 h 213"/>
                  <a:gd name="T48" fmla="*/ 72 w 96"/>
                  <a:gd name="T49" fmla="*/ 18 h 213"/>
                  <a:gd name="T50" fmla="*/ 66 w 96"/>
                  <a:gd name="T51" fmla="*/ 12 h 213"/>
                  <a:gd name="T52" fmla="*/ 63 w 96"/>
                  <a:gd name="T53" fmla="*/ 6 h 213"/>
                  <a:gd name="T54" fmla="*/ 57 w 96"/>
                  <a:gd name="T55" fmla="*/ 3 h 213"/>
                  <a:gd name="T56" fmla="*/ 54 w 96"/>
                  <a:gd name="T57" fmla="*/ 3 h 213"/>
                  <a:gd name="T58" fmla="*/ 54 w 96"/>
                  <a:gd name="T59" fmla="*/ 3 h 213"/>
                  <a:gd name="T60" fmla="*/ 51 w 96"/>
                  <a:gd name="T61" fmla="*/ 9 h 213"/>
                  <a:gd name="T62" fmla="*/ 54 w 96"/>
                  <a:gd name="T63" fmla="*/ 18 h 213"/>
                  <a:gd name="T64" fmla="*/ 48 w 96"/>
                  <a:gd name="T65" fmla="*/ 18 h 213"/>
                  <a:gd name="T66" fmla="*/ 39 w 96"/>
                  <a:gd name="T67" fmla="*/ 21 h 213"/>
                  <a:gd name="T68" fmla="*/ 30 w 96"/>
                  <a:gd name="T69" fmla="*/ 30 h 213"/>
                  <a:gd name="T70" fmla="*/ 27 w 96"/>
                  <a:gd name="T71" fmla="*/ 42 h 213"/>
                  <a:gd name="T72" fmla="*/ 24 w 96"/>
                  <a:gd name="T73" fmla="*/ 57 h 213"/>
                  <a:gd name="T74" fmla="*/ 15 w 96"/>
                  <a:gd name="T75" fmla="*/ 57 h 213"/>
                  <a:gd name="T76" fmla="*/ 12 w 96"/>
                  <a:gd name="T77" fmla="*/ 69 h 213"/>
                  <a:gd name="T78" fmla="*/ 9 w 96"/>
                  <a:gd name="T79" fmla="*/ 81 h 213"/>
                  <a:gd name="T80" fmla="*/ 6 w 96"/>
                  <a:gd name="T81" fmla="*/ 87 h 213"/>
                  <a:gd name="T82" fmla="*/ 0 w 96"/>
                  <a:gd name="T83" fmla="*/ 93 h 213"/>
                  <a:gd name="T84" fmla="*/ 12 w 96"/>
                  <a:gd name="T85" fmla="*/ 102 h 213"/>
                  <a:gd name="T86" fmla="*/ 24 w 96"/>
                  <a:gd name="T87" fmla="*/ 126 h 213"/>
                  <a:gd name="T88" fmla="*/ 24 w 96"/>
                  <a:gd name="T89" fmla="*/ 144 h 213"/>
                  <a:gd name="T90" fmla="*/ 27 w 96"/>
                  <a:gd name="T91" fmla="*/ 150 h 213"/>
                  <a:gd name="T92" fmla="*/ 39 w 96"/>
                  <a:gd name="T93" fmla="*/ 150 h 213"/>
                  <a:gd name="T94" fmla="*/ 48 w 96"/>
                  <a:gd name="T95" fmla="*/ 138 h 213"/>
                  <a:gd name="T96" fmla="*/ 54 w 96"/>
                  <a:gd name="T97" fmla="*/ 141 h 213"/>
                  <a:gd name="T98" fmla="*/ 57 w 96"/>
                  <a:gd name="T99" fmla="*/ 153 h 213"/>
                  <a:gd name="T100" fmla="*/ 63 w 96"/>
                  <a:gd name="T101" fmla="*/ 180 h 213"/>
                  <a:gd name="T102" fmla="*/ 69 w 96"/>
                  <a:gd name="T103" fmla="*/ 195 h 213"/>
                  <a:gd name="T104" fmla="*/ 69 w 96"/>
                  <a:gd name="T105" fmla="*/ 210 h 213"/>
                  <a:gd name="T106" fmla="*/ 69 w 96"/>
                  <a:gd name="T107" fmla="*/ 213 h 213"/>
                  <a:gd name="T108" fmla="*/ 78 w 96"/>
                  <a:gd name="T109" fmla="*/ 195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6" h="213">
                    <a:moveTo>
                      <a:pt x="78" y="195"/>
                    </a:moveTo>
                    <a:cubicBezTo>
                      <a:pt x="78" y="189"/>
                      <a:pt x="75" y="189"/>
                      <a:pt x="75" y="186"/>
                    </a:cubicBezTo>
                    <a:cubicBezTo>
                      <a:pt x="75" y="183"/>
                      <a:pt x="75" y="177"/>
                      <a:pt x="72" y="171"/>
                    </a:cubicBezTo>
                    <a:cubicBezTo>
                      <a:pt x="66" y="168"/>
                      <a:pt x="63" y="162"/>
                      <a:pt x="66" y="159"/>
                    </a:cubicBezTo>
                    <a:cubicBezTo>
                      <a:pt x="69" y="159"/>
                      <a:pt x="66" y="150"/>
                      <a:pt x="69" y="153"/>
                    </a:cubicBezTo>
                    <a:cubicBezTo>
                      <a:pt x="69" y="153"/>
                      <a:pt x="72" y="147"/>
                      <a:pt x="69" y="147"/>
                    </a:cubicBezTo>
                    <a:cubicBezTo>
                      <a:pt x="66" y="144"/>
                      <a:pt x="69" y="141"/>
                      <a:pt x="66" y="138"/>
                    </a:cubicBezTo>
                    <a:cubicBezTo>
                      <a:pt x="63" y="138"/>
                      <a:pt x="57" y="132"/>
                      <a:pt x="57" y="129"/>
                    </a:cubicBezTo>
                    <a:cubicBezTo>
                      <a:pt x="57" y="126"/>
                      <a:pt x="60" y="114"/>
                      <a:pt x="60" y="111"/>
                    </a:cubicBezTo>
                    <a:cubicBezTo>
                      <a:pt x="60" y="108"/>
                      <a:pt x="66" y="108"/>
                      <a:pt x="66" y="108"/>
                    </a:cubicBezTo>
                    <a:cubicBezTo>
                      <a:pt x="69" y="108"/>
                      <a:pt x="72" y="108"/>
                      <a:pt x="75" y="105"/>
                    </a:cubicBezTo>
                    <a:cubicBezTo>
                      <a:pt x="78" y="102"/>
                      <a:pt x="84" y="102"/>
                      <a:pt x="84" y="99"/>
                    </a:cubicBezTo>
                    <a:cubicBezTo>
                      <a:pt x="87" y="96"/>
                      <a:pt x="90" y="96"/>
                      <a:pt x="90" y="93"/>
                    </a:cubicBezTo>
                    <a:cubicBezTo>
                      <a:pt x="90" y="90"/>
                      <a:pt x="96" y="84"/>
                      <a:pt x="96" y="84"/>
                    </a:cubicBezTo>
                    <a:cubicBezTo>
                      <a:pt x="96" y="84"/>
                      <a:pt x="96" y="84"/>
                      <a:pt x="96" y="84"/>
                    </a:cubicBezTo>
                    <a:cubicBezTo>
                      <a:pt x="96" y="84"/>
                      <a:pt x="96" y="84"/>
                      <a:pt x="93" y="87"/>
                    </a:cubicBezTo>
                    <a:cubicBezTo>
                      <a:pt x="87" y="87"/>
                      <a:pt x="84" y="84"/>
                      <a:pt x="84" y="81"/>
                    </a:cubicBezTo>
                    <a:cubicBezTo>
                      <a:pt x="87" y="78"/>
                      <a:pt x="81" y="78"/>
                      <a:pt x="78" y="78"/>
                    </a:cubicBezTo>
                    <a:cubicBezTo>
                      <a:pt x="75" y="78"/>
                      <a:pt x="78" y="75"/>
                      <a:pt x="78" y="72"/>
                    </a:cubicBezTo>
                    <a:cubicBezTo>
                      <a:pt x="81" y="69"/>
                      <a:pt x="78" y="66"/>
                      <a:pt x="75" y="66"/>
                    </a:cubicBezTo>
                    <a:cubicBezTo>
                      <a:pt x="72" y="66"/>
                      <a:pt x="69" y="60"/>
                      <a:pt x="72" y="57"/>
                    </a:cubicBezTo>
                    <a:cubicBezTo>
                      <a:pt x="72" y="54"/>
                      <a:pt x="63" y="54"/>
                      <a:pt x="60" y="54"/>
                    </a:cubicBezTo>
                    <a:cubicBezTo>
                      <a:pt x="57" y="57"/>
                      <a:pt x="60" y="51"/>
                      <a:pt x="60" y="51"/>
                    </a:cubicBezTo>
                    <a:cubicBezTo>
                      <a:pt x="57" y="48"/>
                      <a:pt x="63" y="39"/>
                      <a:pt x="69" y="33"/>
                    </a:cubicBezTo>
                    <a:cubicBezTo>
                      <a:pt x="72" y="30"/>
                      <a:pt x="72" y="24"/>
                      <a:pt x="72" y="18"/>
                    </a:cubicBezTo>
                    <a:cubicBezTo>
                      <a:pt x="72" y="12"/>
                      <a:pt x="69" y="12"/>
                      <a:pt x="66" y="12"/>
                    </a:cubicBezTo>
                    <a:cubicBezTo>
                      <a:pt x="63" y="12"/>
                      <a:pt x="63" y="9"/>
                      <a:pt x="63" y="6"/>
                    </a:cubicBezTo>
                    <a:cubicBezTo>
                      <a:pt x="63" y="3"/>
                      <a:pt x="60" y="0"/>
                      <a:pt x="57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4" y="3"/>
                      <a:pt x="54" y="9"/>
                      <a:pt x="51" y="9"/>
                    </a:cubicBezTo>
                    <a:cubicBezTo>
                      <a:pt x="51" y="9"/>
                      <a:pt x="51" y="12"/>
                      <a:pt x="54" y="18"/>
                    </a:cubicBezTo>
                    <a:cubicBezTo>
                      <a:pt x="57" y="21"/>
                      <a:pt x="48" y="18"/>
                      <a:pt x="48" y="18"/>
                    </a:cubicBezTo>
                    <a:cubicBezTo>
                      <a:pt x="48" y="15"/>
                      <a:pt x="42" y="18"/>
                      <a:pt x="39" y="21"/>
                    </a:cubicBezTo>
                    <a:cubicBezTo>
                      <a:pt x="36" y="24"/>
                      <a:pt x="30" y="24"/>
                      <a:pt x="30" y="30"/>
                    </a:cubicBezTo>
                    <a:cubicBezTo>
                      <a:pt x="30" y="33"/>
                      <a:pt x="27" y="39"/>
                      <a:pt x="27" y="42"/>
                    </a:cubicBezTo>
                    <a:cubicBezTo>
                      <a:pt x="30" y="48"/>
                      <a:pt x="24" y="54"/>
                      <a:pt x="24" y="57"/>
                    </a:cubicBezTo>
                    <a:cubicBezTo>
                      <a:pt x="24" y="60"/>
                      <a:pt x="15" y="57"/>
                      <a:pt x="15" y="57"/>
                    </a:cubicBezTo>
                    <a:cubicBezTo>
                      <a:pt x="15" y="57"/>
                      <a:pt x="15" y="66"/>
                      <a:pt x="12" y="69"/>
                    </a:cubicBezTo>
                    <a:cubicBezTo>
                      <a:pt x="12" y="69"/>
                      <a:pt x="12" y="81"/>
                      <a:pt x="9" y="81"/>
                    </a:cubicBezTo>
                    <a:cubicBezTo>
                      <a:pt x="6" y="81"/>
                      <a:pt x="6" y="87"/>
                      <a:pt x="6" y="87"/>
                    </a:cubicBezTo>
                    <a:cubicBezTo>
                      <a:pt x="6" y="87"/>
                      <a:pt x="3" y="90"/>
                      <a:pt x="0" y="93"/>
                    </a:cubicBezTo>
                    <a:cubicBezTo>
                      <a:pt x="3" y="96"/>
                      <a:pt x="6" y="102"/>
                      <a:pt x="12" y="102"/>
                    </a:cubicBezTo>
                    <a:cubicBezTo>
                      <a:pt x="18" y="105"/>
                      <a:pt x="21" y="120"/>
                      <a:pt x="24" y="126"/>
                    </a:cubicBezTo>
                    <a:cubicBezTo>
                      <a:pt x="27" y="132"/>
                      <a:pt x="24" y="141"/>
                      <a:pt x="24" y="144"/>
                    </a:cubicBezTo>
                    <a:cubicBezTo>
                      <a:pt x="21" y="147"/>
                      <a:pt x="24" y="147"/>
                      <a:pt x="27" y="150"/>
                    </a:cubicBezTo>
                    <a:cubicBezTo>
                      <a:pt x="30" y="153"/>
                      <a:pt x="36" y="153"/>
                      <a:pt x="39" y="150"/>
                    </a:cubicBezTo>
                    <a:cubicBezTo>
                      <a:pt x="42" y="144"/>
                      <a:pt x="48" y="141"/>
                      <a:pt x="48" y="138"/>
                    </a:cubicBezTo>
                    <a:cubicBezTo>
                      <a:pt x="48" y="132"/>
                      <a:pt x="51" y="138"/>
                      <a:pt x="54" y="141"/>
                    </a:cubicBezTo>
                    <a:cubicBezTo>
                      <a:pt x="57" y="144"/>
                      <a:pt x="57" y="150"/>
                      <a:pt x="57" y="153"/>
                    </a:cubicBezTo>
                    <a:cubicBezTo>
                      <a:pt x="60" y="159"/>
                      <a:pt x="60" y="174"/>
                      <a:pt x="63" y="180"/>
                    </a:cubicBezTo>
                    <a:cubicBezTo>
                      <a:pt x="69" y="183"/>
                      <a:pt x="69" y="192"/>
                      <a:pt x="69" y="195"/>
                    </a:cubicBezTo>
                    <a:cubicBezTo>
                      <a:pt x="66" y="201"/>
                      <a:pt x="72" y="207"/>
                      <a:pt x="69" y="210"/>
                    </a:cubicBezTo>
                    <a:cubicBezTo>
                      <a:pt x="69" y="213"/>
                      <a:pt x="69" y="213"/>
                      <a:pt x="69" y="213"/>
                    </a:cubicBezTo>
                    <a:cubicBezTo>
                      <a:pt x="72" y="213"/>
                      <a:pt x="78" y="195"/>
                      <a:pt x="78" y="19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6" name="Freeform 66">
                <a:extLst>
                  <a:ext uri="{FF2B5EF4-FFF2-40B4-BE49-F238E27FC236}">
                    <a16:creationId xmlns:a16="http://schemas.microsoft.com/office/drawing/2014/main" id="{DC725EA7-42FA-88BC-59AA-DFF8B1D6F3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1449" y="2615166"/>
                <a:ext cx="68941" cy="39202"/>
              </a:xfrm>
              <a:custGeom>
                <a:avLst/>
                <a:gdLst>
                  <a:gd name="T0" fmla="*/ 33 w 36"/>
                  <a:gd name="T1" fmla="*/ 9 h 21"/>
                  <a:gd name="T2" fmla="*/ 21 w 36"/>
                  <a:gd name="T3" fmla="*/ 3 h 21"/>
                  <a:gd name="T4" fmla="*/ 12 w 36"/>
                  <a:gd name="T5" fmla="*/ 3 h 21"/>
                  <a:gd name="T6" fmla="*/ 3 w 36"/>
                  <a:gd name="T7" fmla="*/ 9 h 21"/>
                  <a:gd name="T8" fmla="*/ 0 w 36"/>
                  <a:gd name="T9" fmla="*/ 15 h 21"/>
                  <a:gd name="T10" fmla="*/ 3 w 36"/>
                  <a:gd name="T11" fmla="*/ 18 h 21"/>
                  <a:gd name="T12" fmla="*/ 12 w 36"/>
                  <a:gd name="T13" fmla="*/ 18 h 21"/>
                  <a:gd name="T14" fmla="*/ 21 w 36"/>
                  <a:gd name="T15" fmla="*/ 21 h 21"/>
                  <a:gd name="T16" fmla="*/ 33 w 36"/>
                  <a:gd name="T17" fmla="*/ 18 h 21"/>
                  <a:gd name="T18" fmla="*/ 33 w 36"/>
                  <a:gd name="T19" fmla="*/ 9 h 21"/>
                  <a:gd name="T20" fmla="*/ 33 w 36"/>
                  <a:gd name="T21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21">
                    <a:moveTo>
                      <a:pt x="33" y="9"/>
                    </a:moveTo>
                    <a:cubicBezTo>
                      <a:pt x="27" y="3"/>
                      <a:pt x="24" y="6"/>
                      <a:pt x="21" y="3"/>
                    </a:cubicBezTo>
                    <a:cubicBezTo>
                      <a:pt x="15" y="3"/>
                      <a:pt x="15" y="0"/>
                      <a:pt x="12" y="3"/>
                    </a:cubicBezTo>
                    <a:cubicBezTo>
                      <a:pt x="9" y="6"/>
                      <a:pt x="6" y="3"/>
                      <a:pt x="3" y="9"/>
                    </a:cubicBezTo>
                    <a:cubicBezTo>
                      <a:pt x="3" y="12"/>
                      <a:pt x="3" y="12"/>
                      <a:pt x="0" y="15"/>
                    </a:cubicBezTo>
                    <a:cubicBezTo>
                      <a:pt x="3" y="15"/>
                      <a:pt x="3" y="18"/>
                      <a:pt x="3" y="18"/>
                    </a:cubicBezTo>
                    <a:cubicBezTo>
                      <a:pt x="6" y="18"/>
                      <a:pt x="9" y="21"/>
                      <a:pt x="12" y="18"/>
                    </a:cubicBezTo>
                    <a:cubicBezTo>
                      <a:pt x="15" y="18"/>
                      <a:pt x="18" y="21"/>
                      <a:pt x="21" y="21"/>
                    </a:cubicBezTo>
                    <a:cubicBezTo>
                      <a:pt x="27" y="18"/>
                      <a:pt x="33" y="21"/>
                      <a:pt x="33" y="18"/>
                    </a:cubicBezTo>
                    <a:cubicBezTo>
                      <a:pt x="36" y="15"/>
                      <a:pt x="33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7" name="Freeform 67">
                <a:extLst>
                  <a:ext uri="{FF2B5EF4-FFF2-40B4-BE49-F238E27FC236}">
                    <a16:creationId xmlns:a16="http://schemas.microsoft.com/office/drawing/2014/main" id="{8206CEAF-7F6E-3DE1-177F-5F435DBEF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1805" y="2730067"/>
                <a:ext cx="160862" cy="333890"/>
              </a:xfrm>
              <a:custGeom>
                <a:avLst/>
                <a:gdLst>
                  <a:gd name="T0" fmla="*/ 63 w 84"/>
                  <a:gd name="T1" fmla="*/ 21 h 174"/>
                  <a:gd name="T2" fmla="*/ 51 w 84"/>
                  <a:gd name="T3" fmla="*/ 12 h 174"/>
                  <a:gd name="T4" fmla="*/ 48 w 84"/>
                  <a:gd name="T5" fmla="*/ 6 h 174"/>
                  <a:gd name="T6" fmla="*/ 39 w 84"/>
                  <a:gd name="T7" fmla="*/ 3 h 174"/>
                  <a:gd name="T8" fmla="*/ 30 w 84"/>
                  <a:gd name="T9" fmla="*/ 6 h 174"/>
                  <a:gd name="T10" fmla="*/ 24 w 84"/>
                  <a:gd name="T11" fmla="*/ 9 h 174"/>
                  <a:gd name="T12" fmla="*/ 12 w 84"/>
                  <a:gd name="T13" fmla="*/ 9 h 174"/>
                  <a:gd name="T14" fmla="*/ 6 w 84"/>
                  <a:gd name="T15" fmla="*/ 9 h 174"/>
                  <a:gd name="T16" fmla="*/ 0 w 84"/>
                  <a:gd name="T17" fmla="*/ 12 h 174"/>
                  <a:gd name="T18" fmla="*/ 6 w 84"/>
                  <a:gd name="T19" fmla="*/ 18 h 174"/>
                  <a:gd name="T20" fmla="*/ 12 w 84"/>
                  <a:gd name="T21" fmla="*/ 27 h 174"/>
                  <a:gd name="T22" fmla="*/ 21 w 84"/>
                  <a:gd name="T23" fmla="*/ 33 h 174"/>
                  <a:gd name="T24" fmla="*/ 27 w 84"/>
                  <a:gd name="T25" fmla="*/ 33 h 174"/>
                  <a:gd name="T26" fmla="*/ 33 w 84"/>
                  <a:gd name="T27" fmla="*/ 42 h 174"/>
                  <a:gd name="T28" fmla="*/ 24 w 84"/>
                  <a:gd name="T29" fmla="*/ 48 h 174"/>
                  <a:gd name="T30" fmla="*/ 36 w 84"/>
                  <a:gd name="T31" fmla="*/ 57 h 174"/>
                  <a:gd name="T32" fmla="*/ 42 w 84"/>
                  <a:gd name="T33" fmla="*/ 69 h 174"/>
                  <a:gd name="T34" fmla="*/ 51 w 84"/>
                  <a:gd name="T35" fmla="*/ 81 h 174"/>
                  <a:gd name="T36" fmla="*/ 60 w 84"/>
                  <a:gd name="T37" fmla="*/ 90 h 174"/>
                  <a:gd name="T38" fmla="*/ 63 w 84"/>
                  <a:gd name="T39" fmla="*/ 99 h 174"/>
                  <a:gd name="T40" fmla="*/ 66 w 84"/>
                  <a:gd name="T41" fmla="*/ 120 h 174"/>
                  <a:gd name="T42" fmla="*/ 57 w 84"/>
                  <a:gd name="T43" fmla="*/ 132 h 174"/>
                  <a:gd name="T44" fmla="*/ 48 w 84"/>
                  <a:gd name="T45" fmla="*/ 138 h 174"/>
                  <a:gd name="T46" fmla="*/ 48 w 84"/>
                  <a:gd name="T47" fmla="*/ 147 h 174"/>
                  <a:gd name="T48" fmla="*/ 36 w 84"/>
                  <a:gd name="T49" fmla="*/ 147 h 174"/>
                  <a:gd name="T50" fmla="*/ 27 w 84"/>
                  <a:gd name="T51" fmla="*/ 153 h 174"/>
                  <a:gd name="T52" fmla="*/ 33 w 84"/>
                  <a:gd name="T53" fmla="*/ 156 h 174"/>
                  <a:gd name="T54" fmla="*/ 30 w 84"/>
                  <a:gd name="T55" fmla="*/ 168 h 174"/>
                  <a:gd name="T56" fmla="*/ 36 w 84"/>
                  <a:gd name="T57" fmla="*/ 171 h 174"/>
                  <a:gd name="T58" fmla="*/ 45 w 84"/>
                  <a:gd name="T59" fmla="*/ 165 h 174"/>
                  <a:gd name="T60" fmla="*/ 48 w 84"/>
                  <a:gd name="T61" fmla="*/ 159 h 174"/>
                  <a:gd name="T62" fmla="*/ 51 w 84"/>
                  <a:gd name="T63" fmla="*/ 153 h 174"/>
                  <a:gd name="T64" fmla="*/ 57 w 84"/>
                  <a:gd name="T65" fmla="*/ 153 h 174"/>
                  <a:gd name="T66" fmla="*/ 75 w 84"/>
                  <a:gd name="T67" fmla="*/ 144 h 174"/>
                  <a:gd name="T68" fmla="*/ 81 w 84"/>
                  <a:gd name="T69" fmla="*/ 129 h 174"/>
                  <a:gd name="T70" fmla="*/ 81 w 84"/>
                  <a:gd name="T71" fmla="*/ 105 h 174"/>
                  <a:gd name="T72" fmla="*/ 69 w 84"/>
                  <a:gd name="T73" fmla="*/ 87 h 174"/>
                  <a:gd name="T74" fmla="*/ 51 w 84"/>
                  <a:gd name="T75" fmla="*/ 72 h 174"/>
                  <a:gd name="T76" fmla="*/ 45 w 84"/>
                  <a:gd name="T77" fmla="*/ 63 h 174"/>
                  <a:gd name="T78" fmla="*/ 42 w 84"/>
                  <a:gd name="T79" fmla="*/ 48 h 174"/>
                  <a:gd name="T80" fmla="*/ 51 w 84"/>
                  <a:gd name="T81" fmla="*/ 36 h 174"/>
                  <a:gd name="T82" fmla="*/ 54 w 84"/>
                  <a:gd name="T83" fmla="*/ 30 h 174"/>
                  <a:gd name="T84" fmla="*/ 63 w 84"/>
                  <a:gd name="T85" fmla="*/ 24 h 174"/>
                  <a:gd name="T86" fmla="*/ 66 w 84"/>
                  <a:gd name="T87" fmla="*/ 24 h 174"/>
                  <a:gd name="T88" fmla="*/ 63 w 84"/>
                  <a:gd name="T89" fmla="*/ 21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4" h="174">
                    <a:moveTo>
                      <a:pt x="63" y="21"/>
                    </a:moveTo>
                    <a:cubicBezTo>
                      <a:pt x="60" y="21"/>
                      <a:pt x="51" y="15"/>
                      <a:pt x="51" y="12"/>
                    </a:cubicBezTo>
                    <a:cubicBezTo>
                      <a:pt x="51" y="12"/>
                      <a:pt x="57" y="6"/>
                      <a:pt x="48" y="6"/>
                    </a:cubicBezTo>
                    <a:cubicBezTo>
                      <a:pt x="42" y="6"/>
                      <a:pt x="42" y="3"/>
                      <a:pt x="39" y="3"/>
                    </a:cubicBezTo>
                    <a:cubicBezTo>
                      <a:pt x="39" y="0"/>
                      <a:pt x="33" y="3"/>
                      <a:pt x="30" y="6"/>
                    </a:cubicBezTo>
                    <a:cubicBezTo>
                      <a:pt x="30" y="12"/>
                      <a:pt x="27" y="6"/>
                      <a:pt x="24" y="9"/>
                    </a:cubicBezTo>
                    <a:cubicBezTo>
                      <a:pt x="18" y="12"/>
                      <a:pt x="15" y="6"/>
                      <a:pt x="12" y="9"/>
                    </a:cubicBezTo>
                    <a:cubicBezTo>
                      <a:pt x="12" y="12"/>
                      <a:pt x="6" y="6"/>
                      <a:pt x="6" y="9"/>
                    </a:cubicBezTo>
                    <a:cubicBezTo>
                      <a:pt x="3" y="12"/>
                      <a:pt x="3" y="12"/>
                      <a:pt x="0" y="12"/>
                    </a:cubicBezTo>
                    <a:cubicBezTo>
                      <a:pt x="3" y="15"/>
                      <a:pt x="6" y="15"/>
                      <a:pt x="6" y="18"/>
                    </a:cubicBezTo>
                    <a:cubicBezTo>
                      <a:pt x="6" y="21"/>
                      <a:pt x="12" y="24"/>
                      <a:pt x="12" y="27"/>
                    </a:cubicBezTo>
                    <a:cubicBezTo>
                      <a:pt x="12" y="30"/>
                      <a:pt x="18" y="33"/>
                      <a:pt x="21" y="33"/>
                    </a:cubicBezTo>
                    <a:cubicBezTo>
                      <a:pt x="24" y="30"/>
                      <a:pt x="27" y="30"/>
                      <a:pt x="27" y="33"/>
                    </a:cubicBezTo>
                    <a:cubicBezTo>
                      <a:pt x="30" y="39"/>
                      <a:pt x="33" y="39"/>
                      <a:pt x="33" y="42"/>
                    </a:cubicBezTo>
                    <a:cubicBezTo>
                      <a:pt x="33" y="45"/>
                      <a:pt x="24" y="45"/>
                      <a:pt x="24" y="48"/>
                    </a:cubicBezTo>
                    <a:cubicBezTo>
                      <a:pt x="21" y="51"/>
                      <a:pt x="36" y="54"/>
                      <a:pt x="36" y="57"/>
                    </a:cubicBezTo>
                    <a:cubicBezTo>
                      <a:pt x="36" y="60"/>
                      <a:pt x="39" y="63"/>
                      <a:pt x="42" y="69"/>
                    </a:cubicBezTo>
                    <a:cubicBezTo>
                      <a:pt x="42" y="72"/>
                      <a:pt x="48" y="75"/>
                      <a:pt x="51" y="81"/>
                    </a:cubicBezTo>
                    <a:cubicBezTo>
                      <a:pt x="51" y="84"/>
                      <a:pt x="57" y="87"/>
                      <a:pt x="60" y="90"/>
                    </a:cubicBezTo>
                    <a:cubicBezTo>
                      <a:pt x="63" y="90"/>
                      <a:pt x="63" y="96"/>
                      <a:pt x="63" y="99"/>
                    </a:cubicBezTo>
                    <a:cubicBezTo>
                      <a:pt x="60" y="105"/>
                      <a:pt x="60" y="111"/>
                      <a:pt x="66" y="120"/>
                    </a:cubicBezTo>
                    <a:cubicBezTo>
                      <a:pt x="69" y="126"/>
                      <a:pt x="60" y="129"/>
                      <a:pt x="57" y="132"/>
                    </a:cubicBezTo>
                    <a:cubicBezTo>
                      <a:pt x="54" y="135"/>
                      <a:pt x="57" y="141"/>
                      <a:pt x="48" y="138"/>
                    </a:cubicBezTo>
                    <a:cubicBezTo>
                      <a:pt x="39" y="135"/>
                      <a:pt x="48" y="144"/>
                      <a:pt x="48" y="147"/>
                    </a:cubicBezTo>
                    <a:cubicBezTo>
                      <a:pt x="45" y="150"/>
                      <a:pt x="36" y="144"/>
                      <a:pt x="36" y="147"/>
                    </a:cubicBezTo>
                    <a:cubicBezTo>
                      <a:pt x="36" y="150"/>
                      <a:pt x="30" y="153"/>
                      <a:pt x="27" y="153"/>
                    </a:cubicBezTo>
                    <a:cubicBezTo>
                      <a:pt x="30" y="156"/>
                      <a:pt x="30" y="156"/>
                      <a:pt x="33" y="156"/>
                    </a:cubicBezTo>
                    <a:cubicBezTo>
                      <a:pt x="36" y="159"/>
                      <a:pt x="30" y="162"/>
                      <a:pt x="30" y="168"/>
                    </a:cubicBezTo>
                    <a:cubicBezTo>
                      <a:pt x="30" y="171"/>
                      <a:pt x="33" y="174"/>
                      <a:pt x="36" y="171"/>
                    </a:cubicBezTo>
                    <a:cubicBezTo>
                      <a:pt x="36" y="168"/>
                      <a:pt x="42" y="165"/>
                      <a:pt x="45" y="165"/>
                    </a:cubicBezTo>
                    <a:cubicBezTo>
                      <a:pt x="48" y="162"/>
                      <a:pt x="45" y="159"/>
                      <a:pt x="48" y="159"/>
                    </a:cubicBezTo>
                    <a:cubicBezTo>
                      <a:pt x="51" y="159"/>
                      <a:pt x="51" y="156"/>
                      <a:pt x="51" y="153"/>
                    </a:cubicBezTo>
                    <a:cubicBezTo>
                      <a:pt x="51" y="150"/>
                      <a:pt x="54" y="153"/>
                      <a:pt x="57" y="153"/>
                    </a:cubicBezTo>
                    <a:cubicBezTo>
                      <a:pt x="63" y="153"/>
                      <a:pt x="69" y="150"/>
                      <a:pt x="75" y="144"/>
                    </a:cubicBezTo>
                    <a:cubicBezTo>
                      <a:pt x="78" y="141"/>
                      <a:pt x="81" y="141"/>
                      <a:pt x="81" y="129"/>
                    </a:cubicBezTo>
                    <a:cubicBezTo>
                      <a:pt x="84" y="120"/>
                      <a:pt x="81" y="108"/>
                      <a:pt x="81" y="105"/>
                    </a:cubicBezTo>
                    <a:cubicBezTo>
                      <a:pt x="81" y="102"/>
                      <a:pt x="72" y="87"/>
                      <a:pt x="69" y="87"/>
                    </a:cubicBezTo>
                    <a:cubicBezTo>
                      <a:pt x="66" y="87"/>
                      <a:pt x="54" y="72"/>
                      <a:pt x="51" y="72"/>
                    </a:cubicBezTo>
                    <a:cubicBezTo>
                      <a:pt x="48" y="69"/>
                      <a:pt x="48" y="66"/>
                      <a:pt x="45" y="63"/>
                    </a:cubicBezTo>
                    <a:cubicBezTo>
                      <a:pt x="42" y="60"/>
                      <a:pt x="42" y="51"/>
                      <a:pt x="42" y="48"/>
                    </a:cubicBezTo>
                    <a:cubicBezTo>
                      <a:pt x="45" y="42"/>
                      <a:pt x="51" y="39"/>
                      <a:pt x="51" y="36"/>
                    </a:cubicBezTo>
                    <a:cubicBezTo>
                      <a:pt x="51" y="33"/>
                      <a:pt x="51" y="30"/>
                      <a:pt x="54" y="30"/>
                    </a:cubicBezTo>
                    <a:cubicBezTo>
                      <a:pt x="60" y="30"/>
                      <a:pt x="63" y="27"/>
                      <a:pt x="63" y="24"/>
                    </a:cubicBezTo>
                    <a:cubicBezTo>
                      <a:pt x="66" y="24"/>
                      <a:pt x="66" y="24"/>
                      <a:pt x="66" y="24"/>
                    </a:cubicBezTo>
                    <a:cubicBezTo>
                      <a:pt x="63" y="21"/>
                      <a:pt x="63" y="21"/>
                      <a:pt x="63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8" name="Freeform 68">
                <a:extLst>
                  <a:ext uri="{FF2B5EF4-FFF2-40B4-BE49-F238E27FC236}">
                    <a16:creationId xmlns:a16="http://schemas.microsoft.com/office/drawing/2014/main" id="{4ABBFBCA-9608-533A-9919-625D8C0162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1805" y="2931483"/>
                <a:ext cx="131123" cy="91921"/>
              </a:xfrm>
              <a:custGeom>
                <a:avLst/>
                <a:gdLst>
                  <a:gd name="T0" fmla="*/ 36 w 69"/>
                  <a:gd name="T1" fmla="*/ 42 h 48"/>
                  <a:gd name="T2" fmla="*/ 48 w 69"/>
                  <a:gd name="T3" fmla="*/ 42 h 48"/>
                  <a:gd name="T4" fmla="*/ 48 w 69"/>
                  <a:gd name="T5" fmla="*/ 33 h 48"/>
                  <a:gd name="T6" fmla="*/ 57 w 69"/>
                  <a:gd name="T7" fmla="*/ 27 h 48"/>
                  <a:gd name="T8" fmla="*/ 66 w 69"/>
                  <a:gd name="T9" fmla="*/ 15 h 48"/>
                  <a:gd name="T10" fmla="*/ 63 w 69"/>
                  <a:gd name="T11" fmla="*/ 0 h 48"/>
                  <a:gd name="T12" fmla="*/ 54 w 69"/>
                  <a:gd name="T13" fmla="*/ 0 h 48"/>
                  <a:gd name="T14" fmla="*/ 45 w 69"/>
                  <a:gd name="T15" fmla="*/ 3 h 48"/>
                  <a:gd name="T16" fmla="*/ 42 w 69"/>
                  <a:gd name="T17" fmla="*/ 6 h 48"/>
                  <a:gd name="T18" fmla="*/ 36 w 69"/>
                  <a:gd name="T19" fmla="*/ 3 h 48"/>
                  <a:gd name="T20" fmla="*/ 21 w 69"/>
                  <a:gd name="T21" fmla="*/ 3 h 48"/>
                  <a:gd name="T22" fmla="*/ 6 w 69"/>
                  <a:gd name="T23" fmla="*/ 9 h 48"/>
                  <a:gd name="T24" fmla="*/ 6 w 69"/>
                  <a:gd name="T25" fmla="*/ 21 h 48"/>
                  <a:gd name="T26" fmla="*/ 6 w 69"/>
                  <a:gd name="T27" fmla="*/ 27 h 48"/>
                  <a:gd name="T28" fmla="*/ 6 w 69"/>
                  <a:gd name="T29" fmla="*/ 30 h 48"/>
                  <a:gd name="T30" fmla="*/ 9 w 69"/>
                  <a:gd name="T31" fmla="*/ 39 h 48"/>
                  <a:gd name="T32" fmla="*/ 18 w 69"/>
                  <a:gd name="T33" fmla="*/ 39 h 48"/>
                  <a:gd name="T34" fmla="*/ 18 w 69"/>
                  <a:gd name="T35" fmla="*/ 45 h 48"/>
                  <a:gd name="T36" fmla="*/ 27 w 69"/>
                  <a:gd name="T37" fmla="*/ 48 h 48"/>
                  <a:gd name="T38" fmla="*/ 27 w 69"/>
                  <a:gd name="T39" fmla="*/ 48 h 48"/>
                  <a:gd name="T40" fmla="*/ 36 w 69"/>
                  <a:gd name="T41" fmla="*/ 4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9" h="48">
                    <a:moveTo>
                      <a:pt x="36" y="42"/>
                    </a:moveTo>
                    <a:cubicBezTo>
                      <a:pt x="36" y="39"/>
                      <a:pt x="45" y="45"/>
                      <a:pt x="48" y="42"/>
                    </a:cubicBezTo>
                    <a:cubicBezTo>
                      <a:pt x="48" y="39"/>
                      <a:pt x="39" y="30"/>
                      <a:pt x="48" y="33"/>
                    </a:cubicBezTo>
                    <a:cubicBezTo>
                      <a:pt x="57" y="36"/>
                      <a:pt x="54" y="30"/>
                      <a:pt x="57" y="27"/>
                    </a:cubicBezTo>
                    <a:cubicBezTo>
                      <a:pt x="60" y="24"/>
                      <a:pt x="69" y="21"/>
                      <a:pt x="66" y="15"/>
                    </a:cubicBezTo>
                    <a:cubicBezTo>
                      <a:pt x="63" y="9"/>
                      <a:pt x="63" y="3"/>
                      <a:pt x="63" y="0"/>
                    </a:cubicBezTo>
                    <a:cubicBezTo>
                      <a:pt x="60" y="3"/>
                      <a:pt x="57" y="3"/>
                      <a:pt x="54" y="0"/>
                    </a:cubicBezTo>
                    <a:cubicBezTo>
                      <a:pt x="51" y="0"/>
                      <a:pt x="45" y="0"/>
                      <a:pt x="45" y="3"/>
                    </a:cubicBezTo>
                    <a:cubicBezTo>
                      <a:pt x="45" y="9"/>
                      <a:pt x="42" y="9"/>
                      <a:pt x="42" y="6"/>
                    </a:cubicBezTo>
                    <a:cubicBezTo>
                      <a:pt x="42" y="6"/>
                      <a:pt x="39" y="6"/>
                      <a:pt x="36" y="3"/>
                    </a:cubicBezTo>
                    <a:cubicBezTo>
                      <a:pt x="33" y="0"/>
                      <a:pt x="24" y="3"/>
                      <a:pt x="21" y="3"/>
                    </a:cubicBezTo>
                    <a:cubicBezTo>
                      <a:pt x="18" y="0"/>
                      <a:pt x="9" y="3"/>
                      <a:pt x="6" y="9"/>
                    </a:cubicBezTo>
                    <a:cubicBezTo>
                      <a:pt x="0" y="15"/>
                      <a:pt x="6" y="15"/>
                      <a:pt x="6" y="21"/>
                    </a:cubicBezTo>
                    <a:cubicBezTo>
                      <a:pt x="6" y="24"/>
                      <a:pt x="9" y="24"/>
                      <a:pt x="6" y="27"/>
                    </a:cubicBezTo>
                    <a:cubicBezTo>
                      <a:pt x="6" y="27"/>
                      <a:pt x="6" y="27"/>
                      <a:pt x="6" y="30"/>
                    </a:cubicBezTo>
                    <a:cubicBezTo>
                      <a:pt x="12" y="30"/>
                      <a:pt x="9" y="36"/>
                      <a:pt x="9" y="39"/>
                    </a:cubicBezTo>
                    <a:cubicBezTo>
                      <a:pt x="12" y="42"/>
                      <a:pt x="15" y="39"/>
                      <a:pt x="18" y="39"/>
                    </a:cubicBezTo>
                    <a:cubicBezTo>
                      <a:pt x="21" y="39"/>
                      <a:pt x="15" y="45"/>
                      <a:pt x="18" y="45"/>
                    </a:cubicBezTo>
                    <a:cubicBezTo>
                      <a:pt x="21" y="48"/>
                      <a:pt x="27" y="45"/>
                      <a:pt x="27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30" y="48"/>
                      <a:pt x="36" y="45"/>
                      <a:pt x="36" y="4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9" name="Freeform 69">
                <a:extLst>
                  <a:ext uri="{FF2B5EF4-FFF2-40B4-BE49-F238E27FC236}">
                    <a16:creationId xmlns:a16="http://schemas.microsoft.com/office/drawing/2014/main" id="{24427223-1F6D-1C17-D164-78A0CF912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251" y="2753048"/>
                <a:ext cx="160862" cy="194656"/>
              </a:xfrm>
              <a:custGeom>
                <a:avLst/>
                <a:gdLst>
                  <a:gd name="T0" fmla="*/ 57 w 84"/>
                  <a:gd name="T1" fmla="*/ 45 h 102"/>
                  <a:gd name="T2" fmla="*/ 45 w 84"/>
                  <a:gd name="T3" fmla="*/ 36 h 102"/>
                  <a:gd name="T4" fmla="*/ 54 w 84"/>
                  <a:gd name="T5" fmla="*/ 30 h 102"/>
                  <a:gd name="T6" fmla="*/ 48 w 84"/>
                  <a:gd name="T7" fmla="*/ 21 h 102"/>
                  <a:gd name="T8" fmla="*/ 42 w 84"/>
                  <a:gd name="T9" fmla="*/ 21 h 102"/>
                  <a:gd name="T10" fmla="*/ 33 w 84"/>
                  <a:gd name="T11" fmla="*/ 15 h 102"/>
                  <a:gd name="T12" fmla="*/ 27 w 84"/>
                  <a:gd name="T13" fmla="*/ 6 h 102"/>
                  <a:gd name="T14" fmla="*/ 21 w 84"/>
                  <a:gd name="T15" fmla="*/ 0 h 102"/>
                  <a:gd name="T16" fmla="*/ 18 w 84"/>
                  <a:gd name="T17" fmla="*/ 0 h 102"/>
                  <a:gd name="T18" fmla="*/ 15 w 84"/>
                  <a:gd name="T19" fmla="*/ 6 h 102"/>
                  <a:gd name="T20" fmla="*/ 15 w 84"/>
                  <a:gd name="T21" fmla="*/ 15 h 102"/>
                  <a:gd name="T22" fmla="*/ 9 w 84"/>
                  <a:gd name="T23" fmla="*/ 9 h 102"/>
                  <a:gd name="T24" fmla="*/ 3 w 84"/>
                  <a:gd name="T25" fmla="*/ 18 h 102"/>
                  <a:gd name="T26" fmla="*/ 0 w 84"/>
                  <a:gd name="T27" fmla="*/ 21 h 102"/>
                  <a:gd name="T28" fmla="*/ 3 w 84"/>
                  <a:gd name="T29" fmla="*/ 24 h 102"/>
                  <a:gd name="T30" fmla="*/ 3 w 84"/>
                  <a:gd name="T31" fmla="*/ 33 h 102"/>
                  <a:gd name="T32" fmla="*/ 12 w 84"/>
                  <a:gd name="T33" fmla="*/ 36 h 102"/>
                  <a:gd name="T34" fmla="*/ 9 w 84"/>
                  <a:gd name="T35" fmla="*/ 48 h 102"/>
                  <a:gd name="T36" fmla="*/ 6 w 84"/>
                  <a:gd name="T37" fmla="*/ 57 h 102"/>
                  <a:gd name="T38" fmla="*/ 18 w 84"/>
                  <a:gd name="T39" fmla="*/ 54 h 102"/>
                  <a:gd name="T40" fmla="*/ 27 w 84"/>
                  <a:gd name="T41" fmla="*/ 51 h 102"/>
                  <a:gd name="T42" fmla="*/ 33 w 84"/>
                  <a:gd name="T43" fmla="*/ 51 h 102"/>
                  <a:gd name="T44" fmla="*/ 42 w 84"/>
                  <a:gd name="T45" fmla="*/ 51 h 102"/>
                  <a:gd name="T46" fmla="*/ 51 w 84"/>
                  <a:gd name="T47" fmla="*/ 57 h 102"/>
                  <a:gd name="T48" fmla="*/ 54 w 84"/>
                  <a:gd name="T49" fmla="*/ 72 h 102"/>
                  <a:gd name="T50" fmla="*/ 60 w 84"/>
                  <a:gd name="T51" fmla="*/ 84 h 102"/>
                  <a:gd name="T52" fmla="*/ 60 w 84"/>
                  <a:gd name="T53" fmla="*/ 96 h 102"/>
                  <a:gd name="T54" fmla="*/ 63 w 84"/>
                  <a:gd name="T55" fmla="*/ 99 h 102"/>
                  <a:gd name="T56" fmla="*/ 66 w 84"/>
                  <a:gd name="T57" fmla="*/ 96 h 102"/>
                  <a:gd name="T58" fmla="*/ 75 w 84"/>
                  <a:gd name="T59" fmla="*/ 93 h 102"/>
                  <a:gd name="T60" fmla="*/ 84 w 84"/>
                  <a:gd name="T61" fmla="*/ 93 h 102"/>
                  <a:gd name="T62" fmla="*/ 84 w 84"/>
                  <a:gd name="T63" fmla="*/ 87 h 102"/>
                  <a:gd name="T64" fmla="*/ 81 w 84"/>
                  <a:gd name="T65" fmla="*/ 78 h 102"/>
                  <a:gd name="T66" fmla="*/ 72 w 84"/>
                  <a:gd name="T67" fmla="*/ 69 h 102"/>
                  <a:gd name="T68" fmla="*/ 63 w 84"/>
                  <a:gd name="T69" fmla="*/ 57 h 102"/>
                  <a:gd name="T70" fmla="*/ 57 w 84"/>
                  <a:gd name="T71" fmla="*/ 4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4" h="102">
                    <a:moveTo>
                      <a:pt x="57" y="45"/>
                    </a:moveTo>
                    <a:cubicBezTo>
                      <a:pt x="57" y="42"/>
                      <a:pt x="42" y="39"/>
                      <a:pt x="45" y="36"/>
                    </a:cubicBezTo>
                    <a:cubicBezTo>
                      <a:pt x="45" y="33"/>
                      <a:pt x="54" y="33"/>
                      <a:pt x="54" y="30"/>
                    </a:cubicBezTo>
                    <a:cubicBezTo>
                      <a:pt x="54" y="27"/>
                      <a:pt x="51" y="27"/>
                      <a:pt x="48" y="21"/>
                    </a:cubicBezTo>
                    <a:cubicBezTo>
                      <a:pt x="48" y="18"/>
                      <a:pt x="45" y="18"/>
                      <a:pt x="42" y="21"/>
                    </a:cubicBezTo>
                    <a:cubicBezTo>
                      <a:pt x="39" y="21"/>
                      <a:pt x="33" y="18"/>
                      <a:pt x="33" y="15"/>
                    </a:cubicBezTo>
                    <a:cubicBezTo>
                      <a:pt x="33" y="12"/>
                      <a:pt x="27" y="9"/>
                      <a:pt x="27" y="6"/>
                    </a:cubicBezTo>
                    <a:cubicBezTo>
                      <a:pt x="27" y="3"/>
                      <a:pt x="24" y="3"/>
                      <a:pt x="21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8" y="6"/>
                      <a:pt x="18" y="15"/>
                      <a:pt x="15" y="15"/>
                    </a:cubicBezTo>
                    <a:cubicBezTo>
                      <a:pt x="12" y="15"/>
                      <a:pt x="12" y="9"/>
                      <a:pt x="9" y="9"/>
                    </a:cubicBezTo>
                    <a:cubicBezTo>
                      <a:pt x="9" y="9"/>
                      <a:pt x="3" y="15"/>
                      <a:pt x="3" y="18"/>
                    </a:cubicBezTo>
                    <a:cubicBezTo>
                      <a:pt x="3" y="21"/>
                      <a:pt x="3" y="21"/>
                      <a:pt x="0" y="21"/>
                    </a:cubicBezTo>
                    <a:cubicBezTo>
                      <a:pt x="0" y="24"/>
                      <a:pt x="3" y="24"/>
                      <a:pt x="3" y="24"/>
                    </a:cubicBezTo>
                    <a:cubicBezTo>
                      <a:pt x="3" y="27"/>
                      <a:pt x="3" y="30"/>
                      <a:pt x="3" y="33"/>
                    </a:cubicBezTo>
                    <a:cubicBezTo>
                      <a:pt x="6" y="36"/>
                      <a:pt x="9" y="30"/>
                      <a:pt x="12" y="36"/>
                    </a:cubicBezTo>
                    <a:cubicBezTo>
                      <a:pt x="12" y="42"/>
                      <a:pt x="9" y="42"/>
                      <a:pt x="9" y="48"/>
                    </a:cubicBezTo>
                    <a:cubicBezTo>
                      <a:pt x="9" y="54"/>
                      <a:pt x="6" y="51"/>
                      <a:pt x="6" y="57"/>
                    </a:cubicBezTo>
                    <a:cubicBezTo>
                      <a:pt x="9" y="60"/>
                      <a:pt x="15" y="57"/>
                      <a:pt x="18" y="54"/>
                    </a:cubicBezTo>
                    <a:cubicBezTo>
                      <a:pt x="21" y="51"/>
                      <a:pt x="24" y="51"/>
                      <a:pt x="27" y="51"/>
                    </a:cubicBezTo>
                    <a:cubicBezTo>
                      <a:pt x="27" y="54"/>
                      <a:pt x="33" y="54"/>
                      <a:pt x="33" y="51"/>
                    </a:cubicBezTo>
                    <a:cubicBezTo>
                      <a:pt x="33" y="48"/>
                      <a:pt x="42" y="48"/>
                      <a:pt x="42" y="51"/>
                    </a:cubicBezTo>
                    <a:cubicBezTo>
                      <a:pt x="45" y="54"/>
                      <a:pt x="48" y="57"/>
                      <a:pt x="51" y="57"/>
                    </a:cubicBezTo>
                    <a:cubicBezTo>
                      <a:pt x="54" y="60"/>
                      <a:pt x="48" y="72"/>
                      <a:pt x="54" y="72"/>
                    </a:cubicBezTo>
                    <a:cubicBezTo>
                      <a:pt x="57" y="72"/>
                      <a:pt x="60" y="78"/>
                      <a:pt x="60" y="84"/>
                    </a:cubicBezTo>
                    <a:cubicBezTo>
                      <a:pt x="60" y="90"/>
                      <a:pt x="63" y="93"/>
                      <a:pt x="60" y="96"/>
                    </a:cubicBezTo>
                    <a:cubicBezTo>
                      <a:pt x="60" y="99"/>
                      <a:pt x="63" y="99"/>
                      <a:pt x="63" y="99"/>
                    </a:cubicBezTo>
                    <a:cubicBezTo>
                      <a:pt x="63" y="102"/>
                      <a:pt x="66" y="102"/>
                      <a:pt x="66" y="96"/>
                    </a:cubicBezTo>
                    <a:cubicBezTo>
                      <a:pt x="66" y="93"/>
                      <a:pt x="72" y="93"/>
                      <a:pt x="75" y="93"/>
                    </a:cubicBezTo>
                    <a:cubicBezTo>
                      <a:pt x="78" y="96"/>
                      <a:pt x="81" y="96"/>
                      <a:pt x="84" y="93"/>
                    </a:cubicBezTo>
                    <a:cubicBezTo>
                      <a:pt x="84" y="90"/>
                      <a:pt x="84" y="90"/>
                      <a:pt x="84" y="87"/>
                    </a:cubicBezTo>
                    <a:cubicBezTo>
                      <a:pt x="84" y="84"/>
                      <a:pt x="84" y="78"/>
                      <a:pt x="81" y="78"/>
                    </a:cubicBezTo>
                    <a:cubicBezTo>
                      <a:pt x="78" y="75"/>
                      <a:pt x="72" y="72"/>
                      <a:pt x="72" y="69"/>
                    </a:cubicBezTo>
                    <a:cubicBezTo>
                      <a:pt x="69" y="63"/>
                      <a:pt x="63" y="60"/>
                      <a:pt x="63" y="57"/>
                    </a:cubicBezTo>
                    <a:cubicBezTo>
                      <a:pt x="60" y="51"/>
                      <a:pt x="57" y="48"/>
                      <a:pt x="57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0" name="Freeform 70">
                <a:extLst>
                  <a:ext uri="{FF2B5EF4-FFF2-40B4-BE49-F238E27FC236}">
                    <a16:creationId xmlns:a16="http://schemas.microsoft.com/office/drawing/2014/main" id="{B84DDFCA-E8E7-B7F8-79CB-A5AC1D3E31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3125" y="2793601"/>
                <a:ext cx="178435" cy="332538"/>
              </a:xfrm>
              <a:custGeom>
                <a:avLst/>
                <a:gdLst>
                  <a:gd name="T0" fmla="*/ 57 w 93"/>
                  <a:gd name="T1" fmla="*/ 93 h 174"/>
                  <a:gd name="T2" fmla="*/ 57 w 93"/>
                  <a:gd name="T3" fmla="*/ 81 h 174"/>
                  <a:gd name="T4" fmla="*/ 72 w 93"/>
                  <a:gd name="T5" fmla="*/ 75 h 174"/>
                  <a:gd name="T6" fmla="*/ 87 w 93"/>
                  <a:gd name="T7" fmla="*/ 75 h 174"/>
                  <a:gd name="T8" fmla="*/ 90 w 93"/>
                  <a:gd name="T9" fmla="*/ 75 h 174"/>
                  <a:gd name="T10" fmla="*/ 90 w 93"/>
                  <a:gd name="T11" fmla="*/ 63 h 174"/>
                  <a:gd name="T12" fmla="*/ 84 w 93"/>
                  <a:gd name="T13" fmla="*/ 51 h 174"/>
                  <a:gd name="T14" fmla="*/ 81 w 93"/>
                  <a:gd name="T15" fmla="*/ 36 h 174"/>
                  <a:gd name="T16" fmla="*/ 72 w 93"/>
                  <a:gd name="T17" fmla="*/ 30 h 174"/>
                  <a:gd name="T18" fmla="*/ 63 w 93"/>
                  <a:gd name="T19" fmla="*/ 30 h 174"/>
                  <a:gd name="T20" fmla="*/ 57 w 93"/>
                  <a:gd name="T21" fmla="*/ 30 h 174"/>
                  <a:gd name="T22" fmla="*/ 48 w 93"/>
                  <a:gd name="T23" fmla="*/ 33 h 174"/>
                  <a:gd name="T24" fmla="*/ 36 w 93"/>
                  <a:gd name="T25" fmla="*/ 36 h 174"/>
                  <a:gd name="T26" fmla="*/ 39 w 93"/>
                  <a:gd name="T27" fmla="*/ 27 h 174"/>
                  <a:gd name="T28" fmla="*/ 42 w 93"/>
                  <a:gd name="T29" fmla="*/ 15 h 174"/>
                  <a:gd name="T30" fmla="*/ 33 w 93"/>
                  <a:gd name="T31" fmla="*/ 12 h 174"/>
                  <a:gd name="T32" fmla="*/ 33 w 93"/>
                  <a:gd name="T33" fmla="*/ 3 h 174"/>
                  <a:gd name="T34" fmla="*/ 30 w 93"/>
                  <a:gd name="T35" fmla="*/ 0 h 174"/>
                  <a:gd name="T36" fmla="*/ 27 w 93"/>
                  <a:gd name="T37" fmla="*/ 3 h 174"/>
                  <a:gd name="T38" fmla="*/ 18 w 93"/>
                  <a:gd name="T39" fmla="*/ 9 h 174"/>
                  <a:gd name="T40" fmla="*/ 9 w 93"/>
                  <a:gd name="T41" fmla="*/ 12 h 174"/>
                  <a:gd name="T42" fmla="*/ 3 w 93"/>
                  <a:gd name="T43" fmla="*/ 15 h 174"/>
                  <a:gd name="T44" fmla="*/ 0 w 93"/>
                  <a:gd name="T45" fmla="*/ 33 h 174"/>
                  <a:gd name="T46" fmla="*/ 9 w 93"/>
                  <a:gd name="T47" fmla="*/ 42 h 174"/>
                  <a:gd name="T48" fmla="*/ 12 w 93"/>
                  <a:gd name="T49" fmla="*/ 51 h 174"/>
                  <a:gd name="T50" fmla="*/ 12 w 93"/>
                  <a:gd name="T51" fmla="*/ 57 h 174"/>
                  <a:gd name="T52" fmla="*/ 9 w 93"/>
                  <a:gd name="T53" fmla="*/ 63 h 174"/>
                  <a:gd name="T54" fmla="*/ 15 w 93"/>
                  <a:gd name="T55" fmla="*/ 75 h 174"/>
                  <a:gd name="T56" fmla="*/ 18 w 93"/>
                  <a:gd name="T57" fmla="*/ 90 h 174"/>
                  <a:gd name="T58" fmla="*/ 21 w 93"/>
                  <a:gd name="T59" fmla="*/ 99 h 174"/>
                  <a:gd name="T60" fmla="*/ 12 w 93"/>
                  <a:gd name="T61" fmla="*/ 117 h 174"/>
                  <a:gd name="T62" fmla="*/ 9 w 93"/>
                  <a:gd name="T63" fmla="*/ 132 h 174"/>
                  <a:gd name="T64" fmla="*/ 9 w 93"/>
                  <a:gd name="T65" fmla="*/ 144 h 174"/>
                  <a:gd name="T66" fmla="*/ 24 w 93"/>
                  <a:gd name="T67" fmla="*/ 159 h 174"/>
                  <a:gd name="T68" fmla="*/ 27 w 93"/>
                  <a:gd name="T69" fmla="*/ 162 h 174"/>
                  <a:gd name="T70" fmla="*/ 33 w 93"/>
                  <a:gd name="T71" fmla="*/ 165 h 174"/>
                  <a:gd name="T72" fmla="*/ 39 w 93"/>
                  <a:gd name="T73" fmla="*/ 171 h 174"/>
                  <a:gd name="T74" fmla="*/ 48 w 93"/>
                  <a:gd name="T75" fmla="*/ 171 h 174"/>
                  <a:gd name="T76" fmla="*/ 51 w 93"/>
                  <a:gd name="T77" fmla="*/ 168 h 174"/>
                  <a:gd name="T78" fmla="*/ 39 w 93"/>
                  <a:gd name="T79" fmla="*/ 159 h 174"/>
                  <a:gd name="T80" fmla="*/ 30 w 93"/>
                  <a:gd name="T81" fmla="*/ 147 h 174"/>
                  <a:gd name="T82" fmla="*/ 27 w 93"/>
                  <a:gd name="T83" fmla="*/ 135 h 174"/>
                  <a:gd name="T84" fmla="*/ 21 w 93"/>
                  <a:gd name="T85" fmla="*/ 132 h 174"/>
                  <a:gd name="T86" fmla="*/ 21 w 93"/>
                  <a:gd name="T87" fmla="*/ 114 h 174"/>
                  <a:gd name="T88" fmla="*/ 27 w 93"/>
                  <a:gd name="T89" fmla="*/ 90 h 174"/>
                  <a:gd name="T90" fmla="*/ 36 w 93"/>
                  <a:gd name="T91" fmla="*/ 87 h 174"/>
                  <a:gd name="T92" fmla="*/ 45 w 93"/>
                  <a:gd name="T93" fmla="*/ 93 h 174"/>
                  <a:gd name="T94" fmla="*/ 57 w 93"/>
                  <a:gd name="T95" fmla="*/ 99 h 174"/>
                  <a:gd name="T96" fmla="*/ 57 w 93"/>
                  <a:gd name="T97" fmla="*/ 102 h 174"/>
                  <a:gd name="T98" fmla="*/ 57 w 93"/>
                  <a:gd name="T99" fmla="*/ 99 h 174"/>
                  <a:gd name="T100" fmla="*/ 57 w 93"/>
                  <a:gd name="T101" fmla="*/ 93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93" h="174">
                    <a:moveTo>
                      <a:pt x="57" y="93"/>
                    </a:moveTo>
                    <a:cubicBezTo>
                      <a:pt x="57" y="87"/>
                      <a:pt x="51" y="87"/>
                      <a:pt x="57" y="81"/>
                    </a:cubicBezTo>
                    <a:cubicBezTo>
                      <a:pt x="60" y="75"/>
                      <a:pt x="69" y="72"/>
                      <a:pt x="72" y="75"/>
                    </a:cubicBezTo>
                    <a:cubicBezTo>
                      <a:pt x="75" y="75"/>
                      <a:pt x="84" y="72"/>
                      <a:pt x="87" y="75"/>
                    </a:cubicBezTo>
                    <a:cubicBezTo>
                      <a:pt x="87" y="75"/>
                      <a:pt x="87" y="75"/>
                      <a:pt x="90" y="75"/>
                    </a:cubicBezTo>
                    <a:cubicBezTo>
                      <a:pt x="93" y="72"/>
                      <a:pt x="90" y="69"/>
                      <a:pt x="90" y="63"/>
                    </a:cubicBezTo>
                    <a:cubicBezTo>
                      <a:pt x="90" y="57"/>
                      <a:pt x="87" y="51"/>
                      <a:pt x="84" y="51"/>
                    </a:cubicBezTo>
                    <a:cubicBezTo>
                      <a:pt x="78" y="51"/>
                      <a:pt x="84" y="39"/>
                      <a:pt x="81" y="36"/>
                    </a:cubicBezTo>
                    <a:cubicBezTo>
                      <a:pt x="78" y="36"/>
                      <a:pt x="75" y="33"/>
                      <a:pt x="72" y="30"/>
                    </a:cubicBezTo>
                    <a:cubicBezTo>
                      <a:pt x="72" y="27"/>
                      <a:pt x="63" y="27"/>
                      <a:pt x="63" y="30"/>
                    </a:cubicBezTo>
                    <a:cubicBezTo>
                      <a:pt x="63" y="33"/>
                      <a:pt x="57" y="33"/>
                      <a:pt x="57" y="30"/>
                    </a:cubicBezTo>
                    <a:cubicBezTo>
                      <a:pt x="54" y="30"/>
                      <a:pt x="51" y="30"/>
                      <a:pt x="48" y="33"/>
                    </a:cubicBezTo>
                    <a:cubicBezTo>
                      <a:pt x="45" y="36"/>
                      <a:pt x="39" y="39"/>
                      <a:pt x="36" y="36"/>
                    </a:cubicBezTo>
                    <a:cubicBezTo>
                      <a:pt x="36" y="30"/>
                      <a:pt x="39" y="33"/>
                      <a:pt x="39" y="27"/>
                    </a:cubicBezTo>
                    <a:cubicBezTo>
                      <a:pt x="39" y="21"/>
                      <a:pt x="42" y="21"/>
                      <a:pt x="42" y="15"/>
                    </a:cubicBezTo>
                    <a:cubicBezTo>
                      <a:pt x="39" y="9"/>
                      <a:pt x="36" y="15"/>
                      <a:pt x="33" y="12"/>
                    </a:cubicBezTo>
                    <a:cubicBezTo>
                      <a:pt x="33" y="9"/>
                      <a:pt x="33" y="6"/>
                      <a:pt x="33" y="3"/>
                    </a:cubicBezTo>
                    <a:cubicBezTo>
                      <a:pt x="33" y="3"/>
                      <a:pt x="30" y="3"/>
                      <a:pt x="30" y="0"/>
                    </a:cubicBezTo>
                    <a:cubicBezTo>
                      <a:pt x="30" y="3"/>
                      <a:pt x="30" y="3"/>
                      <a:pt x="27" y="3"/>
                    </a:cubicBezTo>
                    <a:cubicBezTo>
                      <a:pt x="27" y="6"/>
                      <a:pt x="21" y="6"/>
                      <a:pt x="18" y="9"/>
                    </a:cubicBezTo>
                    <a:cubicBezTo>
                      <a:pt x="15" y="12"/>
                      <a:pt x="12" y="12"/>
                      <a:pt x="9" y="12"/>
                    </a:cubicBezTo>
                    <a:cubicBezTo>
                      <a:pt x="9" y="12"/>
                      <a:pt x="3" y="12"/>
                      <a:pt x="3" y="15"/>
                    </a:cubicBezTo>
                    <a:cubicBezTo>
                      <a:pt x="3" y="18"/>
                      <a:pt x="0" y="30"/>
                      <a:pt x="0" y="33"/>
                    </a:cubicBezTo>
                    <a:cubicBezTo>
                      <a:pt x="0" y="36"/>
                      <a:pt x="6" y="42"/>
                      <a:pt x="9" y="42"/>
                    </a:cubicBezTo>
                    <a:cubicBezTo>
                      <a:pt x="12" y="45"/>
                      <a:pt x="9" y="48"/>
                      <a:pt x="12" y="51"/>
                    </a:cubicBezTo>
                    <a:cubicBezTo>
                      <a:pt x="15" y="51"/>
                      <a:pt x="12" y="57"/>
                      <a:pt x="12" y="57"/>
                    </a:cubicBezTo>
                    <a:cubicBezTo>
                      <a:pt x="9" y="54"/>
                      <a:pt x="12" y="63"/>
                      <a:pt x="9" y="63"/>
                    </a:cubicBezTo>
                    <a:cubicBezTo>
                      <a:pt x="6" y="66"/>
                      <a:pt x="9" y="72"/>
                      <a:pt x="15" y="75"/>
                    </a:cubicBezTo>
                    <a:cubicBezTo>
                      <a:pt x="18" y="81"/>
                      <a:pt x="18" y="87"/>
                      <a:pt x="18" y="90"/>
                    </a:cubicBezTo>
                    <a:cubicBezTo>
                      <a:pt x="18" y="93"/>
                      <a:pt x="21" y="93"/>
                      <a:pt x="21" y="99"/>
                    </a:cubicBezTo>
                    <a:cubicBezTo>
                      <a:pt x="21" y="99"/>
                      <a:pt x="15" y="117"/>
                      <a:pt x="12" y="117"/>
                    </a:cubicBezTo>
                    <a:cubicBezTo>
                      <a:pt x="12" y="123"/>
                      <a:pt x="9" y="129"/>
                      <a:pt x="9" y="132"/>
                    </a:cubicBezTo>
                    <a:cubicBezTo>
                      <a:pt x="9" y="138"/>
                      <a:pt x="6" y="144"/>
                      <a:pt x="9" y="144"/>
                    </a:cubicBezTo>
                    <a:cubicBezTo>
                      <a:pt x="12" y="144"/>
                      <a:pt x="18" y="150"/>
                      <a:pt x="24" y="159"/>
                    </a:cubicBezTo>
                    <a:cubicBezTo>
                      <a:pt x="27" y="159"/>
                      <a:pt x="27" y="162"/>
                      <a:pt x="27" y="162"/>
                    </a:cubicBezTo>
                    <a:cubicBezTo>
                      <a:pt x="30" y="162"/>
                      <a:pt x="33" y="162"/>
                      <a:pt x="33" y="165"/>
                    </a:cubicBezTo>
                    <a:cubicBezTo>
                      <a:pt x="39" y="165"/>
                      <a:pt x="39" y="168"/>
                      <a:pt x="39" y="171"/>
                    </a:cubicBezTo>
                    <a:cubicBezTo>
                      <a:pt x="39" y="174"/>
                      <a:pt x="48" y="171"/>
                      <a:pt x="48" y="171"/>
                    </a:cubicBezTo>
                    <a:cubicBezTo>
                      <a:pt x="51" y="171"/>
                      <a:pt x="48" y="168"/>
                      <a:pt x="51" y="168"/>
                    </a:cubicBezTo>
                    <a:cubicBezTo>
                      <a:pt x="51" y="165"/>
                      <a:pt x="45" y="159"/>
                      <a:pt x="39" y="159"/>
                    </a:cubicBezTo>
                    <a:cubicBezTo>
                      <a:pt x="33" y="159"/>
                      <a:pt x="30" y="150"/>
                      <a:pt x="30" y="147"/>
                    </a:cubicBezTo>
                    <a:cubicBezTo>
                      <a:pt x="33" y="144"/>
                      <a:pt x="27" y="141"/>
                      <a:pt x="27" y="135"/>
                    </a:cubicBezTo>
                    <a:cubicBezTo>
                      <a:pt x="27" y="132"/>
                      <a:pt x="24" y="132"/>
                      <a:pt x="21" y="132"/>
                    </a:cubicBezTo>
                    <a:cubicBezTo>
                      <a:pt x="15" y="129"/>
                      <a:pt x="21" y="117"/>
                      <a:pt x="21" y="114"/>
                    </a:cubicBezTo>
                    <a:cubicBezTo>
                      <a:pt x="21" y="108"/>
                      <a:pt x="30" y="93"/>
                      <a:pt x="27" y="90"/>
                    </a:cubicBezTo>
                    <a:cubicBezTo>
                      <a:pt x="24" y="87"/>
                      <a:pt x="36" y="81"/>
                      <a:pt x="36" y="87"/>
                    </a:cubicBezTo>
                    <a:cubicBezTo>
                      <a:pt x="39" y="93"/>
                      <a:pt x="39" y="93"/>
                      <a:pt x="45" y="93"/>
                    </a:cubicBezTo>
                    <a:cubicBezTo>
                      <a:pt x="51" y="93"/>
                      <a:pt x="51" y="99"/>
                      <a:pt x="57" y="99"/>
                    </a:cubicBezTo>
                    <a:cubicBezTo>
                      <a:pt x="57" y="99"/>
                      <a:pt x="57" y="99"/>
                      <a:pt x="57" y="102"/>
                    </a:cubicBezTo>
                    <a:cubicBezTo>
                      <a:pt x="57" y="99"/>
                      <a:pt x="57" y="99"/>
                      <a:pt x="57" y="99"/>
                    </a:cubicBezTo>
                    <a:cubicBezTo>
                      <a:pt x="60" y="96"/>
                      <a:pt x="57" y="96"/>
                      <a:pt x="57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1" name="Freeform 71">
                <a:extLst>
                  <a:ext uri="{FF2B5EF4-FFF2-40B4-BE49-F238E27FC236}">
                    <a16:creationId xmlns:a16="http://schemas.microsoft.com/office/drawing/2014/main" id="{CC93F0A3-F2D5-352F-CA38-2C73AC56C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237" y="1906834"/>
                <a:ext cx="212229" cy="173028"/>
              </a:xfrm>
              <a:custGeom>
                <a:avLst/>
                <a:gdLst>
                  <a:gd name="T0" fmla="*/ 3 w 111"/>
                  <a:gd name="T1" fmla="*/ 18 h 90"/>
                  <a:gd name="T2" fmla="*/ 3 w 111"/>
                  <a:gd name="T3" fmla="*/ 30 h 90"/>
                  <a:gd name="T4" fmla="*/ 3 w 111"/>
                  <a:gd name="T5" fmla="*/ 36 h 90"/>
                  <a:gd name="T6" fmla="*/ 6 w 111"/>
                  <a:gd name="T7" fmla="*/ 42 h 90"/>
                  <a:gd name="T8" fmla="*/ 9 w 111"/>
                  <a:gd name="T9" fmla="*/ 48 h 90"/>
                  <a:gd name="T10" fmla="*/ 12 w 111"/>
                  <a:gd name="T11" fmla="*/ 57 h 90"/>
                  <a:gd name="T12" fmla="*/ 12 w 111"/>
                  <a:gd name="T13" fmla="*/ 60 h 90"/>
                  <a:gd name="T14" fmla="*/ 18 w 111"/>
                  <a:gd name="T15" fmla="*/ 66 h 90"/>
                  <a:gd name="T16" fmla="*/ 24 w 111"/>
                  <a:gd name="T17" fmla="*/ 69 h 90"/>
                  <a:gd name="T18" fmla="*/ 30 w 111"/>
                  <a:gd name="T19" fmla="*/ 72 h 90"/>
                  <a:gd name="T20" fmla="*/ 36 w 111"/>
                  <a:gd name="T21" fmla="*/ 72 h 90"/>
                  <a:gd name="T22" fmla="*/ 39 w 111"/>
                  <a:gd name="T23" fmla="*/ 75 h 90"/>
                  <a:gd name="T24" fmla="*/ 48 w 111"/>
                  <a:gd name="T25" fmla="*/ 78 h 90"/>
                  <a:gd name="T26" fmla="*/ 54 w 111"/>
                  <a:gd name="T27" fmla="*/ 84 h 90"/>
                  <a:gd name="T28" fmla="*/ 60 w 111"/>
                  <a:gd name="T29" fmla="*/ 84 h 90"/>
                  <a:gd name="T30" fmla="*/ 69 w 111"/>
                  <a:gd name="T31" fmla="*/ 84 h 90"/>
                  <a:gd name="T32" fmla="*/ 78 w 111"/>
                  <a:gd name="T33" fmla="*/ 84 h 90"/>
                  <a:gd name="T34" fmla="*/ 87 w 111"/>
                  <a:gd name="T35" fmla="*/ 87 h 90"/>
                  <a:gd name="T36" fmla="*/ 93 w 111"/>
                  <a:gd name="T37" fmla="*/ 90 h 90"/>
                  <a:gd name="T38" fmla="*/ 93 w 111"/>
                  <a:gd name="T39" fmla="*/ 81 h 90"/>
                  <a:gd name="T40" fmla="*/ 105 w 111"/>
                  <a:gd name="T41" fmla="*/ 72 h 90"/>
                  <a:gd name="T42" fmla="*/ 108 w 111"/>
                  <a:gd name="T43" fmla="*/ 66 h 90"/>
                  <a:gd name="T44" fmla="*/ 105 w 111"/>
                  <a:gd name="T45" fmla="*/ 57 h 90"/>
                  <a:gd name="T46" fmla="*/ 105 w 111"/>
                  <a:gd name="T47" fmla="*/ 45 h 90"/>
                  <a:gd name="T48" fmla="*/ 99 w 111"/>
                  <a:gd name="T49" fmla="*/ 39 h 90"/>
                  <a:gd name="T50" fmla="*/ 108 w 111"/>
                  <a:gd name="T51" fmla="*/ 36 h 90"/>
                  <a:gd name="T52" fmla="*/ 105 w 111"/>
                  <a:gd name="T53" fmla="*/ 24 h 90"/>
                  <a:gd name="T54" fmla="*/ 105 w 111"/>
                  <a:gd name="T55" fmla="*/ 15 h 90"/>
                  <a:gd name="T56" fmla="*/ 96 w 111"/>
                  <a:gd name="T57" fmla="*/ 9 h 90"/>
                  <a:gd name="T58" fmla="*/ 96 w 111"/>
                  <a:gd name="T59" fmla="*/ 9 h 90"/>
                  <a:gd name="T60" fmla="*/ 66 w 111"/>
                  <a:gd name="T61" fmla="*/ 9 h 90"/>
                  <a:gd name="T62" fmla="*/ 60 w 111"/>
                  <a:gd name="T63" fmla="*/ 6 h 90"/>
                  <a:gd name="T64" fmla="*/ 54 w 111"/>
                  <a:gd name="T65" fmla="*/ 9 h 90"/>
                  <a:gd name="T66" fmla="*/ 48 w 111"/>
                  <a:gd name="T67" fmla="*/ 3 h 90"/>
                  <a:gd name="T68" fmla="*/ 24 w 111"/>
                  <a:gd name="T69" fmla="*/ 9 h 90"/>
                  <a:gd name="T70" fmla="*/ 6 w 111"/>
                  <a:gd name="T71" fmla="*/ 15 h 90"/>
                  <a:gd name="T72" fmla="*/ 3 w 111"/>
                  <a:gd name="T73" fmla="*/ 18 h 90"/>
                  <a:gd name="T74" fmla="*/ 3 w 111"/>
                  <a:gd name="T75" fmla="*/ 18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11" h="90">
                    <a:moveTo>
                      <a:pt x="3" y="18"/>
                    </a:moveTo>
                    <a:cubicBezTo>
                      <a:pt x="3" y="21"/>
                      <a:pt x="6" y="27"/>
                      <a:pt x="3" y="30"/>
                    </a:cubicBezTo>
                    <a:cubicBezTo>
                      <a:pt x="0" y="33"/>
                      <a:pt x="3" y="36"/>
                      <a:pt x="3" y="36"/>
                    </a:cubicBezTo>
                    <a:cubicBezTo>
                      <a:pt x="6" y="36"/>
                      <a:pt x="6" y="39"/>
                      <a:pt x="6" y="42"/>
                    </a:cubicBezTo>
                    <a:cubicBezTo>
                      <a:pt x="6" y="42"/>
                      <a:pt x="9" y="42"/>
                      <a:pt x="9" y="48"/>
                    </a:cubicBezTo>
                    <a:cubicBezTo>
                      <a:pt x="9" y="51"/>
                      <a:pt x="9" y="54"/>
                      <a:pt x="12" y="57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3"/>
                      <a:pt x="15" y="63"/>
                      <a:pt x="18" y="66"/>
                    </a:cubicBezTo>
                    <a:cubicBezTo>
                      <a:pt x="24" y="66"/>
                      <a:pt x="24" y="69"/>
                      <a:pt x="24" y="69"/>
                    </a:cubicBezTo>
                    <a:cubicBezTo>
                      <a:pt x="24" y="72"/>
                      <a:pt x="30" y="75"/>
                      <a:pt x="30" y="72"/>
                    </a:cubicBezTo>
                    <a:cubicBezTo>
                      <a:pt x="33" y="69"/>
                      <a:pt x="36" y="72"/>
                      <a:pt x="36" y="72"/>
                    </a:cubicBezTo>
                    <a:cubicBezTo>
                      <a:pt x="39" y="72"/>
                      <a:pt x="39" y="75"/>
                      <a:pt x="39" y="75"/>
                    </a:cubicBezTo>
                    <a:cubicBezTo>
                      <a:pt x="42" y="78"/>
                      <a:pt x="45" y="75"/>
                      <a:pt x="48" y="78"/>
                    </a:cubicBezTo>
                    <a:cubicBezTo>
                      <a:pt x="51" y="78"/>
                      <a:pt x="51" y="84"/>
                      <a:pt x="54" y="84"/>
                    </a:cubicBezTo>
                    <a:cubicBezTo>
                      <a:pt x="54" y="87"/>
                      <a:pt x="57" y="81"/>
                      <a:pt x="60" y="84"/>
                    </a:cubicBezTo>
                    <a:cubicBezTo>
                      <a:pt x="60" y="84"/>
                      <a:pt x="66" y="87"/>
                      <a:pt x="69" y="84"/>
                    </a:cubicBezTo>
                    <a:cubicBezTo>
                      <a:pt x="72" y="84"/>
                      <a:pt x="75" y="87"/>
                      <a:pt x="78" y="84"/>
                    </a:cubicBezTo>
                    <a:cubicBezTo>
                      <a:pt x="81" y="84"/>
                      <a:pt x="87" y="87"/>
                      <a:pt x="87" y="87"/>
                    </a:cubicBezTo>
                    <a:cubicBezTo>
                      <a:pt x="87" y="87"/>
                      <a:pt x="90" y="90"/>
                      <a:pt x="93" y="90"/>
                    </a:cubicBezTo>
                    <a:cubicBezTo>
                      <a:pt x="96" y="87"/>
                      <a:pt x="93" y="84"/>
                      <a:pt x="93" y="81"/>
                    </a:cubicBezTo>
                    <a:cubicBezTo>
                      <a:pt x="93" y="81"/>
                      <a:pt x="102" y="72"/>
                      <a:pt x="105" y="72"/>
                    </a:cubicBezTo>
                    <a:cubicBezTo>
                      <a:pt x="105" y="69"/>
                      <a:pt x="108" y="69"/>
                      <a:pt x="108" y="66"/>
                    </a:cubicBezTo>
                    <a:cubicBezTo>
                      <a:pt x="111" y="66"/>
                      <a:pt x="105" y="57"/>
                      <a:pt x="105" y="57"/>
                    </a:cubicBezTo>
                    <a:cubicBezTo>
                      <a:pt x="105" y="54"/>
                      <a:pt x="102" y="48"/>
                      <a:pt x="105" y="45"/>
                    </a:cubicBezTo>
                    <a:cubicBezTo>
                      <a:pt x="105" y="45"/>
                      <a:pt x="99" y="42"/>
                      <a:pt x="99" y="39"/>
                    </a:cubicBezTo>
                    <a:cubicBezTo>
                      <a:pt x="99" y="39"/>
                      <a:pt x="105" y="36"/>
                      <a:pt x="108" y="36"/>
                    </a:cubicBezTo>
                    <a:cubicBezTo>
                      <a:pt x="108" y="33"/>
                      <a:pt x="108" y="27"/>
                      <a:pt x="105" y="24"/>
                    </a:cubicBezTo>
                    <a:cubicBezTo>
                      <a:pt x="105" y="24"/>
                      <a:pt x="102" y="21"/>
                      <a:pt x="105" y="15"/>
                    </a:cubicBezTo>
                    <a:cubicBezTo>
                      <a:pt x="105" y="12"/>
                      <a:pt x="96" y="9"/>
                      <a:pt x="96" y="9"/>
                    </a:cubicBezTo>
                    <a:cubicBezTo>
                      <a:pt x="96" y="9"/>
                      <a:pt x="96" y="9"/>
                      <a:pt x="96" y="9"/>
                    </a:cubicBezTo>
                    <a:cubicBezTo>
                      <a:pt x="87" y="12"/>
                      <a:pt x="66" y="9"/>
                      <a:pt x="66" y="9"/>
                    </a:cubicBezTo>
                    <a:cubicBezTo>
                      <a:pt x="66" y="9"/>
                      <a:pt x="63" y="6"/>
                      <a:pt x="60" y="6"/>
                    </a:cubicBezTo>
                    <a:cubicBezTo>
                      <a:pt x="60" y="9"/>
                      <a:pt x="57" y="9"/>
                      <a:pt x="54" y="9"/>
                    </a:cubicBezTo>
                    <a:cubicBezTo>
                      <a:pt x="48" y="9"/>
                      <a:pt x="48" y="6"/>
                      <a:pt x="48" y="3"/>
                    </a:cubicBezTo>
                    <a:cubicBezTo>
                      <a:pt x="48" y="0"/>
                      <a:pt x="30" y="3"/>
                      <a:pt x="24" y="9"/>
                    </a:cubicBezTo>
                    <a:cubicBezTo>
                      <a:pt x="18" y="15"/>
                      <a:pt x="6" y="12"/>
                      <a:pt x="6" y="15"/>
                    </a:cubicBezTo>
                    <a:cubicBezTo>
                      <a:pt x="6" y="18"/>
                      <a:pt x="6" y="18"/>
                      <a:pt x="3" y="18"/>
                    </a:cubicBezTo>
                    <a:cubicBezTo>
                      <a:pt x="3" y="18"/>
                      <a:pt x="3" y="18"/>
                      <a:pt x="3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2" name="Freeform 72">
                <a:extLst>
                  <a:ext uri="{FF2B5EF4-FFF2-40B4-BE49-F238E27FC236}">
                    <a16:creationId xmlns:a16="http://schemas.microsoft.com/office/drawing/2014/main" id="{0C991149-BF43-9867-3BD1-F06E30F3F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032" y="2183948"/>
                <a:ext cx="75700" cy="74348"/>
              </a:xfrm>
              <a:custGeom>
                <a:avLst/>
                <a:gdLst>
                  <a:gd name="T0" fmla="*/ 30 w 39"/>
                  <a:gd name="T1" fmla="*/ 36 h 39"/>
                  <a:gd name="T2" fmla="*/ 39 w 39"/>
                  <a:gd name="T3" fmla="*/ 24 h 39"/>
                  <a:gd name="T4" fmla="*/ 39 w 39"/>
                  <a:gd name="T5" fmla="*/ 9 h 39"/>
                  <a:gd name="T6" fmla="*/ 30 w 39"/>
                  <a:gd name="T7" fmla="*/ 3 h 39"/>
                  <a:gd name="T8" fmla="*/ 12 w 39"/>
                  <a:gd name="T9" fmla="*/ 3 h 39"/>
                  <a:gd name="T10" fmla="*/ 6 w 39"/>
                  <a:gd name="T11" fmla="*/ 3 h 39"/>
                  <a:gd name="T12" fmla="*/ 0 w 39"/>
                  <a:gd name="T13" fmla="*/ 6 h 39"/>
                  <a:gd name="T14" fmla="*/ 6 w 39"/>
                  <a:gd name="T15" fmla="*/ 15 h 39"/>
                  <a:gd name="T16" fmla="*/ 15 w 39"/>
                  <a:gd name="T17" fmla="*/ 24 h 39"/>
                  <a:gd name="T18" fmla="*/ 24 w 39"/>
                  <a:gd name="T19" fmla="*/ 36 h 39"/>
                  <a:gd name="T20" fmla="*/ 30 w 39"/>
                  <a:gd name="T21" fmla="*/ 39 h 39"/>
                  <a:gd name="T22" fmla="*/ 30 w 39"/>
                  <a:gd name="T23" fmla="*/ 3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39">
                    <a:moveTo>
                      <a:pt x="30" y="36"/>
                    </a:moveTo>
                    <a:cubicBezTo>
                      <a:pt x="30" y="33"/>
                      <a:pt x="36" y="24"/>
                      <a:pt x="39" y="24"/>
                    </a:cubicBezTo>
                    <a:cubicBezTo>
                      <a:pt x="39" y="24"/>
                      <a:pt x="39" y="15"/>
                      <a:pt x="39" y="9"/>
                    </a:cubicBezTo>
                    <a:cubicBezTo>
                      <a:pt x="33" y="6"/>
                      <a:pt x="30" y="3"/>
                      <a:pt x="30" y="3"/>
                    </a:cubicBezTo>
                    <a:cubicBezTo>
                      <a:pt x="30" y="3"/>
                      <a:pt x="15" y="3"/>
                      <a:pt x="12" y="3"/>
                    </a:cubicBezTo>
                    <a:cubicBezTo>
                      <a:pt x="9" y="0"/>
                      <a:pt x="6" y="6"/>
                      <a:pt x="6" y="3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6" y="9"/>
                      <a:pt x="6" y="15"/>
                    </a:cubicBezTo>
                    <a:cubicBezTo>
                      <a:pt x="6" y="18"/>
                      <a:pt x="15" y="24"/>
                      <a:pt x="15" y="24"/>
                    </a:cubicBezTo>
                    <a:cubicBezTo>
                      <a:pt x="15" y="27"/>
                      <a:pt x="21" y="30"/>
                      <a:pt x="24" y="36"/>
                    </a:cubicBezTo>
                    <a:cubicBezTo>
                      <a:pt x="24" y="36"/>
                      <a:pt x="27" y="39"/>
                      <a:pt x="30" y="39"/>
                    </a:cubicBezTo>
                    <a:cubicBezTo>
                      <a:pt x="30" y="36"/>
                      <a:pt x="30" y="36"/>
                      <a:pt x="30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3" name="Freeform 73">
                <a:extLst>
                  <a:ext uri="{FF2B5EF4-FFF2-40B4-BE49-F238E27FC236}">
                    <a16:creationId xmlns:a16="http://schemas.microsoft.com/office/drawing/2014/main" id="{C7E87947-F227-72CC-05D4-AD92BA221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2830" y="2148802"/>
                <a:ext cx="114901" cy="104087"/>
              </a:xfrm>
              <a:custGeom>
                <a:avLst/>
                <a:gdLst>
                  <a:gd name="T0" fmla="*/ 36 w 60"/>
                  <a:gd name="T1" fmla="*/ 42 h 54"/>
                  <a:gd name="T2" fmla="*/ 27 w 60"/>
                  <a:gd name="T3" fmla="*/ 33 h 54"/>
                  <a:gd name="T4" fmla="*/ 21 w 60"/>
                  <a:gd name="T5" fmla="*/ 24 h 54"/>
                  <a:gd name="T6" fmla="*/ 27 w 60"/>
                  <a:gd name="T7" fmla="*/ 21 h 54"/>
                  <a:gd name="T8" fmla="*/ 33 w 60"/>
                  <a:gd name="T9" fmla="*/ 21 h 54"/>
                  <a:gd name="T10" fmla="*/ 51 w 60"/>
                  <a:gd name="T11" fmla="*/ 21 h 54"/>
                  <a:gd name="T12" fmla="*/ 60 w 60"/>
                  <a:gd name="T13" fmla="*/ 27 h 54"/>
                  <a:gd name="T14" fmla="*/ 60 w 60"/>
                  <a:gd name="T15" fmla="*/ 24 h 54"/>
                  <a:gd name="T16" fmla="*/ 57 w 60"/>
                  <a:gd name="T17" fmla="*/ 15 h 54"/>
                  <a:gd name="T18" fmla="*/ 54 w 60"/>
                  <a:gd name="T19" fmla="*/ 9 h 54"/>
                  <a:gd name="T20" fmla="*/ 51 w 60"/>
                  <a:gd name="T21" fmla="*/ 9 h 54"/>
                  <a:gd name="T22" fmla="*/ 39 w 60"/>
                  <a:gd name="T23" fmla="*/ 9 h 54"/>
                  <a:gd name="T24" fmla="*/ 30 w 60"/>
                  <a:gd name="T25" fmla="*/ 0 h 54"/>
                  <a:gd name="T26" fmla="*/ 21 w 60"/>
                  <a:gd name="T27" fmla="*/ 6 h 54"/>
                  <a:gd name="T28" fmla="*/ 18 w 60"/>
                  <a:gd name="T29" fmla="*/ 12 h 54"/>
                  <a:gd name="T30" fmla="*/ 15 w 60"/>
                  <a:gd name="T31" fmla="*/ 15 h 54"/>
                  <a:gd name="T32" fmla="*/ 9 w 60"/>
                  <a:gd name="T33" fmla="*/ 15 h 54"/>
                  <a:gd name="T34" fmla="*/ 0 w 60"/>
                  <a:gd name="T35" fmla="*/ 18 h 54"/>
                  <a:gd name="T36" fmla="*/ 3 w 60"/>
                  <a:gd name="T37" fmla="*/ 21 h 54"/>
                  <a:gd name="T38" fmla="*/ 12 w 60"/>
                  <a:gd name="T39" fmla="*/ 27 h 54"/>
                  <a:gd name="T40" fmla="*/ 21 w 60"/>
                  <a:gd name="T41" fmla="*/ 42 h 54"/>
                  <a:gd name="T42" fmla="*/ 30 w 60"/>
                  <a:gd name="T43" fmla="*/ 45 h 54"/>
                  <a:gd name="T44" fmla="*/ 39 w 60"/>
                  <a:gd name="T45" fmla="*/ 51 h 54"/>
                  <a:gd name="T46" fmla="*/ 45 w 60"/>
                  <a:gd name="T47" fmla="*/ 54 h 54"/>
                  <a:gd name="T48" fmla="*/ 36 w 60"/>
                  <a:gd name="T49" fmla="*/ 42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0" h="54">
                    <a:moveTo>
                      <a:pt x="36" y="42"/>
                    </a:moveTo>
                    <a:cubicBezTo>
                      <a:pt x="36" y="42"/>
                      <a:pt x="27" y="36"/>
                      <a:pt x="27" y="33"/>
                    </a:cubicBezTo>
                    <a:cubicBezTo>
                      <a:pt x="27" y="27"/>
                      <a:pt x="21" y="27"/>
                      <a:pt x="21" y="24"/>
                    </a:cubicBezTo>
                    <a:cubicBezTo>
                      <a:pt x="21" y="21"/>
                      <a:pt x="24" y="18"/>
                      <a:pt x="27" y="21"/>
                    </a:cubicBezTo>
                    <a:cubicBezTo>
                      <a:pt x="27" y="24"/>
                      <a:pt x="30" y="18"/>
                      <a:pt x="33" y="21"/>
                    </a:cubicBezTo>
                    <a:cubicBezTo>
                      <a:pt x="36" y="21"/>
                      <a:pt x="51" y="21"/>
                      <a:pt x="51" y="21"/>
                    </a:cubicBezTo>
                    <a:cubicBezTo>
                      <a:pt x="51" y="21"/>
                      <a:pt x="54" y="24"/>
                      <a:pt x="60" y="27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21"/>
                      <a:pt x="60" y="18"/>
                      <a:pt x="57" y="15"/>
                    </a:cubicBezTo>
                    <a:cubicBezTo>
                      <a:pt x="54" y="15"/>
                      <a:pt x="54" y="12"/>
                      <a:pt x="54" y="9"/>
                    </a:cubicBezTo>
                    <a:cubicBezTo>
                      <a:pt x="51" y="9"/>
                      <a:pt x="51" y="9"/>
                      <a:pt x="51" y="9"/>
                    </a:cubicBezTo>
                    <a:cubicBezTo>
                      <a:pt x="48" y="12"/>
                      <a:pt x="39" y="12"/>
                      <a:pt x="39" y="9"/>
                    </a:cubicBezTo>
                    <a:cubicBezTo>
                      <a:pt x="36" y="6"/>
                      <a:pt x="30" y="3"/>
                      <a:pt x="30" y="0"/>
                    </a:cubicBezTo>
                    <a:cubicBezTo>
                      <a:pt x="27" y="3"/>
                      <a:pt x="24" y="6"/>
                      <a:pt x="21" y="6"/>
                    </a:cubicBezTo>
                    <a:cubicBezTo>
                      <a:pt x="21" y="6"/>
                      <a:pt x="21" y="12"/>
                      <a:pt x="18" y="12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15" y="18"/>
                      <a:pt x="9" y="15"/>
                      <a:pt x="9" y="15"/>
                    </a:cubicBezTo>
                    <a:cubicBezTo>
                      <a:pt x="6" y="15"/>
                      <a:pt x="3" y="18"/>
                      <a:pt x="0" y="18"/>
                    </a:cubicBezTo>
                    <a:cubicBezTo>
                      <a:pt x="0" y="18"/>
                      <a:pt x="0" y="21"/>
                      <a:pt x="3" y="21"/>
                    </a:cubicBezTo>
                    <a:cubicBezTo>
                      <a:pt x="6" y="21"/>
                      <a:pt x="12" y="21"/>
                      <a:pt x="12" y="27"/>
                    </a:cubicBezTo>
                    <a:cubicBezTo>
                      <a:pt x="12" y="30"/>
                      <a:pt x="18" y="39"/>
                      <a:pt x="21" y="42"/>
                    </a:cubicBezTo>
                    <a:cubicBezTo>
                      <a:pt x="24" y="45"/>
                      <a:pt x="30" y="45"/>
                      <a:pt x="30" y="45"/>
                    </a:cubicBezTo>
                    <a:cubicBezTo>
                      <a:pt x="30" y="48"/>
                      <a:pt x="36" y="51"/>
                      <a:pt x="39" y="51"/>
                    </a:cubicBezTo>
                    <a:cubicBezTo>
                      <a:pt x="42" y="51"/>
                      <a:pt x="42" y="51"/>
                      <a:pt x="45" y="54"/>
                    </a:cubicBezTo>
                    <a:cubicBezTo>
                      <a:pt x="42" y="48"/>
                      <a:pt x="36" y="45"/>
                      <a:pt x="36" y="4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4" name="Freeform 74">
                <a:extLst>
                  <a:ext uri="{FF2B5EF4-FFF2-40B4-BE49-F238E27FC236}">
                    <a16:creationId xmlns:a16="http://schemas.microsoft.com/office/drawing/2014/main" id="{57DB8811-517A-3445-5C8B-EC024F4B1B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0973" y="2258296"/>
                <a:ext cx="40553" cy="74348"/>
              </a:xfrm>
              <a:custGeom>
                <a:avLst/>
                <a:gdLst>
                  <a:gd name="T0" fmla="*/ 15 w 21"/>
                  <a:gd name="T1" fmla="*/ 33 h 39"/>
                  <a:gd name="T2" fmla="*/ 18 w 21"/>
                  <a:gd name="T3" fmla="*/ 30 h 39"/>
                  <a:gd name="T4" fmla="*/ 21 w 21"/>
                  <a:gd name="T5" fmla="*/ 24 h 39"/>
                  <a:gd name="T6" fmla="*/ 21 w 21"/>
                  <a:gd name="T7" fmla="*/ 24 h 39"/>
                  <a:gd name="T8" fmla="*/ 15 w 21"/>
                  <a:gd name="T9" fmla="*/ 15 h 39"/>
                  <a:gd name="T10" fmla="*/ 18 w 21"/>
                  <a:gd name="T11" fmla="*/ 3 h 39"/>
                  <a:gd name="T12" fmla="*/ 6 w 21"/>
                  <a:gd name="T13" fmla="*/ 0 h 39"/>
                  <a:gd name="T14" fmla="*/ 3 w 21"/>
                  <a:gd name="T15" fmla="*/ 6 h 39"/>
                  <a:gd name="T16" fmla="*/ 6 w 21"/>
                  <a:gd name="T17" fmla="*/ 15 h 39"/>
                  <a:gd name="T18" fmla="*/ 3 w 21"/>
                  <a:gd name="T19" fmla="*/ 30 h 39"/>
                  <a:gd name="T20" fmla="*/ 12 w 21"/>
                  <a:gd name="T21" fmla="*/ 39 h 39"/>
                  <a:gd name="T22" fmla="*/ 15 w 21"/>
                  <a:gd name="T23" fmla="*/ 3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39">
                    <a:moveTo>
                      <a:pt x="15" y="33"/>
                    </a:moveTo>
                    <a:cubicBezTo>
                      <a:pt x="18" y="33"/>
                      <a:pt x="15" y="33"/>
                      <a:pt x="18" y="30"/>
                    </a:cubicBezTo>
                    <a:cubicBezTo>
                      <a:pt x="21" y="27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18" y="21"/>
                      <a:pt x="15" y="18"/>
                      <a:pt x="15" y="15"/>
                    </a:cubicBezTo>
                    <a:cubicBezTo>
                      <a:pt x="15" y="12"/>
                      <a:pt x="15" y="9"/>
                      <a:pt x="18" y="3"/>
                    </a:cubicBezTo>
                    <a:cubicBezTo>
                      <a:pt x="15" y="3"/>
                      <a:pt x="9" y="0"/>
                      <a:pt x="6" y="0"/>
                    </a:cubicBezTo>
                    <a:cubicBezTo>
                      <a:pt x="6" y="0"/>
                      <a:pt x="3" y="3"/>
                      <a:pt x="3" y="6"/>
                    </a:cubicBezTo>
                    <a:cubicBezTo>
                      <a:pt x="6" y="9"/>
                      <a:pt x="9" y="12"/>
                      <a:pt x="6" y="15"/>
                    </a:cubicBezTo>
                    <a:cubicBezTo>
                      <a:pt x="3" y="18"/>
                      <a:pt x="0" y="27"/>
                      <a:pt x="3" y="30"/>
                    </a:cubicBezTo>
                    <a:cubicBezTo>
                      <a:pt x="9" y="33"/>
                      <a:pt x="9" y="39"/>
                      <a:pt x="12" y="39"/>
                    </a:cubicBezTo>
                    <a:cubicBezTo>
                      <a:pt x="12" y="36"/>
                      <a:pt x="12" y="33"/>
                      <a:pt x="15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5" name="Freeform 75">
                <a:extLst>
                  <a:ext uri="{FF2B5EF4-FFF2-40B4-BE49-F238E27FC236}">
                    <a16:creationId xmlns:a16="http://schemas.microsoft.com/office/drawing/2014/main" id="{D8F5E363-9234-42CF-DEB6-3F4022653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6316" y="2079861"/>
                <a:ext cx="160862" cy="74348"/>
              </a:xfrm>
              <a:custGeom>
                <a:avLst/>
                <a:gdLst>
                  <a:gd name="T0" fmla="*/ 69 w 84"/>
                  <a:gd name="T1" fmla="*/ 3 h 39"/>
                  <a:gd name="T2" fmla="*/ 60 w 84"/>
                  <a:gd name="T3" fmla="*/ 0 h 39"/>
                  <a:gd name="T4" fmla="*/ 57 w 84"/>
                  <a:gd name="T5" fmla="*/ 6 h 39"/>
                  <a:gd name="T6" fmla="*/ 48 w 84"/>
                  <a:gd name="T7" fmla="*/ 6 h 39"/>
                  <a:gd name="T8" fmla="*/ 42 w 84"/>
                  <a:gd name="T9" fmla="*/ 12 h 39"/>
                  <a:gd name="T10" fmla="*/ 36 w 84"/>
                  <a:gd name="T11" fmla="*/ 18 h 39"/>
                  <a:gd name="T12" fmla="*/ 33 w 84"/>
                  <a:gd name="T13" fmla="*/ 21 h 39"/>
                  <a:gd name="T14" fmla="*/ 21 w 84"/>
                  <a:gd name="T15" fmla="*/ 24 h 39"/>
                  <a:gd name="T16" fmla="*/ 15 w 84"/>
                  <a:gd name="T17" fmla="*/ 24 h 39"/>
                  <a:gd name="T18" fmla="*/ 9 w 84"/>
                  <a:gd name="T19" fmla="*/ 24 h 39"/>
                  <a:gd name="T20" fmla="*/ 0 w 84"/>
                  <a:gd name="T21" fmla="*/ 24 h 39"/>
                  <a:gd name="T22" fmla="*/ 0 w 84"/>
                  <a:gd name="T23" fmla="*/ 30 h 39"/>
                  <a:gd name="T24" fmla="*/ 6 w 84"/>
                  <a:gd name="T25" fmla="*/ 33 h 39"/>
                  <a:gd name="T26" fmla="*/ 12 w 84"/>
                  <a:gd name="T27" fmla="*/ 33 h 39"/>
                  <a:gd name="T28" fmla="*/ 21 w 84"/>
                  <a:gd name="T29" fmla="*/ 30 h 39"/>
                  <a:gd name="T30" fmla="*/ 30 w 84"/>
                  <a:gd name="T31" fmla="*/ 30 h 39"/>
                  <a:gd name="T32" fmla="*/ 30 w 84"/>
                  <a:gd name="T33" fmla="*/ 36 h 39"/>
                  <a:gd name="T34" fmla="*/ 42 w 84"/>
                  <a:gd name="T35" fmla="*/ 36 h 39"/>
                  <a:gd name="T36" fmla="*/ 54 w 84"/>
                  <a:gd name="T37" fmla="*/ 39 h 39"/>
                  <a:gd name="T38" fmla="*/ 63 w 84"/>
                  <a:gd name="T39" fmla="*/ 36 h 39"/>
                  <a:gd name="T40" fmla="*/ 72 w 84"/>
                  <a:gd name="T41" fmla="*/ 33 h 39"/>
                  <a:gd name="T42" fmla="*/ 72 w 84"/>
                  <a:gd name="T43" fmla="*/ 33 h 39"/>
                  <a:gd name="T44" fmla="*/ 72 w 84"/>
                  <a:gd name="T45" fmla="*/ 30 h 39"/>
                  <a:gd name="T46" fmla="*/ 75 w 84"/>
                  <a:gd name="T47" fmla="*/ 24 h 39"/>
                  <a:gd name="T48" fmla="*/ 75 w 84"/>
                  <a:gd name="T49" fmla="*/ 21 h 39"/>
                  <a:gd name="T50" fmla="*/ 81 w 84"/>
                  <a:gd name="T51" fmla="*/ 18 h 39"/>
                  <a:gd name="T52" fmla="*/ 84 w 84"/>
                  <a:gd name="T53" fmla="*/ 15 h 39"/>
                  <a:gd name="T54" fmla="*/ 78 w 84"/>
                  <a:gd name="T55" fmla="*/ 6 h 39"/>
                  <a:gd name="T56" fmla="*/ 69 w 84"/>
                  <a:gd name="T57" fmla="*/ 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4" h="39">
                    <a:moveTo>
                      <a:pt x="69" y="3"/>
                    </a:moveTo>
                    <a:cubicBezTo>
                      <a:pt x="66" y="0"/>
                      <a:pt x="60" y="0"/>
                      <a:pt x="60" y="0"/>
                    </a:cubicBezTo>
                    <a:cubicBezTo>
                      <a:pt x="60" y="0"/>
                      <a:pt x="57" y="3"/>
                      <a:pt x="57" y="6"/>
                    </a:cubicBezTo>
                    <a:cubicBezTo>
                      <a:pt x="57" y="6"/>
                      <a:pt x="51" y="6"/>
                      <a:pt x="48" y="6"/>
                    </a:cubicBezTo>
                    <a:cubicBezTo>
                      <a:pt x="48" y="9"/>
                      <a:pt x="42" y="9"/>
                      <a:pt x="42" y="12"/>
                    </a:cubicBezTo>
                    <a:cubicBezTo>
                      <a:pt x="42" y="12"/>
                      <a:pt x="36" y="12"/>
                      <a:pt x="36" y="18"/>
                    </a:cubicBezTo>
                    <a:cubicBezTo>
                      <a:pt x="39" y="24"/>
                      <a:pt x="33" y="21"/>
                      <a:pt x="33" y="21"/>
                    </a:cubicBezTo>
                    <a:cubicBezTo>
                      <a:pt x="30" y="21"/>
                      <a:pt x="24" y="21"/>
                      <a:pt x="21" y="24"/>
                    </a:cubicBezTo>
                    <a:cubicBezTo>
                      <a:pt x="18" y="24"/>
                      <a:pt x="15" y="24"/>
                      <a:pt x="15" y="24"/>
                    </a:cubicBezTo>
                    <a:cubicBezTo>
                      <a:pt x="12" y="24"/>
                      <a:pt x="9" y="21"/>
                      <a:pt x="9" y="24"/>
                    </a:cubicBezTo>
                    <a:cubicBezTo>
                      <a:pt x="6" y="27"/>
                      <a:pt x="3" y="24"/>
                      <a:pt x="0" y="24"/>
                    </a:cubicBezTo>
                    <a:cubicBezTo>
                      <a:pt x="0" y="24"/>
                      <a:pt x="0" y="27"/>
                      <a:pt x="0" y="30"/>
                    </a:cubicBezTo>
                    <a:cubicBezTo>
                      <a:pt x="0" y="30"/>
                      <a:pt x="3" y="33"/>
                      <a:pt x="6" y="33"/>
                    </a:cubicBezTo>
                    <a:cubicBezTo>
                      <a:pt x="9" y="30"/>
                      <a:pt x="12" y="33"/>
                      <a:pt x="12" y="33"/>
                    </a:cubicBezTo>
                    <a:cubicBezTo>
                      <a:pt x="15" y="36"/>
                      <a:pt x="18" y="33"/>
                      <a:pt x="21" y="30"/>
                    </a:cubicBezTo>
                    <a:cubicBezTo>
                      <a:pt x="21" y="30"/>
                      <a:pt x="27" y="30"/>
                      <a:pt x="30" y="30"/>
                    </a:cubicBezTo>
                    <a:cubicBezTo>
                      <a:pt x="30" y="30"/>
                      <a:pt x="30" y="33"/>
                      <a:pt x="30" y="36"/>
                    </a:cubicBezTo>
                    <a:cubicBezTo>
                      <a:pt x="33" y="36"/>
                      <a:pt x="36" y="36"/>
                      <a:pt x="42" y="36"/>
                    </a:cubicBezTo>
                    <a:cubicBezTo>
                      <a:pt x="45" y="36"/>
                      <a:pt x="51" y="39"/>
                      <a:pt x="54" y="39"/>
                    </a:cubicBezTo>
                    <a:cubicBezTo>
                      <a:pt x="57" y="39"/>
                      <a:pt x="60" y="36"/>
                      <a:pt x="63" y="36"/>
                    </a:cubicBezTo>
                    <a:cubicBezTo>
                      <a:pt x="69" y="36"/>
                      <a:pt x="69" y="33"/>
                      <a:pt x="72" y="33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5" y="30"/>
                      <a:pt x="75" y="27"/>
                      <a:pt x="75" y="24"/>
                    </a:cubicBezTo>
                    <a:cubicBezTo>
                      <a:pt x="75" y="21"/>
                      <a:pt x="75" y="21"/>
                      <a:pt x="75" y="21"/>
                    </a:cubicBezTo>
                    <a:cubicBezTo>
                      <a:pt x="78" y="21"/>
                      <a:pt x="81" y="21"/>
                      <a:pt x="81" y="18"/>
                    </a:cubicBezTo>
                    <a:cubicBezTo>
                      <a:pt x="81" y="15"/>
                      <a:pt x="81" y="15"/>
                      <a:pt x="84" y="15"/>
                    </a:cubicBezTo>
                    <a:cubicBezTo>
                      <a:pt x="81" y="12"/>
                      <a:pt x="78" y="6"/>
                      <a:pt x="78" y="6"/>
                    </a:cubicBezTo>
                    <a:cubicBezTo>
                      <a:pt x="78" y="6"/>
                      <a:pt x="72" y="6"/>
                      <a:pt x="6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6" name="Freeform 76">
                <a:extLst>
                  <a:ext uri="{FF2B5EF4-FFF2-40B4-BE49-F238E27FC236}">
                    <a16:creationId xmlns:a16="http://schemas.microsoft.com/office/drawing/2014/main" id="{02804C13-B56B-1215-7AD8-A8F6C5FCC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198" y="2092027"/>
                <a:ext cx="137882" cy="79755"/>
              </a:xfrm>
              <a:custGeom>
                <a:avLst/>
                <a:gdLst>
                  <a:gd name="T0" fmla="*/ 69 w 72"/>
                  <a:gd name="T1" fmla="*/ 6 h 42"/>
                  <a:gd name="T2" fmla="*/ 66 w 72"/>
                  <a:gd name="T3" fmla="*/ 6 h 42"/>
                  <a:gd name="T4" fmla="*/ 60 w 72"/>
                  <a:gd name="T5" fmla="*/ 3 h 42"/>
                  <a:gd name="T6" fmla="*/ 51 w 72"/>
                  <a:gd name="T7" fmla="*/ 0 h 42"/>
                  <a:gd name="T8" fmla="*/ 39 w 72"/>
                  <a:gd name="T9" fmla="*/ 6 h 42"/>
                  <a:gd name="T10" fmla="*/ 27 w 72"/>
                  <a:gd name="T11" fmla="*/ 9 h 42"/>
                  <a:gd name="T12" fmla="*/ 12 w 72"/>
                  <a:gd name="T13" fmla="*/ 9 h 42"/>
                  <a:gd name="T14" fmla="*/ 12 w 72"/>
                  <a:gd name="T15" fmla="*/ 9 h 42"/>
                  <a:gd name="T16" fmla="*/ 9 w 72"/>
                  <a:gd name="T17" fmla="*/ 12 h 42"/>
                  <a:gd name="T18" fmla="*/ 3 w 72"/>
                  <a:gd name="T19" fmla="*/ 15 h 42"/>
                  <a:gd name="T20" fmla="*/ 3 w 72"/>
                  <a:gd name="T21" fmla="*/ 18 h 42"/>
                  <a:gd name="T22" fmla="*/ 0 w 72"/>
                  <a:gd name="T23" fmla="*/ 24 h 42"/>
                  <a:gd name="T24" fmla="*/ 0 w 72"/>
                  <a:gd name="T25" fmla="*/ 27 h 42"/>
                  <a:gd name="T26" fmla="*/ 3 w 72"/>
                  <a:gd name="T27" fmla="*/ 30 h 42"/>
                  <a:gd name="T28" fmla="*/ 3 w 72"/>
                  <a:gd name="T29" fmla="*/ 30 h 42"/>
                  <a:gd name="T30" fmla="*/ 12 w 72"/>
                  <a:gd name="T31" fmla="*/ 39 h 42"/>
                  <a:gd name="T32" fmla="*/ 24 w 72"/>
                  <a:gd name="T33" fmla="*/ 39 h 42"/>
                  <a:gd name="T34" fmla="*/ 39 w 72"/>
                  <a:gd name="T35" fmla="*/ 36 h 42"/>
                  <a:gd name="T36" fmla="*/ 42 w 72"/>
                  <a:gd name="T37" fmla="*/ 36 h 42"/>
                  <a:gd name="T38" fmla="*/ 45 w 72"/>
                  <a:gd name="T39" fmla="*/ 39 h 42"/>
                  <a:gd name="T40" fmla="*/ 54 w 72"/>
                  <a:gd name="T41" fmla="*/ 33 h 42"/>
                  <a:gd name="T42" fmla="*/ 63 w 72"/>
                  <a:gd name="T43" fmla="*/ 15 h 42"/>
                  <a:gd name="T44" fmla="*/ 72 w 72"/>
                  <a:gd name="T45" fmla="*/ 12 h 42"/>
                  <a:gd name="T46" fmla="*/ 69 w 72"/>
                  <a:gd name="T47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42">
                    <a:moveTo>
                      <a:pt x="69" y="6"/>
                    </a:moveTo>
                    <a:cubicBezTo>
                      <a:pt x="69" y="6"/>
                      <a:pt x="69" y="6"/>
                      <a:pt x="66" y="6"/>
                    </a:cubicBezTo>
                    <a:cubicBezTo>
                      <a:pt x="63" y="6"/>
                      <a:pt x="60" y="3"/>
                      <a:pt x="60" y="3"/>
                    </a:cubicBezTo>
                    <a:cubicBezTo>
                      <a:pt x="57" y="0"/>
                      <a:pt x="51" y="0"/>
                      <a:pt x="51" y="0"/>
                    </a:cubicBezTo>
                    <a:cubicBezTo>
                      <a:pt x="48" y="0"/>
                      <a:pt x="42" y="6"/>
                      <a:pt x="39" y="6"/>
                    </a:cubicBezTo>
                    <a:cubicBezTo>
                      <a:pt x="36" y="6"/>
                      <a:pt x="27" y="9"/>
                      <a:pt x="27" y="9"/>
                    </a:cubicBezTo>
                    <a:cubicBezTo>
                      <a:pt x="27" y="12"/>
                      <a:pt x="15" y="12"/>
                      <a:pt x="12" y="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9" y="9"/>
                      <a:pt x="9" y="9"/>
                      <a:pt x="9" y="12"/>
                    </a:cubicBezTo>
                    <a:cubicBezTo>
                      <a:pt x="9" y="15"/>
                      <a:pt x="6" y="15"/>
                      <a:pt x="3" y="15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21"/>
                      <a:pt x="3" y="24"/>
                      <a:pt x="0" y="24"/>
                    </a:cubicBezTo>
                    <a:cubicBezTo>
                      <a:pt x="0" y="24"/>
                      <a:pt x="0" y="24"/>
                      <a:pt x="0" y="27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3" y="33"/>
                      <a:pt x="9" y="36"/>
                      <a:pt x="12" y="39"/>
                    </a:cubicBezTo>
                    <a:cubicBezTo>
                      <a:pt x="12" y="42"/>
                      <a:pt x="21" y="42"/>
                      <a:pt x="24" y="39"/>
                    </a:cubicBezTo>
                    <a:cubicBezTo>
                      <a:pt x="27" y="39"/>
                      <a:pt x="39" y="36"/>
                      <a:pt x="39" y="3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42" y="36"/>
                      <a:pt x="45" y="36"/>
                      <a:pt x="45" y="39"/>
                    </a:cubicBezTo>
                    <a:cubicBezTo>
                      <a:pt x="48" y="36"/>
                      <a:pt x="51" y="36"/>
                      <a:pt x="54" y="33"/>
                    </a:cubicBezTo>
                    <a:cubicBezTo>
                      <a:pt x="57" y="30"/>
                      <a:pt x="63" y="18"/>
                      <a:pt x="63" y="15"/>
                    </a:cubicBezTo>
                    <a:cubicBezTo>
                      <a:pt x="66" y="15"/>
                      <a:pt x="69" y="12"/>
                      <a:pt x="72" y="12"/>
                    </a:cubicBezTo>
                    <a:cubicBezTo>
                      <a:pt x="72" y="9"/>
                      <a:pt x="72" y="9"/>
                      <a:pt x="69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7" name="Freeform 77">
                <a:extLst>
                  <a:ext uri="{FF2B5EF4-FFF2-40B4-BE49-F238E27FC236}">
                    <a16:creationId xmlns:a16="http://schemas.microsoft.com/office/drawing/2014/main" id="{C0F1B066-611A-631D-7721-36471329F4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7684" y="2021735"/>
                <a:ext cx="137882" cy="70293"/>
              </a:xfrm>
              <a:custGeom>
                <a:avLst/>
                <a:gdLst>
                  <a:gd name="T0" fmla="*/ 69 w 72"/>
                  <a:gd name="T1" fmla="*/ 18 h 36"/>
                  <a:gd name="T2" fmla="*/ 60 w 72"/>
                  <a:gd name="T3" fmla="*/ 15 h 36"/>
                  <a:gd name="T4" fmla="*/ 57 w 72"/>
                  <a:gd name="T5" fmla="*/ 12 h 36"/>
                  <a:gd name="T6" fmla="*/ 51 w 72"/>
                  <a:gd name="T7" fmla="*/ 12 h 36"/>
                  <a:gd name="T8" fmla="*/ 45 w 72"/>
                  <a:gd name="T9" fmla="*/ 9 h 36"/>
                  <a:gd name="T10" fmla="*/ 39 w 72"/>
                  <a:gd name="T11" fmla="*/ 6 h 36"/>
                  <a:gd name="T12" fmla="*/ 33 w 72"/>
                  <a:gd name="T13" fmla="*/ 0 h 36"/>
                  <a:gd name="T14" fmla="*/ 30 w 72"/>
                  <a:gd name="T15" fmla="*/ 3 h 36"/>
                  <a:gd name="T16" fmla="*/ 24 w 72"/>
                  <a:gd name="T17" fmla="*/ 3 h 36"/>
                  <a:gd name="T18" fmla="*/ 15 w 72"/>
                  <a:gd name="T19" fmla="*/ 6 h 36"/>
                  <a:gd name="T20" fmla="*/ 3 w 72"/>
                  <a:gd name="T21" fmla="*/ 12 h 36"/>
                  <a:gd name="T22" fmla="*/ 6 w 72"/>
                  <a:gd name="T23" fmla="*/ 18 h 36"/>
                  <a:gd name="T24" fmla="*/ 9 w 72"/>
                  <a:gd name="T25" fmla="*/ 27 h 36"/>
                  <a:gd name="T26" fmla="*/ 21 w 72"/>
                  <a:gd name="T27" fmla="*/ 36 h 36"/>
                  <a:gd name="T28" fmla="*/ 21 w 72"/>
                  <a:gd name="T29" fmla="*/ 36 h 36"/>
                  <a:gd name="T30" fmla="*/ 30 w 72"/>
                  <a:gd name="T31" fmla="*/ 36 h 36"/>
                  <a:gd name="T32" fmla="*/ 33 w 72"/>
                  <a:gd name="T33" fmla="*/ 30 h 36"/>
                  <a:gd name="T34" fmla="*/ 42 w 72"/>
                  <a:gd name="T35" fmla="*/ 33 h 36"/>
                  <a:gd name="T36" fmla="*/ 51 w 72"/>
                  <a:gd name="T37" fmla="*/ 36 h 36"/>
                  <a:gd name="T38" fmla="*/ 51 w 72"/>
                  <a:gd name="T39" fmla="*/ 36 h 36"/>
                  <a:gd name="T40" fmla="*/ 54 w 72"/>
                  <a:gd name="T41" fmla="*/ 33 h 36"/>
                  <a:gd name="T42" fmla="*/ 66 w 72"/>
                  <a:gd name="T43" fmla="*/ 27 h 36"/>
                  <a:gd name="T44" fmla="*/ 72 w 72"/>
                  <a:gd name="T45" fmla="*/ 24 h 36"/>
                  <a:gd name="T46" fmla="*/ 69 w 72"/>
                  <a:gd name="T47" fmla="*/ 18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2" h="36">
                    <a:moveTo>
                      <a:pt x="69" y="18"/>
                    </a:moveTo>
                    <a:cubicBezTo>
                      <a:pt x="66" y="15"/>
                      <a:pt x="63" y="18"/>
                      <a:pt x="60" y="15"/>
                    </a:cubicBezTo>
                    <a:cubicBezTo>
                      <a:pt x="60" y="15"/>
                      <a:pt x="60" y="12"/>
                      <a:pt x="57" y="12"/>
                    </a:cubicBezTo>
                    <a:cubicBezTo>
                      <a:pt x="57" y="12"/>
                      <a:pt x="54" y="9"/>
                      <a:pt x="51" y="12"/>
                    </a:cubicBezTo>
                    <a:cubicBezTo>
                      <a:pt x="51" y="15"/>
                      <a:pt x="45" y="12"/>
                      <a:pt x="45" y="9"/>
                    </a:cubicBezTo>
                    <a:cubicBezTo>
                      <a:pt x="45" y="9"/>
                      <a:pt x="45" y="6"/>
                      <a:pt x="39" y="6"/>
                    </a:cubicBezTo>
                    <a:cubicBezTo>
                      <a:pt x="36" y="3"/>
                      <a:pt x="33" y="3"/>
                      <a:pt x="33" y="0"/>
                    </a:cubicBezTo>
                    <a:cubicBezTo>
                      <a:pt x="33" y="3"/>
                      <a:pt x="33" y="3"/>
                      <a:pt x="30" y="3"/>
                    </a:cubicBezTo>
                    <a:cubicBezTo>
                      <a:pt x="30" y="3"/>
                      <a:pt x="27" y="0"/>
                      <a:pt x="24" y="3"/>
                    </a:cubicBezTo>
                    <a:cubicBezTo>
                      <a:pt x="24" y="3"/>
                      <a:pt x="18" y="3"/>
                      <a:pt x="15" y="6"/>
                    </a:cubicBezTo>
                    <a:cubicBezTo>
                      <a:pt x="12" y="9"/>
                      <a:pt x="9" y="12"/>
                      <a:pt x="3" y="12"/>
                    </a:cubicBezTo>
                    <a:cubicBezTo>
                      <a:pt x="0" y="12"/>
                      <a:pt x="3" y="15"/>
                      <a:pt x="6" y="18"/>
                    </a:cubicBezTo>
                    <a:cubicBezTo>
                      <a:pt x="6" y="21"/>
                      <a:pt x="6" y="24"/>
                      <a:pt x="9" y="27"/>
                    </a:cubicBezTo>
                    <a:cubicBezTo>
                      <a:pt x="12" y="30"/>
                      <a:pt x="21" y="33"/>
                      <a:pt x="21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4" y="36"/>
                      <a:pt x="30" y="36"/>
                      <a:pt x="30" y="36"/>
                    </a:cubicBezTo>
                    <a:cubicBezTo>
                      <a:pt x="30" y="33"/>
                      <a:pt x="33" y="30"/>
                      <a:pt x="33" y="30"/>
                    </a:cubicBezTo>
                    <a:cubicBezTo>
                      <a:pt x="33" y="30"/>
                      <a:pt x="39" y="30"/>
                      <a:pt x="42" y="33"/>
                    </a:cubicBezTo>
                    <a:cubicBezTo>
                      <a:pt x="45" y="36"/>
                      <a:pt x="51" y="36"/>
                      <a:pt x="51" y="3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4" y="36"/>
                      <a:pt x="54" y="33"/>
                      <a:pt x="54" y="33"/>
                    </a:cubicBezTo>
                    <a:cubicBezTo>
                      <a:pt x="57" y="33"/>
                      <a:pt x="63" y="33"/>
                      <a:pt x="66" y="27"/>
                    </a:cubicBezTo>
                    <a:cubicBezTo>
                      <a:pt x="66" y="27"/>
                      <a:pt x="69" y="24"/>
                      <a:pt x="72" y="24"/>
                    </a:cubicBezTo>
                    <a:cubicBezTo>
                      <a:pt x="72" y="21"/>
                      <a:pt x="69" y="18"/>
                      <a:pt x="69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8" name="Freeform 78">
                <a:extLst>
                  <a:ext uri="{FF2B5EF4-FFF2-40B4-BE49-F238E27FC236}">
                    <a16:creationId xmlns:a16="http://schemas.microsoft.com/office/drawing/2014/main" id="{99BBF1A1-B0A3-F206-0DC0-DB0644A8A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012" y="2062288"/>
                <a:ext cx="121660" cy="52719"/>
              </a:xfrm>
              <a:custGeom>
                <a:avLst/>
                <a:gdLst>
                  <a:gd name="T0" fmla="*/ 48 w 63"/>
                  <a:gd name="T1" fmla="*/ 3 h 27"/>
                  <a:gd name="T2" fmla="*/ 39 w 63"/>
                  <a:gd name="T3" fmla="*/ 3 h 27"/>
                  <a:gd name="T4" fmla="*/ 30 w 63"/>
                  <a:gd name="T5" fmla="*/ 3 h 27"/>
                  <a:gd name="T6" fmla="*/ 24 w 63"/>
                  <a:gd name="T7" fmla="*/ 3 h 27"/>
                  <a:gd name="T8" fmla="*/ 21 w 63"/>
                  <a:gd name="T9" fmla="*/ 3 h 27"/>
                  <a:gd name="T10" fmla="*/ 15 w 63"/>
                  <a:gd name="T11" fmla="*/ 6 h 27"/>
                  <a:gd name="T12" fmla="*/ 3 w 63"/>
                  <a:gd name="T13" fmla="*/ 12 h 27"/>
                  <a:gd name="T14" fmla="*/ 0 w 63"/>
                  <a:gd name="T15" fmla="*/ 15 h 27"/>
                  <a:gd name="T16" fmla="*/ 6 w 63"/>
                  <a:gd name="T17" fmla="*/ 24 h 27"/>
                  <a:gd name="T18" fmla="*/ 21 w 63"/>
                  <a:gd name="T19" fmla="*/ 24 h 27"/>
                  <a:gd name="T20" fmla="*/ 33 w 63"/>
                  <a:gd name="T21" fmla="*/ 21 h 27"/>
                  <a:gd name="T22" fmla="*/ 45 w 63"/>
                  <a:gd name="T23" fmla="*/ 15 h 27"/>
                  <a:gd name="T24" fmla="*/ 54 w 63"/>
                  <a:gd name="T25" fmla="*/ 18 h 27"/>
                  <a:gd name="T26" fmla="*/ 60 w 63"/>
                  <a:gd name="T27" fmla="*/ 21 h 27"/>
                  <a:gd name="T28" fmla="*/ 60 w 63"/>
                  <a:gd name="T29" fmla="*/ 18 h 27"/>
                  <a:gd name="T30" fmla="*/ 63 w 63"/>
                  <a:gd name="T31" fmla="*/ 9 h 27"/>
                  <a:gd name="T32" fmla="*/ 63 w 63"/>
                  <a:gd name="T33" fmla="*/ 9 h 27"/>
                  <a:gd name="T34" fmla="*/ 57 w 63"/>
                  <a:gd name="T35" fmla="*/ 6 h 27"/>
                  <a:gd name="T36" fmla="*/ 48 w 63"/>
                  <a:gd name="T37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3" h="27">
                    <a:moveTo>
                      <a:pt x="48" y="3"/>
                    </a:moveTo>
                    <a:cubicBezTo>
                      <a:pt x="45" y="6"/>
                      <a:pt x="42" y="3"/>
                      <a:pt x="39" y="3"/>
                    </a:cubicBezTo>
                    <a:cubicBezTo>
                      <a:pt x="36" y="6"/>
                      <a:pt x="30" y="3"/>
                      <a:pt x="30" y="3"/>
                    </a:cubicBezTo>
                    <a:cubicBezTo>
                      <a:pt x="27" y="0"/>
                      <a:pt x="24" y="6"/>
                      <a:pt x="24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18" y="3"/>
                      <a:pt x="15" y="6"/>
                      <a:pt x="15" y="6"/>
                    </a:cubicBezTo>
                    <a:cubicBezTo>
                      <a:pt x="12" y="12"/>
                      <a:pt x="6" y="12"/>
                      <a:pt x="3" y="12"/>
                    </a:cubicBezTo>
                    <a:cubicBezTo>
                      <a:pt x="3" y="12"/>
                      <a:pt x="3" y="15"/>
                      <a:pt x="0" y="15"/>
                    </a:cubicBezTo>
                    <a:cubicBezTo>
                      <a:pt x="3" y="18"/>
                      <a:pt x="3" y="24"/>
                      <a:pt x="6" y="24"/>
                    </a:cubicBezTo>
                    <a:cubicBezTo>
                      <a:pt x="9" y="27"/>
                      <a:pt x="21" y="27"/>
                      <a:pt x="21" y="24"/>
                    </a:cubicBezTo>
                    <a:cubicBezTo>
                      <a:pt x="21" y="24"/>
                      <a:pt x="30" y="21"/>
                      <a:pt x="33" y="21"/>
                    </a:cubicBezTo>
                    <a:cubicBezTo>
                      <a:pt x="36" y="21"/>
                      <a:pt x="42" y="15"/>
                      <a:pt x="45" y="15"/>
                    </a:cubicBezTo>
                    <a:cubicBezTo>
                      <a:pt x="45" y="15"/>
                      <a:pt x="51" y="15"/>
                      <a:pt x="54" y="18"/>
                    </a:cubicBezTo>
                    <a:cubicBezTo>
                      <a:pt x="54" y="18"/>
                      <a:pt x="57" y="21"/>
                      <a:pt x="60" y="21"/>
                    </a:cubicBezTo>
                    <a:cubicBezTo>
                      <a:pt x="60" y="18"/>
                      <a:pt x="60" y="18"/>
                      <a:pt x="60" y="18"/>
                    </a:cubicBezTo>
                    <a:cubicBezTo>
                      <a:pt x="60" y="15"/>
                      <a:pt x="63" y="9"/>
                      <a:pt x="63" y="9"/>
                    </a:cubicBezTo>
                    <a:cubicBezTo>
                      <a:pt x="63" y="9"/>
                      <a:pt x="63" y="9"/>
                      <a:pt x="63" y="9"/>
                    </a:cubicBezTo>
                    <a:cubicBezTo>
                      <a:pt x="60" y="9"/>
                      <a:pt x="57" y="6"/>
                      <a:pt x="57" y="6"/>
                    </a:cubicBezTo>
                    <a:cubicBezTo>
                      <a:pt x="57" y="6"/>
                      <a:pt x="51" y="3"/>
                      <a:pt x="48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9" name="Freeform 79">
                <a:extLst>
                  <a:ext uri="{FF2B5EF4-FFF2-40B4-BE49-F238E27FC236}">
                    <a16:creationId xmlns:a16="http://schemas.microsoft.com/office/drawing/2014/main" id="{858957AA-35EA-6E52-6592-EF72F9243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7264" y="2269111"/>
                <a:ext cx="79755" cy="132474"/>
              </a:xfrm>
              <a:custGeom>
                <a:avLst/>
                <a:gdLst>
                  <a:gd name="T0" fmla="*/ 30 w 42"/>
                  <a:gd name="T1" fmla="*/ 57 h 69"/>
                  <a:gd name="T2" fmla="*/ 27 w 42"/>
                  <a:gd name="T3" fmla="*/ 51 h 69"/>
                  <a:gd name="T4" fmla="*/ 30 w 42"/>
                  <a:gd name="T5" fmla="*/ 45 h 69"/>
                  <a:gd name="T6" fmla="*/ 27 w 42"/>
                  <a:gd name="T7" fmla="*/ 39 h 69"/>
                  <a:gd name="T8" fmla="*/ 30 w 42"/>
                  <a:gd name="T9" fmla="*/ 33 h 69"/>
                  <a:gd name="T10" fmla="*/ 30 w 42"/>
                  <a:gd name="T11" fmla="*/ 27 h 69"/>
                  <a:gd name="T12" fmla="*/ 30 w 42"/>
                  <a:gd name="T13" fmla="*/ 15 h 69"/>
                  <a:gd name="T14" fmla="*/ 39 w 42"/>
                  <a:gd name="T15" fmla="*/ 9 h 69"/>
                  <a:gd name="T16" fmla="*/ 36 w 42"/>
                  <a:gd name="T17" fmla="*/ 6 h 69"/>
                  <a:gd name="T18" fmla="*/ 27 w 42"/>
                  <a:gd name="T19" fmla="*/ 3 h 69"/>
                  <a:gd name="T20" fmla="*/ 24 w 42"/>
                  <a:gd name="T21" fmla="*/ 3 h 69"/>
                  <a:gd name="T22" fmla="*/ 18 w 42"/>
                  <a:gd name="T23" fmla="*/ 3 h 69"/>
                  <a:gd name="T24" fmla="*/ 12 w 42"/>
                  <a:gd name="T25" fmla="*/ 0 h 69"/>
                  <a:gd name="T26" fmla="*/ 9 w 42"/>
                  <a:gd name="T27" fmla="*/ 3 h 69"/>
                  <a:gd name="T28" fmla="*/ 9 w 42"/>
                  <a:gd name="T29" fmla="*/ 9 h 69"/>
                  <a:gd name="T30" fmla="*/ 3 w 42"/>
                  <a:gd name="T31" fmla="*/ 36 h 69"/>
                  <a:gd name="T32" fmla="*/ 6 w 42"/>
                  <a:gd name="T33" fmla="*/ 48 h 69"/>
                  <a:gd name="T34" fmla="*/ 9 w 42"/>
                  <a:gd name="T35" fmla="*/ 66 h 69"/>
                  <a:gd name="T36" fmla="*/ 18 w 42"/>
                  <a:gd name="T37" fmla="*/ 69 h 69"/>
                  <a:gd name="T38" fmla="*/ 27 w 42"/>
                  <a:gd name="T39" fmla="*/ 66 h 69"/>
                  <a:gd name="T40" fmla="*/ 24 w 42"/>
                  <a:gd name="T41" fmla="*/ 63 h 69"/>
                  <a:gd name="T42" fmla="*/ 30 w 42"/>
                  <a:gd name="T43" fmla="*/ 5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2" h="69">
                    <a:moveTo>
                      <a:pt x="30" y="57"/>
                    </a:moveTo>
                    <a:cubicBezTo>
                      <a:pt x="33" y="54"/>
                      <a:pt x="27" y="51"/>
                      <a:pt x="27" y="51"/>
                    </a:cubicBezTo>
                    <a:cubicBezTo>
                      <a:pt x="27" y="48"/>
                      <a:pt x="27" y="45"/>
                      <a:pt x="30" y="45"/>
                    </a:cubicBezTo>
                    <a:cubicBezTo>
                      <a:pt x="33" y="45"/>
                      <a:pt x="30" y="42"/>
                      <a:pt x="27" y="39"/>
                    </a:cubicBezTo>
                    <a:cubicBezTo>
                      <a:pt x="24" y="36"/>
                      <a:pt x="27" y="33"/>
                      <a:pt x="30" y="33"/>
                    </a:cubicBezTo>
                    <a:cubicBezTo>
                      <a:pt x="33" y="33"/>
                      <a:pt x="27" y="30"/>
                      <a:pt x="30" y="27"/>
                    </a:cubicBezTo>
                    <a:cubicBezTo>
                      <a:pt x="33" y="24"/>
                      <a:pt x="30" y="18"/>
                      <a:pt x="30" y="15"/>
                    </a:cubicBezTo>
                    <a:cubicBezTo>
                      <a:pt x="30" y="12"/>
                      <a:pt x="33" y="12"/>
                      <a:pt x="39" y="9"/>
                    </a:cubicBezTo>
                    <a:cubicBezTo>
                      <a:pt x="42" y="6"/>
                      <a:pt x="36" y="6"/>
                      <a:pt x="36" y="6"/>
                    </a:cubicBezTo>
                    <a:cubicBezTo>
                      <a:pt x="36" y="3"/>
                      <a:pt x="30" y="0"/>
                      <a:pt x="27" y="3"/>
                    </a:cubicBezTo>
                    <a:cubicBezTo>
                      <a:pt x="24" y="6"/>
                      <a:pt x="27" y="3"/>
                      <a:pt x="24" y="3"/>
                    </a:cubicBezTo>
                    <a:cubicBezTo>
                      <a:pt x="21" y="3"/>
                      <a:pt x="18" y="3"/>
                      <a:pt x="18" y="3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12" y="3"/>
                      <a:pt x="12" y="3"/>
                      <a:pt x="9" y="3"/>
                    </a:cubicBezTo>
                    <a:cubicBezTo>
                      <a:pt x="9" y="6"/>
                      <a:pt x="9" y="9"/>
                      <a:pt x="9" y="9"/>
                    </a:cubicBezTo>
                    <a:cubicBezTo>
                      <a:pt x="12" y="15"/>
                      <a:pt x="6" y="33"/>
                      <a:pt x="3" y="36"/>
                    </a:cubicBezTo>
                    <a:cubicBezTo>
                      <a:pt x="0" y="42"/>
                      <a:pt x="3" y="45"/>
                      <a:pt x="6" y="48"/>
                    </a:cubicBezTo>
                    <a:cubicBezTo>
                      <a:pt x="12" y="51"/>
                      <a:pt x="9" y="63"/>
                      <a:pt x="9" y="66"/>
                    </a:cubicBezTo>
                    <a:cubicBezTo>
                      <a:pt x="9" y="69"/>
                      <a:pt x="12" y="69"/>
                      <a:pt x="18" y="69"/>
                    </a:cubicBezTo>
                    <a:cubicBezTo>
                      <a:pt x="21" y="69"/>
                      <a:pt x="24" y="66"/>
                      <a:pt x="27" y="66"/>
                    </a:cubicBezTo>
                    <a:cubicBezTo>
                      <a:pt x="24" y="66"/>
                      <a:pt x="24" y="63"/>
                      <a:pt x="24" y="63"/>
                    </a:cubicBezTo>
                    <a:cubicBezTo>
                      <a:pt x="24" y="60"/>
                      <a:pt x="24" y="57"/>
                      <a:pt x="30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0" name="Freeform 80">
                <a:extLst>
                  <a:ext uri="{FF2B5EF4-FFF2-40B4-BE49-F238E27FC236}">
                    <a16:creationId xmlns:a16="http://schemas.microsoft.com/office/drawing/2014/main" id="{4CAC1CE1-7CEE-035F-2292-03AD50A01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027" y="1952794"/>
                <a:ext cx="91921" cy="75700"/>
              </a:xfrm>
              <a:custGeom>
                <a:avLst/>
                <a:gdLst>
                  <a:gd name="T0" fmla="*/ 15 w 48"/>
                  <a:gd name="T1" fmla="*/ 30 h 39"/>
                  <a:gd name="T2" fmla="*/ 24 w 48"/>
                  <a:gd name="T3" fmla="*/ 33 h 39"/>
                  <a:gd name="T4" fmla="*/ 33 w 48"/>
                  <a:gd name="T5" fmla="*/ 39 h 39"/>
                  <a:gd name="T6" fmla="*/ 33 w 48"/>
                  <a:gd name="T7" fmla="*/ 39 h 39"/>
                  <a:gd name="T8" fmla="*/ 36 w 48"/>
                  <a:gd name="T9" fmla="*/ 33 h 39"/>
                  <a:gd name="T10" fmla="*/ 36 w 48"/>
                  <a:gd name="T11" fmla="*/ 27 h 39"/>
                  <a:gd name="T12" fmla="*/ 42 w 48"/>
                  <a:gd name="T13" fmla="*/ 24 h 39"/>
                  <a:gd name="T14" fmla="*/ 45 w 48"/>
                  <a:gd name="T15" fmla="*/ 21 h 39"/>
                  <a:gd name="T16" fmla="*/ 42 w 48"/>
                  <a:gd name="T17" fmla="*/ 15 h 39"/>
                  <a:gd name="T18" fmla="*/ 48 w 48"/>
                  <a:gd name="T19" fmla="*/ 9 h 39"/>
                  <a:gd name="T20" fmla="*/ 48 w 48"/>
                  <a:gd name="T21" fmla="*/ 0 h 39"/>
                  <a:gd name="T22" fmla="*/ 45 w 48"/>
                  <a:gd name="T23" fmla="*/ 3 h 39"/>
                  <a:gd name="T24" fmla="*/ 33 w 48"/>
                  <a:gd name="T25" fmla="*/ 3 h 39"/>
                  <a:gd name="T26" fmla="*/ 27 w 48"/>
                  <a:gd name="T27" fmla="*/ 9 h 39"/>
                  <a:gd name="T28" fmla="*/ 24 w 48"/>
                  <a:gd name="T29" fmla="*/ 9 h 39"/>
                  <a:gd name="T30" fmla="*/ 18 w 48"/>
                  <a:gd name="T31" fmla="*/ 12 h 39"/>
                  <a:gd name="T32" fmla="*/ 12 w 48"/>
                  <a:gd name="T33" fmla="*/ 21 h 39"/>
                  <a:gd name="T34" fmla="*/ 3 w 48"/>
                  <a:gd name="T35" fmla="*/ 33 h 39"/>
                  <a:gd name="T36" fmla="*/ 0 w 48"/>
                  <a:gd name="T37" fmla="*/ 33 h 39"/>
                  <a:gd name="T38" fmla="*/ 6 w 48"/>
                  <a:gd name="T39" fmla="*/ 36 h 39"/>
                  <a:gd name="T40" fmla="*/ 15 w 48"/>
                  <a:gd name="T41" fmla="*/ 3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8" h="39">
                    <a:moveTo>
                      <a:pt x="15" y="30"/>
                    </a:moveTo>
                    <a:cubicBezTo>
                      <a:pt x="18" y="30"/>
                      <a:pt x="21" y="30"/>
                      <a:pt x="24" y="33"/>
                    </a:cubicBezTo>
                    <a:cubicBezTo>
                      <a:pt x="27" y="33"/>
                      <a:pt x="30" y="36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6" y="39"/>
                      <a:pt x="36" y="33"/>
                      <a:pt x="36" y="33"/>
                    </a:cubicBezTo>
                    <a:cubicBezTo>
                      <a:pt x="36" y="30"/>
                      <a:pt x="36" y="27"/>
                      <a:pt x="36" y="27"/>
                    </a:cubicBezTo>
                    <a:cubicBezTo>
                      <a:pt x="39" y="27"/>
                      <a:pt x="42" y="27"/>
                      <a:pt x="42" y="24"/>
                    </a:cubicBezTo>
                    <a:cubicBezTo>
                      <a:pt x="42" y="21"/>
                      <a:pt x="45" y="21"/>
                      <a:pt x="45" y="21"/>
                    </a:cubicBezTo>
                    <a:cubicBezTo>
                      <a:pt x="45" y="18"/>
                      <a:pt x="42" y="15"/>
                      <a:pt x="42" y="15"/>
                    </a:cubicBezTo>
                    <a:cubicBezTo>
                      <a:pt x="42" y="12"/>
                      <a:pt x="45" y="12"/>
                      <a:pt x="48" y="9"/>
                    </a:cubicBezTo>
                    <a:cubicBezTo>
                      <a:pt x="48" y="6"/>
                      <a:pt x="48" y="3"/>
                      <a:pt x="48" y="0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2" y="0"/>
                      <a:pt x="39" y="0"/>
                      <a:pt x="33" y="3"/>
                    </a:cubicBezTo>
                    <a:cubicBezTo>
                      <a:pt x="27" y="3"/>
                      <a:pt x="27" y="9"/>
                      <a:pt x="27" y="9"/>
                    </a:cubicBezTo>
                    <a:cubicBezTo>
                      <a:pt x="30" y="12"/>
                      <a:pt x="24" y="12"/>
                      <a:pt x="24" y="9"/>
                    </a:cubicBezTo>
                    <a:cubicBezTo>
                      <a:pt x="21" y="9"/>
                      <a:pt x="18" y="9"/>
                      <a:pt x="18" y="12"/>
                    </a:cubicBezTo>
                    <a:cubicBezTo>
                      <a:pt x="18" y="15"/>
                      <a:pt x="12" y="18"/>
                      <a:pt x="12" y="21"/>
                    </a:cubicBezTo>
                    <a:cubicBezTo>
                      <a:pt x="12" y="27"/>
                      <a:pt x="6" y="30"/>
                      <a:pt x="3" y="33"/>
                    </a:cubicBezTo>
                    <a:cubicBezTo>
                      <a:pt x="3" y="33"/>
                      <a:pt x="3" y="33"/>
                      <a:pt x="0" y="33"/>
                    </a:cubicBezTo>
                    <a:cubicBezTo>
                      <a:pt x="3" y="33"/>
                      <a:pt x="6" y="36"/>
                      <a:pt x="6" y="36"/>
                    </a:cubicBezTo>
                    <a:cubicBezTo>
                      <a:pt x="9" y="36"/>
                      <a:pt x="15" y="33"/>
                      <a:pt x="15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1" name="Freeform 81">
                <a:extLst>
                  <a:ext uri="{FF2B5EF4-FFF2-40B4-BE49-F238E27FC236}">
                    <a16:creationId xmlns:a16="http://schemas.microsoft.com/office/drawing/2014/main" id="{F4C80C3F-96F7-DEDA-30AD-0B8C07A7F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802" y="2051474"/>
                <a:ext cx="17573" cy="17573"/>
              </a:xfrm>
              <a:custGeom>
                <a:avLst/>
                <a:gdLst>
                  <a:gd name="T0" fmla="*/ 6 w 9"/>
                  <a:gd name="T1" fmla="*/ 0 h 9"/>
                  <a:gd name="T2" fmla="*/ 0 w 9"/>
                  <a:gd name="T3" fmla="*/ 9 h 9"/>
                  <a:gd name="T4" fmla="*/ 9 w 9"/>
                  <a:gd name="T5" fmla="*/ 9 h 9"/>
                  <a:gd name="T6" fmla="*/ 6 w 9"/>
                  <a:gd name="T7" fmla="*/ 0 h 9"/>
                  <a:gd name="T8" fmla="*/ 6 w 9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6" y="0"/>
                    </a:moveTo>
                    <a:cubicBezTo>
                      <a:pt x="3" y="0"/>
                      <a:pt x="0" y="3"/>
                      <a:pt x="0" y="9"/>
                    </a:cubicBezTo>
                    <a:cubicBezTo>
                      <a:pt x="3" y="9"/>
                      <a:pt x="6" y="9"/>
                      <a:pt x="9" y="9"/>
                    </a:cubicBezTo>
                    <a:cubicBezTo>
                      <a:pt x="9" y="3"/>
                      <a:pt x="6" y="3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2" name="Freeform 82">
                <a:extLst>
                  <a:ext uri="{FF2B5EF4-FFF2-40B4-BE49-F238E27FC236}">
                    <a16:creationId xmlns:a16="http://schemas.microsoft.com/office/drawing/2014/main" id="{BA01A88A-60DA-2DD3-0EAE-FCADCB058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0861" y="2010921"/>
                <a:ext cx="86514" cy="58127"/>
              </a:xfrm>
              <a:custGeom>
                <a:avLst/>
                <a:gdLst>
                  <a:gd name="T0" fmla="*/ 0 w 45"/>
                  <a:gd name="T1" fmla="*/ 9 h 30"/>
                  <a:gd name="T2" fmla="*/ 6 w 45"/>
                  <a:gd name="T3" fmla="*/ 12 h 30"/>
                  <a:gd name="T4" fmla="*/ 12 w 45"/>
                  <a:gd name="T5" fmla="*/ 15 h 30"/>
                  <a:gd name="T6" fmla="*/ 18 w 45"/>
                  <a:gd name="T7" fmla="*/ 21 h 30"/>
                  <a:gd name="T8" fmla="*/ 21 w 45"/>
                  <a:gd name="T9" fmla="*/ 24 h 30"/>
                  <a:gd name="T10" fmla="*/ 27 w 45"/>
                  <a:gd name="T11" fmla="*/ 21 h 30"/>
                  <a:gd name="T12" fmla="*/ 30 w 45"/>
                  <a:gd name="T13" fmla="*/ 27 h 30"/>
                  <a:gd name="T14" fmla="*/ 36 w 45"/>
                  <a:gd name="T15" fmla="*/ 30 h 30"/>
                  <a:gd name="T16" fmla="*/ 36 w 45"/>
                  <a:gd name="T17" fmla="*/ 30 h 30"/>
                  <a:gd name="T18" fmla="*/ 42 w 45"/>
                  <a:gd name="T19" fmla="*/ 21 h 30"/>
                  <a:gd name="T20" fmla="*/ 42 w 45"/>
                  <a:gd name="T21" fmla="*/ 18 h 30"/>
                  <a:gd name="T22" fmla="*/ 39 w 45"/>
                  <a:gd name="T23" fmla="*/ 12 h 30"/>
                  <a:gd name="T24" fmla="*/ 39 w 45"/>
                  <a:gd name="T25" fmla="*/ 9 h 30"/>
                  <a:gd name="T26" fmla="*/ 39 w 45"/>
                  <a:gd name="T27" fmla="*/ 9 h 30"/>
                  <a:gd name="T28" fmla="*/ 30 w 45"/>
                  <a:gd name="T29" fmla="*/ 3 h 30"/>
                  <a:gd name="T30" fmla="*/ 21 w 45"/>
                  <a:gd name="T31" fmla="*/ 0 h 30"/>
                  <a:gd name="T32" fmla="*/ 12 w 45"/>
                  <a:gd name="T33" fmla="*/ 6 h 30"/>
                  <a:gd name="T34" fmla="*/ 6 w 45"/>
                  <a:gd name="T35" fmla="*/ 3 h 30"/>
                  <a:gd name="T36" fmla="*/ 0 w 45"/>
                  <a:gd name="T37" fmla="*/ 6 h 30"/>
                  <a:gd name="T38" fmla="*/ 0 w 45"/>
                  <a:gd name="T39" fmla="*/ 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5" h="30">
                    <a:moveTo>
                      <a:pt x="0" y="9"/>
                    </a:moveTo>
                    <a:cubicBezTo>
                      <a:pt x="3" y="9"/>
                      <a:pt x="3" y="15"/>
                      <a:pt x="6" y="12"/>
                    </a:cubicBezTo>
                    <a:cubicBezTo>
                      <a:pt x="6" y="12"/>
                      <a:pt x="9" y="15"/>
                      <a:pt x="12" y="15"/>
                    </a:cubicBezTo>
                    <a:cubicBezTo>
                      <a:pt x="12" y="18"/>
                      <a:pt x="18" y="18"/>
                      <a:pt x="18" y="21"/>
                    </a:cubicBezTo>
                    <a:cubicBezTo>
                      <a:pt x="18" y="21"/>
                      <a:pt x="18" y="24"/>
                      <a:pt x="21" y="24"/>
                    </a:cubicBezTo>
                    <a:cubicBezTo>
                      <a:pt x="24" y="24"/>
                      <a:pt x="27" y="21"/>
                      <a:pt x="27" y="21"/>
                    </a:cubicBezTo>
                    <a:cubicBezTo>
                      <a:pt x="27" y="24"/>
                      <a:pt x="27" y="27"/>
                      <a:pt x="30" y="27"/>
                    </a:cubicBezTo>
                    <a:cubicBezTo>
                      <a:pt x="33" y="27"/>
                      <a:pt x="33" y="30"/>
                      <a:pt x="36" y="30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24"/>
                      <a:pt x="39" y="21"/>
                      <a:pt x="42" y="21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5" y="15"/>
                      <a:pt x="39" y="12"/>
                      <a:pt x="39" y="12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6" y="6"/>
                      <a:pt x="33" y="3"/>
                      <a:pt x="30" y="3"/>
                    </a:cubicBezTo>
                    <a:cubicBezTo>
                      <a:pt x="27" y="0"/>
                      <a:pt x="24" y="0"/>
                      <a:pt x="21" y="0"/>
                    </a:cubicBezTo>
                    <a:cubicBezTo>
                      <a:pt x="21" y="3"/>
                      <a:pt x="15" y="6"/>
                      <a:pt x="12" y="6"/>
                    </a:cubicBezTo>
                    <a:cubicBezTo>
                      <a:pt x="12" y="6"/>
                      <a:pt x="9" y="3"/>
                      <a:pt x="6" y="3"/>
                    </a:cubicBezTo>
                    <a:cubicBezTo>
                      <a:pt x="6" y="6"/>
                      <a:pt x="3" y="6"/>
                      <a:pt x="0" y="6"/>
                    </a:cubicBezTo>
                    <a:cubicBezTo>
                      <a:pt x="0" y="6"/>
                      <a:pt x="0" y="6"/>
                      <a:pt x="0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3" name="Freeform 83">
                <a:extLst>
                  <a:ext uri="{FF2B5EF4-FFF2-40B4-BE49-F238E27FC236}">
                    <a16:creationId xmlns:a16="http://schemas.microsoft.com/office/drawing/2014/main" id="{A050485B-8137-C3E1-5530-B6899F6C9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0712" y="2097434"/>
                <a:ext cx="194656" cy="132474"/>
              </a:xfrm>
              <a:custGeom>
                <a:avLst/>
                <a:gdLst>
                  <a:gd name="T0" fmla="*/ 93 w 102"/>
                  <a:gd name="T1" fmla="*/ 45 h 69"/>
                  <a:gd name="T2" fmla="*/ 87 w 102"/>
                  <a:gd name="T3" fmla="*/ 42 h 69"/>
                  <a:gd name="T4" fmla="*/ 87 w 102"/>
                  <a:gd name="T5" fmla="*/ 42 h 69"/>
                  <a:gd name="T6" fmla="*/ 87 w 102"/>
                  <a:gd name="T7" fmla="*/ 30 h 69"/>
                  <a:gd name="T8" fmla="*/ 78 w 102"/>
                  <a:gd name="T9" fmla="*/ 15 h 69"/>
                  <a:gd name="T10" fmla="*/ 72 w 102"/>
                  <a:gd name="T11" fmla="*/ 0 h 69"/>
                  <a:gd name="T12" fmla="*/ 66 w 102"/>
                  <a:gd name="T13" fmla="*/ 3 h 69"/>
                  <a:gd name="T14" fmla="*/ 60 w 102"/>
                  <a:gd name="T15" fmla="*/ 6 h 69"/>
                  <a:gd name="T16" fmla="*/ 54 w 102"/>
                  <a:gd name="T17" fmla="*/ 9 h 69"/>
                  <a:gd name="T18" fmla="*/ 48 w 102"/>
                  <a:gd name="T19" fmla="*/ 9 h 69"/>
                  <a:gd name="T20" fmla="*/ 42 w 102"/>
                  <a:gd name="T21" fmla="*/ 6 h 69"/>
                  <a:gd name="T22" fmla="*/ 30 w 102"/>
                  <a:gd name="T23" fmla="*/ 6 h 69"/>
                  <a:gd name="T24" fmla="*/ 27 w 102"/>
                  <a:gd name="T25" fmla="*/ 6 h 69"/>
                  <a:gd name="T26" fmla="*/ 27 w 102"/>
                  <a:gd name="T27" fmla="*/ 9 h 69"/>
                  <a:gd name="T28" fmla="*/ 18 w 102"/>
                  <a:gd name="T29" fmla="*/ 12 h 69"/>
                  <a:gd name="T30" fmla="*/ 9 w 102"/>
                  <a:gd name="T31" fmla="*/ 30 h 69"/>
                  <a:gd name="T32" fmla="*/ 0 w 102"/>
                  <a:gd name="T33" fmla="*/ 36 h 69"/>
                  <a:gd name="T34" fmla="*/ 6 w 102"/>
                  <a:gd name="T35" fmla="*/ 42 h 69"/>
                  <a:gd name="T36" fmla="*/ 9 w 102"/>
                  <a:gd name="T37" fmla="*/ 45 h 69"/>
                  <a:gd name="T38" fmla="*/ 9 w 102"/>
                  <a:gd name="T39" fmla="*/ 54 h 69"/>
                  <a:gd name="T40" fmla="*/ 24 w 102"/>
                  <a:gd name="T41" fmla="*/ 57 h 69"/>
                  <a:gd name="T42" fmla="*/ 24 w 102"/>
                  <a:gd name="T43" fmla="*/ 60 h 69"/>
                  <a:gd name="T44" fmla="*/ 30 w 102"/>
                  <a:gd name="T45" fmla="*/ 66 h 69"/>
                  <a:gd name="T46" fmla="*/ 42 w 102"/>
                  <a:gd name="T47" fmla="*/ 66 h 69"/>
                  <a:gd name="T48" fmla="*/ 54 w 102"/>
                  <a:gd name="T49" fmla="*/ 66 h 69"/>
                  <a:gd name="T50" fmla="*/ 63 w 102"/>
                  <a:gd name="T51" fmla="*/ 63 h 69"/>
                  <a:gd name="T52" fmla="*/ 75 w 102"/>
                  <a:gd name="T53" fmla="*/ 63 h 69"/>
                  <a:gd name="T54" fmla="*/ 84 w 102"/>
                  <a:gd name="T55" fmla="*/ 63 h 69"/>
                  <a:gd name="T56" fmla="*/ 90 w 102"/>
                  <a:gd name="T57" fmla="*/ 66 h 69"/>
                  <a:gd name="T58" fmla="*/ 90 w 102"/>
                  <a:gd name="T59" fmla="*/ 63 h 69"/>
                  <a:gd name="T60" fmla="*/ 96 w 102"/>
                  <a:gd name="T61" fmla="*/ 51 h 69"/>
                  <a:gd name="T62" fmla="*/ 102 w 102"/>
                  <a:gd name="T63" fmla="*/ 45 h 69"/>
                  <a:gd name="T64" fmla="*/ 102 w 102"/>
                  <a:gd name="T65" fmla="*/ 45 h 69"/>
                  <a:gd name="T66" fmla="*/ 99 w 102"/>
                  <a:gd name="T67" fmla="*/ 42 h 69"/>
                  <a:gd name="T68" fmla="*/ 93 w 102"/>
                  <a:gd name="T69" fmla="*/ 45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2" h="69">
                    <a:moveTo>
                      <a:pt x="93" y="45"/>
                    </a:moveTo>
                    <a:cubicBezTo>
                      <a:pt x="90" y="45"/>
                      <a:pt x="87" y="45"/>
                      <a:pt x="87" y="42"/>
                    </a:cubicBezTo>
                    <a:cubicBezTo>
                      <a:pt x="87" y="42"/>
                      <a:pt x="87" y="42"/>
                      <a:pt x="87" y="42"/>
                    </a:cubicBezTo>
                    <a:cubicBezTo>
                      <a:pt x="84" y="39"/>
                      <a:pt x="84" y="33"/>
                      <a:pt x="87" y="30"/>
                    </a:cubicBezTo>
                    <a:cubicBezTo>
                      <a:pt x="90" y="27"/>
                      <a:pt x="81" y="18"/>
                      <a:pt x="78" y="15"/>
                    </a:cubicBezTo>
                    <a:cubicBezTo>
                      <a:pt x="78" y="12"/>
                      <a:pt x="75" y="6"/>
                      <a:pt x="72" y="0"/>
                    </a:cubicBezTo>
                    <a:cubicBezTo>
                      <a:pt x="69" y="3"/>
                      <a:pt x="66" y="3"/>
                      <a:pt x="66" y="3"/>
                    </a:cubicBezTo>
                    <a:cubicBezTo>
                      <a:pt x="66" y="6"/>
                      <a:pt x="63" y="6"/>
                      <a:pt x="60" y="6"/>
                    </a:cubicBezTo>
                    <a:cubicBezTo>
                      <a:pt x="57" y="6"/>
                      <a:pt x="57" y="6"/>
                      <a:pt x="54" y="9"/>
                    </a:cubicBezTo>
                    <a:cubicBezTo>
                      <a:pt x="51" y="9"/>
                      <a:pt x="51" y="9"/>
                      <a:pt x="48" y="9"/>
                    </a:cubicBezTo>
                    <a:cubicBezTo>
                      <a:pt x="48" y="9"/>
                      <a:pt x="45" y="6"/>
                      <a:pt x="42" y="6"/>
                    </a:cubicBezTo>
                    <a:cubicBezTo>
                      <a:pt x="39" y="6"/>
                      <a:pt x="33" y="6"/>
                      <a:pt x="30" y="6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27" y="6"/>
                      <a:pt x="27" y="6"/>
                      <a:pt x="27" y="9"/>
                    </a:cubicBezTo>
                    <a:cubicBezTo>
                      <a:pt x="24" y="9"/>
                      <a:pt x="21" y="12"/>
                      <a:pt x="18" y="12"/>
                    </a:cubicBezTo>
                    <a:cubicBezTo>
                      <a:pt x="18" y="15"/>
                      <a:pt x="12" y="27"/>
                      <a:pt x="9" y="30"/>
                    </a:cubicBezTo>
                    <a:cubicBezTo>
                      <a:pt x="3" y="33"/>
                      <a:pt x="0" y="33"/>
                      <a:pt x="0" y="36"/>
                    </a:cubicBezTo>
                    <a:cubicBezTo>
                      <a:pt x="0" y="36"/>
                      <a:pt x="6" y="39"/>
                      <a:pt x="6" y="42"/>
                    </a:cubicBezTo>
                    <a:cubicBezTo>
                      <a:pt x="6" y="45"/>
                      <a:pt x="6" y="45"/>
                      <a:pt x="9" y="45"/>
                    </a:cubicBezTo>
                    <a:cubicBezTo>
                      <a:pt x="12" y="45"/>
                      <a:pt x="9" y="51"/>
                      <a:pt x="9" y="54"/>
                    </a:cubicBezTo>
                    <a:cubicBezTo>
                      <a:pt x="12" y="54"/>
                      <a:pt x="24" y="54"/>
                      <a:pt x="24" y="57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7" y="63"/>
                      <a:pt x="30" y="66"/>
                      <a:pt x="30" y="66"/>
                    </a:cubicBezTo>
                    <a:cubicBezTo>
                      <a:pt x="30" y="66"/>
                      <a:pt x="39" y="66"/>
                      <a:pt x="42" y="66"/>
                    </a:cubicBezTo>
                    <a:cubicBezTo>
                      <a:pt x="42" y="66"/>
                      <a:pt x="51" y="66"/>
                      <a:pt x="54" y="66"/>
                    </a:cubicBezTo>
                    <a:cubicBezTo>
                      <a:pt x="57" y="69"/>
                      <a:pt x="60" y="66"/>
                      <a:pt x="63" y="63"/>
                    </a:cubicBezTo>
                    <a:cubicBezTo>
                      <a:pt x="63" y="63"/>
                      <a:pt x="72" y="60"/>
                      <a:pt x="75" y="63"/>
                    </a:cubicBezTo>
                    <a:cubicBezTo>
                      <a:pt x="78" y="63"/>
                      <a:pt x="84" y="63"/>
                      <a:pt x="84" y="63"/>
                    </a:cubicBezTo>
                    <a:cubicBezTo>
                      <a:pt x="84" y="66"/>
                      <a:pt x="87" y="66"/>
                      <a:pt x="90" y="66"/>
                    </a:cubicBezTo>
                    <a:cubicBezTo>
                      <a:pt x="90" y="63"/>
                      <a:pt x="90" y="63"/>
                      <a:pt x="90" y="63"/>
                    </a:cubicBezTo>
                    <a:cubicBezTo>
                      <a:pt x="90" y="57"/>
                      <a:pt x="93" y="54"/>
                      <a:pt x="96" y="51"/>
                    </a:cubicBezTo>
                    <a:cubicBezTo>
                      <a:pt x="99" y="51"/>
                      <a:pt x="102" y="51"/>
                      <a:pt x="102" y="45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99" y="42"/>
                      <a:pt x="99" y="42"/>
                      <a:pt x="99" y="42"/>
                    </a:cubicBezTo>
                    <a:cubicBezTo>
                      <a:pt x="96" y="42"/>
                      <a:pt x="93" y="45"/>
                      <a:pt x="93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4" name="Freeform 84">
                <a:extLst>
                  <a:ext uri="{FF2B5EF4-FFF2-40B4-BE49-F238E27FC236}">
                    <a16:creationId xmlns:a16="http://schemas.microsoft.com/office/drawing/2014/main" id="{C4FBA15F-7CEE-7731-91C0-8AA1D1531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93" y="2097434"/>
                <a:ext cx="62182" cy="79755"/>
              </a:xfrm>
              <a:custGeom>
                <a:avLst/>
                <a:gdLst>
                  <a:gd name="T0" fmla="*/ 24 w 33"/>
                  <a:gd name="T1" fmla="*/ 9 h 42"/>
                  <a:gd name="T2" fmla="*/ 18 w 33"/>
                  <a:gd name="T3" fmla="*/ 3 h 42"/>
                  <a:gd name="T4" fmla="*/ 9 w 33"/>
                  <a:gd name="T5" fmla="*/ 0 h 42"/>
                  <a:gd name="T6" fmla="*/ 0 w 33"/>
                  <a:gd name="T7" fmla="*/ 0 h 42"/>
                  <a:gd name="T8" fmla="*/ 6 w 33"/>
                  <a:gd name="T9" fmla="*/ 15 h 42"/>
                  <a:gd name="T10" fmla="*/ 15 w 33"/>
                  <a:gd name="T11" fmla="*/ 30 h 42"/>
                  <a:gd name="T12" fmla="*/ 15 w 33"/>
                  <a:gd name="T13" fmla="*/ 42 h 42"/>
                  <a:gd name="T14" fmla="*/ 21 w 33"/>
                  <a:gd name="T15" fmla="*/ 33 h 42"/>
                  <a:gd name="T16" fmla="*/ 27 w 33"/>
                  <a:gd name="T17" fmla="*/ 27 h 42"/>
                  <a:gd name="T18" fmla="*/ 33 w 33"/>
                  <a:gd name="T19" fmla="*/ 30 h 42"/>
                  <a:gd name="T20" fmla="*/ 33 w 33"/>
                  <a:gd name="T21" fmla="*/ 21 h 42"/>
                  <a:gd name="T22" fmla="*/ 24 w 33"/>
                  <a:gd name="T23" fmla="*/ 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" h="42">
                    <a:moveTo>
                      <a:pt x="24" y="9"/>
                    </a:moveTo>
                    <a:cubicBezTo>
                      <a:pt x="24" y="6"/>
                      <a:pt x="18" y="3"/>
                      <a:pt x="18" y="3"/>
                    </a:cubicBezTo>
                    <a:cubicBezTo>
                      <a:pt x="15" y="3"/>
                      <a:pt x="9" y="0"/>
                      <a:pt x="9" y="0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3" y="6"/>
                      <a:pt x="6" y="12"/>
                      <a:pt x="6" y="15"/>
                    </a:cubicBezTo>
                    <a:cubicBezTo>
                      <a:pt x="9" y="18"/>
                      <a:pt x="18" y="27"/>
                      <a:pt x="15" y="30"/>
                    </a:cubicBezTo>
                    <a:cubicBezTo>
                      <a:pt x="12" y="33"/>
                      <a:pt x="12" y="39"/>
                      <a:pt x="15" y="42"/>
                    </a:cubicBezTo>
                    <a:cubicBezTo>
                      <a:pt x="18" y="42"/>
                      <a:pt x="21" y="33"/>
                      <a:pt x="21" y="33"/>
                    </a:cubicBezTo>
                    <a:cubicBezTo>
                      <a:pt x="21" y="30"/>
                      <a:pt x="24" y="27"/>
                      <a:pt x="27" y="27"/>
                    </a:cubicBezTo>
                    <a:cubicBezTo>
                      <a:pt x="30" y="30"/>
                      <a:pt x="33" y="30"/>
                      <a:pt x="33" y="30"/>
                    </a:cubicBezTo>
                    <a:cubicBezTo>
                      <a:pt x="33" y="27"/>
                      <a:pt x="33" y="24"/>
                      <a:pt x="33" y="21"/>
                    </a:cubicBezTo>
                    <a:cubicBezTo>
                      <a:pt x="30" y="21"/>
                      <a:pt x="27" y="15"/>
                      <a:pt x="24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5" name="Freeform 85">
                <a:extLst>
                  <a:ext uri="{FF2B5EF4-FFF2-40B4-BE49-F238E27FC236}">
                    <a16:creationId xmlns:a16="http://schemas.microsoft.com/office/drawing/2014/main" id="{9D9EC296-DED6-DD64-3841-62F7CFD68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9913" y="2212336"/>
                <a:ext cx="132474" cy="74348"/>
              </a:xfrm>
              <a:custGeom>
                <a:avLst/>
                <a:gdLst>
                  <a:gd name="T0" fmla="*/ 54 w 69"/>
                  <a:gd name="T1" fmla="*/ 3 h 39"/>
                  <a:gd name="T2" fmla="*/ 42 w 69"/>
                  <a:gd name="T3" fmla="*/ 3 h 39"/>
                  <a:gd name="T4" fmla="*/ 33 w 69"/>
                  <a:gd name="T5" fmla="*/ 6 h 39"/>
                  <a:gd name="T6" fmla="*/ 21 w 69"/>
                  <a:gd name="T7" fmla="*/ 6 h 39"/>
                  <a:gd name="T8" fmla="*/ 9 w 69"/>
                  <a:gd name="T9" fmla="*/ 6 h 39"/>
                  <a:gd name="T10" fmla="*/ 3 w 69"/>
                  <a:gd name="T11" fmla="*/ 0 h 39"/>
                  <a:gd name="T12" fmla="*/ 0 w 69"/>
                  <a:gd name="T13" fmla="*/ 3 h 39"/>
                  <a:gd name="T14" fmla="*/ 0 w 69"/>
                  <a:gd name="T15" fmla="*/ 9 h 39"/>
                  <a:gd name="T16" fmla="*/ 6 w 69"/>
                  <a:gd name="T17" fmla="*/ 18 h 39"/>
                  <a:gd name="T18" fmla="*/ 0 w 69"/>
                  <a:gd name="T19" fmla="*/ 21 h 39"/>
                  <a:gd name="T20" fmla="*/ 0 w 69"/>
                  <a:gd name="T21" fmla="*/ 27 h 39"/>
                  <a:gd name="T22" fmla="*/ 6 w 69"/>
                  <a:gd name="T23" fmla="*/ 36 h 39"/>
                  <a:gd name="T24" fmla="*/ 9 w 69"/>
                  <a:gd name="T25" fmla="*/ 39 h 39"/>
                  <a:gd name="T26" fmla="*/ 24 w 69"/>
                  <a:gd name="T27" fmla="*/ 39 h 39"/>
                  <a:gd name="T28" fmla="*/ 36 w 69"/>
                  <a:gd name="T29" fmla="*/ 39 h 39"/>
                  <a:gd name="T30" fmla="*/ 42 w 69"/>
                  <a:gd name="T31" fmla="*/ 36 h 39"/>
                  <a:gd name="T32" fmla="*/ 45 w 69"/>
                  <a:gd name="T33" fmla="*/ 36 h 39"/>
                  <a:gd name="T34" fmla="*/ 45 w 69"/>
                  <a:gd name="T35" fmla="*/ 33 h 39"/>
                  <a:gd name="T36" fmla="*/ 57 w 69"/>
                  <a:gd name="T37" fmla="*/ 33 h 39"/>
                  <a:gd name="T38" fmla="*/ 63 w 69"/>
                  <a:gd name="T39" fmla="*/ 30 h 39"/>
                  <a:gd name="T40" fmla="*/ 60 w 69"/>
                  <a:gd name="T41" fmla="*/ 27 h 39"/>
                  <a:gd name="T42" fmla="*/ 60 w 69"/>
                  <a:gd name="T43" fmla="*/ 21 h 39"/>
                  <a:gd name="T44" fmla="*/ 69 w 69"/>
                  <a:gd name="T45" fmla="*/ 9 h 39"/>
                  <a:gd name="T46" fmla="*/ 69 w 69"/>
                  <a:gd name="T47" fmla="*/ 6 h 39"/>
                  <a:gd name="T48" fmla="*/ 63 w 69"/>
                  <a:gd name="T49" fmla="*/ 3 h 39"/>
                  <a:gd name="T50" fmla="*/ 54 w 69"/>
                  <a:gd name="T51" fmla="*/ 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9" h="39">
                    <a:moveTo>
                      <a:pt x="54" y="3"/>
                    </a:moveTo>
                    <a:cubicBezTo>
                      <a:pt x="51" y="0"/>
                      <a:pt x="42" y="3"/>
                      <a:pt x="42" y="3"/>
                    </a:cubicBezTo>
                    <a:cubicBezTo>
                      <a:pt x="39" y="6"/>
                      <a:pt x="36" y="9"/>
                      <a:pt x="33" y="6"/>
                    </a:cubicBezTo>
                    <a:cubicBezTo>
                      <a:pt x="30" y="6"/>
                      <a:pt x="21" y="6"/>
                      <a:pt x="21" y="6"/>
                    </a:cubicBezTo>
                    <a:cubicBezTo>
                      <a:pt x="18" y="6"/>
                      <a:pt x="9" y="6"/>
                      <a:pt x="9" y="6"/>
                    </a:cubicBezTo>
                    <a:cubicBezTo>
                      <a:pt x="9" y="6"/>
                      <a:pt x="6" y="3"/>
                      <a:pt x="3" y="0"/>
                    </a:cubicBezTo>
                    <a:cubicBezTo>
                      <a:pt x="3" y="3"/>
                      <a:pt x="3" y="3"/>
                      <a:pt x="0" y="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3" y="12"/>
                      <a:pt x="6" y="18"/>
                      <a:pt x="6" y="18"/>
                    </a:cubicBezTo>
                    <a:cubicBezTo>
                      <a:pt x="3" y="18"/>
                      <a:pt x="0" y="21"/>
                      <a:pt x="0" y="21"/>
                    </a:cubicBezTo>
                    <a:cubicBezTo>
                      <a:pt x="0" y="24"/>
                      <a:pt x="0" y="27"/>
                      <a:pt x="0" y="27"/>
                    </a:cubicBezTo>
                    <a:cubicBezTo>
                      <a:pt x="3" y="27"/>
                      <a:pt x="6" y="33"/>
                      <a:pt x="6" y="36"/>
                    </a:cubicBezTo>
                    <a:cubicBezTo>
                      <a:pt x="9" y="36"/>
                      <a:pt x="9" y="36"/>
                      <a:pt x="9" y="39"/>
                    </a:cubicBezTo>
                    <a:cubicBezTo>
                      <a:pt x="15" y="36"/>
                      <a:pt x="24" y="36"/>
                      <a:pt x="24" y="39"/>
                    </a:cubicBezTo>
                    <a:cubicBezTo>
                      <a:pt x="27" y="39"/>
                      <a:pt x="36" y="39"/>
                      <a:pt x="36" y="39"/>
                    </a:cubicBezTo>
                    <a:cubicBezTo>
                      <a:pt x="39" y="39"/>
                      <a:pt x="42" y="39"/>
                      <a:pt x="42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48" y="30"/>
                      <a:pt x="54" y="30"/>
                      <a:pt x="57" y="33"/>
                    </a:cubicBezTo>
                    <a:cubicBezTo>
                      <a:pt x="60" y="33"/>
                      <a:pt x="60" y="33"/>
                      <a:pt x="63" y="30"/>
                    </a:cubicBezTo>
                    <a:cubicBezTo>
                      <a:pt x="63" y="30"/>
                      <a:pt x="63" y="27"/>
                      <a:pt x="60" y="27"/>
                    </a:cubicBezTo>
                    <a:cubicBezTo>
                      <a:pt x="60" y="27"/>
                      <a:pt x="57" y="21"/>
                      <a:pt x="60" y="21"/>
                    </a:cubicBezTo>
                    <a:cubicBezTo>
                      <a:pt x="60" y="18"/>
                      <a:pt x="63" y="12"/>
                      <a:pt x="69" y="9"/>
                    </a:cubicBezTo>
                    <a:cubicBezTo>
                      <a:pt x="69" y="9"/>
                      <a:pt x="69" y="9"/>
                      <a:pt x="69" y="6"/>
                    </a:cubicBezTo>
                    <a:cubicBezTo>
                      <a:pt x="66" y="6"/>
                      <a:pt x="63" y="6"/>
                      <a:pt x="63" y="3"/>
                    </a:cubicBezTo>
                    <a:cubicBezTo>
                      <a:pt x="63" y="3"/>
                      <a:pt x="57" y="3"/>
                      <a:pt x="54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6" name="Freeform 86">
                <a:extLst>
                  <a:ext uri="{FF2B5EF4-FFF2-40B4-BE49-F238E27FC236}">
                    <a16:creationId xmlns:a16="http://schemas.microsoft.com/office/drawing/2014/main" id="{4F075F15-DE03-C29C-1124-C459B380D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0712" y="2258296"/>
                <a:ext cx="56775" cy="45961"/>
              </a:xfrm>
              <a:custGeom>
                <a:avLst/>
                <a:gdLst>
                  <a:gd name="T0" fmla="*/ 6 w 30"/>
                  <a:gd name="T1" fmla="*/ 24 h 24"/>
                  <a:gd name="T2" fmla="*/ 6 w 30"/>
                  <a:gd name="T3" fmla="*/ 24 h 24"/>
                  <a:gd name="T4" fmla="*/ 9 w 30"/>
                  <a:gd name="T5" fmla="*/ 24 h 24"/>
                  <a:gd name="T6" fmla="*/ 9 w 30"/>
                  <a:gd name="T7" fmla="*/ 24 h 24"/>
                  <a:gd name="T8" fmla="*/ 9 w 30"/>
                  <a:gd name="T9" fmla="*/ 24 h 24"/>
                  <a:gd name="T10" fmla="*/ 9 w 30"/>
                  <a:gd name="T11" fmla="*/ 24 h 24"/>
                  <a:gd name="T12" fmla="*/ 12 w 30"/>
                  <a:gd name="T13" fmla="*/ 24 h 24"/>
                  <a:gd name="T14" fmla="*/ 12 w 30"/>
                  <a:gd name="T15" fmla="*/ 24 h 24"/>
                  <a:gd name="T16" fmla="*/ 12 w 30"/>
                  <a:gd name="T17" fmla="*/ 21 h 24"/>
                  <a:gd name="T18" fmla="*/ 15 w 30"/>
                  <a:gd name="T19" fmla="*/ 21 h 24"/>
                  <a:gd name="T20" fmla="*/ 15 w 30"/>
                  <a:gd name="T21" fmla="*/ 21 h 24"/>
                  <a:gd name="T22" fmla="*/ 21 w 30"/>
                  <a:gd name="T23" fmla="*/ 18 h 24"/>
                  <a:gd name="T24" fmla="*/ 30 w 30"/>
                  <a:gd name="T25" fmla="*/ 15 h 24"/>
                  <a:gd name="T26" fmla="*/ 30 w 30"/>
                  <a:gd name="T27" fmla="*/ 15 h 24"/>
                  <a:gd name="T28" fmla="*/ 27 w 30"/>
                  <a:gd name="T29" fmla="*/ 12 h 24"/>
                  <a:gd name="T30" fmla="*/ 21 w 30"/>
                  <a:gd name="T31" fmla="*/ 3 h 24"/>
                  <a:gd name="T32" fmla="*/ 21 w 30"/>
                  <a:gd name="T33" fmla="*/ 3 h 24"/>
                  <a:gd name="T34" fmla="*/ 21 w 30"/>
                  <a:gd name="T35" fmla="*/ 3 h 24"/>
                  <a:gd name="T36" fmla="*/ 21 w 30"/>
                  <a:gd name="T37" fmla="*/ 0 h 24"/>
                  <a:gd name="T38" fmla="*/ 3 w 30"/>
                  <a:gd name="T39" fmla="*/ 6 h 24"/>
                  <a:gd name="T40" fmla="*/ 3 w 30"/>
                  <a:gd name="T41" fmla="*/ 3 h 24"/>
                  <a:gd name="T42" fmla="*/ 0 w 30"/>
                  <a:gd name="T43" fmla="*/ 15 h 24"/>
                  <a:gd name="T44" fmla="*/ 6 w 30"/>
                  <a:gd name="T4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24">
                    <a:moveTo>
                      <a:pt x="6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6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2" y="24"/>
                      <a:pt x="12" y="21"/>
                    </a:cubicBezTo>
                    <a:cubicBezTo>
                      <a:pt x="12" y="21"/>
                      <a:pt x="12" y="21"/>
                      <a:pt x="15" y="21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8" y="21"/>
                      <a:pt x="18" y="18"/>
                      <a:pt x="21" y="18"/>
                    </a:cubicBezTo>
                    <a:cubicBezTo>
                      <a:pt x="21" y="21"/>
                      <a:pt x="30" y="15"/>
                      <a:pt x="30" y="15"/>
                    </a:cubicBezTo>
                    <a:cubicBezTo>
                      <a:pt x="30" y="15"/>
                      <a:pt x="30" y="15"/>
                      <a:pt x="30" y="15"/>
                    </a:cubicBezTo>
                    <a:cubicBezTo>
                      <a:pt x="30" y="12"/>
                      <a:pt x="30" y="12"/>
                      <a:pt x="27" y="12"/>
                    </a:cubicBezTo>
                    <a:cubicBezTo>
                      <a:pt x="27" y="9"/>
                      <a:pt x="24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1" y="3"/>
                      <a:pt x="21" y="3"/>
                      <a:pt x="21" y="0"/>
                    </a:cubicBezTo>
                    <a:cubicBezTo>
                      <a:pt x="15" y="3"/>
                      <a:pt x="3" y="6"/>
                      <a:pt x="3" y="6"/>
                    </a:cubicBezTo>
                    <a:cubicBezTo>
                      <a:pt x="3" y="6"/>
                      <a:pt x="3" y="6"/>
                      <a:pt x="3" y="3"/>
                    </a:cubicBezTo>
                    <a:cubicBezTo>
                      <a:pt x="0" y="9"/>
                      <a:pt x="0" y="12"/>
                      <a:pt x="0" y="15"/>
                    </a:cubicBezTo>
                    <a:cubicBezTo>
                      <a:pt x="0" y="18"/>
                      <a:pt x="3" y="21"/>
                      <a:pt x="6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7" name="Freeform 87">
                <a:extLst>
                  <a:ext uri="{FF2B5EF4-FFF2-40B4-BE49-F238E27FC236}">
                    <a16:creationId xmlns:a16="http://schemas.microsoft.com/office/drawing/2014/main" id="{9967C6E7-E441-94B1-0809-AD990A44D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9913" y="1982533"/>
                <a:ext cx="385257" cy="224395"/>
              </a:xfrm>
              <a:custGeom>
                <a:avLst/>
                <a:gdLst>
                  <a:gd name="T0" fmla="*/ 186 w 201"/>
                  <a:gd name="T1" fmla="*/ 69 h 117"/>
                  <a:gd name="T2" fmla="*/ 198 w 201"/>
                  <a:gd name="T3" fmla="*/ 60 h 117"/>
                  <a:gd name="T4" fmla="*/ 198 w 201"/>
                  <a:gd name="T5" fmla="*/ 54 h 117"/>
                  <a:gd name="T6" fmla="*/ 201 w 201"/>
                  <a:gd name="T7" fmla="*/ 45 h 117"/>
                  <a:gd name="T8" fmla="*/ 183 w 201"/>
                  <a:gd name="T9" fmla="*/ 39 h 117"/>
                  <a:gd name="T10" fmla="*/ 168 w 201"/>
                  <a:gd name="T11" fmla="*/ 33 h 117"/>
                  <a:gd name="T12" fmla="*/ 156 w 201"/>
                  <a:gd name="T13" fmla="*/ 33 h 117"/>
                  <a:gd name="T14" fmla="*/ 147 w 201"/>
                  <a:gd name="T15" fmla="*/ 30 h 117"/>
                  <a:gd name="T16" fmla="*/ 135 w 201"/>
                  <a:gd name="T17" fmla="*/ 18 h 117"/>
                  <a:gd name="T18" fmla="*/ 129 w 201"/>
                  <a:gd name="T19" fmla="*/ 3 h 117"/>
                  <a:gd name="T20" fmla="*/ 114 w 201"/>
                  <a:gd name="T21" fmla="*/ 3 h 117"/>
                  <a:gd name="T22" fmla="*/ 105 w 201"/>
                  <a:gd name="T23" fmla="*/ 3 h 117"/>
                  <a:gd name="T24" fmla="*/ 90 w 201"/>
                  <a:gd name="T25" fmla="*/ 12 h 117"/>
                  <a:gd name="T26" fmla="*/ 78 w 201"/>
                  <a:gd name="T27" fmla="*/ 15 h 117"/>
                  <a:gd name="T28" fmla="*/ 63 w 201"/>
                  <a:gd name="T29" fmla="*/ 12 h 117"/>
                  <a:gd name="T30" fmla="*/ 45 w 201"/>
                  <a:gd name="T31" fmla="*/ 9 h 117"/>
                  <a:gd name="T32" fmla="*/ 21 w 201"/>
                  <a:gd name="T33" fmla="*/ 12 h 117"/>
                  <a:gd name="T34" fmla="*/ 15 w 201"/>
                  <a:gd name="T35" fmla="*/ 18 h 117"/>
                  <a:gd name="T36" fmla="*/ 15 w 201"/>
                  <a:gd name="T37" fmla="*/ 33 h 117"/>
                  <a:gd name="T38" fmla="*/ 3 w 201"/>
                  <a:gd name="T39" fmla="*/ 51 h 117"/>
                  <a:gd name="T40" fmla="*/ 3 w 201"/>
                  <a:gd name="T41" fmla="*/ 63 h 117"/>
                  <a:gd name="T42" fmla="*/ 9 w 201"/>
                  <a:gd name="T43" fmla="*/ 66 h 117"/>
                  <a:gd name="T44" fmla="*/ 27 w 201"/>
                  <a:gd name="T45" fmla="*/ 69 h 117"/>
                  <a:gd name="T46" fmla="*/ 39 w 201"/>
                  <a:gd name="T47" fmla="*/ 66 h 117"/>
                  <a:gd name="T48" fmla="*/ 60 w 201"/>
                  <a:gd name="T49" fmla="*/ 60 h 117"/>
                  <a:gd name="T50" fmla="*/ 75 w 201"/>
                  <a:gd name="T51" fmla="*/ 69 h 117"/>
                  <a:gd name="T52" fmla="*/ 84 w 201"/>
                  <a:gd name="T53" fmla="*/ 90 h 117"/>
                  <a:gd name="T54" fmla="*/ 72 w 201"/>
                  <a:gd name="T55" fmla="*/ 93 h 117"/>
                  <a:gd name="T56" fmla="*/ 72 w 201"/>
                  <a:gd name="T57" fmla="*/ 105 h 117"/>
                  <a:gd name="T58" fmla="*/ 81 w 201"/>
                  <a:gd name="T59" fmla="*/ 105 h 117"/>
                  <a:gd name="T60" fmla="*/ 96 w 201"/>
                  <a:gd name="T61" fmla="*/ 87 h 117"/>
                  <a:gd name="T62" fmla="*/ 111 w 201"/>
                  <a:gd name="T63" fmla="*/ 90 h 117"/>
                  <a:gd name="T64" fmla="*/ 114 w 201"/>
                  <a:gd name="T65" fmla="*/ 102 h 117"/>
                  <a:gd name="T66" fmla="*/ 126 w 201"/>
                  <a:gd name="T67" fmla="*/ 117 h 117"/>
                  <a:gd name="T68" fmla="*/ 144 w 201"/>
                  <a:gd name="T69" fmla="*/ 108 h 117"/>
                  <a:gd name="T70" fmla="*/ 150 w 201"/>
                  <a:gd name="T71" fmla="*/ 105 h 117"/>
                  <a:gd name="T72" fmla="*/ 153 w 201"/>
                  <a:gd name="T73" fmla="*/ 87 h 117"/>
                  <a:gd name="T74" fmla="*/ 177 w 201"/>
                  <a:gd name="T75" fmla="*/ 7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01" h="117">
                    <a:moveTo>
                      <a:pt x="177" y="75"/>
                    </a:moveTo>
                    <a:cubicBezTo>
                      <a:pt x="180" y="75"/>
                      <a:pt x="186" y="69"/>
                      <a:pt x="186" y="69"/>
                    </a:cubicBezTo>
                    <a:cubicBezTo>
                      <a:pt x="189" y="69"/>
                      <a:pt x="195" y="69"/>
                      <a:pt x="195" y="69"/>
                    </a:cubicBezTo>
                    <a:cubicBezTo>
                      <a:pt x="195" y="66"/>
                      <a:pt x="198" y="63"/>
                      <a:pt x="198" y="60"/>
                    </a:cubicBezTo>
                    <a:cubicBezTo>
                      <a:pt x="195" y="57"/>
                      <a:pt x="195" y="57"/>
                      <a:pt x="195" y="57"/>
                    </a:cubicBezTo>
                    <a:cubicBezTo>
                      <a:pt x="195" y="57"/>
                      <a:pt x="198" y="57"/>
                      <a:pt x="198" y="54"/>
                    </a:cubicBezTo>
                    <a:cubicBezTo>
                      <a:pt x="195" y="51"/>
                      <a:pt x="195" y="51"/>
                      <a:pt x="195" y="51"/>
                    </a:cubicBezTo>
                    <a:cubicBezTo>
                      <a:pt x="195" y="51"/>
                      <a:pt x="201" y="48"/>
                      <a:pt x="201" y="45"/>
                    </a:cubicBezTo>
                    <a:cubicBezTo>
                      <a:pt x="198" y="45"/>
                      <a:pt x="195" y="45"/>
                      <a:pt x="192" y="42"/>
                    </a:cubicBezTo>
                    <a:cubicBezTo>
                      <a:pt x="189" y="42"/>
                      <a:pt x="186" y="42"/>
                      <a:pt x="183" y="39"/>
                    </a:cubicBezTo>
                    <a:cubicBezTo>
                      <a:pt x="180" y="39"/>
                      <a:pt x="174" y="39"/>
                      <a:pt x="174" y="39"/>
                    </a:cubicBezTo>
                    <a:cubicBezTo>
                      <a:pt x="174" y="36"/>
                      <a:pt x="171" y="33"/>
                      <a:pt x="168" y="33"/>
                    </a:cubicBezTo>
                    <a:cubicBezTo>
                      <a:pt x="168" y="30"/>
                      <a:pt x="165" y="33"/>
                      <a:pt x="162" y="33"/>
                    </a:cubicBezTo>
                    <a:cubicBezTo>
                      <a:pt x="162" y="33"/>
                      <a:pt x="159" y="36"/>
                      <a:pt x="156" y="33"/>
                    </a:cubicBezTo>
                    <a:cubicBezTo>
                      <a:pt x="153" y="30"/>
                      <a:pt x="153" y="30"/>
                      <a:pt x="153" y="30"/>
                    </a:cubicBezTo>
                    <a:cubicBezTo>
                      <a:pt x="150" y="33"/>
                      <a:pt x="147" y="30"/>
                      <a:pt x="147" y="30"/>
                    </a:cubicBezTo>
                    <a:cubicBezTo>
                      <a:pt x="147" y="27"/>
                      <a:pt x="144" y="21"/>
                      <a:pt x="144" y="21"/>
                    </a:cubicBezTo>
                    <a:cubicBezTo>
                      <a:pt x="141" y="18"/>
                      <a:pt x="135" y="21"/>
                      <a:pt x="135" y="18"/>
                    </a:cubicBezTo>
                    <a:cubicBezTo>
                      <a:pt x="132" y="15"/>
                      <a:pt x="132" y="12"/>
                      <a:pt x="132" y="12"/>
                    </a:cubicBezTo>
                    <a:cubicBezTo>
                      <a:pt x="132" y="9"/>
                      <a:pt x="132" y="6"/>
                      <a:pt x="129" y="3"/>
                    </a:cubicBezTo>
                    <a:cubicBezTo>
                      <a:pt x="129" y="0"/>
                      <a:pt x="123" y="0"/>
                      <a:pt x="120" y="3"/>
                    </a:cubicBezTo>
                    <a:cubicBezTo>
                      <a:pt x="120" y="3"/>
                      <a:pt x="114" y="0"/>
                      <a:pt x="114" y="3"/>
                    </a:cubicBezTo>
                    <a:cubicBezTo>
                      <a:pt x="111" y="3"/>
                      <a:pt x="111" y="6"/>
                      <a:pt x="108" y="6"/>
                    </a:cubicBezTo>
                    <a:cubicBezTo>
                      <a:pt x="108" y="6"/>
                      <a:pt x="105" y="6"/>
                      <a:pt x="105" y="3"/>
                    </a:cubicBezTo>
                    <a:cubicBezTo>
                      <a:pt x="102" y="6"/>
                      <a:pt x="99" y="6"/>
                      <a:pt x="99" y="6"/>
                    </a:cubicBezTo>
                    <a:cubicBezTo>
                      <a:pt x="90" y="12"/>
                      <a:pt x="90" y="12"/>
                      <a:pt x="90" y="12"/>
                    </a:cubicBezTo>
                    <a:cubicBezTo>
                      <a:pt x="90" y="15"/>
                      <a:pt x="90" y="18"/>
                      <a:pt x="90" y="15"/>
                    </a:cubicBezTo>
                    <a:cubicBezTo>
                      <a:pt x="87" y="15"/>
                      <a:pt x="81" y="15"/>
                      <a:pt x="78" y="15"/>
                    </a:cubicBezTo>
                    <a:cubicBezTo>
                      <a:pt x="78" y="18"/>
                      <a:pt x="75" y="12"/>
                      <a:pt x="72" y="12"/>
                    </a:cubicBezTo>
                    <a:cubicBezTo>
                      <a:pt x="69" y="15"/>
                      <a:pt x="66" y="12"/>
                      <a:pt x="63" y="12"/>
                    </a:cubicBezTo>
                    <a:cubicBezTo>
                      <a:pt x="63" y="15"/>
                      <a:pt x="60" y="12"/>
                      <a:pt x="57" y="12"/>
                    </a:cubicBezTo>
                    <a:cubicBezTo>
                      <a:pt x="54" y="9"/>
                      <a:pt x="48" y="12"/>
                      <a:pt x="45" y="9"/>
                    </a:cubicBezTo>
                    <a:cubicBezTo>
                      <a:pt x="45" y="9"/>
                      <a:pt x="30" y="9"/>
                      <a:pt x="27" y="9"/>
                    </a:cubicBezTo>
                    <a:cubicBezTo>
                      <a:pt x="24" y="9"/>
                      <a:pt x="21" y="9"/>
                      <a:pt x="21" y="12"/>
                    </a:cubicBezTo>
                    <a:cubicBezTo>
                      <a:pt x="18" y="15"/>
                      <a:pt x="15" y="12"/>
                      <a:pt x="15" y="12"/>
                    </a:cubicBezTo>
                    <a:cubicBezTo>
                      <a:pt x="15" y="15"/>
                      <a:pt x="15" y="15"/>
                      <a:pt x="15" y="18"/>
                    </a:cubicBezTo>
                    <a:cubicBezTo>
                      <a:pt x="15" y="18"/>
                      <a:pt x="21" y="27"/>
                      <a:pt x="18" y="27"/>
                    </a:cubicBezTo>
                    <a:cubicBezTo>
                      <a:pt x="18" y="30"/>
                      <a:pt x="15" y="30"/>
                      <a:pt x="15" y="33"/>
                    </a:cubicBezTo>
                    <a:cubicBezTo>
                      <a:pt x="12" y="33"/>
                      <a:pt x="3" y="42"/>
                      <a:pt x="3" y="42"/>
                    </a:cubicBezTo>
                    <a:cubicBezTo>
                      <a:pt x="3" y="45"/>
                      <a:pt x="6" y="51"/>
                      <a:pt x="3" y="51"/>
                    </a:cubicBezTo>
                    <a:cubicBezTo>
                      <a:pt x="3" y="51"/>
                      <a:pt x="0" y="57"/>
                      <a:pt x="0" y="60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9" y="66"/>
                      <a:pt x="9" y="66"/>
                      <a:pt x="9" y="66"/>
                    </a:cubicBezTo>
                    <a:cubicBezTo>
                      <a:pt x="12" y="66"/>
                      <a:pt x="18" y="66"/>
                      <a:pt x="21" y="66"/>
                    </a:cubicBezTo>
                    <a:cubicBezTo>
                      <a:pt x="24" y="66"/>
                      <a:pt x="27" y="69"/>
                      <a:pt x="27" y="69"/>
                    </a:cubicBezTo>
                    <a:cubicBezTo>
                      <a:pt x="30" y="69"/>
                      <a:pt x="30" y="69"/>
                      <a:pt x="33" y="69"/>
                    </a:cubicBezTo>
                    <a:cubicBezTo>
                      <a:pt x="36" y="66"/>
                      <a:pt x="36" y="66"/>
                      <a:pt x="39" y="66"/>
                    </a:cubicBezTo>
                    <a:cubicBezTo>
                      <a:pt x="42" y="66"/>
                      <a:pt x="45" y="66"/>
                      <a:pt x="45" y="63"/>
                    </a:cubicBezTo>
                    <a:cubicBezTo>
                      <a:pt x="45" y="63"/>
                      <a:pt x="57" y="60"/>
                      <a:pt x="60" y="60"/>
                    </a:cubicBezTo>
                    <a:cubicBezTo>
                      <a:pt x="60" y="60"/>
                      <a:pt x="66" y="63"/>
                      <a:pt x="69" y="63"/>
                    </a:cubicBezTo>
                    <a:cubicBezTo>
                      <a:pt x="69" y="63"/>
                      <a:pt x="75" y="66"/>
                      <a:pt x="75" y="69"/>
                    </a:cubicBezTo>
                    <a:cubicBezTo>
                      <a:pt x="78" y="75"/>
                      <a:pt x="81" y="81"/>
                      <a:pt x="84" y="81"/>
                    </a:cubicBezTo>
                    <a:cubicBezTo>
                      <a:pt x="84" y="84"/>
                      <a:pt x="84" y="87"/>
                      <a:pt x="84" y="90"/>
                    </a:cubicBezTo>
                    <a:cubicBezTo>
                      <a:pt x="84" y="90"/>
                      <a:pt x="81" y="90"/>
                      <a:pt x="78" y="87"/>
                    </a:cubicBezTo>
                    <a:cubicBezTo>
                      <a:pt x="75" y="87"/>
                      <a:pt x="72" y="90"/>
                      <a:pt x="72" y="93"/>
                    </a:cubicBezTo>
                    <a:cubicBezTo>
                      <a:pt x="72" y="96"/>
                      <a:pt x="69" y="102"/>
                      <a:pt x="66" y="102"/>
                    </a:cubicBezTo>
                    <a:cubicBezTo>
                      <a:pt x="66" y="105"/>
                      <a:pt x="69" y="105"/>
                      <a:pt x="72" y="105"/>
                    </a:cubicBezTo>
                    <a:cubicBezTo>
                      <a:pt x="72" y="105"/>
                      <a:pt x="75" y="102"/>
                      <a:pt x="78" y="102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1" y="99"/>
                      <a:pt x="81" y="102"/>
                      <a:pt x="87" y="96"/>
                    </a:cubicBezTo>
                    <a:cubicBezTo>
                      <a:pt x="93" y="93"/>
                      <a:pt x="93" y="87"/>
                      <a:pt x="96" y="87"/>
                    </a:cubicBezTo>
                    <a:cubicBezTo>
                      <a:pt x="102" y="84"/>
                      <a:pt x="102" y="84"/>
                      <a:pt x="108" y="84"/>
                    </a:cubicBezTo>
                    <a:cubicBezTo>
                      <a:pt x="114" y="84"/>
                      <a:pt x="105" y="90"/>
                      <a:pt x="111" y="90"/>
                    </a:cubicBezTo>
                    <a:cubicBezTo>
                      <a:pt x="114" y="93"/>
                      <a:pt x="129" y="90"/>
                      <a:pt x="129" y="93"/>
                    </a:cubicBezTo>
                    <a:cubicBezTo>
                      <a:pt x="129" y="96"/>
                      <a:pt x="114" y="102"/>
                      <a:pt x="114" y="102"/>
                    </a:cubicBezTo>
                    <a:cubicBezTo>
                      <a:pt x="114" y="105"/>
                      <a:pt x="123" y="105"/>
                      <a:pt x="126" y="108"/>
                    </a:cubicBezTo>
                    <a:cubicBezTo>
                      <a:pt x="129" y="108"/>
                      <a:pt x="123" y="114"/>
                      <a:pt x="126" y="117"/>
                    </a:cubicBezTo>
                    <a:cubicBezTo>
                      <a:pt x="126" y="117"/>
                      <a:pt x="132" y="117"/>
                      <a:pt x="135" y="114"/>
                    </a:cubicBezTo>
                    <a:cubicBezTo>
                      <a:pt x="138" y="111"/>
                      <a:pt x="141" y="111"/>
                      <a:pt x="144" y="108"/>
                    </a:cubicBezTo>
                    <a:cubicBezTo>
                      <a:pt x="150" y="105"/>
                      <a:pt x="159" y="108"/>
                      <a:pt x="159" y="108"/>
                    </a:cubicBezTo>
                    <a:cubicBezTo>
                      <a:pt x="162" y="105"/>
                      <a:pt x="159" y="105"/>
                      <a:pt x="150" y="105"/>
                    </a:cubicBezTo>
                    <a:cubicBezTo>
                      <a:pt x="141" y="105"/>
                      <a:pt x="141" y="96"/>
                      <a:pt x="141" y="96"/>
                    </a:cubicBezTo>
                    <a:cubicBezTo>
                      <a:pt x="141" y="93"/>
                      <a:pt x="150" y="87"/>
                      <a:pt x="153" y="87"/>
                    </a:cubicBezTo>
                    <a:cubicBezTo>
                      <a:pt x="159" y="87"/>
                      <a:pt x="162" y="84"/>
                      <a:pt x="168" y="81"/>
                    </a:cubicBezTo>
                    <a:cubicBezTo>
                      <a:pt x="171" y="81"/>
                      <a:pt x="174" y="81"/>
                      <a:pt x="177" y="78"/>
                    </a:cubicBezTo>
                    <a:cubicBezTo>
                      <a:pt x="177" y="75"/>
                      <a:pt x="177" y="75"/>
                      <a:pt x="177" y="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8" name="Freeform 88">
                <a:extLst>
                  <a:ext uri="{FF2B5EF4-FFF2-40B4-BE49-F238E27FC236}">
                    <a16:creationId xmlns:a16="http://schemas.microsoft.com/office/drawing/2014/main" id="{9A3E0BB9-034C-3598-DF5A-8E9373040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7486" y="1867632"/>
                <a:ext cx="206822" cy="148696"/>
              </a:xfrm>
              <a:custGeom>
                <a:avLst/>
                <a:gdLst>
                  <a:gd name="T0" fmla="*/ 99 w 108"/>
                  <a:gd name="T1" fmla="*/ 39 h 78"/>
                  <a:gd name="T2" fmla="*/ 93 w 108"/>
                  <a:gd name="T3" fmla="*/ 33 h 78"/>
                  <a:gd name="T4" fmla="*/ 90 w 108"/>
                  <a:gd name="T5" fmla="*/ 27 h 78"/>
                  <a:gd name="T6" fmla="*/ 87 w 108"/>
                  <a:gd name="T7" fmla="*/ 18 h 78"/>
                  <a:gd name="T8" fmla="*/ 87 w 108"/>
                  <a:gd name="T9" fmla="*/ 9 h 78"/>
                  <a:gd name="T10" fmla="*/ 75 w 108"/>
                  <a:gd name="T11" fmla="*/ 6 h 78"/>
                  <a:gd name="T12" fmla="*/ 69 w 108"/>
                  <a:gd name="T13" fmla="*/ 6 h 78"/>
                  <a:gd name="T14" fmla="*/ 63 w 108"/>
                  <a:gd name="T15" fmla="*/ 3 h 78"/>
                  <a:gd name="T16" fmla="*/ 57 w 108"/>
                  <a:gd name="T17" fmla="*/ 3 h 78"/>
                  <a:gd name="T18" fmla="*/ 57 w 108"/>
                  <a:gd name="T19" fmla="*/ 0 h 78"/>
                  <a:gd name="T20" fmla="*/ 54 w 108"/>
                  <a:gd name="T21" fmla="*/ 3 h 78"/>
                  <a:gd name="T22" fmla="*/ 51 w 108"/>
                  <a:gd name="T23" fmla="*/ 6 h 78"/>
                  <a:gd name="T24" fmla="*/ 42 w 108"/>
                  <a:gd name="T25" fmla="*/ 9 h 78"/>
                  <a:gd name="T26" fmla="*/ 39 w 108"/>
                  <a:gd name="T27" fmla="*/ 15 h 78"/>
                  <a:gd name="T28" fmla="*/ 39 w 108"/>
                  <a:gd name="T29" fmla="*/ 18 h 78"/>
                  <a:gd name="T30" fmla="*/ 33 w 108"/>
                  <a:gd name="T31" fmla="*/ 21 h 78"/>
                  <a:gd name="T32" fmla="*/ 27 w 108"/>
                  <a:gd name="T33" fmla="*/ 27 h 78"/>
                  <a:gd name="T34" fmla="*/ 27 w 108"/>
                  <a:gd name="T35" fmla="*/ 33 h 78"/>
                  <a:gd name="T36" fmla="*/ 18 w 108"/>
                  <a:gd name="T37" fmla="*/ 33 h 78"/>
                  <a:gd name="T38" fmla="*/ 15 w 108"/>
                  <a:gd name="T39" fmla="*/ 36 h 78"/>
                  <a:gd name="T40" fmla="*/ 6 w 108"/>
                  <a:gd name="T41" fmla="*/ 36 h 78"/>
                  <a:gd name="T42" fmla="*/ 6 w 108"/>
                  <a:gd name="T43" fmla="*/ 36 h 78"/>
                  <a:gd name="T44" fmla="*/ 6 w 108"/>
                  <a:gd name="T45" fmla="*/ 45 h 78"/>
                  <a:gd name="T46" fmla="*/ 9 w 108"/>
                  <a:gd name="T47" fmla="*/ 57 h 78"/>
                  <a:gd name="T48" fmla="*/ 0 w 108"/>
                  <a:gd name="T49" fmla="*/ 60 h 78"/>
                  <a:gd name="T50" fmla="*/ 6 w 108"/>
                  <a:gd name="T51" fmla="*/ 66 h 78"/>
                  <a:gd name="T52" fmla="*/ 6 w 108"/>
                  <a:gd name="T53" fmla="*/ 72 h 78"/>
                  <a:gd name="T54" fmla="*/ 12 w 108"/>
                  <a:gd name="T55" fmla="*/ 72 h 78"/>
                  <a:gd name="T56" fmla="*/ 18 w 108"/>
                  <a:gd name="T57" fmla="*/ 69 h 78"/>
                  <a:gd name="T58" fmla="*/ 36 w 108"/>
                  <a:gd name="T59" fmla="*/ 69 h 78"/>
                  <a:gd name="T60" fmla="*/ 48 w 108"/>
                  <a:gd name="T61" fmla="*/ 72 h 78"/>
                  <a:gd name="T62" fmla="*/ 54 w 108"/>
                  <a:gd name="T63" fmla="*/ 72 h 78"/>
                  <a:gd name="T64" fmla="*/ 63 w 108"/>
                  <a:gd name="T65" fmla="*/ 72 h 78"/>
                  <a:gd name="T66" fmla="*/ 69 w 108"/>
                  <a:gd name="T67" fmla="*/ 75 h 78"/>
                  <a:gd name="T68" fmla="*/ 81 w 108"/>
                  <a:gd name="T69" fmla="*/ 75 h 78"/>
                  <a:gd name="T70" fmla="*/ 81 w 108"/>
                  <a:gd name="T71" fmla="*/ 72 h 78"/>
                  <a:gd name="T72" fmla="*/ 90 w 108"/>
                  <a:gd name="T73" fmla="*/ 66 h 78"/>
                  <a:gd name="T74" fmla="*/ 96 w 108"/>
                  <a:gd name="T75" fmla="*/ 63 h 78"/>
                  <a:gd name="T76" fmla="*/ 96 w 108"/>
                  <a:gd name="T77" fmla="*/ 60 h 78"/>
                  <a:gd name="T78" fmla="*/ 93 w 108"/>
                  <a:gd name="T79" fmla="*/ 48 h 78"/>
                  <a:gd name="T80" fmla="*/ 102 w 108"/>
                  <a:gd name="T81" fmla="*/ 51 h 78"/>
                  <a:gd name="T82" fmla="*/ 108 w 108"/>
                  <a:gd name="T83" fmla="*/ 45 h 78"/>
                  <a:gd name="T84" fmla="*/ 99 w 108"/>
                  <a:gd name="T85" fmla="*/ 3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08" h="78">
                    <a:moveTo>
                      <a:pt x="99" y="39"/>
                    </a:moveTo>
                    <a:cubicBezTo>
                      <a:pt x="99" y="39"/>
                      <a:pt x="96" y="33"/>
                      <a:pt x="93" y="33"/>
                    </a:cubicBezTo>
                    <a:cubicBezTo>
                      <a:pt x="90" y="30"/>
                      <a:pt x="90" y="27"/>
                      <a:pt x="90" y="27"/>
                    </a:cubicBezTo>
                    <a:cubicBezTo>
                      <a:pt x="87" y="24"/>
                      <a:pt x="87" y="21"/>
                      <a:pt x="87" y="18"/>
                    </a:cubicBezTo>
                    <a:cubicBezTo>
                      <a:pt x="87" y="15"/>
                      <a:pt x="87" y="12"/>
                      <a:pt x="87" y="9"/>
                    </a:cubicBezTo>
                    <a:cubicBezTo>
                      <a:pt x="84" y="9"/>
                      <a:pt x="78" y="6"/>
                      <a:pt x="75" y="6"/>
                    </a:cubicBezTo>
                    <a:cubicBezTo>
                      <a:pt x="72" y="9"/>
                      <a:pt x="72" y="9"/>
                      <a:pt x="69" y="6"/>
                    </a:cubicBezTo>
                    <a:cubicBezTo>
                      <a:pt x="69" y="6"/>
                      <a:pt x="66" y="3"/>
                      <a:pt x="63" y="3"/>
                    </a:cubicBezTo>
                    <a:cubicBezTo>
                      <a:pt x="60" y="6"/>
                      <a:pt x="60" y="3"/>
                      <a:pt x="57" y="3"/>
                    </a:cubicBezTo>
                    <a:cubicBezTo>
                      <a:pt x="57" y="3"/>
                      <a:pt x="57" y="3"/>
                      <a:pt x="57" y="0"/>
                    </a:cubicBezTo>
                    <a:cubicBezTo>
                      <a:pt x="57" y="3"/>
                      <a:pt x="54" y="3"/>
                      <a:pt x="54" y="3"/>
                    </a:cubicBezTo>
                    <a:cubicBezTo>
                      <a:pt x="51" y="3"/>
                      <a:pt x="51" y="6"/>
                      <a:pt x="51" y="6"/>
                    </a:cubicBezTo>
                    <a:cubicBezTo>
                      <a:pt x="48" y="6"/>
                      <a:pt x="45" y="6"/>
                      <a:pt x="42" y="9"/>
                    </a:cubicBezTo>
                    <a:cubicBezTo>
                      <a:pt x="39" y="9"/>
                      <a:pt x="39" y="12"/>
                      <a:pt x="39" y="15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6" y="18"/>
                      <a:pt x="36" y="21"/>
                      <a:pt x="33" y="21"/>
                    </a:cubicBezTo>
                    <a:cubicBezTo>
                      <a:pt x="33" y="21"/>
                      <a:pt x="30" y="24"/>
                      <a:pt x="27" y="27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4" y="33"/>
                      <a:pt x="21" y="33"/>
                      <a:pt x="18" y="33"/>
                    </a:cubicBezTo>
                    <a:cubicBezTo>
                      <a:pt x="18" y="36"/>
                      <a:pt x="15" y="39"/>
                      <a:pt x="15" y="36"/>
                    </a:cubicBezTo>
                    <a:cubicBezTo>
                      <a:pt x="12" y="36"/>
                      <a:pt x="9" y="36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3" y="42"/>
                      <a:pt x="6" y="45"/>
                      <a:pt x="6" y="45"/>
                    </a:cubicBezTo>
                    <a:cubicBezTo>
                      <a:pt x="9" y="48"/>
                      <a:pt x="9" y="54"/>
                      <a:pt x="9" y="57"/>
                    </a:cubicBezTo>
                    <a:cubicBezTo>
                      <a:pt x="6" y="57"/>
                      <a:pt x="0" y="60"/>
                      <a:pt x="0" y="60"/>
                    </a:cubicBezTo>
                    <a:cubicBezTo>
                      <a:pt x="0" y="63"/>
                      <a:pt x="6" y="66"/>
                      <a:pt x="6" y="66"/>
                    </a:cubicBezTo>
                    <a:cubicBezTo>
                      <a:pt x="3" y="69"/>
                      <a:pt x="3" y="72"/>
                      <a:pt x="6" y="72"/>
                    </a:cubicBezTo>
                    <a:cubicBezTo>
                      <a:pt x="6" y="72"/>
                      <a:pt x="9" y="75"/>
                      <a:pt x="12" y="72"/>
                    </a:cubicBezTo>
                    <a:cubicBezTo>
                      <a:pt x="12" y="69"/>
                      <a:pt x="15" y="69"/>
                      <a:pt x="18" y="69"/>
                    </a:cubicBezTo>
                    <a:cubicBezTo>
                      <a:pt x="21" y="69"/>
                      <a:pt x="36" y="69"/>
                      <a:pt x="36" y="69"/>
                    </a:cubicBezTo>
                    <a:cubicBezTo>
                      <a:pt x="39" y="72"/>
                      <a:pt x="45" y="69"/>
                      <a:pt x="48" y="72"/>
                    </a:cubicBezTo>
                    <a:cubicBezTo>
                      <a:pt x="51" y="72"/>
                      <a:pt x="54" y="75"/>
                      <a:pt x="54" y="72"/>
                    </a:cubicBezTo>
                    <a:cubicBezTo>
                      <a:pt x="57" y="72"/>
                      <a:pt x="60" y="75"/>
                      <a:pt x="63" y="72"/>
                    </a:cubicBezTo>
                    <a:cubicBezTo>
                      <a:pt x="66" y="72"/>
                      <a:pt x="69" y="78"/>
                      <a:pt x="69" y="75"/>
                    </a:cubicBezTo>
                    <a:cubicBezTo>
                      <a:pt x="72" y="75"/>
                      <a:pt x="78" y="75"/>
                      <a:pt x="81" y="75"/>
                    </a:cubicBezTo>
                    <a:cubicBezTo>
                      <a:pt x="81" y="78"/>
                      <a:pt x="81" y="75"/>
                      <a:pt x="81" y="72"/>
                    </a:cubicBezTo>
                    <a:cubicBezTo>
                      <a:pt x="90" y="66"/>
                      <a:pt x="90" y="66"/>
                      <a:pt x="90" y="66"/>
                    </a:cubicBezTo>
                    <a:cubicBezTo>
                      <a:pt x="90" y="66"/>
                      <a:pt x="93" y="66"/>
                      <a:pt x="96" y="63"/>
                    </a:cubicBezTo>
                    <a:cubicBezTo>
                      <a:pt x="96" y="60"/>
                      <a:pt x="96" y="60"/>
                      <a:pt x="96" y="60"/>
                    </a:cubicBezTo>
                    <a:cubicBezTo>
                      <a:pt x="93" y="54"/>
                      <a:pt x="90" y="51"/>
                      <a:pt x="93" y="48"/>
                    </a:cubicBezTo>
                    <a:cubicBezTo>
                      <a:pt x="93" y="48"/>
                      <a:pt x="99" y="51"/>
                      <a:pt x="102" y="51"/>
                    </a:cubicBezTo>
                    <a:cubicBezTo>
                      <a:pt x="102" y="48"/>
                      <a:pt x="108" y="48"/>
                      <a:pt x="108" y="45"/>
                    </a:cubicBezTo>
                    <a:cubicBezTo>
                      <a:pt x="105" y="42"/>
                      <a:pt x="102" y="39"/>
                      <a:pt x="9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9" name="Freeform 89">
                <a:extLst>
                  <a:ext uri="{FF2B5EF4-FFF2-40B4-BE49-F238E27FC236}">
                    <a16:creationId xmlns:a16="http://schemas.microsoft.com/office/drawing/2014/main" id="{712C864A-BC20-6F8A-B428-BFE9240A6D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6119" y="1809505"/>
                <a:ext cx="160862" cy="74348"/>
              </a:xfrm>
              <a:custGeom>
                <a:avLst/>
                <a:gdLst>
                  <a:gd name="T0" fmla="*/ 30 w 84"/>
                  <a:gd name="T1" fmla="*/ 27 h 39"/>
                  <a:gd name="T2" fmla="*/ 45 w 84"/>
                  <a:gd name="T3" fmla="*/ 27 h 39"/>
                  <a:gd name="T4" fmla="*/ 51 w 84"/>
                  <a:gd name="T5" fmla="*/ 30 h 39"/>
                  <a:gd name="T6" fmla="*/ 60 w 84"/>
                  <a:gd name="T7" fmla="*/ 36 h 39"/>
                  <a:gd name="T8" fmla="*/ 66 w 84"/>
                  <a:gd name="T9" fmla="*/ 39 h 39"/>
                  <a:gd name="T10" fmla="*/ 69 w 84"/>
                  <a:gd name="T11" fmla="*/ 39 h 39"/>
                  <a:gd name="T12" fmla="*/ 78 w 84"/>
                  <a:gd name="T13" fmla="*/ 36 h 39"/>
                  <a:gd name="T14" fmla="*/ 81 w 84"/>
                  <a:gd name="T15" fmla="*/ 33 h 39"/>
                  <a:gd name="T16" fmla="*/ 84 w 84"/>
                  <a:gd name="T17" fmla="*/ 30 h 39"/>
                  <a:gd name="T18" fmla="*/ 81 w 84"/>
                  <a:gd name="T19" fmla="*/ 24 h 39"/>
                  <a:gd name="T20" fmla="*/ 78 w 84"/>
                  <a:gd name="T21" fmla="*/ 18 h 39"/>
                  <a:gd name="T22" fmla="*/ 78 w 84"/>
                  <a:gd name="T23" fmla="*/ 12 h 39"/>
                  <a:gd name="T24" fmla="*/ 75 w 84"/>
                  <a:gd name="T25" fmla="*/ 9 h 39"/>
                  <a:gd name="T26" fmla="*/ 66 w 84"/>
                  <a:gd name="T27" fmla="*/ 9 h 39"/>
                  <a:gd name="T28" fmla="*/ 54 w 84"/>
                  <a:gd name="T29" fmla="*/ 3 h 39"/>
                  <a:gd name="T30" fmla="*/ 42 w 84"/>
                  <a:gd name="T31" fmla="*/ 3 h 39"/>
                  <a:gd name="T32" fmla="*/ 39 w 84"/>
                  <a:gd name="T33" fmla="*/ 12 h 39"/>
                  <a:gd name="T34" fmla="*/ 30 w 84"/>
                  <a:gd name="T35" fmla="*/ 18 h 39"/>
                  <a:gd name="T36" fmla="*/ 21 w 84"/>
                  <a:gd name="T37" fmla="*/ 6 h 39"/>
                  <a:gd name="T38" fmla="*/ 9 w 84"/>
                  <a:gd name="T39" fmla="*/ 12 h 39"/>
                  <a:gd name="T40" fmla="*/ 6 w 84"/>
                  <a:gd name="T41" fmla="*/ 21 h 39"/>
                  <a:gd name="T42" fmla="*/ 3 w 84"/>
                  <a:gd name="T43" fmla="*/ 30 h 39"/>
                  <a:gd name="T44" fmla="*/ 3 w 84"/>
                  <a:gd name="T45" fmla="*/ 30 h 39"/>
                  <a:gd name="T46" fmla="*/ 12 w 84"/>
                  <a:gd name="T47" fmla="*/ 27 h 39"/>
                  <a:gd name="T48" fmla="*/ 30 w 84"/>
                  <a:gd name="T49" fmla="*/ 2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84" h="39">
                    <a:moveTo>
                      <a:pt x="30" y="27"/>
                    </a:moveTo>
                    <a:cubicBezTo>
                      <a:pt x="33" y="27"/>
                      <a:pt x="39" y="30"/>
                      <a:pt x="45" y="27"/>
                    </a:cubicBezTo>
                    <a:cubicBezTo>
                      <a:pt x="48" y="27"/>
                      <a:pt x="48" y="33"/>
                      <a:pt x="51" y="30"/>
                    </a:cubicBezTo>
                    <a:cubicBezTo>
                      <a:pt x="54" y="30"/>
                      <a:pt x="57" y="33"/>
                      <a:pt x="60" y="36"/>
                    </a:cubicBezTo>
                    <a:cubicBezTo>
                      <a:pt x="63" y="39"/>
                      <a:pt x="66" y="39"/>
                      <a:pt x="66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72" y="36"/>
                      <a:pt x="75" y="36"/>
                      <a:pt x="78" y="36"/>
                    </a:cubicBezTo>
                    <a:cubicBezTo>
                      <a:pt x="78" y="36"/>
                      <a:pt x="78" y="33"/>
                      <a:pt x="81" y="33"/>
                    </a:cubicBezTo>
                    <a:cubicBezTo>
                      <a:pt x="81" y="33"/>
                      <a:pt x="84" y="33"/>
                      <a:pt x="84" y="30"/>
                    </a:cubicBezTo>
                    <a:cubicBezTo>
                      <a:pt x="84" y="30"/>
                      <a:pt x="84" y="27"/>
                      <a:pt x="81" y="24"/>
                    </a:cubicBezTo>
                    <a:cubicBezTo>
                      <a:pt x="81" y="24"/>
                      <a:pt x="78" y="21"/>
                      <a:pt x="78" y="18"/>
                    </a:cubicBezTo>
                    <a:cubicBezTo>
                      <a:pt x="78" y="15"/>
                      <a:pt x="78" y="15"/>
                      <a:pt x="78" y="12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2" y="9"/>
                      <a:pt x="66" y="9"/>
                      <a:pt x="66" y="9"/>
                    </a:cubicBezTo>
                    <a:cubicBezTo>
                      <a:pt x="63" y="9"/>
                      <a:pt x="54" y="3"/>
                      <a:pt x="54" y="3"/>
                    </a:cubicBezTo>
                    <a:cubicBezTo>
                      <a:pt x="54" y="0"/>
                      <a:pt x="48" y="0"/>
                      <a:pt x="42" y="3"/>
                    </a:cubicBezTo>
                    <a:cubicBezTo>
                      <a:pt x="39" y="6"/>
                      <a:pt x="39" y="9"/>
                      <a:pt x="39" y="12"/>
                    </a:cubicBezTo>
                    <a:cubicBezTo>
                      <a:pt x="39" y="18"/>
                      <a:pt x="33" y="18"/>
                      <a:pt x="30" y="18"/>
                    </a:cubicBezTo>
                    <a:cubicBezTo>
                      <a:pt x="27" y="18"/>
                      <a:pt x="24" y="9"/>
                      <a:pt x="21" y="6"/>
                    </a:cubicBezTo>
                    <a:cubicBezTo>
                      <a:pt x="18" y="3"/>
                      <a:pt x="15" y="9"/>
                      <a:pt x="9" y="12"/>
                    </a:cubicBezTo>
                    <a:cubicBezTo>
                      <a:pt x="6" y="12"/>
                      <a:pt x="9" y="18"/>
                      <a:pt x="6" y="21"/>
                    </a:cubicBezTo>
                    <a:cubicBezTo>
                      <a:pt x="3" y="21"/>
                      <a:pt x="0" y="24"/>
                      <a:pt x="3" y="30"/>
                    </a:cubicBezTo>
                    <a:cubicBezTo>
                      <a:pt x="3" y="30"/>
                      <a:pt x="3" y="30"/>
                      <a:pt x="3" y="30"/>
                    </a:cubicBezTo>
                    <a:cubicBezTo>
                      <a:pt x="9" y="30"/>
                      <a:pt x="12" y="30"/>
                      <a:pt x="12" y="27"/>
                    </a:cubicBezTo>
                    <a:cubicBezTo>
                      <a:pt x="18" y="27"/>
                      <a:pt x="27" y="27"/>
                      <a:pt x="30" y="2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0" name="Freeform 90">
                <a:extLst>
                  <a:ext uri="{FF2B5EF4-FFF2-40B4-BE49-F238E27FC236}">
                    <a16:creationId xmlns:a16="http://schemas.microsoft.com/office/drawing/2014/main" id="{812F6D77-AE24-B09E-22A3-24419FCE0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6119" y="1860873"/>
                <a:ext cx="125716" cy="81107"/>
              </a:xfrm>
              <a:custGeom>
                <a:avLst/>
                <a:gdLst>
                  <a:gd name="T0" fmla="*/ 12 w 66"/>
                  <a:gd name="T1" fmla="*/ 21 h 42"/>
                  <a:gd name="T2" fmla="*/ 18 w 66"/>
                  <a:gd name="T3" fmla="*/ 21 h 42"/>
                  <a:gd name="T4" fmla="*/ 24 w 66"/>
                  <a:gd name="T5" fmla="*/ 27 h 42"/>
                  <a:gd name="T6" fmla="*/ 24 w 66"/>
                  <a:gd name="T7" fmla="*/ 33 h 42"/>
                  <a:gd name="T8" fmla="*/ 33 w 66"/>
                  <a:gd name="T9" fmla="*/ 39 h 42"/>
                  <a:gd name="T10" fmla="*/ 42 w 66"/>
                  <a:gd name="T11" fmla="*/ 39 h 42"/>
                  <a:gd name="T12" fmla="*/ 45 w 66"/>
                  <a:gd name="T13" fmla="*/ 36 h 42"/>
                  <a:gd name="T14" fmla="*/ 54 w 66"/>
                  <a:gd name="T15" fmla="*/ 36 h 42"/>
                  <a:gd name="T16" fmla="*/ 54 w 66"/>
                  <a:gd name="T17" fmla="*/ 30 h 42"/>
                  <a:gd name="T18" fmla="*/ 60 w 66"/>
                  <a:gd name="T19" fmla="*/ 24 h 42"/>
                  <a:gd name="T20" fmla="*/ 66 w 66"/>
                  <a:gd name="T21" fmla="*/ 21 h 42"/>
                  <a:gd name="T22" fmla="*/ 66 w 66"/>
                  <a:gd name="T23" fmla="*/ 18 h 42"/>
                  <a:gd name="T24" fmla="*/ 66 w 66"/>
                  <a:gd name="T25" fmla="*/ 12 h 42"/>
                  <a:gd name="T26" fmla="*/ 60 w 66"/>
                  <a:gd name="T27" fmla="*/ 9 h 42"/>
                  <a:gd name="T28" fmla="*/ 51 w 66"/>
                  <a:gd name="T29" fmla="*/ 3 h 42"/>
                  <a:gd name="T30" fmla="*/ 45 w 66"/>
                  <a:gd name="T31" fmla="*/ 0 h 42"/>
                  <a:gd name="T32" fmla="*/ 30 w 66"/>
                  <a:gd name="T33" fmla="*/ 0 h 42"/>
                  <a:gd name="T34" fmla="*/ 12 w 66"/>
                  <a:gd name="T35" fmla="*/ 0 h 42"/>
                  <a:gd name="T36" fmla="*/ 3 w 66"/>
                  <a:gd name="T37" fmla="*/ 3 h 42"/>
                  <a:gd name="T38" fmla="*/ 3 w 66"/>
                  <a:gd name="T39" fmla="*/ 15 h 42"/>
                  <a:gd name="T40" fmla="*/ 3 w 66"/>
                  <a:gd name="T41" fmla="*/ 18 h 42"/>
                  <a:gd name="T42" fmla="*/ 12 w 66"/>
                  <a:gd name="T43" fmla="*/ 2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6" h="42">
                    <a:moveTo>
                      <a:pt x="12" y="21"/>
                    </a:moveTo>
                    <a:cubicBezTo>
                      <a:pt x="12" y="21"/>
                      <a:pt x="15" y="24"/>
                      <a:pt x="18" y="21"/>
                    </a:cubicBezTo>
                    <a:cubicBezTo>
                      <a:pt x="18" y="21"/>
                      <a:pt x="24" y="24"/>
                      <a:pt x="24" y="27"/>
                    </a:cubicBezTo>
                    <a:cubicBezTo>
                      <a:pt x="24" y="27"/>
                      <a:pt x="21" y="33"/>
                      <a:pt x="24" y="33"/>
                    </a:cubicBezTo>
                    <a:cubicBezTo>
                      <a:pt x="24" y="33"/>
                      <a:pt x="33" y="36"/>
                      <a:pt x="33" y="39"/>
                    </a:cubicBezTo>
                    <a:cubicBezTo>
                      <a:pt x="36" y="39"/>
                      <a:pt x="39" y="39"/>
                      <a:pt x="42" y="39"/>
                    </a:cubicBezTo>
                    <a:cubicBezTo>
                      <a:pt x="42" y="42"/>
                      <a:pt x="45" y="39"/>
                      <a:pt x="45" y="36"/>
                    </a:cubicBezTo>
                    <a:cubicBezTo>
                      <a:pt x="48" y="36"/>
                      <a:pt x="51" y="36"/>
                      <a:pt x="54" y="36"/>
                    </a:cubicBezTo>
                    <a:cubicBezTo>
                      <a:pt x="54" y="30"/>
                      <a:pt x="54" y="30"/>
                      <a:pt x="54" y="30"/>
                    </a:cubicBezTo>
                    <a:cubicBezTo>
                      <a:pt x="57" y="27"/>
                      <a:pt x="60" y="24"/>
                      <a:pt x="60" y="24"/>
                    </a:cubicBezTo>
                    <a:cubicBezTo>
                      <a:pt x="63" y="24"/>
                      <a:pt x="63" y="21"/>
                      <a:pt x="66" y="21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5"/>
                      <a:pt x="66" y="15"/>
                      <a:pt x="66" y="12"/>
                    </a:cubicBezTo>
                    <a:cubicBezTo>
                      <a:pt x="66" y="12"/>
                      <a:pt x="63" y="12"/>
                      <a:pt x="60" y="9"/>
                    </a:cubicBezTo>
                    <a:cubicBezTo>
                      <a:pt x="57" y="6"/>
                      <a:pt x="54" y="3"/>
                      <a:pt x="51" y="3"/>
                    </a:cubicBezTo>
                    <a:cubicBezTo>
                      <a:pt x="48" y="6"/>
                      <a:pt x="48" y="0"/>
                      <a:pt x="45" y="0"/>
                    </a:cubicBezTo>
                    <a:cubicBezTo>
                      <a:pt x="39" y="3"/>
                      <a:pt x="33" y="0"/>
                      <a:pt x="30" y="0"/>
                    </a:cubicBezTo>
                    <a:cubicBezTo>
                      <a:pt x="27" y="0"/>
                      <a:pt x="18" y="0"/>
                      <a:pt x="12" y="0"/>
                    </a:cubicBezTo>
                    <a:cubicBezTo>
                      <a:pt x="12" y="3"/>
                      <a:pt x="9" y="3"/>
                      <a:pt x="3" y="3"/>
                    </a:cubicBezTo>
                    <a:cubicBezTo>
                      <a:pt x="6" y="9"/>
                      <a:pt x="6" y="12"/>
                      <a:pt x="3" y="15"/>
                    </a:cubicBezTo>
                    <a:cubicBezTo>
                      <a:pt x="0" y="18"/>
                      <a:pt x="3" y="18"/>
                      <a:pt x="3" y="18"/>
                    </a:cubicBezTo>
                    <a:cubicBezTo>
                      <a:pt x="6" y="18"/>
                      <a:pt x="9" y="18"/>
                      <a:pt x="12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1" name="Freeform 91">
                <a:extLst>
                  <a:ext uri="{FF2B5EF4-FFF2-40B4-BE49-F238E27FC236}">
                    <a16:creationId xmlns:a16="http://schemas.microsoft.com/office/drawing/2014/main" id="{52A62723-7F5D-2D8E-36D8-08BABACDD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968" y="2120415"/>
                <a:ext cx="97328" cy="51368"/>
              </a:xfrm>
              <a:custGeom>
                <a:avLst/>
                <a:gdLst>
                  <a:gd name="T0" fmla="*/ 45 w 51"/>
                  <a:gd name="T1" fmla="*/ 12 h 27"/>
                  <a:gd name="T2" fmla="*/ 39 w 51"/>
                  <a:gd name="T3" fmla="*/ 9 h 27"/>
                  <a:gd name="T4" fmla="*/ 39 w 51"/>
                  <a:gd name="T5" fmla="*/ 3 h 27"/>
                  <a:gd name="T6" fmla="*/ 33 w 51"/>
                  <a:gd name="T7" fmla="*/ 0 h 27"/>
                  <a:gd name="T8" fmla="*/ 24 w 51"/>
                  <a:gd name="T9" fmla="*/ 0 h 27"/>
                  <a:gd name="T10" fmla="*/ 15 w 51"/>
                  <a:gd name="T11" fmla="*/ 0 h 27"/>
                  <a:gd name="T12" fmla="*/ 15 w 51"/>
                  <a:gd name="T13" fmla="*/ 3 h 27"/>
                  <a:gd name="T14" fmla="*/ 9 w 51"/>
                  <a:gd name="T15" fmla="*/ 6 h 27"/>
                  <a:gd name="T16" fmla="*/ 0 w 51"/>
                  <a:gd name="T17" fmla="*/ 15 h 27"/>
                  <a:gd name="T18" fmla="*/ 3 w 51"/>
                  <a:gd name="T19" fmla="*/ 21 h 27"/>
                  <a:gd name="T20" fmla="*/ 6 w 51"/>
                  <a:gd name="T21" fmla="*/ 21 h 27"/>
                  <a:gd name="T22" fmla="*/ 9 w 51"/>
                  <a:gd name="T23" fmla="*/ 27 h 27"/>
                  <a:gd name="T24" fmla="*/ 9 w 51"/>
                  <a:gd name="T25" fmla="*/ 27 h 27"/>
                  <a:gd name="T26" fmla="*/ 18 w 51"/>
                  <a:gd name="T27" fmla="*/ 27 h 27"/>
                  <a:gd name="T28" fmla="*/ 24 w 51"/>
                  <a:gd name="T29" fmla="*/ 18 h 27"/>
                  <a:gd name="T30" fmla="*/ 30 w 51"/>
                  <a:gd name="T31" fmla="*/ 24 h 27"/>
                  <a:gd name="T32" fmla="*/ 33 w 51"/>
                  <a:gd name="T33" fmla="*/ 21 h 27"/>
                  <a:gd name="T34" fmla="*/ 39 w 51"/>
                  <a:gd name="T35" fmla="*/ 18 h 27"/>
                  <a:gd name="T36" fmla="*/ 42 w 51"/>
                  <a:gd name="T37" fmla="*/ 18 h 27"/>
                  <a:gd name="T38" fmla="*/ 45 w 51"/>
                  <a:gd name="T39" fmla="*/ 15 h 27"/>
                  <a:gd name="T40" fmla="*/ 48 w 51"/>
                  <a:gd name="T41" fmla="*/ 15 h 27"/>
                  <a:gd name="T42" fmla="*/ 51 w 51"/>
                  <a:gd name="T43" fmla="*/ 12 h 27"/>
                  <a:gd name="T44" fmla="*/ 45 w 51"/>
                  <a:gd name="T45" fmla="*/ 12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1" h="27">
                    <a:moveTo>
                      <a:pt x="45" y="12"/>
                    </a:moveTo>
                    <a:cubicBezTo>
                      <a:pt x="42" y="12"/>
                      <a:pt x="39" y="9"/>
                      <a:pt x="39" y="9"/>
                    </a:cubicBezTo>
                    <a:cubicBezTo>
                      <a:pt x="39" y="6"/>
                      <a:pt x="39" y="6"/>
                      <a:pt x="39" y="3"/>
                    </a:cubicBezTo>
                    <a:cubicBezTo>
                      <a:pt x="36" y="3"/>
                      <a:pt x="33" y="0"/>
                      <a:pt x="33" y="0"/>
                    </a:cubicBezTo>
                    <a:cubicBezTo>
                      <a:pt x="30" y="0"/>
                      <a:pt x="27" y="0"/>
                      <a:pt x="24" y="0"/>
                    </a:cubicBezTo>
                    <a:cubicBezTo>
                      <a:pt x="24" y="0"/>
                      <a:pt x="18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9" y="6"/>
                      <a:pt x="9" y="6"/>
                    </a:cubicBezTo>
                    <a:cubicBezTo>
                      <a:pt x="6" y="9"/>
                      <a:pt x="3" y="12"/>
                      <a:pt x="0" y="15"/>
                    </a:cubicBezTo>
                    <a:cubicBezTo>
                      <a:pt x="0" y="21"/>
                      <a:pt x="0" y="24"/>
                      <a:pt x="3" y="21"/>
                    </a:cubicBezTo>
                    <a:cubicBezTo>
                      <a:pt x="3" y="18"/>
                      <a:pt x="6" y="18"/>
                      <a:pt x="6" y="21"/>
                    </a:cubicBezTo>
                    <a:cubicBezTo>
                      <a:pt x="6" y="24"/>
                      <a:pt x="9" y="24"/>
                      <a:pt x="9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8" y="27"/>
                      <a:pt x="18" y="27"/>
                    </a:cubicBezTo>
                    <a:cubicBezTo>
                      <a:pt x="21" y="27"/>
                      <a:pt x="24" y="18"/>
                      <a:pt x="24" y="18"/>
                    </a:cubicBezTo>
                    <a:cubicBezTo>
                      <a:pt x="24" y="18"/>
                      <a:pt x="27" y="24"/>
                      <a:pt x="30" y="24"/>
                    </a:cubicBezTo>
                    <a:cubicBezTo>
                      <a:pt x="33" y="27"/>
                      <a:pt x="33" y="24"/>
                      <a:pt x="33" y="21"/>
                    </a:cubicBezTo>
                    <a:cubicBezTo>
                      <a:pt x="33" y="18"/>
                      <a:pt x="36" y="18"/>
                      <a:pt x="39" y="18"/>
                    </a:cubicBezTo>
                    <a:cubicBezTo>
                      <a:pt x="39" y="18"/>
                      <a:pt x="42" y="21"/>
                      <a:pt x="42" y="18"/>
                    </a:cubicBezTo>
                    <a:cubicBezTo>
                      <a:pt x="42" y="15"/>
                      <a:pt x="45" y="15"/>
                      <a:pt x="45" y="15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48" y="12"/>
                      <a:pt x="45" y="9"/>
                      <a:pt x="45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2" name="Freeform 92">
                <a:extLst>
                  <a:ext uri="{FF2B5EF4-FFF2-40B4-BE49-F238E27FC236}">
                    <a16:creationId xmlns:a16="http://schemas.microsoft.com/office/drawing/2014/main" id="{AD920E3C-764E-A778-8ECF-E52A67D6F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209" y="1913592"/>
                <a:ext cx="196008" cy="217637"/>
              </a:xfrm>
              <a:custGeom>
                <a:avLst/>
                <a:gdLst>
                  <a:gd name="T0" fmla="*/ 15 w 102"/>
                  <a:gd name="T1" fmla="*/ 30 h 114"/>
                  <a:gd name="T2" fmla="*/ 9 w 102"/>
                  <a:gd name="T3" fmla="*/ 36 h 114"/>
                  <a:gd name="T4" fmla="*/ 12 w 102"/>
                  <a:gd name="T5" fmla="*/ 42 h 114"/>
                  <a:gd name="T6" fmla="*/ 9 w 102"/>
                  <a:gd name="T7" fmla="*/ 45 h 114"/>
                  <a:gd name="T8" fmla="*/ 3 w 102"/>
                  <a:gd name="T9" fmla="*/ 48 h 114"/>
                  <a:gd name="T10" fmla="*/ 3 w 102"/>
                  <a:gd name="T11" fmla="*/ 54 h 114"/>
                  <a:gd name="T12" fmla="*/ 0 w 102"/>
                  <a:gd name="T13" fmla="*/ 63 h 114"/>
                  <a:gd name="T14" fmla="*/ 3 w 102"/>
                  <a:gd name="T15" fmla="*/ 69 h 114"/>
                  <a:gd name="T16" fmla="*/ 3 w 102"/>
                  <a:gd name="T17" fmla="*/ 72 h 114"/>
                  <a:gd name="T18" fmla="*/ 6 w 102"/>
                  <a:gd name="T19" fmla="*/ 81 h 114"/>
                  <a:gd name="T20" fmla="*/ 9 w 102"/>
                  <a:gd name="T21" fmla="*/ 84 h 114"/>
                  <a:gd name="T22" fmla="*/ 15 w 102"/>
                  <a:gd name="T23" fmla="*/ 87 h 114"/>
                  <a:gd name="T24" fmla="*/ 21 w 102"/>
                  <a:gd name="T25" fmla="*/ 90 h 114"/>
                  <a:gd name="T26" fmla="*/ 24 w 102"/>
                  <a:gd name="T27" fmla="*/ 93 h 114"/>
                  <a:gd name="T28" fmla="*/ 18 w 102"/>
                  <a:gd name="T29" fmla="*/ 102 h 114"/>
                  <a:gd name="T30" fmla="*/ 18 w 102"/>
                  <a:gd name="T31" fmla="*/ 108 h 114"/>
                  <a:gd name="T32" fmla="*/ 27 w 102"/>
                  <a:gd name="T33" fmla="*/ 108 h 114"/>
                  <a:gd name="T34" fmla="*/ 36 w 102"/>
                  <a:gd name="T35" fmla="*/ 108 h 114"/>
                  <a:gd name="T36" fmla="*/ 42 w 102"/>
                  <a:gd name="T37" fmla="*/ 111 h 114"/>
                  <a:gd name="T38" fmla="*/ 42 w 102"/>
                  <a:gd name="T39" fmla="*/ 111 h 114"/>
                  <a:gd name="T40" fmla="*/ 51 w 102"/>
                  <a:gd name="T41" fmla="*/ 111 h 114"/>
                  <a:gd name="T42" fmla="*/ 57 w 102"/>
                  <a:gd name="T43" fmla="*/ 111 h 114"/>
                  <a:gd name="T44" fmla="*/ 63 w 102"/>
                  <a:gd name="T45" fmla="*/ 111 h 114"/>
                  <a:gd name="T46" fmla="*/ 75 w 102"/>
                  <a:gd name="T47" fmla="*/ 108 h 114"/>
                  <a:gd name="T48" fmla="*/ 78 w 102"/>
                  <a:gd name="T49" fmla="*/ 105 h 114"/>
                  <a:gd name="T50" fmla="*/ 84 w 102"/>
                  <a:gd name="T51" fmla="*/ 99 h 114"/>
                  <a:gd name="T52" fmla="*/ 90 w 102"/>
                  <a:gd name="T53" fmla="*/ 93 h 114"/>
                  <a:gd name="T54" fmla="*/ 78 w 102"/>
                  <a:gd name="T55" fmla="*/ 84 h 114"/>
                  <a:gd name="T56" fmla="*/ 75 w 102"/>
                  <a:gd name="T57" fmla="*/ 75 h 114"/>
                  <a:gd name="T58" fmla="*/ 72 w 102"/>
                  <a:gd name="T59" fmla="*/ 69 h 114"/>
                  <a:gd name="T60" fmla="*/ 84 w 102"/>
                  <a:gd name="T61" fmla="*/ 63 h 114"/>
                  <a:gd name="T62" fmla="*/ 93 w 102"/>
                  <a:gd name="T63" fmla="*/ 60 h 114"/>
                  <a:gd name="T64" fmla="*/ 99 w 102"/>
                  <a:gd name="T65" fmla="*/ 60 h 114"/>
                  <a:gd name="T66" fmla="*/ 102 w 102"/>
                  <a:gd name="T67" fmla="*/ 54 h 114"/>
                  <a:gd name="T68" fmla="*/ 99 w 102"/>
                  <a:gd name="T69" fmla="*/ 45 h 114"/>
                  <a:gd name="T70" fmla="*/ 96 w 102"/>
                  <a:gd name="T71" fmla="*/ 39 h 114"/>
                  <a:gd name="T72" fmla="*/ 93 w 102"/>
                  <a:gd name="T73" fmla="*/ 33 h 114"/>
                  <a:gd name="T74" fmla="*/ 93 w 102"/>
                  <a:gd name="T75" fmla="*/ 27 h 114"/>
                  <a:gd name="T76" fmla="*/ 93 w 102"/>
                  <a:gd name="T77" fmla="*/ 15 h 114"/>
                  <a:gd name="T78" fmla="*/ 93 w 102"/>
                  <a:gd name="T79" fmla="*/ 15 h 114"/>
                  <a:gd name="T80" fmla="*/ 93 w 102"/>
                  <a:gd name="T81" fmla="*/ 15 h 114"/>
                  <a:gd name="T82" fmla="*/ 87 w 102"/>
                  <a:gd name="T83" fmla="*/ 9 h 114"/>
                  <a:gd name="T84" fmla="*/ 87 w 102"/>
                  <a:gd name="T85" fmla="*/ 3 h 114"/>
                  <a:gd name="T86" fmla="*/ 78 w 102"/>
                  <a:gd name="T87" fmla="*/ 6 h 114"/>
                  <a:gd name="T88" fmla="*/ 63 w 102"/>
                  <a:gd name="T89" fmla="*/ 12 h 114"/>
                  <a:gd name="T90" fmla="*/ 57 w 102"/>
                  <a:gd name="T91" fmla="*/ 9 h 114"/>
                  <a:gd name="T92" fmla="*/ 54 w 102"/>
                  <a:gd name="T93" fmla="*/ 6 h 114"/>
                  <a:gd name="T94" fmla="*/ 45 w 102"/>
                  <a:gd name="T95" fmla="*/ 3 h 114"/>
                  <a:gd name="T96" fmla="*/ 45 w 102"/>
                  <a:gd name="T97" fmla="*/ 0 h 114"/>
                  <a:gd name="T98" fmla="*/ 42 w 102"/>
                  <a:gd name="T99" fmla="*/ 0 h 114"/>
                  <a:gd name="T100" fmla="*/ 30 w 102"/>
                  <a:gd name="T101" fmla="*/ 0 h 114"/>
                  <a:gd name="T102" fmla="*/ 33 w 102"/>
                  <a:gd name="T103" fmla="*/ 6 h 114"/>
                  <a:gd name="T104" fmla="*/ 36 w 102"/>
                  <a:gd name="T105" fmla="*/ 15 h 114"/>
                  <a:gd name="T106" fmla="*/ 30 w 102"/>
                  <a:gd name="T107" fmla="*/ 18 h 114"/>
                  <a:gd name="T108" fmla="*/ 24 w 102"/>
                  <a:gd name="T109" fmla="*/ 18 h 114"/>
                  <a:gd name="T110" fmla="*/ 15 w 102"/>
                  <a:gd name="T111" fmla="*/ 18 h 114"/>
                  <a:gd name="T112" fmla="*/ 15 w 102"/>
                  <a:gd name="T113" fmla="*/ 21 h 114"/>
                  <a:gd name="T114" fmla="*/ 15 w 102"/>
                  <a:gd name="T115" fmla="*/ 3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2" h="114">
                    <a:moveTo>
                      <a:pt x="15" y="30"/>
                    </a:moveTo>
                    <a:cubicBezTo>
                      <a:pt x="12" y="33"/>
                      <a:pt x="9" y="33"/>
                      <a:pt x="9" y="36"/>
                    </a:cubicBezTo>
                    <a:cubicBezTo>
                      <a:pt x="9" y="36"/>
                      <a:pt x="12" y="39"/>
                      <a:pt x="12" y="42"/>
                    </a:cubicBezTo>
                    <a:cubicBezTo>
                      <a:pt x="12" y="42"/>
                      <a:pt x="9" y="42"/>
                      <a:pt x="9" y="45"/>
                    </a:cubicBezTo>
                    <a:cubicBezTo>
                      <a:pt x="9" y="48"/>
                      <a:pt x="6" y="48"/>
                      <a:pt x="3" y="48"/>
                    </a:cubicBezTo>
                    <a:cubicBezTo>
                      <a:pt x="3" y="48"/>
                      <a:pt x="3" y="51"/>
                      <a:pt x="3" y="54"/>
                    </a:cubicBezTo>
                    <a:cubicBezTo>
                      <a:pt x="3" y="54"/>
                      <a:pt x="3" y="60"/>
                      <a:pt x="0" y="63"/>
                    </a:cubicBezTo>
                    <a:cubicBezTo>
                      <a:pt x="0" y="63"/>
                      <a:pt x="6" y="66"/>
                      <a:pt x="3" y="69"/>
                    </a:cubicBezTo>
                    <a:cubicBezTo>
                      <a:pt x="3" y="69"/>
                      <a:pt x="0" y="72"/>
                      <a:pt x="3" y="72"/>
                    </a:cubicBezTo>
                    <a:cubicBezTo>
                      <a:pt x="3" y="75"/>
                      <a:pt x="6" y="75"/>
                      <a:pt x="6" y="81"/>
                    </a:cubicBezTo>
                    <a:cubicBezTo>
                      <a:pt x="6" y="84"/>
                      <a:pt x="9" y="84"/>
                      <a:pt x="9" y="84"/>
                    </a:cubicBezTo>
                    <a:cubicBezTo>
                      <a:pt x="9" y="87"/>
                      <a:pt x="12" y="87"/>
                      <a:pt x="15" y="87"/>
                    </a:cubicBezTo>
                    <a:cubicBezTo>
                      <a:pt x="18" y="87"/>
                      <a:pt x="21" y="90"/>
                      <a:pt x="21" y="90"/>
                    </a:cubicBezTo>
                    <a:cubicBezTo>
                      <a:pt x="24" y="90"/>
                      <a:pt x="27" y="90"/>
                      <a:pt x="24" y="93"/>
                    </a:cubicBezTo>
                    <a:cubicBezTo>
                      <a:pt x="21" y="96"/>
                      <a:pt x="21" y="99"/>
                      <a:pt x="18" y="102"/>
                    </a:cubicBezTo>
                    <a:cubicBezTo>
                      <a:pt x="18" y="105"/>
                      <a:pt x="18" y="108"/>
                      <a:pt x="18" y="108"/>
                    </a:cubicBezTo>
                    <a:cubicBezTo>
                      <a:pt x="21" y="108"/>
                      <a:pt x="27" y="108"/>
                      <a:pt x="27" y="108"/>
                    </a:cubicBezTo>
                    <a:cubicBezTo>
                      <a:pt x="30" y="108"/>
                      <a:pt x="33" y="108"/>
                      <a:pt x="36" y="108"/>
                    </a:cubicBezTo>
                    <a:cubicBezTo>
                      <a:pt x="36" y="108"/>
                      <a:pt x="39" y="111"/>
                      <a:pt x="42" y="111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45" y="111"/>
                      <a:pt x="48" y="114"/>
                      <a:pt x="51" y="111"/>
                    </a:cubicBezTo>
                    <a:cubicBezTo>
                      <a:pt x="51" y="108"/>
                      <a:pt x="54" y="111"/>
                      <a:pt x="57" y="111"/>
                    </a:cubicBezTo>
                    <a:cubicBezTo>
                      <a:pt x="57" y="111"/>
                      <a:pt x="60" y="111"/>
                      <a:pt x="63" y="111"/>
                    </a:cubicBezTo>
                    <a:cubicBezTo>
                      <a:pt x="66" y="108"/>
                      <a:pt x="72" y="108"/>
                      <a:pt x="75" y="108"/>
                    </a:cubicBezTo>
                    <a:cubicBezTo>
                      <a:pt x="75" y="108"/>
                      <a:pt x="81" y="111"/>
                      <a:pt x="78" y="105"/>
                    </a:cubicBezTo>
                    <a:cubicBezTo>
                      <a:pt x="78" y="99"/>
                      <a:pt x="84" y="99"/>
                      <a:pt x="84" y="99"/>
                    </a:cubicBezTo>
                    <a:cubicBezTo>
                      <a:pt x="84" y="96"/>
                      <a:pt x="90" y="93"/>
                      <a:pt x="90" y="93"/>
                    </a:cubicBezTo>
                    <a:cubicBezTo>
                      <a:pt x="90" y="90"/>
                      <a:pt x="81" y="87"/>
                      <a:pt x="78" y="84"/>
                    </a:cubicBezTo>
                    <a:cubicBezTo>
                      <a:pt x="75" y="81"/>
                      <a:pt x="75" y="78"/>
                      <a:pt x="75" y="75"/>
                    </a:cubicBezTo>
                    <a:cubicBezTo>
                      <a:pt x="72" y="72"/>
                      <a:pt x="69" y="69"/>
                      <a:pt x="72" y="69"/>
                    </a:cubicBezTo>
                    <a:cubicBezTo>
                      <a:pt x="78" y="69"/>
                      <a:pt x="81" y="66"/>
                      <a:pt x="84" y="63"/>
                    </a:cubicBezTo>
                    <a:cubicBezTo>
                      <a:pt x="87" y="60"/>
                      <a:pt x="93" y="60"/>
                      <a:pt x="93" y="60"/>
                    </a:cubicBezTo>
                    <a:cubicBezTo>
                      <a:pt x="96" y="57"/>
                      <a:pt x="99" y="60"/>
                      <a:pt x="99" y="60"/>
                    </a:cubicBezTo>
                    <a:cubicBezTo>
                      <a:pt x="102" y="57"/>
                      <a:pt x="102" y="54"/>
                      <a:pt x="102" y="54"/>
                    </a:cubicBezTo>
                    <a:cubicBezTo>
                      <a:pt x="99" y="51"/>
                      <a:pt x="99" y="48"/>
                      <a:pt x="99" y="45"/>
                    </a:cubicBezTo>
                    <a:cubicBezTo>
                      <a:pt x="99" y="39"/>
                      <a:pt x="96" y="39"/>
                      <a:pt x="96" y="39"/>
                    </a:cubicBezTo>
                    <a:cubicBezTo>
                      <a:pt x="96" y="36"/>
                      <a:pt x="96" y="33"/>
                      <a:pt x="93" y="33"/>
                    </a:cubicBezTo>
                    <a:cubicBezTo>
                      <a:pt x="93" y="33"/>
                      <a:pt x="90" y="30"/>
                      <a:pt x="93" y="27"/>
                    </a:cubicBezTo>
                    <a:cubicBezTo>
                      <a:pt x="96" y="24"/>
                      <a:pt x="93" y="18"/>
                      <a:pt x="93" y="15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3" y="15"/>
                      <a:pt x="93" y="15"/>
                      <a:pt x="93" y="15"/>
                    </a:cubicBezTo>
                    <a:cubicBezTo>
                      <a:pt x="93" y="12"/>
                      <a:pt x="90" y="9"/>
                      <a:pt x="87" y="9"/>
                    </a:cubicBezTo>
                    <a:cubicBezTo>
                      <a:pt x="81" y="9"/>
                      <a:pt x="87" y="6"/>
                      <a:pt x="87" y="3"/>
                    </a:cubicBezTo>
                    <a:cubicBezTo>
                      <a:pt x="84" y="0"/>
                      <a:pt x="81" y="6"/>
                      <a:pt x="78" y="6"/>
                    </a:cubicBezTo>
                    <a:cubicBezTo>
                      <a:pt x="72" y="6"/>
                      <a:pt x="69" y="12"/>
                      <a:pt x="63" y="12"/>
                    </a:cubicBezTo>
                    <a:cubicBezTo>
                      <a:pt x="60" y="15"/>
                      <a:pt x="57" y="12"/>
                      <a:pt x="57" y="9"/>
                    </a:cubicBezTo>
                    <a:cubicBezTo>
                      <a:pt x="60" y="6"/>
                      <a:pt x="57" y="6"/>
                      <a:pt x="54" y="6"/>
                    </a:cubicBezTo>
                    <a:cubicBezTo>
                      <a:pt x="51" y="9"/>
                      <a:pt x="45" y="6"/>
                      <a:pt x="45" y="3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39" y="0"/>
                      <a:pt x="36" y="0"/>
                      <a:pt x="30" y="0"/>
                    </a:cubicBezTo>
                    <a:cubicBezTo>
                      <a:pt x="33" y="0"/>
                      <a:pt x="33" y="3"/>
                      <a:pt x="33" y="6"/>
                    </a:cubicBezTo>
                    <a:cubicBezTo>
                      <a:pt x="30" y="9"/>
                      <a:pt x="33" y="9"/>
                      <a:pt x="36" y="15"/>
                    </a:cubicBezTo>
                    <a:cubicBezTo>
                      <a:pt x="39" y="18"/>
                      <a:pt x="30" y="15"/>
                      <a:pt x="30" y="18"/>
                    </a:cubicBezTo>
                    <a:cubicBezTo>
                      <a:pt x="30" y="21"/>
                      <a:pt x="24" y="18"/>
                      <a:pt x="24" y="18"/>
                    </a:cubicBezTo>
                    <a:cubicBezTo>
                      <a:pt x="21" y="18"/>
                      <a:pt x="15" y="18"/>
                      <a:pt x="15" y="18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15" y="24"/>
                      <a:pt x="15" y="27"/>
                      <a:pt x="15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3" name="Freeform 93">
                <a:extLst>
                  <a:ext uri="{FF2B5EF4-FFF2-40B4-BE49-F238E27FC236}">
                    <a16:creationId xmlns:a16="http://schemas.microsoft.com/office/drawing/2014/main" id="{C274E305-58C1-6470-5EC5-DF6B15778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1526" y="1390454"/>
                <a:ext cx="229803" cy="362277"/>
              </a:xfrm>
              <a:custGeom>
                <a:avLst/>
                <a:gdLst>
                  <a:gd name="T0" fmla="*/ 102 w 120"/>
                  <a:gd name="T1" fmla="*/ 156 h 189"/>
                  <a:gd name="T2" fmla="*/ 117 w 120"/>
                  <a:gd name="T3" fmla="*/ 141 h 189"/>
                  <a:gd name="T4" fmla="*/ 114 w 120"/>
                  <a:gd name="T5" fmla="*/ 132 h 189"/>
                  <a:gd name="T6" fmla="*/ 102 w 120"/>
                  <a:gd name="T7" fmla="*/ 120 h 189"/>
                  <a:gd name="T8" fmla="*/ 108 w 120"/>
                  <a:gd name="T9" fmla="*/ 114 h 189"/>
                  <a:gd name="T10" fmla="*/ 102 w 120"/>
                  <a:gd name="T11" fmla="*/ 108 h 189"/>
                  <a:gd name="T12" fmla="*/ 102 w 120"/>
                  <a:gd name="T13" fmla="*/ 102 h 189"/>
                  <a:gd name="T14" fmla="*/ 99 w 120"/>
                  <a:gd name="T15" fmla="*/ 99 h 189"/>
                  <a:gd name="T16" fmla="*/ 99 w 120"/>
                  <a:gd name="T17" fmla="*/ 96 h 189"/>
                  <a:gd name="T18" fmla="*/ 99 w 120"/>
                  <a:gd name="T19" fmla="*/ 87 h 189"/>
                  <a:gd name="T20" fmla="*/ 102 w 120"/>
                  <a:gd name="T21" fmla="*/ 81 h 189"/>
                  <a:gd name="T22" fmla="*/ 93 w 120"/>
                  <a:gd name="T23" fmla="*/ 63 h 189"/>
                  <a:gd name="T24" fmla="*/ 96 w 120"/>
                  <a:gd name="T25" fmla="*/ 57 h 189"/>
                  <a:gd name="T26" fmla="*/ 102 w 120"/>
                  <a:gd name="T27" fmla="*/ 48 h 189"/>
                  <a:gd name="T28" fmla="*/ 93 w 120"/>
                  <a:gd name="T29" fmla="*/ 42 h 189"/>
                  <a:gd name="T30" fmla="*/ 87 w 120"/>
                  <a:gd name="T31" fmla="*/ 36 h 189"/>
                  <a:gd name="T32" fmla="*/ 84 w 120"/>
                  <a:gd name="T33" fmla="*/ 30 h 189"/>
                  <a:gd name="T34" fmla="*/ 87 w 120"/>
                  <a:gd name="T35" fmla="*/ 24 h 189"/>
                  <a:gd name="T36" fmla="*/ 90 w 120"/>
                  <a:gd name="T37" fmla="*/ 21 h 189"/>
                  <a:gd name="T38" fmla="*/ 93 w 120"/>
                  <a:gd name="T39" fmla="*/ 18 h 189"/>
                  <a:gd name="T40" fmla="*/ 93 w 120"/>
                  <a:gd name="T41" fmla="*/ 9 h 189"/>
                  <a:gd name="T42" fmla="*/ 81 w 120"/>
                  <a:gd name="T43" fmla="*/ 3 h 189"/>
                  <a:gd name="T44" fmla="*/ 72 w 120"/>
                  <a:gd name="T45" fmla="*/ 3 h 189"/>
                  <a:gd name="T46" fmla="*/ 63 w 120"/>
                  <a:gd name="T47" fmla="*/ 6 h 189"/>
                  <a:gd name="T48" fmla="*/ 54 w 120"/>
                  <a:gd name="T49" fmla="*/ 12 h 189"/>
                  <a:gd name="T50" fmla="*/ 54 w 120"/>
                  <a:gd name="T51" fmla="*/ 21 h 189"/>
                  <a:gd name="T52" fmla="*/ 48 w 120"/>
                  <a:gd name="T53" fmla="*/ 30 h 189"/>
                  <a:gd name="T54" fmla="*/ 42 w 120"/>
                  <a:gd name="T55" fmla="*/ 27 h 189"/>
                  <a:gd name="T56" fmla="*/ 33 w 120"/>
                  <a:gd name="T57" fmla="*/ 27 h 189"/>
                  <a:gd name="T58" fmla="*/ 21 w 120"/>
                  <a:gd name="T59" fmla="*/ 27 h 189"/>
                  <a:gd name="T60" fmla="*/ 9 w 120"/>
                  <a:gd name="T61" fmla="*/ 18 h 189"/>
                  <a:gd name="T62" fmla="*/ 0 w 120"/>
                  <a:gd name="T63" fmla="*/ 21 h 189"/>
                  <a:gd name="T64" fmla="*/ 12 w 120"/>
                  <a:gd name="T65" fmla="*/ 30 h 189"/>
                  <a:gd name="T66" fmla="*/ 30 w 120"/>
                  <a:gd name="T67" fmla="*/ 42 h 189"/>
                  <a:gd name="T68" fmla="*/ 30 w 120"/>
                  <a:gd name="T69" fmla="*/ 51 h 189"/>
                  <a:gd name="T70" fmla="*/ 33 w 120"/>
                  <a:gd name="T71" fmla="*/ 63 h 189"/>
                  <a:gd name="T72" fmla="*/ 33 w 120"/>
                  <a:gd name="T73" fmla="*/ 72 h 189"/>
                  <a:gd name="T74" fmla="*/ 33 w 120"/>
                  <a:gd name="T75" fmla="*/ 78 h 189"/>
                  <a:gd name="T76" fmla="*/ 36 w 120"/>
                  <a:gd name="T77" fmla="*/ 84 h 189"/>
                  <a:gd name="T78" fmla="*/ 45 w 120"/>
                  <a:gd name="T79" fmla="*/ 87 h 189"/>
                  <a:gd name="T80" fmla="*/ 48 w 120"/>
                  <a:gd name="T81" fmla="*/ 96 h 189"/>
                  <a:gd name="T82" fmla="*/ 48 w 120"/>
                  <a:gd name="T83" fmla="*/ 99 h 189"/>
                  <a:gd name="T84" fmla="*/ 39 w 120"/>
                  <a:gd name="T85" fmla="*/ 105 h 189"/>
                  <a:gd name="T86" fmla="*/ 30 w 120"/>
                  <a:gd name="T87" fmla="*/ 117 h 189"/>
                  <a:gd name="T88" fmla="*/ 21 w 120"/>
                  <a:gd name="T89" fmla="*/ 120 h 189"/>
                  <a:gd name="T90" fmla="*/ 15 w 120"/>
                  <a:gd name="T91" fmla="*/ 126 h 189"/>
                  <a:gd name="T92" fmla="*/ 9 w 120"/>
                  <a:gd name="T93" fmla="*/ 132 h 189"/>
                  <a:gd name="T94" fmla="*/ 3 w 120"/>
                  <a:gd name="T95" fmla="*/ 138 h 189"/>
                  <a:gd name="T96" fmla="*/ 3 w 120"/>
                  <a:gd name="T97" fmla="*/ 144 h 189"/>
                  <a:gd name="T98" fmla="*/ 6 w 120"/>
                  <a:gd name="T99" fmla="*/ 153 h 189"/>
                  <a:gd name="T100" fmla="*/ 6 w 120"/>
                  <a:gd name="T101" fmla="*/ 165 h 189"/>
                  <a:gd name="T102" fmla="*/ 3 w 120"/>
                  <a:gd name="T103" fmla="*/ 177 h 189"/>
                  <a:gd name="T104" fmla="*/ 15 w 120"/>
                  <a:gd name="T105" fmla="*/ 180 h 189"/>
                  <a:gd name="T106" fmla="*/ 21 w 120"/>
                  <a:gd name="T107" fmla="*/ 186 h 189"/>
                  <a:gd name="T108" fmla="*/ 33 w 120"/>
                  <a:gd name="T109" fmla="*/ 186 h 189"/>
                  <a:gd name="T110" fmla="*/ 69 w 120"/>
                  <a:gd name="T111" fmla="*/ 180 h 189"/>
                  <a:gd name="T112" fmla="*/ 78 w 120"/>
                  <a:gd name="T113" fmla="*/ 177 h 189"/>
                  <a:gd name="T114" fmla="*/ 84 w 120"/>
                  <a:gd name="T115" fmla="*/ 171 h 189"/>
                  <a:gd name="T116" fmla="*/ 102 w 120"/>
                  <a:gd name="T117" fmla="*/ 156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0" h="189">
                    <a:moveTo>
                      <a:pt x="102" y="156"/>
                    </a:moveTo>
                    <a:cubicBezTo>
                      <a:pt x="105" y="150"/>
                      <a:pt x="117" y="147"/>
                      <a:pt x="117" y="141"/>
                    </a:cubicBezTo>
                    <a:cubicBezTo>
                      <a:pt x="120" y="138"/>
                      <a:pt x="120" y="138"/>
                      <a:pt x="114" y="132"/>
                    </a:cubicBezTo>
                    <a:cubicBezTo>
                      <a:pt x="111" y="126"/>
                      <a:pt x="102" y="123"/>
                      <a:pt x="102" y="120"/>
                    </a:cubicBezTo>
                    <a:cubicBezTo>
                      <a:pt x="99" y="120"/>
                      <a:pt x="108" y="117"/>
                      <a:pt x="108" y="114"/>
                    </a:cubicBezTo>
                    <a:cubicBezTo>
                      <a:pt x="108" y="111"/>
                      <a:pt x="102" y="111"/>
                      <a:pt x="102" y="108"/>
                    </a:cubicBezTo>
                    <a:cubicBezTo>
                      <a:pt x="99" y="105"/>
                      <a:pt x="105" y="105"/>
                      <a:pt x="102" y="102"/>
                    </a:cubicBezTo>
                    <a:cubicBezTo>
                      <a:pt x="102" y="102"/>
                      <a:pt x="99" y="102"/>
                      <a:pt x="99" y="99"/>
                    </a:cubicBezTo>
                    <a:cubicBezTo>
                      <a:pt x="96" y="99"/>
                      <a:pt x="102" y="99"/>
                      <a:pt x="99" y="96"/>
                    </a:cubicBezTo>
                    <a:cubicBezTo>
                      <a:pt x="99" y="93"/>
                      <a:pt x="96" y="90"/>
                      <a:pt x="99" y="87"/>
                    </a:cubicBezTo>
                    <a:cubicBezTo>
                      <a:pt x="102" y="84"/>
                      <a:pt x="105" y="87"/>
                      <a:pt x="102" y="81"/>
                    </a:cubicBezTo>
                    <a:cubicBezTo>
                      <a:pt x="99" y="75"/>
                      <a:pt x="93" y="66"/>
                      <a:pt x="93" y="63"/>
                    </a:cubicBezTo>
                    <a:cubicBezTo>
                      <a:pt x="90" y="63"/>
                      <a:pt x="93" y="60"/>
                      <a:pt x="96" y="57"/>
                    </a:cubicBezTo>
                    <a:cubicBezTo>
                      <a:pt x="96" y="57"/>
                      <a:pt x="102" y="51"/>
                      <a:pt x="102" y="48"/>
                    </a:cubicBezTo>
                    <a:cubicBezTo>
                      <a:pt x="102" y="48"/>
                      <a:pt x="96" y="42"/>
                      <a:pt x="93" y="42"/>
                    </a:cubicBezTo>
                    <a:cubicBezTo>
                      <a:pt x="93" y="39"/>
                      <a:pt x="90" y="39"/>
                      <a:pt x="87" y="36"/>
                    </a:cubicBezTo>
                    <a:cubicBezTo>
                      <a:pt x="84" y="33"/>
                      <a:pt x="84" y="33"/>
                      <a:pt x="84" y="30"/>
                    </a:cubicBezTo>
                    <a:cubicBezTo>
                      <a:pt x="87" y="27"/>
                      <a:pt x="87" y="27"/>
                      <a:pt x="87" y="24"/>
                    </a:cubicBezTo>
                    <a:cubicBezTo>
                      <a:pt x="87" y="21"/>
                      <a:pt x="90" y="24"/>
                      <a:pt x="90" y="21"/>
                    </a:cubicBezTo>
                    <a:cubicBezTo>
                      <a:pt x="93" y="18"/>
                      <a:pt x="93" y="18"/>
                      <a:pt x="93" y="18"/>
                    </a:cubicBezTo>
                    <a:cubicBezTo>
                      <a:pt x="93" y="15"/>
                      <a:pt x="93" y="12"/>
                      <a:pt x="93" y="9"/>
                    </a:cubicBezTo>
                    <a:cubicBezTo>
                      <a:pt x="93" y="6"/>
                      <a:pt x="84" y="6"/>
                      <a:pt x="81" y="3"/>
                    </a:cubicBezTo>
                    <a:cubicBezTo>
                      <a:pt x="81" y="0"/>
                      <a:pt x="75" y="0"/>
                      <a:pt x="72" y="3"/>
                    </a:cubicBezTo>
                    <a:cubicBezTo>
                      <a:pt x="72" y="6"/>
                      <a:pt x="63" y="3"/>
                      <a:pt x="63" y="6"/>
                    </a:cubicBezTo>
                    <a:cubicBezTo>
                      <a:pt x="63" y="9"/>
                      <a:pt x="54" y="9"/>
                      <a:pt x="54" y="12"/>
                    </a:cubicBezTo>
                    <a:cubicBezTo>
                      <a:pt x="54" y="15"/>
                      <a:pt x="57" y="24"/>
                      <a:pt x="54" y="21"/>
                    </a:cubicBezTo>
                    <a:cubicBezTo>
                      <a:pt x="48" y="21"/>
                      <a:pt x="51" y="24"/>
                      <a:pt x="48" y="30"/>
                    </a:cubicBezTo>
                    <a:cubicBezTo>
                      <a:pt x="45" y="33"/>
                      <a:pt x="45" y="27"/>
                      <a:pt x="42" y="27"/>
                    </a:cubicBezTo>
                    <a:cubicBezTo>
                      <a:pt x="39" y="27"/>
                      <a:pt x="33" y="24"/>
                      <a:pt x="33" y="27"/>
                    </a:cubicBezTo>
                    <a:cubicBezTo>
                      <a:pt x="30" y="30"/>
                      <a:pt x="27" y="27"/>
                      <a:pt x="21" y="27"/>
                    </a:cubicBezTo>
                    <a:cubicBezTo>
                      <a:pt x="15" y="24"/>
                      <a:pt x="12" y="18"/>
                      <a:pt x="9" y="18"/>
                    </a:cubicBezTo>
                    <a:cubicBezTo>
                      <a:pt x="6" y="18"/>
                      <a:pt x="3" y="18"/>
                      <a:pt x="0" y="21"/>
                    </a:cubicBezTo>
                    <a:cubicBezTo>
                      <a:pt x="6" y="24"/>
                      <a:pt x="9" y="30"/>
                      <a:pt x="12" y="30"/>
                    </a:cubicBezTo>
                    <a:cubicBezTo>
                      <a:pt x="18" y="33"/>
                      <a:pt x="30" y="36"/>
                      <a:pt x="30" y="42"/>
                    </a:cubicBezTo>
                    <a:cubicBezTo>
                      <a:pt x="30" y="45"/>
                      <a:pt x="27" y="51"/>
                      <a:pt x="30" y="51"/>
                    </a:cubicBezTo>
                    <a:cubicBezTo>
                      <a:pt x="33" y="54"/>
                      <a:pt x="30" y="60"/>
                      <a:pt x="33" y="63"/>
                    </a:cubicBezTo>
                    <a:cubicBezTo>
                      <a:pt x="36" y="63"/>
                      <a:pt x="33" y="72"/>
                      <a:pt x="33" y="72"/>
                    </a:cubicBezTo>
                    <a:cubicBezTo>
                      <a:pt x="30" y="72"/>
                      <a:pt x="33" y="75"/>
                      <a:pt x="33" y="78"/>
                    </a:cubicBezTo>
                    <a:cubicBezTo>
                      <a:pt x="36" y="78"/>
                      <a:pt x="36" y="81"/>
                      <a:pt x="36" y="84"/>
                    </a:cubicBezTo>
                    <a:cubicBezTo>
                      <a:pt x="39" y="84"/>
                      <a:pt x="42" y="84"/>
                      <a:pt x="45" y="87"/>
                    </a:cubicBezTo>
                    <a:cubicBezTo>
                      <a:pt x="48" y="90"/>
                      <a:pt x="48" y="93"/>
                      <a:pt x="48" y="96"/>
                    </a:cubicBezTo>
                    <a:cubicBezTo>
                      <a:pt x="48" y="99"/>
                      <a:pt x="48" y="102"/>
                      <a:pt x="48" y="99"/>
                    </a:cubicBezTo>
                    <a:cubicBezTo>
                      <a:pt x="45" y="99"/>
                      <a:pt x="42" y="99"/>
                      <a:pt x="39" y="105"/>
                    </a:cubicBezTo>
                    <a:cubicBezTo>
                      <a:pt x="39" y="108"/>
                      <a:pt x="33" y="114"/>
                      <a:pt x="30" y="117"/>
                    </a:cubicBezTo>
                    <a:cubicBezTo>
                      <a:pt x="24" y="117"/>
                      <a:pt x="24" y="120"/>
                      <a:pt x="21" y="120"/>
                    </a:cubicBezTo>
                    <a:cubicBezTo>
                      <a:pt x="18" y="123"/>
                      <a:pt x="15" y="123"/>
                      <a:pt x="15" y="126"/>
                    </a:cubicBezTo>
                    <a:cubicBezTo>
                      <a:pt x="15" y="132"/>
                      <a:pt x="12" y="132"/>
                      <a:pt x="9" y="132"/>
                    </a:cubicBezTo>
                    <a:cubicBezTo>
                      <a:pt x="6" y="132"/>
                      <a:pt x="6" y="138"/>
                      <a:pt x="3" y="138"/>
                    </a:cubicBezTo>
                    <a:cubicBezTo>
                      <a:pt x="0" y="141"/>
                      <a:pt x="0" y="141"/>
                      <a:pt x="3" y="144"/>
                    </a:cubicBezTo>
                    <a:cubicBezTo>
                      <a:pt x="6" y="147"/>
                      <a:pt x="3" y="150"/>
                      <a:pt x="6" y="153"/>
                    </a:cubicBezTo>
                    <a:cubicBezTo>
                      <a:pt x="6" y="156"/>
                      <a:pt x="9" y="159"/>
                      <a:pt x="6" y="165"/>
                    </a:cubicBezTo>
                    <a:cubicBezTo>
                      <a:pt x="3" y="171"/>
                      <a:pt x="3" y="177"/>
                      <a:pt x="3" y="177"/>
                    </a:cubicBezTo>
                    <a:cubicBezTo>
                      <a:pt x="6" y="177"/>
                      <a:pt x="12" y="180"/>
                      <a:pt x="15" y="180"/>
                    </a:cubicBezTo>
                    <a:cubicBezTo>
                      <a:pt x="18" y="180"/>
                      <a:pt x="18" y="186"/>
                      <a:pt x="21" y="186"/>
                    </a:cubicBezTo>
                    <a:cubicBezTo>
                      <a:pt x="24" y="183"/>
                      <a:pt x="24" y="189"/>
                      <a:pt x="33" y="186"/>
                    </a:cubicBezTo>
                    <a:cubicBezTo>
                      <a:pt x="42" y="186"/>
                      <a:pt x="60" y="180"/>
                      <a:pt x="69" y="180"/>
                    </a:cubicBezTo>
                    <a:cubicBezTo>
                      <a:pt x="72" y="180"/>
                      <a:pt x="75" y="180"/>
                      <a:pt x="78" y="177"/>
                    </a:cubicBezTo>
                    <a:cubicBezTo>
                      <a:pt x="81" y="177"/>
                      <a:pt x="81" y="174"/>
                      <a:pt x="84" y="171"/>
                    </a:cubicBezTo>
                    <a:cubicBezTo>
                      <a:pt x="90" y="168"/>
                      <a:pt x="99" y="162"/>
                      <a:pt x="102" y="1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4" name="Freeform 94">
                <a:extLst>
                  <a:ext uri="{FF2B5EF4-FFF2-40B4-BE49-F238E27FC236}">
                    <a16:creationId xmlns:a16="http://schemas.microsoft.com/office/drawing/2014/main" id="{3EA8B521-7D5E-E771-2936-F65F72BEC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862" y="2523245"/>
                <a:ext cx="454198" cy="362277"/>
              </a:xfrm>
              <a:custGeom>
                <a:avLst/>
                <a:gdLst>
                  <a:gd name="T0" fmla="*/ 141 w 237"/>
                  <a:gd name="T1" fmla="*/ 39 h 189"/>
                  <a:gd name="T2" fmla="*/ 120 w 237"/>
                  <a:gd name="T3" fmla="*/ 36 h 189"/>
                  <a:gd name="T4" fmla="*/ 108 w 237"/>
                  <a:gd name="T5" fmla="*/ 33 h 189"/>
                  <a:gd name="T6" fmla="*/ 81 w 237"/>
                  <a:gd name="T7" fmla="*/ 12 h 189"/>
                  <a:gd name="T8" fmla="*/ 57 w 237"/>
                  <a:gd name="T9" fmla="*/ 0 h 189"/>
                  <a:gd name="T10" fmla="*/ 48 w 237"/>
                  <a:gd name="T11" fmla="*/ 0 h 189"/>
                  <a:gd name="T12" fmla="*/ 39 w 237"/>
                  <a:gd name="T13" fmla="*/ 3 h 189"/>
                  <a:gd name="T14" fmla="*/ 27 w 237"/>
                  <a:gd name="T15" fmla="*/ 9 h 189"/>
                  <a:gd name="T16" fmla="*/ 36 w 237"/>
                  <a:gd name="T17" fmla="*/ 21 h 189"/>
                  <a:gd name="T18" fmla="*/ 27 w 237"/>
                  <a:gd name="T19" fmla="*/ 24 h 189"/>
                  <a:gd name="T20" fmla="*/ 21 w 237"/>
                  <a:gd name="T21" fmla="*/ 27 h 189"/>
                  <a:gd name="T22" fmla="*/ 12 w 237"/>
                  <a:gd name="T23" fmla="*/ 36 h 189"/>
                  <a:gd name="T24" fmla="*/ 0 w 237"/>
                  <a:gd name="T25" fmla="*/ 30 h 189"/>
                  <a:gd name="T26" fmla="*/ 0 w 237"/>
                  <a:gd name="T27" fmla="*/ 33 h 189"/>
                  <a:gd name="T28" fmla="*/ 0 w 237"/>
                  <a:gd name="T29" fmla="*/ 36 h 189"/>
                  <a:gd name="T30" fmla="*/ 0 w 237"/>
                  <a:gd name="T31" fmla="*/ 48 h 189"/>
                  <a:gd name="T32" fmla="*/ 9 w 237"/>
                  <a:gd name="T33" fmla="*/ 60 h 189"/>
                  <a:gd name="T34" fmla="*/ 27 w 237"/>
                  <a:gd name="T35" fmla="*/ 87 h 189"/>
                  <a:gd name="T36" fmla="*/ 36 w 237"/>
                  <a:gd name="T37" fmla="*/ 99 h 189"/>
                  <a:gd name="T38" fmla="*/ 45 w 237"/>
                  <a:gd name="T39" fmla="*/ 111 h 189"/>
                  <a:gd name="T40" fmla="*/ 48 w 237"/>
                  <a:gd name="T41" fmla="*/ 123 h 189"/>
                  <a:gd name="T42" fmla="*/ 57 w 237"/>
                  <a:gd name="T43" fmla="*/ 141 h 189"/>
                  <a:gd name="T44" fmla="*/ 72 w 237"/>
                  <a:gd name="T45" fmla="*/ 156 h 189"/>
                  <a:gd name="T46" fmla="*/ 81 w 237"/>
                  <a:gd name="T47" fmla="*/ 174 h 189"/>
                  <a:gd name="T48" fmla="*/ 84 w 237"/>
                  <a:gd name="T49" fmla="*/ 183 h 189"/>
                  <a:gd name="T50" fmla="*/ 87 w 237"/>
                  <a:gd name="T51" fmla="*/ 189 h 189"/>
                  <a:gd name="T52" fmla="*/ 93 w 237"/>
                  <a:gd name="T53" fmla="*/ 186 h 189"/>
                  <a:gd name="T54" fmla="*/ 93 w 237"/>
                  <a:gd name="T55" fmla="*/ 180 h 189"/>
                  <a:gd name="T56" fmla="*/ 99 w 237"/>
                  <a:gd name="T57" fmla="*/ 177 h 189"/>
                  <a:gd name="T58" fmla="*/ 108 w 237"/>
                  <a:gd name="T59" fmla="*/ 177 h 189"/>
                  <a:gd name="T60" fmla="*/ 120 w 237"/>
                  <a:gd name="T61" fmla="*/ 180 h 189"/>
                  <a:gd name="T62" fmla="*/ 135 w 237"/>
                  <a:gd name="T63" fmla="*/ 180 h 189"/>
                  <a:gd name="T64" fmla="*/ 144 w 237"/>
                  <a:gd name="T65" fmla="*/ 180 h 189"/>
                  <a:gd name="T66" fmla="*/ 162 w 237"/>
                  <a:gd name="T67" fmla="*/ 162 h 189"/>
                  <a:gd name="T68" fmla="*/ 183 w 237"/>
                  <a:gd name="T69" fmla="*/ 162 h 189"/>
                  <a:gd name="T70" fmla="*/ 228 w 237"/>
                  <a:gd name="T71" fmla="*/ 147 h 189"/>
                  <a:gd name="T72" fmla="*/ 237 w 237"/>
                  <a:gd name="T73" fmla="*/ 123 h 189"/>
                  <a:gd name="T74" fmla="*/ 231 w 237"/>
                  <a:gd name="T75" fmla="*/ 117 h 189"/>
                  <a:gd name="T76" fmla="*/ 204 w 237"/>
                  <a:gd name="T77" fmla="*/ 111 h 189"/>
                  <a:gd name="T78" fmla="*/ 195 w 237"/>
                  <a:gd name="T79" fmla="*/ 99 h 189"/>
                  <a:gd name="T80" fmla="*/ 189 w 237"/>
                  <a:gd name="T81" fmla="*/ 93 h 189"/>
                  <a:gd name="T82" fmla="*/ 180 w 237"/>
                  <a:gd name="T83" fmla="*/ 87 h 189"/>
                  <a:gd name="T84" fmla="*/ 174 w 237"/>
                  <a:gd name="T85" fmla="*/ 75 h 189"/>
                  <a:gd name="T86" fmla="*/ 168 w 237"/>
                  <a:gd name="T87" fmla="*/ 63 h 189"/>
                  <a:gd name="T88" fmla="*/ 156 w 237"/>
                  <a:gd name="T89" fmla="*/ 48 h 189"/>
                  <a:gd name="T90" fmla="*/ 156 w 237"/>
                  <a:gd name="T91" fmla="*/ 45 h 189"/>
                  <a:gd name="T92" fmla="*/ 147 w 237"/>
                  <a:gd name="T93" fmla="*/ 45 h 189"/>
                  <a:gd name="T94" fmla="*/ 141 w 237"/>
                  <a:gd name="T95" fmla="*/ 3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37" h="189">
                    <a:moveTo>
                      <a:pt x="141" y="39"/>
                    </a:moveTo>
                    <a:cubicBezTo>
                      <a:pt x="141" y="39"/>
                      <a:pt x="123" y="36"/>
                      <a:pt x="120" y="36"/>
                    </a:cubicBezTo>
                    <a:cubicBezTo>
                      <a:pt x="120" y="36"/>
                      <a:pt x="111" y="36"/>
                      <a:pt x="108" y="33"/>
                    </a:cubicBezTo>
                    <a:cubicBezTo>
                      <a:pt x="105" y="30"/>
                      <a:pt x="84" y="15"/>
                      <a:pt x="81" y="12"/>
                    </a:cubicBezTo>
                    <a:cubicBezTo>
                      <a:pt x="78" y="9"/>
                      <a:pt x="63" y="0"/>
                      <a:pt x="57" y="0"/>
                    </a:cubicBezTo>
                    <a:cubicBezTo>
                      <a:pt x="54" y="0"/>
                      <a:pt x="54" y="0"/>
                      <a:pt x="48" y="0"/>
                    </a:cubicBezTo>
                    <a:cubicBezTo>
                      <a:pt x="45" y="0"/>
                      <a:pt x="45" y="3"/>
                      <a:pt x="39" y="3"/>
                    </a:cubicBezTo>
                    <a:cubicBezTo>
                      <a:pt x="30" y="3"/>
                      <a:pt x="24" y="9"/>
                      <a:pt x="27" y="9"/>
                    </a:cubicBezTo>
                    <a:cubicBezTo>
                      <a:pt x="30" y="12"/>
                      <a:pt x="39" y="18"/>
                      <a:pt x="36" y="21"/>
                    </a:cubicBezTo>
                    <a:cubicBezTo>
                      <a:pt x="33" y="21"/>
                      <a:pt x="33" y="24"/>
                      <a:pt x="27" y="24"/>
                    </a:cubicBezTo>
                    <a:cubicBezTo>
                      <a:pt x="24" y="24"/>
                      <a:pt x="21" y="27"/>
                      <a:pt x="21" y="27"/>
                    </a:cubicBezTo>
                    <a:cubicBezTo>
                      <a:pt x="21" y="30"/>
                      <a:pt x="15" y="36"/>
                      <a:pt x="12" y="36"/>
                    </a:cubicBezTo>
                    <a:cubicBezTo>
                      <a:pt x="9" y="36"/>
                      <a:pt x="6" y="33"/>
                      <a:pt x="0" y="30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9"/>
                      <a:pt x="0" y="48"/>
                      <a:pt x="0" y="48"/>
                    </a:cubicBezTo>
                    <a:cubicBezTo>
                      <a:pt x="3" y="51"/>
                      <a:pt x="6" y="54"/>
                      <a:pt x="9" y="60"/>
                    </a:cubicBezTo>
                    <a:cubicBezTo>
                      <a:pt x="15" y="66"/>
                      <a:pt x="27" y="81"/>
                      <a:pt x="27" y="87"/>
                    </a:cubicBezTo>
                    <a:cubicBezTo>
                      <a:pt x="27" y="90"/>
                      <a:pt x="30" y="93"/>
                      <a:pt x="36" y="99"/>
                    </a:cubicBezTo>
                    <a:cubicBezTo>
                      <a:pt x="42" y="102"/>
                      <a:pt x="42" y="108"/>
                      <a:pt x="45" y="111"/>
                    </a:cubicBezTo>
                    <a:cubicBezTo>
                      <a:pt x="48" y="114"/>
                      <a:pt x="48" y="117"/>
                      <a:pt x="48" y="123"/>
                    </a:cubicBezTo>
                    <a:cubicBezTo>
                      <a:pt x="48" y="129"/>
                      <a:pt x="51" y="138"/>
                      <a:pt x="57" y="141"/>
                    </a:cubicBezTo>
                    <a:cubicBezTo>
                      <a:pt x="63" y="147"/>
                      <a:pt x="69" y="150"/>
                      <a:pt x="72" y="156"/>
                    </a:cubicBezTo>
                    <a:cubicBezTo>
                      <a:pt x="72" y="165"/>
                      <a:pt x="78" y="171"/>
                      <a:pt x="81" y="174"/>
                    </a:cubicBezTo>
                    <a:cubicBezTo>
                      <a:pt x="84" y="177"/>
                      <a:pt x="84" y="180"/>
                      <a:pt x="84" y="183"/>
                    </a:cubicBezTo>
                    <a:cubicBezTo>
                      <a:pt x="87" y="183"/>
                      <a:pt x="87" y="186"/>
                      <a:pt x="87" y="189"/>
                    </a:cubicBezTo>
                    <a:cubicBezTo>
                      <a:pt x="90" y="189"/>
                      <a:pt x="93" y="186"/>
                      <a:pt x="93" y="186"/>
                    </a:cubicBezTo>
                    <a:cubicBezTo>
                      <a:pt x="93" y="186"/>
                      <a:pt x="93" y="183"/>
                      <a:pt x="93" y="180"/>
                    </a:cubicBezTo>
                    <a:cubicBezTo>
                      <a:pt x="93" y="180"/>
                      <a:pt x="96" y="177"/>
                      <a:pt x="99" y="177"/>
                    </a:cubicBezTo>
                    <a:cubicBezTo>
                      <a:pt x="99" y="177"/>
                      <a:pt x="102" y="177"/>
                      <a:pt x="108" y="177"/>
                    </a:cubicBezTo>
                    <a:cubicBezTo>
                      <a:pt x="111" y="177"/>
                      <a:pt x="120" y="177"/>
                      <a:pt x="120" y="180"/>
                    </a:cubicBezTo>
                    <a:cubicBezTo>
                      <a:pt x="120" y="180"/>
                      <a:pt x="132" y="180"/>
                      <a:pt x="135" y="180"/>
                    </a:cubicBezTo>
                    <a:cubicBezTo>
                      <a:pt x="138" y="183"/>
                      <a:pt x="141" y="183"/>
                      <a:pt x="144" y="180"/>
                    </a:cubicBezTo>
                    <a:cubicBezTo>
                      <a:pt x="147" y="174"/>
                      <a:pt x="159" y="165"/>
                      <a:pt x="162" y="162"/>
                    </a:cubicBezTo>
                    <a:cubicBezTo>
                      <a:pt x="162" y="162"/>
                      <a:pt x="177" y="162"/>
                      <a:pt x="183" y="162"/>
                    </a:cubicBezTo>
                    <a:cubicBezTo>
                      <a:pt x="189" y="162"/>
                      <a:pt x="228" y="150"/>
                      <a:pt x="228" y="147"/>
                    </a:cubicBezTo>
                    <a:cubicBezTo>
                      <a:pt x="231" y="147"/>
                      <a:pt x="237" y="126"/>
                      <a:pt x="237" y="123"/>
                    </a:cubicBezTo>
                    <a:cubicBezTo>
                      <a:pt x="237" y="120"/>
                      <a:pt x="234" y="114"/>
                      <a:pt x="231" y="117"/>
                    </a:cubicBezTo>
                    <a:cubicBezTo>
                      <a:pt x="228" y="117"/>
                      <a:pt x="204" y="114"/>
                      <a:pt x="204" y="111"/>
                    </a:cubicBezTo>
                    <a:cubicBezTo>
                      <a:pt x="201" y="111"/>
                      <a:pt x="195" y="108"/>
                      <a:pt x="195" y="99"/>
                    </a:cubicBezTo>
                    <a:cubicBezTo>
                      <a:pt x="192" y="99"/>
                      <a:pt x="189" y="96"/>
                      <a:pt x="189" y="93"/>
                    </a:cubicBezTo>
                    <a:cubicBezTo>
                      <a:pt x="186" y="93"/>
                      <a:pt x="183" y="93"/>
                      <a:pt x="180" y="87"/>
                    </a:cubicBezTo>
                    <a:cubicBezTo>
                      <a:pt x="177" y="84"/>
                      <a:pt x="171" y="78"/>
                      <a:pt x="174" y="75"/>
                    </a:cubicBezTo>
                    <a:cubicBezTo>
                      <a:pt x="177" y="72"/>
                      <a:pt x="174" y="66"/>
                      <a:pt x="168" y="63"/>
                    </a:cubicBezTo>
                    <a:cubicBezTo>
                      <a:pt x="165" y="60"/>
                      <a:pt x="159" y="54"/>
                      <a:pt x="156" y="48"/>
                    </a:cubicBezTo>
                    <a:cubicBezTo>
                      <a:pt x="156" y="45"/>
                      <a:pt x="156" y="45"/>
                      <a:pt x="156" y="45"/>
                    </a:cubicBezTo>
                    <a:cubicBezTo>
                      <a:pt x="147" y="45"/>
                      <a:pt x="147" y="45"/>
                      <a:pt x="147" y="45"/>
                    </a:cubicBezTo>
                    <a:lnTo>
                      <a:pt x="141" y="39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5" name="Freeform 95">
                <a:extLst>
                  <a:ext uri="{FF2B5EF4-FFF2-40B4-BE49-F238E27FC236}">
                    <a16:creationId xmlns:a16="http://schemas.microsoft.com/office/drawing/2014/main" id="{045D58A1-B684-1CFB-C57C-73ACD1CD2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7954" y="2689514"/>
                <a:ext cx="173028" cy="189249"/>
              </a:xfrm>
              <a:custGeom>
                <a:avLst/>
                <a:gdLst>
                  <a:gd name="T0" fmla="*/ 45 w 90"/>
                  <a:gd name="T1" fmla="*/ 3 h 99"/>
                  <a:gd name="T2" fmla="*/ 45 w 90"/>
                  <a:gd name="T3" fmla="*/ 9 h 99"/>
                  <a:gd name="T4" fmla="*/ 36 w 90"/>
                  <a:gd name="T5" fmla="*/ 18 h 99"/>
                  <a:gd name="T6" fmla="*/ 33 w 90"/>
                  <a:gd name="T7" fmla="*/ 30 h 99"/>
                  <a:gd name="T8" fmla="*/ 36 w 90"/>
                  <a:gd name="T9" fmla="*/ 30 h 99"/>
                  <a:gd name="T10" fmla="*/ 42 w 90"/>
                  <a:gd name="T11" fmla="*/ 36 h 99"/>
                  <a:gd name="T12" fmla="*/ 33 w 90"/>
                  <a:gd name="T13" fmla="*/ 60 h 99"/>
                  <a:gd name="T14" fmla="*/ 0 w 90"/>
                  <a:gd name="T15" fmla="*/ 72 h 99"/>
                  <a:gd name="T16" fmla="*/ 12 w 90"/>
                  <a:gd name="T17" fmla="*/ 99 h 99"/>
                  <a:gd name="T18" fmla="*/ 15 w 90"/>
                  <a:gd name="T19" fmla="*/ 99 h 99"/>
                  <a:gd name="T20" fmla="*/ 33 w 90"/>
                  <a:gd name="T21" fmla="*/ 96 h 99"/>
                  <a:gd name="T22" fmla="*/ 39 w 90"/>
                  <a:gd name="T23" fmla="*/ 87 h 99"/>
                  <a:gd name="T24" fmla="*/ 51 w 90"/>
                  <a:gd name="T25" fmla="*/ 84 h 99"/>
                  <a:gd name="T26" fmla="*/ 57 w 90"/>
                  <a:gd name="T27" fmla="*/ 75 h 99"/>
                  <a:gd name="T28" fmla="*/ 66 w 90"/>
                  <a:gd name="T29" fmla="*/ 72 h 99"/>
                  <a:gd name="T30" fmla="*/ 69 w 90"/>
                  <a:gd name="T31" fmla="*/ 57 h 99"/>
                  <a:gd name="T32" fmla="*/ 78 w 90"/>
                  <a:gd name="T33" fmla="*/ 51 h 99"/>
                  <a:gd name="T34" fmla="*/ 87 w 90"/>
                  <a:gd name="T35" fmla="*/ 36 h 99"/>
                  <a:gd name="T36" fmla="*/ 87 w 90"/>
                  <a:gd name="T37" fmla="*/ 30 h 99"/>
                  <a:gd name="T38" fmla="*/ 78 w 90"/>
                  <a:gd name="T39" fmla="*/ 18 h 99"/>
                  <a:gd name="T40" fmla="*/ 60 w 90"/>
                  <a:gd name="T41" fmla="*/ 12 h 99"/>
                  <a:gd name="T42" fmla="*/ 54 w 90"/>
                  <a:gd name="T43" fmla="*/ 0 h 99"/>
                  <a:gd name="T44" fmla="*/ 48 w 90"/>
                  <a:gd name="T45" fmla="*/ 3 h 99"/>
                  <a:gd name="T46" fmla="*/ 45 w 90"/>
                  <a:gd name="T47" fmla="*/ 3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90" h="99">
                    <a:moveTo>
                      <a:pt x="45" y="3"/>
                    </a:moveTo>
                    <a:cubicBezTo>
                      <a:pt x="45" y="9"/>
                      <a:pt x="45" y="9"/>
                      <a:pt x="45" y="9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9" y="27"/>
                      <a:pt x="42" y="33"/>
                      <a:pt x="42" y="36"/>
                    </a:cubicBezTo>
                    <a:cubicBezTo>
                      <a:pt x="42" y="39"/>
                      <a:pt x="36" y="60"/>
                      <a:pt x="33" y="60"/>
                    </a:cubicBezTo>
                    <a:cubicBezTo>
                      <a:pt x="33" y="60"/>
                      <a:pt x="12" y="69"/>
                      <a:pt x="0" y="72"/>
                    </a:cubicBezTo>
                    <a:cubicBezTo>
                      <a:pt x="3" y="78"/>
                      <a:pt x="9" y="90"/>
                      <a:pt x="12" y="99"/>
                    </a:cubicBezTo>
                    <a:cubicBezTo>
                      <a:pt x="15" y="99"/>
                      <a:pt x="15" y="99"/>
                      <a:pt x="15" y="99"/>
                    </a:cubicBezTo>
                    <a:cubicBezTo>
                      <a:pt x="21" y="96"/>
                      <a:pt x="30" y="96"/>
                      <a:pt x="33" y="96"/>
                    </a:cubicBezTo>
                    <a:cubicBezTo>
                      <a:pt x="39" y="96"/>
                      <a:pt x="36" y="90"/>
                      <a:pt x="39" y="87"/>
                    </a:cubicBezTo>
                    <a:cubicBezTo>
                      <a:pt x="42" y="84"/>
                      <a:pt x="48" y="87"/>
                      <a:pt x="51" y="84"/>
                    </a:cubicBezTo>
                    <a:cubicBezTo>
                      <a:pt x="54" y="84"/>
                      <a:pt x="54" y="75"/>
                      <a:pt x="57" y="75"/>
                    </a:cubicBezTo>
                    <a:cubicBezTo>
                      <a:pt x="63" y="72"/>
                      <a:pt x="66" y="75"/>
                      <a:pt x="66" y="72"/>
                    </a:cubicBezTo>
                    <a:cubicBezTo>
                      <a:pt x="66" y="69"/>
                      <a:pt x="66" y="57"/>
                      <a:pt x="69" y="57"/>
                    </a:cubicBezTo>
                    <a:cubicBezTo>
                      <a:pt x="72" y="54"/>
                      <a:pt x="78" y="51"/>
                      <a:pt x="78" y="51"/>
                    </a:cubicBezTo>
                    <a:cubicBezTo>
                      <a:pt x="78" y="48"/>
                      <a:pt x="87" y="39"/>
                      <a:pt x="87" y="36"/>
                    </a:cubicBezTo>
                    <a:cubicBezTo>
                      <a:pt x="90" y="33"/>
                      <a:pt x="90" y="30"/>
                      <a:pt x="87" y="30"/>
                    </a:cubicBezTo>
                    <a:cubicBezTo>
                      <a:pt x="84" y="30"/>
                      <a:pt x="78" y="21"/>
                      <a:pt x="78" y="18"/>
                    </a:cubicBezTo>
                    <a:cubicBezTo>
                      <a:pt x="75" y="15"/>
                      <a:pt x="66" y="18"/>
                      <a:pt x="60" y="12"/>
                    </a:cubicBezTo>
                    <a:cubicBezTo>
                      <a:pt x="57" y="9"/>
                      <a:pt x="54" y="3"/>
                      <a:pt x="54" y="0"/>
                    </a:cubicBezTo>
                    <a:cubicBezTo>
                      <a:pt x="48" y="3"/>
                      <a:pt x="48" y="3"/>
                      <a:pt x="48" y="3"/>
                    </a:cubicBezTo>
                    <a:lnTo>
                      <a:pt x="45" y="3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6" name="Freeform 96">
                <a:extLst>
                  <a:ext uri="{FF2B5EF4-FFF2-40B4-BE49-F238E27FC236}">
                    <a16:creationId xmlns:a16="http://schemas.microsoft.com/office/drawing/2014/main" id="{2859E29C-9D08-1C13-51B0-E0447E3DA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9566" y="2666534"/>
                <a:ext cx="22980" cy="35146"/>
              </a:xfrm>
              <a:custGeom>
                <a:avLst/>
                <a:gdLst>
                  <a:gd name="T0" fmla="*/ 9 w 12"/>
                  <a:gd name="T1" fmla="*/ 18 h 18"/>
                  <a:gd name="T2" fmla="*/ 9 w 12"/>
                  <a:gd name="T3" fmla="*/ 15 h 18"/>
                  <a:gd name="T4" fmla="*/ 9 w 12"/>
                  <a:gd name="T5" fmla="*/ 0 h 18"/>
                  <a:gd name="T6" fmla="*/ 0 w 12"/>
                  <a:gd name="T7" fmla="*/ 12 h 18"/>
                  <a:gd name="T8" fmla="*/ 0 w 12"/>
                  <a:gd name="T9" fmla="*/ 12 h 18"/>
                  <a:gd name="T10" fmla="*/ 9 w 12"/>
                  <a:gd name="T11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18">
                    <a:moveTo>
                      <a:pt x="9" y="18"/>
                    </a:moveTo>
                    <a:cubicBezTo>
                      <a:pt x="9" y="15"/>
                      <a:pt x="9" y="15"/>
                      <a:pt x="9" y="15"/>
                    </a:cubicBezTo>
                    <a:cubicBezTo>
                      <a:pt x="12" y="12"/>
                      <a:pt x="12" y="3"/>
                      <a:pt x="9" y="0"/>
                    </a:cubicBezTo>
                    <a:cubicBezTo>
                      <a:pt x="3" y="0"/>
                      <a:pt x="0" y="9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18"/>
                      <a:pt x="6" y="18"/>
                      <a:pt x="9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7" name="Freeform 97">
                <a:extLst>
                  <a:ext uri="{FF2B5EF4-FFF2-40B4-BE49-F238E27FC236}">
                    <a16:creationId xmlns:a16="http://schemas.microsoft.com/office/drawing/2014/main" id="{C8415506-3C9E-4893-664F-3A49CEA78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7954" y="2661127"/>
                <a:ext cx="104087" cy="86514"/>
              </a:xfrm>
              <a:custGeom>
                <a:avLst/>
                <a:gdLst>
                  <a:gd name="T0" fmla="*/ 9 w 54"/>
                  <a:gd name="T1" fmla="*/ 39 h 45"/>
                  <a:gd name="T2" fmla="*/ 33 w 54"/>
                  <a:gd name="T3" fmla="*/ 45 h 45"/>
                  <a:gd name="T4" fmla="*/ 36 w 54"/>
                  <a:gd name="T5" fmla="*/ 33 h 45"/>
                  <a:gd name="T6" fmla="*/ 45 w 54"/>
                  <a:gd name="T7" fmla="*/ 24 h 45"/>
                  <a:gd name="T8" fmla="*/ 45 w 54"/>
                  <a:gd name="T9" fmla="*/ 18 h 45"/>
                  <a:gd name="T10" fmla="*/ 48 w 54"/>
                  <a:gd name="T11" fmla="*/ 18 h 45"/>
                  <a:gd name="T12" fmla="*/ 54 w 54"/>
                  <a:gd name="T13" fmla="*/ 15 h 45"/>
                  <a:gd name="T14" fmla="*/ 51 w 54"/>
                  <a:gd name="T15" fmla="*/ 0 h 45"/>
                  <a:gd name="T16" fmla="*/ 36 w 54"/>
                  <a:gd name="T17" fmla="*/ 15 h 45"/>
                  <a:gd name="T18" fmla="*/ 15 w 54"/>
                  <a:gd name="T19" fmla="*/ 27 h 45"/>
                  <a:gd name="T20" fmla="*/ 0 w 54"/>
                  <a:gd name="T21" fmla="*/ 30 h 45"/>
                  <a:gd name="T22" fmla="*/ 0 w 54"/>
                  <a:gd name="T23" fmla="*/ 27 h 45"/>
                  <a:gd name="T24" fmla="*/ 9 w 54"/>
                  <a:gd name="T25" fmla="*/ 3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" h="45">
                    <a:moveTo>
                      <a:pt x="9" y="39"/>
                    </a:moveTo>
                    <a:cubicBezTo>
                      <a:pt x="9" y="42"/>
                      <a:pt x="27" y="42"/>
                      <a:pt x="33" y="45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54" y="15"/>
                      <a:pt x="54" y="15"/>
                      <a:pt x="54" y="15"/>
                    </a:cubicBezTo>
                    <a:cubicBezTo>
                      <a:pt x="51" y="6"/>
                      <a:pt x="51" y="0"/>
                      <a:pt x="51" y="0"/>
                    </a:cubicBezTo>
                    <a:cubicBezTo>
                      <a:pt x="48" y="0"/>
                      <a:pt x="39" y="9"/>
                      <a:pt x="36" y="15"/>
                    </a:cubicBezTo>
                    <a:cubicBezTo>
                      <a:pt x="33" y="21"/>
                      <a:pt x="24" y="27"/>
                      <a:pt x="15" y="27"/>
                    </a:cubicBezTo>
                    <a:cubicBezTo>
                      <a:pt x="6" y="24"/>
                      <a:pt x="3" y="27"/>
                      <a:pt x="0" y="30"/>
                    </a:cubicBezTo>
                    <a:cubicBezTo>
                      <a:pt x="0" y="30"/>
                      <a:pt x="0" y="30"/>
                      <a:pt x="0" y="27"/>
                    </a:cubicBezTo>
                    <a:cubicBezTo>
                      <a:pt x="0" y="36"/>
                      <a:pt x="6" y="39"/>
                      <a:pt x="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8" name="Freeform 98">
                <a:extLst>
                  <a:ext uri="{FF2B5EF4-FFF2-40B4-BE49-F238E27FC236}">
                    <a16:creationId xmlns:a16="http://schemas.microsoft.com/office/drawing/2014/main" id="{59A22263-4D7C-5AF3-4E9F-7CB087E758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65844" y="3103159"/>
                <a:ext cx="419052" cy="132474"/>
              </a:xfrm>
              <a:custGeom>
                <a:avLst/>
                <a:gdLst>
                  <a:gd name="T0" fmla="*/ 39 w 219"/>
                  <a:gd name="T1" fmla="*/ 24 h 69"/>
                  <a:gd name="T2" fmla="*/ 33 w 219"/>
                  <a:gd name="T3" fmla="*/ 12 h 69"/>
                  <a:gd name="T4" fmla="*/ 27 w 219"/>
                  <a:gd name="T5" fmla="*/ 6 h 69"/>
                  <a:gd name="T6" fmla="*/ 24 w 219"/>
                  <a:gd name="T7" fmla="*/ 6 h 69"/>
                  <a:gd name="T8" fmla="*/ 21 w 219"/>
                  <a:gd name="T9" fmla="*/ 9 h 69"/>
                  <a:gd name="T10" fmla="*/ 12 w 219"/>
                  <a:gd name="T11" fmla="*/ 9 h 69"/>
                  <a:gd name="T12" fmla="*/ 6 w 219"/>
                  <a:gd name="T13" fmla="*/ 3 h 69"/>
                  <a:gd name="T14" fmla="*/ 0 w 219"/>
                  <a:gd name="T15" fmla="*/ 0 h 69"/>
                  <a:gd name="T16" fmla="*/ 3 w 219"/>
                  <a:gd name="T17" fmla="*/ 18 h 69"/>
                  <a:gd name="T18" fmla="*/ 15 w 219"/>
                  <a:gd name="T19" fmla="*/ 39 h 69"/>
                  <a:gd name="T20" fmla="*/ 27 w 219"/>
                  <a:gd name="T21" fmla="*/ 51 h 69"/>
                  <a:gd name="T22" fmla="*/ 48 w 219"/>
                  <a:gd name="T23" fmla="*/ 63 h 69"/>
                  <a:gd name="T24" fmla="*/ 39 w 219"/>
                  <a:gd name="T25" fmla="*/ 45 h 69"/>
                  <a:gd name="T26" fmla="*/ 39 w 219"/>
                  <a:gd name="T27" fmla="*/ 24 h 69"/>
                  <a:gd name="T28" fmla="*/ 210 w 219"/>
                  <a:gd name="T29" fmla="*/ 12 h 69"/>
                  <a:gd name="T30" fmla="*/ 201 w 219"/>
                  <a:gd name="T31" fmla="*/ 9 h 69"/>
                  <a:gd name="T32" fmla="*/ 189 w 219"/>
                  <a:gd name="T33" fmla="*/ 0 h 69"/>
                  <a:gd name="T34" fmla="*/ 180 w 219"/>
                  <a:gd name="T35" fmla="*/ 12 h 69"/>
                  <a:gd name="T36" fmla="*/ 174 w 219"/>
                  <a:gd name="T37" fmla="*/ 18 h 69"/>
                  <a:gd name="T38" fmla="*/ 174 w 219"/>
                  <a:gd name="T39" fmla="*/ 21 h 69"/>
                  <a:gd name="T40" fmla="*/ 174 w 219"/>
                  <a:gd name="T41" fmla="*/ 30 h 69"/>
                  <a:gd name="T42" fmla="*/ 165 w 219"/>
                  <a:gd name="T43" fmla="*/ 30 h 69"/>
                  <a:gd name="T44" fmla="*/ 159 w 219"/>
                  <a:gd name="T45" fmla="*/ 24 h 69"/>
                  <a:gd name="T46" fmla="*/ 159 w 219"/>
                  <a:gd name="T47" fmla="*/ 24 h 69"/>
                  <a:gd name="T48" fmla="*/ 150 w 219"/>
                  <a:gd name="T49" fmla="*/ 39 h 69"/>
                  <a:gd name="T50" fmla="*/ 132 w 219"/>
                  <a:gd name="T51" fmla="*/ 45 h 69"/>
                  <a:gd name="T52" fmla="*/ 126 w 219"/>
                  <a:gd name="T53" fmla="*/ 57 h 69"/>
                  <a:gd name="T54" fmla="*/ 108 w 219"/>
                  <a:gd name="T55" fmla="*/ 54 h 69"/>
                  <a:gd name="T56" fmla="*/ 111 w 219"/>
                  <a:gd name="T57" fmla="*/ 60 h 69"/>
                  <a:gd name="T58" fmla="*/ 123 w 219"/>
                  <a:gd name="T59" fmla="*/ 66 h 69"/>
                  <a:gd name="T60" fmla="*/ 135 w 219"/>
                  <a:gd name="T61" fmla="*/ 66 h 69"/>
                  <a:gd name="T62" fmla="*/ 147 w 219"/>
                  <a:gd name="T63" fmla="*/ 60 h 69"/>
                  <a:gd name="T64" fmla="*/ 159 w 219"/>
                  <a:gd name="T65" fmla="*/ 63 h 69"/>
                  <a:gd name="T66" fmla="*/ 168 w 219"/>
                  <a:gd name="T67" fmla="*/ 54 h 69"/>
                  <a:gd name="T68" fmla="*/ 171 w 219"/>
                  <a:gd name="T69" fmla="*/ 45 h 69"/>
                  <a:gd name="T70" fmla="*/ 177 w 219"/>
                  <a:gd name="T71" fmla="*/ 36 h 69"/>
                  <a:gd name="T72" fmla="*/ 195 w 219"/>
                  <a:gd name="T73" fmla="*/ 27 h 69"/>
                  <a:gd name="T74" fmla="*/ 201 w 219"/>
                  <a:gd name="T75" fmla="*/ 30 h 69"/>
                  <a:gd name="T76" fmla="*/ 207 w 219"/>
                  <a:gd name="T77" fmla="*/ 21 h 69"/>
                  <a:gd name="T78" fmla="*/ 219 w 219"/>
                  <a:gd name="T79" fmla="*/ 18 h 69"/>
                  <a:gd name="T80" fmla="*/ 210 w 219"/>
                  <a:gd name="T81" fmla="*/ 12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19" h="69">
                    <a:moveTo>
                      <a:pt x="39" y="24"/>
                    </a:moveTo>
                    <a:cubicBezTo>
                      <a:pt x="39" y="18"/>
                      <a:pt x="33" y="18"/>
                      <a:pt x="33" y="12"/>
                    </a:cubicBezTo>
                    <a:cubicBezTo>
                      <a:pt x="30" y="6"/>
                      <a:pt x="27" y="9"/>
                      <a:pt x="27" y="6"/>
                    </a:cubicBezTo>
                    <a:cubicBezTo>
                      <a:pt x="27" y="6"/>
                      <a:pt x="27" y="6"/>
                      <a:pt x="24" y="6"/>
                    </a:cubicBezTo>
                    <a:cubicBezTo>
                      <a:pt x="21" y="6"/>
                      <a:pt x="24" y="9"/>
                      <a:pt x="21" y="9"/>
                    </a:cubicBezTo>
                    <a:cubicBezTo>
                      <a:pt x="21" y="9"/>
                      <a:pt x="12" y="12"/>
                      <a:pt x="12" y="9"/>
                    </a:cubicBezTo>
                    <a:cubicBezTo>
                      <a:pt x="12" y="6"/>
                      <a:pt x="12" y="3"/>
                      <a:pt x="6" y="3"/>
                    </a:cubicBezTo>
                    <a:cubicBezTo>
                      <a:pt x="6" y="0"/>
                      <a:pt x="3" y="0"/>
                      <a:pt x="0" y="0"/>
                    </a:cubicBezTo>
                    <a:cubicBezTo>
                      <a:pt x="3" y="6"/>
                      <a:pt x="3" y="15"/>
                      <a:pt x="3" y="18"/>
                    </a:cubicBezTo>
                    <a:cubicBezTo>
                      <a:pt x="3" y="24"/>
                      <a:pt x="15" y="36"/>
                      <a:pt x="15" y="39"/>
                    </a:cubicBezTo>
                    <a:cubicBezTo>
                      <a:pt x="18" y="45"/>
                      <a:pt x="21" y="45"/>
                      <a:pt x="27" y="51"/>
                    </a:cubicBezTo>
                    <a:cubicBezTo>
                      <a:pt x="33" y="54"/>
                      <a:pt x="45" y="63"/>
                      <a:pt x="48" y="63"/>
                    </a:cubicBezTo>
                    <a:cubicBezTo>
                      <a:pt x="51" y="60"/>
                      <a:pt x="45" y="51"/>
                      <a:pt x="39" y="45"/>
                    </a:cubicBezTo>
                    <a:cubicBezTo>
                      <a:pt x="36" y="42"/>
                      <a:pt x="39" y="33"/>
                      <a:pt x="39" y="24"/>
                    </a:cubicBezTo>
                    <a:close/>
                    <a:moveTo>
                      <a:pt x="210" y="12"/>
                    </a:moveTo>
                    <a:cubicBezTo>
                      <a:pt x="207" y="12"/>
                      <a:pt x="201" y="12"/>
                      <a:pt x="201" y="9"/>
                    </a:cubicBezTo>
                    <a:cubicBezTo>
                      <a:pt x="201" y="6"/>
                      <a:pt x="195" y="0"/>
                      <a:pt x="189" y="0"/>
                    </a:cubicBezTo>
                    <a:cubicBezTo>
                      <a:pt x="186" y="0"/>
                      <a:pt x="183" y="9"/>
                      <a:pt x="180" y="12"/>
                    </a:cubicBezTo>
                    <a:cubicBezTo>
                      <a:pt x="180" y="15"/>
                      <a:pt x="174" y="15"/>
                      <a:pt x="174" y="18"/>
                    </a:cubicBezTo>
                    <a:cubicBezTo>
                      <a:pt x="177" y="21"/>
                      <a:pt x="174" y="21"/>
                      <a:pt x="174" y="21"/>
                    </a:cubicBezTo>
                    <a:cubicBezTo>
                      <a:pt x="174" y="27"/>
                      <a:pt x="174" y="30"/>
                      <a:pt x="174" y="30"/>
                    </a:cubicBezTo>
                    <a:cubicBezTo>
                      <a:pt x="171" y="27"/>
                      <a:pt x="171" y="30"/>
                      <a:pt x="165" y="30"/>
                    </a:cubicBezTo>
                    <a:cubicBezTo>
                      <a:pt x="165" y="30"/>
                      <a:pt x="162" y="27"/>
                      <a:pt x="159" y="24"/>
                    </a:cubicBezTo>
                    <a:cubicBezTo>
                      <a:pt x="159" y="24"/>
                      <a:pt x="159" y="24"/>
                      <a:pt x="159" y="24"/>
                    </a:cubicBezTo>
                    <a:cubicBezTo>
                      <a:pt x="156" y="24"/>
                      <a:pt x="150" y="33"/>
                      <a:pt x="150" y="39"/>
                    </a:cubicBezTo>
                    <a:cubicBezTo>
                      <a:pt x="147" y="45"/>
                      <a:pt x="141" y="42"/>
                      <a:pt x="132" y="45"/>
                    </a:cubicBezTo>
                    <a:cubicBezTo>
                      <a:pt x="123" y="45"/>
                      <a:pt x="129" y="54"/>
                      <a:pt x="126" y="57"/>
                    </a:cubicBezTo>
                    <a:cubicBezTo>
                      <a:pt x="123" y="63"/>
                      <a:pt x="114" y="54"/>
                      <a:pt x="108" y="54"/>
                    </a:cubicBezTo>
                    <a:cubicBezTo>
                      <a:pt x="111" y="57"/>
                      <a:pt x="111" y="60"/>
                      <a:pt x="111" y="60"/>
                    </a:cubicBezTo>
                    <a:cubicBezTo>
                      <a:pt x="114" y="60"/>
                      <a:pt x="120" y="69"/>
                      <a:pt x="123" y="66"/>
                    </a:cubicBezTo>
                    <a:cubicBezTo>
                      <a:pt x="123" y="63"/>
                      <a:pt x="132" y="66"/>
                      <a:pt x="135" y="66"/>
                    </a:cubicBezTo>
                    <a:cubicBezTo>
                      <a:pt x="141" y="63"/>
                      <a:pt x="141" y="60"/>
                      <a:pt x="147" y="60"/>
                    </a:cubicBezTo>
                    <a:cubicBezTo>
                      <a:pt x="153" y="60"/>
                      <a:pt x="153" y="66"/>
                      <a:pt x="159" y="63"/>
                    </a:cubicBezTo>
                    <a:cubicBezTo>
                      <a:pt x="165" y="60"/>
                      <a:pt x="168" y="60"/>
                      <a:pt x="168" y="54"/>
                    </a:cubicBezTo>
                    <a:cubicBezTo>
                      <a:pt x="168" y="48"/>
                      <a:pt x="171" y="48"/>
                      <a:pt x="171" y="45"/>
                    </a:cubicBezTo>
                    <a:cubicBezTo>
                      <a:pt x="171" y="39"/>
                      <a:pt x="180" y="42"/>
                      <a:pt x="177" y="36"/>
                    </a:cubicBezTo>
                    <a:cubicBezTo>
                      <a:pt x="177" y="27"/>
                      <a:pt x="189" y="27"/>
                      <a:pt x="195" y="27"/>
                    </a:cubicBezTo>
                    <a:cubicBezTo>
                      <a:pt x="198" y="27"/>
                      <a:pt x="198" y="27"/>
                      <a:pt x="201" y="30"/>
                    </a:cubicBezTo>
                    <a:cubicBezTo>
                      <a:pt x="204" y="27"/>
                      <a:pt x="210" y="24"/>
                      <a:pt x="207" y="21"/>
                    </a:cubicBezTo>
                    <a:cubicBezTo>
                      <a:pt x="204" y="21"/>
                      <a:pt x="216" y="21"/>
                      <a:pt x="219" y="18"/>
                    </a:cubicBezTo>
                    <a:cubicBezTo>
                      <a:pt x="219" y="15"/>
                      <a:pt x="213" y="12"/>
                      <a:pt x="210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9" name="Freeform 99">
                <a:extLst>
                  <a:ext uri="{FF2B5EF4-FFF2-40B4-BE49-F238E27FC236}">
                    <a16:creationId xmlns:a16="http://schemas.microsoft.com/office/drawing/2014/main" id="{33284CB0-ABA2-9715-92C7-EF9A5CD84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9995" y="3143712"/>
                <a:ext cx="28387" cy="17573"/>
              </a:xfrm>
              <a:custGeom>
                <a:avLst/>
                <a:gdLst>
                  <a:gd name="T0" fmla="*/ 6 w 15"/>
                  <a:gd name="T1" fmla="*/ 9 h 9"/>
                  <a:gd name="T2" fmla="*/ 15 w 15"/>
                  <a:gd name="T3" fmla="*/ 9 h 9"/>
                  <a:gd name="T4" fmla="*/ 15 w 15"/>
                  <a:gd name="T5" fmla="*/ 0 h 9"/>
                  <a:gd name="T6" fmla="*/ 9 w 15"/>
                  <a:gd name="T7" fmla="*/ 3 h 9"/>
                  <a:gd name="T8" fmla="*/ 0 w 15"/>
                  <a:gd name="T9" fmla="*/ 3 h 9"/>
                  <a:gd name="T10" fmla="*/ 6 w 15"/>
                  <a:gd name="T11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9">
                    <a:moveTo>
                      <a:pt x="6" y="9"/>
                    </a:moveTo>
                    <a:cubicBezTo>
                      <a:pt x="12" y="9"/>
                      <a:pt x="12" y="6"/>
                      <a:pt x="15" y="9"/>
                    </a:cubicBezTo>
                    <a:cubicBezTo>
                      <a:pt x="15" y="9"/>
                      <a:pt x="15" y="6"/>
                      <a:pt x="15" y="0"/>
                    </a:cubicBezTo>
                    <a:cubicBezTo>
                      <a:pt x="12" y="3"/>
                      <a:pt x="9" y="3"/>
                      <a:pt x="9" y="3"/>
                    </a:cubicBezTo>
                    <a:cubicBezTo>
                      <a:pt x="9" y="6"/>
                      <a:pt x="3" y="3"/>
                      <a:pt x="0" y="3"/>
                    </a:cubicBezTo>
                    <a:cubicBezTo>
                      <a:pt x="3" y="6"/>
                      <a:pt x="6" y="9"/>
                      <a:pt x="6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0" name="Freeform 100">
                <a:extLst>
                  <a:ext uri="{FF2B5EF4-FFF2-40B4-BE49-F238E27FC236}">
                    <a16:creationId xmlns:a16="http://schemas.microsoft.com/office/drawing/2014/main" id="{8CEA2309-D018-8F21-C1D8-055A33119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1376" y="2390771"/>
                <a:ext cx="212229" cy="206822"/>
              </a:xfrm>
              <a:custGeom>
                <a:avLst/>
                <a:gdLst>
                  <a:gd name="T0" fmla="*/ 93 w 111"/>
                  <a:gd name="T1" fmla="*/ 96 h 108"/>
                  <a:gd name="T2" fmla="*/ 99 w 111"/>
                  <a:gd name="T3" fmla="*/ 93 h 108"/>
                  <a:gd name="T4" fmla="*/ 108 w 111"/>
                  <a:gd name="T5" fmla="*/ 96 h 108"/>
                  <a:gd name="T6" fmla="*/ 111 w 111"/>
                  <a:gd name="T7" fmla="*/ 93 h 108"/>
                  <a:gd name="T8" fmla="*/ 105 w 111"/>
                  <a:gd name="T9" fmla="*/ 87 h 108"/>
                  <a:gd name="T10" fmla="*/ 102 w 111"/>
                  <a:gd name="T11" fmla="*/ 78 h 108"/>
                  <a:gd name="T12" fmla="*/ 102 w 111"/>
                  <a:gd name="T13" fmla="*/ 69 h 108"/>
                  <a:gd name="T14" fmla="*/ 96 w 111"/>
                  <a:gd name="T15" fmla="*/ 63 h 108"/>
                  <a:gd name="T16" fmla="*/ 84 w 111"/>
                  <a:gd name="T17" fmla="*/ 54 h 108"/>
                  <a:gd name="T18" fmla="*/ 78 w 111"/>
                  <a:gd name="T19" fmla="*/ 48 h 108"/>
                  <a:gd name="T20" fmla="*/ 78 w 111"/>
                  <a:gd name="T21" fmla="*/ 39 h 108"/>
                  <a:gd name="T22" fmla="*/ 81 w 111"/>
                  <a:gd name="T23" fmla="*/ 30 h 108"/>
                  <a:gd name="T24" fmla="*/ 84 w 111"/>
                  <a:gd name="T25" fmla="*/ 24 h 108"/>
                  <a:gd name="T26" fmla="*/ 78 w 111"/>
                  <a:gd name="T27" fmla="*/ 18 h 108"/>
                  <a:gd name="T28" fmla="*/ 72 w 111"/>
                  <a:gd name="T29" fmla="*/ 12 h 108"/>
                  <a:gd name="T30" fmla="*/ 69 w 111"/>
                  <a:gd name="T31" fmla="*/ 3 h 108"/>
                  <a:gd name="T32" fmla="*/ 57 w 111"/>
                  <a:gd name="T33" fmla="*/ 3 h 108"/>
                  <a:gd name="T34" fmla="*/ 48 w 111"/>
                  <a:gd name="T35" fmla="*/ 0 h 108"/>
                  <a:gd name="T36" fmla="*/ 42 w 111"/>
                  <a:gd name="T37" fmla="*/ 3 h 108"/>
                  <a:gd name="T38" fmla="*/ 42 w 111"/>
                  <a:gd name="T39" fmla="*/ 3 h 108"/>
                  <a:gd name="T40" fmla="*/ 36 w 111"/>
                  <a:gd name="T41" fmla="*/ 9 h 108"/>
                  <a:gd name="T42" fmla="*/ 27 w 111"/>
                  <a:gd name="T43" fmla="*/ 15 h 108"/>
                  <a:gd name="T44" fmla="*/ 30 w 111"/>
                  <a:gd name="T45" fmla="*/ 24 h 108"/>
                  <a:gd name="T46" fmla="*/ 27 w 111"/>
                  <a:gd name="T47" fmla="*/ 33 h 108"/>
                  <a:gd name="T48" fmla="*/ 24 w 111"/>
                  <a:gd name="T49" fmla="*/ 39 h 108"/>
                  <a:gd name="T50" fmla="*/ 0 w 111"/>
                  <a:gd name="T51" fmla="*/ 51 h 108"/>
                  <a:gd name="T52" fmla="*/ 3 w 111"/>
                  <a:gd name="T53" fmla="*/ 57 h 108"/>
                  <a:gd name="T54" fmla="*/ 6 w 111"/>
                  <a:gd name="T55" fmla="*/ 69 h 108"/>
                  <a:gd name="T56" fmla="*/ 12 w 111"/>
                  <a:gd name="T57" fmla="*/ 69 h 108"/>
                  <a:gd name="T58" fmla="*/ 36 w 111"/>
                  <a:gd name="T59" fmla="*/ 81 h 108"/>
                  <a:gd name="T60" fmla="*/ 63 w 111"/>
                  <a:gd name="T61" fmla="*/ 102 h 108"/>
                  <a:gd name="T62" fmla="*/ 75 w 111"/>
                  <a:gd name="T63" fmla="*/ 105 h 108"/>
                  <a:gd name="T64" fmla="*/ 90 w 111"/>
                  <a:gd name="T65" fmla="*/ 108 h 108"/>
                  <a:gd name="T66" fmla="*/ 93 w 111"/>
                  <a:gd name="T67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11" h="108">
                    <a:moveTo>
                      <a:pt x="93" y="96"/>
                    </a:moveTo>
                    <a:cubicBezTo>
                      <a:pt x="96" y="96"/>
                      <a:pt x="96" y="93"/>
                      <a:pt x="99" y="93"/>
                    </a:cubicBezTo>
                    <a:cubicBezTo>
                      <a:pt x="102" y="93"/>
                      <a:pt x="105" y="93"/>
                      <a:pt x="108" y="96"/>
                    </a:cubicBezTo>
                    <a:cubicBezTo>
                      <a:pt x="108" y="96"/>
                      <a:pt x="111" y="96"/>
                      <a:pt x="111" y="93"/>
                    </a:cubicBezTo>
                    <a:cubicBezTo>
                      <a:pt x="108" y="90"/>
                      <a:pt x="105" y="87"/>
                      <a:pt x="105" y="87"/>
                    </a:cubicBezTo>
                    <a:cubicBezTo>
                      <a:pt x="105" y="81"/>
                      <a:pt x="102" y="81"/>
                      <a:pt x="102" y="78"/>
                    </a:cubicBezTo>
                    <a:cubicBezTo>
                      <a:pt x="102" y="75"/>
                      <a:pt x="105" y="72"/>
                      <a:pt x="102" y="69"/>
                    </a:cubicBezTo>
                    <a:cubicBezTo>
                      <a:pt x="99" y="69"/>
                      <a:pt x="99" y="63"/>
                      <a:pt x="96" y="63"/>
                    </a:cubicBezTo>
                    <a:cubicBezTo>
                      <a:pt x="93" y="63"/>
                      <a:pt x="84" y="57"/>
                      <a:pt x="84" y="54"/>
                    </a:cubicBezTo>
                    <a:cubicBezTo>
                      <a:pt x="84" y="51"/>
                      <a:pt x="81" y="51"/>
                      <a:pt x="78" y="48"/>
                    </a:cubicBezTo>
                    <a:cubicBezTo>
                      <a:pt x="78" y="48"/>
                      <a:pt x="75" y="39"/>
                      <a:pt x="78" y="39"/>
                    </a:cubicBezTo>
                    <a:cubicBezTo>
                      <a:pt x="81" y="39"/>
                      <a:pt x="78" y="30"/>
                      <a:pt x="81" y="30"/>
                    </a:cubicBezTo>
                    <a:cubicBezTo>
                      <a:pt x="84" y="30"/>
                      <a:pt x="81" y="27"/>
                      <a:pt x="84" y="24"/>
                    </a:cubicBezTo>
                    <a:cubicBezTo>
                      <a:pt x="84" y="21"/>
                      <a:pt x="81" y="18"/>
                      <a:pt x="78" y="18"/>
                    </a:cubicBezTo>
                    <a:cubicBezTo>
                      <a:pt x="78" y="18"/>
                      <a:pt x="72" y="15"/>
                      <a:pt x="72" y="12"/>
                    </a:cubicBezTo>
                    <a:cubicBezTo>
                      <a:pt x="72" y="9"/>
                      <a:pt x="69" y="6"/>
                      <a:pt x="69" y="3"/>
                    </a:cubicBezTo>
                    <a:cubicBezTo>
                      <a:pt x="69" y="9"/>
                      <a:pt x="60" y="0"/>
                      <a:pt x="57" y="3"/>
                    </a:cubicBezTo>
                    <a:cubicBezTo>
                      <a:pt x="54" y="3"/>
                      <a:pt x="51" y="0"/>
                      <a:pt x="48" y="0"/>
                    </a:cubicBezTo>
                    <a:cubicBezTo>
                      <a:pt x="42" y="0"/>
                      <a:pt x="42" y="3"/>
                      <a:pt x="42" y="3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0" y="9"/>
                      <a:pt x="27" y="15"/>
                    </a:cubicBezTo>
                    <a:cubicBezTo>
                      <a:pt x="27" y="18"/>
                      <a:pt x="30" y="21"/>
                      <a:pt x="30" y="24"/>
                    </a:cubicBezTo>
                    <a:cubicBezTo>
                      <a:pt x="27" y="27"/>
                      <a:pt x="27" y="30"/>
                      <a:pt x="27" y="33"/>
                    </a:cubicBezTo>
                    <a:cubicBezTo>
                      <a:pt x="30" y="33"/>
                      <a:pt x="24" y="39"/>
                      <a:pt x="24" y="39"/>
                    </a:cubicBezTo>
                    <a:cubicBezTo>
                      <a:pt x="24" y="39"/>
                      <a:pt x="12" y="45"/>
                      <a:pt x="0" y="51"/>
                    </a:cubicBezTo>
                    <a:cubicBezTo>
                      <a:pt x="0" y="54"/>
                      <a:pt x="3" y="57"/>
                      <a:pt x="3" y="57"/>
                    </a:cubicBezTo>
                    <a:cubicBezTo>
                      <a:pt x="3" y="60"/>
                      <a:pt x="3" y="63"/>
                      <a:pt x="6" y="69"/>
                    </a:cubicBezTo>
                    <a:cubicBezTo>
                      <a:pt x="9" y="69"/>
                      <a:pt x="9" y="69"/>
                      <a:pt x="12" y="69"/>
                    </a:cubicBezTo>
                    <a:cubicBezTo>
                      <a:pt x="18" y="69"/>
                      <a:pt x="33" y="78"/>
                      <a:pt x="36" y="81"/>
                    </a:cubicBezTo>
                    <a:cubicBezTo>
                      <a:pt x="39" y="84"/>
                      <a:pt x="60" y="99"/>
                      <a:pt x="63" y="102"/>
                    </a:cubicBezTo>
                    <a:cubicBezTo>
                      <a:pt x="66" y="105"/>
                      <a:pt x="75" y="105"/>
                      <a:pt x="75" y="105"/>
                    </a:cubicBezTo>
                    <a:cubicBezTo>
                      <a:pt x="78" y="105"/>
                      <a:pt x="84" y="105"/>
                      <a:pt x="90" y="108"/>
                    </a:cubicBezTo>
                    <a:cubicBezTo>
                      <a:pt x="90" y="102"/>
                      <a:pt x="93" y="99"/>
                      <a:pt x="93" y="9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1" name="Freeform 101">
                <a:extLst>
                  <a:ext uri="{FF2B5EF4-FFF2-40B4-BE49-F238E27FC236}">
                    <a16:creationId xmlns:a16="http://schemas.microsoft.com/office/drawing/2014/main" id="{31BFFF25-A855-795B-836C-EE7B16FE7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3052" y="2569206"/>
                <a:ext cx="40553" cy="39202"/>
              </a:xfrm>
              <a:custGeom>
                <a:avLst/>
                <a:gdLst>
                  <a:gd name="T0" fmla="*/ 6 w 21"/>
                  <a:gd name="T1" fmla="*/ 15 h 21"/>
                  <a:gd name="T2" fmla="*/ 12 w 21"/>
                  <a:gd name="T3" fmla="*/ 21 h 21"/>
                  <a:gd name="T4" fmla="*/ 21 w 21"/>
                  <a:gd name="T5" fmla="*/ 21 h 21"/>
                  <a:gd name="T6" fmla="*/ 15 w 21"/>
                  <a:gd name="T7" fmla="*/ 6 h 21"/>
                  <a:gd name="T8" fmla="*/ 18 w 21"/>
                  <a:gd name="T9" fmla="*/ 3 h 21"/>
                  <a:gd name="T10" fmla="*/ 9 w 21"/>
                  <a:gd name="T11" fmla="*/ 0 h 21"/>
                  <a:gd name="T12" fmla="*/ 3 w 21"/>
                  <a:gd name="T13" fmla="*/ 3 h 21"/>
                  <a:gd name="T14" fmla="*/ 0 w 21"/>
                  <a:gd name="T15" fmla="*/ 15 h 21"/>
                  <a:gd name="T16" fmla="*/ 6 w 21"/>
                  <a:gd name="T17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" h="21">
                    <a:moveTo>
                      <a:pt x="6" y="15"/>
                    </a:moveTo>
                    <a:cubicBezTo>
                      <a:pt x="12" y="21"/>
                      <a:pt x="12" y="21"/>
                      <a:pt x="12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18" y="15"/>
                      <a:pt x="15" y="9"/>
                      <a:pt x="15" y="6"/>
                    </a:cubicBezTo>
                    <a:cubicBezTo>
                      <a:pt x="15" y="6"/>
                      <a:pt x="15" y="6"/>
                      <a:pt x="18" y="3"/>
                    </a:cubicBezTo>
                    <a:cubicBezTo>
                      <a:pt x="15" y="0"/>
                      <a:pt x="12" y="0"/>
                      <a:pt x="9" y="0"/>
                    </a:cubicBezTo>
                    <a:cubicBezTo>
                      <a:pt x="6" y="0"/>
                      <a:pt x="6" y="3"/>
                      <a:pt x="3" y="3"/>
                    </a:cubicBezTo>
                    <a:cubicBezTo>
                      <a:pt x="3" y="6"/>
                      <a:pt x="0" y="9"/>
                      <a:pt x="0" y="15"/>
                    </a:cubicBezTo>
                    <a:cubicBezTo>
                      <a:pt x="3" y="15"/>
                      <a:pt x="6" y="15"/>
                      <a:pt x="6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2" name="Freeform 102">
                <a:extLst>
                  <a:ext uri="{FF2B5EF4-FFF2-40B4-BE49-F238E27FC236}">
                    <a16:creationId xmlns:a16="http://schemas.microsoft.com/office/drawing/2014/main" id="{D8FDB0EA-CB7F-3090-3AAA-34EDD7E9E6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30000" y="2021735"/>
                <a:ext cx="316317" cy="264949"/>
              </a:xfrm>
              <a:custGeom>
                <a:avLst/>
                <a:gdLst>
                  <a:gd name="T0" fmla="*/ 144 w 165"/>
                  <a:gd name="T1" fmla="*/ 33 h 138"/>
                  <a:gd name="T2" fmla="*/ 138 w 165"/>
                  <a:gd name="T3" fmla="*/ 30 h 138"/>
                  <a:gd name="T4" fmla="*/ 132 w 165"/>
                  <a:gd name="T5" fmla="*/ 27 h 138"/>
                  <a:gd name="T6" fmla="*/ 120 w 165"/>
                  <a:gd name="T7" fmla="*/ 24 h 138"/>
                  <a:gd name="T8" fmla="*/ 114 w 165"/>
                  <a:gd name="T9" fmla="*/ 21 h 138"/>
                  <a:gd name="T10" fmla="*/ 111 w 165"/>
                  <a:gd name="T11" fmla="*/ 15 h 138"/>
                  <a:gd name="T12" fmla="*/ 105 w 165"/>
                  <a:gd name="T13" fmla="*/ 18 h 138"/>
                  <a:gd name="T14" fmla="*/ 102 w 165"/>
                  <a:gd name="T15" fmla="*/ 15 h 138"/>
                  <a:gd name="T16" fmla="*/ 96 w 165"/>
                  <a:gd name="T17" fmla="*/ 9 h 138"/>
                  <a:gd name="T18" fmla="*/ 90 w 165"/>
                  <a:gd name="T19" fmla="*/ 6 h 138"/>
                  <a:gd name="T20" fmla="*/ 84 w 165"/>
                  <a:gd name="T21" fmla="*/ 3 h 138"/>
                  <a:gd name="T22" fmla="*/ 84 w 165"/>
                  <a:gd name="T23" fmla="*/ 0 h 138"/>
                  <a:gd name="T24" fmla="*/ 81 w 165"/>
                  <a:gd name="T25" fmla="*/ 0 h 138"/>
                  <a:gd name="T26" fmla="*/ 75 w 165"/>
                  <a:gd name="T27" fmla="*/ 12 h 138"/>
                  <a:gd name="T28" fmla="*/ 63 w 165"/>
                  <a:gd name="T29" fmla="*/ 18 h 138"/>
                  <a:gd name="T30" fmla="*/ 57 w 165"/>
                  <a:gd name="T31" fmla="*/ 27 h 138"/>
                  <a:gd name="T32" fmla="*/ 42 w 165"/>
                  <a:gd name="T33" fmla="*/ 21 h 138"/>
                  <a:gd name="T34" fmla="*/ 36 w 165"/>
                  <a:gd name="T35" fmla="*/ 27 h 138"/>
                  <a:gd name="T36" fmla="*/ 36 w 165"/>
                  <a:gd name="T37" fmla="*/ 39 h 138"/>
                  <a:gd name="T38" fmla="*/ 27 w 165"/>
                  <a:gd name="T39" fmla="*/ 39 h 138"/>
                  <a:gd name="T40" fmla="*/ 21 w 165"/>
                  <a:gd name="T41" fmla="*/ 33 h 138"/>
                  <a:gd name="T42" fmla="*/ 9 w 165"/>
                  <a:gd name="T43" fmla="*/ 36 h 138"/>
                  <a:gd name="T44" fmla="*/ 3 w 165"/>
                  <a:gd name="T45" fmla="*/ 42 h 138"/>
                  <a:gd name="T46" fmla="*/ 3 w 165"/>
                  <a:gd name="T47" fmla="*/ 48 h 138"/>
                  <a:gd name="T48" fmla="*/ 18 w 165"/>
                  <a:gd name="T49" fmla="*/ 54 h 138"/>
                  <a:gd name="T50" fmla="*/ 27 w 165"/>
                  <a:gd name="T51" fmla="*/ 54 h 138"/>
                  <a:gd name="T52" fmla="*/ 33 w 165"/>
                  <a:gd name="T53" fmla="*/ 60 h 138"/>
                  <a:gd name="T54" fmla="*/ 39 w 165"/>
                  <a:gd name="T55" fmla="*/ 69 h 138"/>
                  <a:gd name="T56" fmla="*/ 42 w 165"/>
                  <a:gd name="T57" fmla="*/ 78 h 138"/>
                  <a:gd name="T58" fmla="*/ 42 w 165"/>
                  <a:gd name="T59" fmla="*/ 93 h 138"/>
                  <a:gd name="T60" fmla="*/ 36 w 165"/>
                  <a:gd name="T61" fmla="*/ 114 h 138"/>
                  <a:gd name="T62" fmla="*/ 36 w 165"/>
                  <a:gd name="T63" fmla="*/ 114 h 138"/>
                  <a:gd name="T64" fmla="*/ 42 w 165"/>
                  <a:gd name="T65" fmla="*/ 117 h 138"/>
                  <a:gd name="T66" fmla="*/ 54 w 165"/>
                  <a:gd name="T67" fmla="*/ 120 h 138"/>
                  <a:gd name="T68" fmla="*/ 63 w 165"/>
                  <a:gd name="T69" fmla="*/ 120 h 138"/>
                  <a:gd name="T70" fmla="*/ 66 w 165"/>
                  <a:gd name="T71" fmla="*/ 123 h 138"/>
                  <a:gd name="T72" fmla="*/ 81 w 165"/>
                  <a:gd name="T73" fmla="*/ 126 h 138"/>
                  <a:gd name="T74" fmla="*/ 93 w 165"/>
                  <a:gd name="T75" fmla="*/ 126 h 138"/>
                  <a:gd name="T76" fmla="*/ 93 w 165"/>
                  <a:gd name="T77" fmla="*/ 123 h 138"/>
                  <a:gd name="T78" fmla="*/ 102 w 165"/>
                  <a:gd name="T79" fmla="*/ 111 h 138"/>
                  <a:gd name="T80" fmla="*/ 123 w 165"/>
                  <a:gd name="T81" fmla="*/ 117 h 138"/>
                  <a:gd name="T82" fmla="*/ 135 w 165"/>
                  <a:gd name="T83" fmla="*/ 111 h 138"/>
                  <a:gd name="T84" fmla="*/ 141 w 165"/>
                  <a:gd name="T85" fmla="*/ 108 h 138"/>
                  <a:gd name="T86" fmla="*/ 144 w 165"/>
                  <a:gd name="T87" fmla="*/ 102 h 138"/>
                  <a:gd name="T88" fmla="*/ 138 w 165"/>
                  <a:gd name="T89" fmla="*/ 102 h 138"/>
                  <a:gd name="T90" fmla="*/ 135 w 165"/>
                  <a:gd name="T91" fmla="*/ 96 h 138"/>
                  <a:gd name="T92" fmla="*/ 132 w 165"/>
                  <a:gd name="T93" fmla="*/ 90 h 138"/>
                  <a:gd name="T94" fmla="*/ 135 w 165"/>
                  <a:gd name="T95" fmla="*/ 87 h 138"/>
                  <a:gd name="T96" fmla="*/ 135 w 165"/>
                  <a:gd name="T97" fmla="*/ 84 h 138"/>
                  <a:gd name="T98" fmla="*/ 135 w 165"/>
                  <a:gd name="T99" fmla="*/ 78 h 138"/>
                  <a:gd name="T100" fmla="*/ 132 w 165"/>
                  <a:gd name="T101" fmla="*/ 72 h 138"/>
                  <a:gd name="T102" fmla="*/ 129 w 165"/>
                  <a:gd name="T103" fmla="*/ 72 h 138"/>
                  <a:gd name="T104" fmla="*/ 126 w 165"/>
                  <a:gd name="T105" fmla="*/ 66 h 138"/>
                  <a:gd name="T106" fmla="*/ 135 w 165"/>
                  <a:gd name="T107" fmla="*/ 57 h 138"/>
                  <a:gd name="T108" fmla="*/ 141 w 165"/>
                  <a:gd name="T109" fmla="*/ 54 h 138"/>
                  <a:gd name="T110" fmla="*/ 141 w 165"/>
                  <a:gd name="T111" fmla="*/ 45 h 138"/>
                  <a:gd name="T112" fmla="*/ 147 w 165"/>
                  <a:gd name="T113" fmla="*/ 36 h 138"/>
                  <a:gd name="T114" fmla="*/ 144 w 165"/>
                  <a:gd name="T115" fmla="*/ 33 h 138"/>
                  <a:gd name="T116" fmla="*/ 162 w 165"/>
                  <a:gd name="T117" fmla="*/ 117 h 138"/>
                  <a:gd name="T118" fmla="*/ 156 w 165"/>
                  <a:gd name="T119" fmla="*/ 123 h 138"/>
                  <a:gd name="T120" fmla="*/ 159 w 165"/>
                  <a:gd name="T121" fmla="*/ 138 h 138"/>
                  <a:gd name="T122" fmla="*/ 162 w 165"/>
                  <a:gd name="T123" fmla="*/ 117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65" h="138">
                    <a:moveTo>
                      <a:pt x="144" y="33"/>
                    </a:moveTo>
                    <a:cubicBezTo>
                      <a:pt x="144" y="33"/>
                      <a:pt x="141" y="30"/>
                      <a:pt x="138" y="30"/>
                    </a:cubicBezTo>
                    <a:cubicBezTo>
                      <a:pt x="135" y="30"/>
                      <a:pt x="132" y="30"/>
                      <a:pt x="132" y="27"/>
                    </a:cubicBezTo>
                    <a:cubicBezTo>
                      <a:pt x="129" y="24"/>
                      <a:pt x="123" y="24"/>
                      <a:pt x="120" y="24"/>
                    </a:cubicBezTo>
                    <a:cubicBezTo>
                      <a:pt x="117" y="24"/>
                      <a:pt x="117" y="21"/>
                      <a:pt x="114" y="21"/>
                    </a:cubicBezTo>
                    <a:cubicBezTo>
                      <a:pt x="111" y="21"/>
                      <a:pt x="111" y="18"/>
                      <a:pt x="111" y="15"/>
                    </a:cubicBezTo>
                    <a:cubicBezTo>
                      <a:pt x="111" y="15"/>
                      <a:pt x="108" y="18"/>
                      <a:pt x="105" y="18"/>
                    </a:cubicBezTo>
                    <a:cubicBezTo>
                      <a:pt x="102" y="18"/>
                      <a:pt x="102" y="15"/>
                      <a:pt x="102" y="15"/>
                    </a:cubicBezTo>
                    <a:cubicBezTo>
                      <a:pt x="102" y="12"/>
                      <a:pt x="96" y="12"/>
                      <a:pt x="96" y="9"/>
                    </a:cubicBezTo>
                    <a:cubicBezTo>
                      <a:pt x="93" y="9"/>
                      <a:pt x="90" y="6"/>
                      <a:pt x="90" y="6"/>
                    </a:cubicBezTo>
                    <a:cubicBezTo>
                      <a:pt x="87" y="9"/>
                      <a:pt x="87" y="3"/>
                      <a:pt x="84" y="3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8" y="0"/>
                      <a:pt x="75" y="3"/>
                      <a:pt x="75" y="12"/>
                    </a:cubicBezTo>
                    <a:cubicBezTo>
                      <a:pt x="75" y="18"/>
                      <a:pt x="69" y="18"/>
                      <a:pt x="63" y="18"/>
                    </a:cubicBezTo>
                    <a:cubicBezTo>
                      <a:pt x="57" y="18"/>
                      <a:pt x="57" y="24"/>
                      <a:pt x="57" y="27"/>
                    </a:cubicBezTo>
                    <a:cubicBezTo>
                      <a:pt x="54" y="30"/>
                      <a:pt x="42" y="24"/>
                      <a:pt x="42" y="21"/>
                    </a:cubicBezTo>
                    <a:cubicBezTo>
                      <a:pt x="39" y="18"/>
                      <a:pt x="30" y="21"/>
                      <a:pt x="36" y="27"/>
                    </a:cubicBezTo>
                    <a:cubicBezTo>
                      <a:pt x="39" y="30"/>
                      <a:pt x="39" y="36"/>
                      <a:pt x="36" y="39"/>
                    </a:cubicBezTo>
                    <a:cubicBezTo>
                      <a:pt x="33" y="39"/>
                      <a:pt x="30" y="36"/>
                      <a:pt x="27" y="39"/>
                    </a:cubicBezTo>
                    <a:cubicBezTo>
                      <a:pt x="24" y="39"/>
                      <a:pt x="24" y="36"/>
                      <a:pt x="21" y="33"/>
                    </a:cubicBezTo>
                    <a:cubicBezTo>
                      <a:pt x="15" y="33"/>
                      <a:pt x="15" y="36"/>
                      <a:pt x="9" y="36"/>
                    </a:cubicBezTo>
                    <a:cubicBezTo>
                      <a:pt x="3" y="36"/>
                      <a:pt x="0" y="39"/>
                      <a:pt x="3" y="42"/>
                    </a:cubicBezTo>
                    <a:cubicBezTo>
                      <a:pt x="3" y="42"/>
                      <a:pt x="0" y="45"/>
                      <a:pt x="3" y="48"/>
                    </a:cubicBezTo>
                    <a:cubicBezTo>
                      <a:pt x="6" y="51"/>
                      <a:pt x="12" y="51"/>
                      <a:pt x="18" y="54"/>
                    </a:cubicBezTo>
                    <a:cubicBezTo>
                      <a:pt x="24" y="57"/>
                      <a:pt x="24" y="54"/>
                      <a:pt x="27" y="54"/>
                    </a:cubicBezTo>
                    <a:cubicBezTo>
                      <a:pt x="30" y="57"/>
                      <a:pt x="30" y="57"/>
                      <a:pt x="33" y="60"/>
                    </a:cubicBezTo>
                    <a:cubicBezTo>
                      <a:pt x="33" y="63"/>
                      <a:pt x="36" y="69"/>
                      <a:pt x="39" y="69"/>
                    </a:cubicBezTo>
                    <a:cubicBezTo>
                      <a:pt x="45" y="72"/>
                      <a:pt x="42" y="75"/>
                      <a:pt x="42" y="78"/>
                    </a:cubicBezTo>
                    <a:cubicBezTo>
                      <a:pt x="45" y="81"/>
                      <a:pt x="42" y="87"/>
                      <a:pt x="42" y="93"/>
                    </a:cubicBezTo>
                    <a:cubicBezTo>
                      <a:pt x="42" y="96"/>
                      <a:pt x="39" y="111"/>
                      <a:pt x="36" y="114"/>
                    </a:cubicBezTo>
                    <a:cubicBezTo>
                      <a:pt x="36" y="114"/>
                      <a:pt x="36" y="114"/>
                      <a:pt x="36" y="114"/>
                    </a:cubicBezTo>
                    <a:cubicBezTo>
                      <a:pt x="39" y="114"/>
                      <a:pt x="42" y="114"/>
                      <a:pt x="42" y="117"/>
                    </a:cubicBezTo>
                    <a:cubicBezTo>
                      <a:pt x="45" y="117"/>
                      <a:pt x="51" y="120"/>
                      <a:pt x="54" y="120"/>
                    </a:cubicBezTo>
                    <a:cubicBezTo>
                      <a:pt x="57" y="123"/>
                      <a:pt x="63" y="123"/>
                      <a:pt x="63" y="120"/>
                    </a:cubicBezTo>
                    <a:cubicBezTo>
                      <a:pt x="63" y="117"/>
                      <a:pt x="66" y="120"/>
                      <a:pt x="66" y="123"/>
                    </a:cubicBezTo>
                    <a:cubicBezTo>
                      <a:pt x="69" y="123"/>
                      <a:pt x="78" y="123"/>
                      <a:pt x="81" y="126"/>
                    </a:cubicBezTo>
                    <a:cubicBezTo>
                      <a:pt x="84" y="126"/>
                      <a:pt x="87" y="126"/>
                      <a:pt x="93" y="126"/>
                    </a:cubicBezTo>
                    <a:cubicBezTo>
                      <a:pt x="93" y="123"/>
                      <a:pt x="93" y="123"/>
                      <a:pt x="93" y="123"/>
                    </a:cubicBezTo>
                    <a:cubicBezTo>
                      <a:pt x="90" y="117"/>
                      <a:pt x="96" y="111"/>
                      <a:pt x="102" y="111"/>
                    </a:cubicBezTo>
                    <a:cubicBezTo>
                      <a:pt x="105" y="111"/>
                      <a:pt x="117" y="114"/>
                      <a:pt x="123" y="117"/>
                    </a:cubicBezTo>
                    <a:cubicBezTo>
                      <a:pt x="126" y="117"/>
                      <a:pt x="129" y="117"/>
                      <a:pt x="135" y="111"/>
                    </a:cubicBezTo>
                    <a:cubicBezTo>
                      <a:pt x="138" y="108"/>
                      <a:pt x="141" y="108"/>
                      <a:pt x="141" y="108"/>
                    </a:cubicBezTo>
                    <a:cubicBezTo>
                      <a:pt x="141" y="105"/>
                      <a:pt x="141" y="105"/>
                      <a:pt x="144" y="102"/>
                    </a:cubicBezTo>
                    <a:cubicBezTo>
                      <a:pt x="144" y="102"/>
                      <a:pt x="141" y="102"/>
                      <a:pt x="138" y="102"/>
                    </a:cubicBezTo>
                    <a:cubicBezTo>
                      <a:pt x="135" y="102"/>
                      <a:pt x="132" y="99"/>
                      <a:pt x="135" y="96"/>
                    </a:cubicBezTo>
                    <a:cubicBezTo>
                      <a:pt x="138" y="93"/>
                      <a:pt x="135" y="93"/>
                      <a:pt x="132" y="90"/>
                    </a:cubicBezTo>
                    <a:cubicBezTo>
                      <a:pt x="129" y="87"/>
                      <a:pt x="132" y="87"/>
                      <a:pt x="135" y="87"/>
                    </a:cubicBezTo>
                    <a:cubicBezTo>
                      <a:pt x="135" y="87"/>
                      <a:pt x="138" y="84"/>
                      <a:pt x="135" y="84"/>
                    </a:cubicBezTo>
                    <a:cubicBezTo>
                      <a:pt x="135" y="81"/>
                      <a:pt x="135" y="81"/>
                      <a:pt x="135" y="78"/>
                    </a:cubicBezTo>
                    <a:cubicBezTo>
                      <a:pt x="135" y="75"/>
                      <a:pt x="132" y="75"/>
                      <a:pt x="132" y="72"/>
                    </a:cubicBezTo>
                    <a:cubicBezTo>
                      <a:pt x="132" y="69"/>
                      <a:pt x="129" y="69"/>
                      <a:pt x="129" y="72"/>
                    </a:cubicBezTo>
                    <a:cubicBezTo>
                      <a:pt x="126" y="75"/>
                      <a:pt x="126" y="72"/>
                      <a:pt x="126" y="66"/>
                    </a:cubicBezTo>
                    <a:cubicBezTo>
                      <a:pt x="129" y="63"/>
                      <a:pt x="132" y="60"/>
                      <a:pt x="135" y="57"/>
                    </a:cubicBezTo>
                    <a:cubicBezTo>
                      <a:pt x="135" y="57"/>
                      <a:pt x="138" y="54"/>
                      <a:pt x="141" y="54"/>
                    </a:cubicBezTo>
                    <a:cubicBezTo>
                      <a:pt x="141" y="54"/>
                      <a:pt x="141" y="48"/>
                      <a:pt x="141" y="45"/>
                    </a:cubicBezTo>
                    <a:cubicBezTo>
                      <a:pt x="144" y="42"/>
                      <a:pt x="144" y="39"/>
                      <a:pt x="147" y="36"/>
                    </a:cubicBezTo>
                    <a:cubicBezTo>
                      <a:pt x="150" y="33"/>
                      <a:pt x="147" y="33"/>
                      <a:pt x="144" y="33"/>
                    </a:cubicBezTo>
                    <a:close/>
                    <a:moveTo>
                      <a:pt x="162" y="117"/>
                    </a:moveTo>
                    <a:cubicBezTo>
                      <a:pt x="159" y="117"/>
                      <a:pt x="159" y="120"/>
                      <a:pt x="156" y="123"/>
                    </a:cubicBezTo>
                    <a:cubicBezTo>
                      <a:pt x="150" y="126"/>
                      <a:pt x="156" y="138"/>
                      <a:pt x="159" y="138"/>
                    </a:cubicBezTo>
                    <a:cubicBezTo>
                      <a:pt x="165" y="138"/>
                      <a:pt x="165" y="117"/>
                      <a:pt x="162" y="11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3" name="Freeform 103">
                <a:extLst>
                  <a:ext uri="{FF2B5EF4-FFF2-40B4-BE49-F238E27FC236}">
                    <a16:creationId xmlns:a16="http://schemas.microsoft.com/office/drawing/2014/main" id="{74FE9DF0-2404-7830-A986-723318C14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005" y="2931483"/>
                <a:ext cx="51368" cy="28387"/>
              </a:xfrm>
              <a:custGeom>
                <a:avLst/>
                <a:gdLst>
                  <a:gd name="T0" fmla="*/ 27 w 27"/>
                  <a:gd name="T1" fmla="*/ 6 h 15"/>
                  <a:gd name="T2" fmla="*/ 15 w 27"/>
                  <a:gd name="T3" fmla="*/ 3 h 15"/>
                  <a:gd name="T4" fmla="*/ 9 w 27"/>
                  <a:gd name="T5" fmla="*/ 0 h 15"/>
                  <a:gd name="T6" fmla="*/ 9 w 27"/>
                  <a:gd name="T7" fmla="*/ 0 h 15"/>
                  <a:gd name="T8" fmla="*/ 0 w 27"/>
                  <a:gd name="T9" fmla="*/ 6 h 15"/>
                  <a:gd name="T10" fmla="*/ 21 w 27"/>
                  <a:gd name="T11" fmla="*/ 15 h 15"/>
                  <a:gd name="T12" fmla="*/ 27 w 27"/>
                  <a:gd name="T13" fmla="*/ 12 h 15"/>
                  <a:gd name="T14" fmla="*/ 27 w 27"/>
                  <a:gd name="T1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15">
                    <a:moveTo>
                      <a:pt x="27" y="6"/>
                    </a:moveTo>
                    <a:cubicBezTo>
                      <a:pt x="24" y="3"/>
                      <a:pt x="18" y="6"/>
                      <a:pt x="15" y="3"/>
                    </a:cubicBezTo>
                    <a:cubicBezTo>
                      <a:pt x="12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0"/>
                      <a:pt x="3" y="3"/>
                      <a:pt x="0" y="6"/>
                    </a:cubicBezTo>
                    <a:cubicBezTo>
                      <a:pt x="3" y="9"/>
                      <a:pt x="18" y="15"/>
                      <a:pt x="21" y="15"/>
                    </a:cubicBezTo>
                    <a:cubicBezTo>
                      <a:pt x="24" y="15"/>
                      <a:pt x="24" y="12"/>
                      <a:pt x="27" y="12"/>
                    </a:cubicBezTo>
                    <a:cubicBezTo>
                      <a:pt x="27" y="9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4" name="Freeform 104">
                <a:extLst>
                  <a:ext uri="{FF2B5EF4-FFF2-40B4-BE49-F238E27FC236}">
                    <a16:creationId xmlns:a16="http://schemas.microsoft.com/office/drawing/2014/main" id="{C25DAC6A-5503-7519-B179-2C3C015FC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579" y="2890929"/>
                <a:ext cx="132474" cy="74348"/>
              </a:xfrm>
              <a:custGeom>
                <a:avLst/>
                <a:gdLst>
                  <a:gd name="T0" fmla="*/ 30 w 69"/>
                  <a:gd name="T1" fmla="*/ 33 h 39"/>
                  <a:gd name="T2" fmla="*/ 33 w 69"/>
                  <a:gd name="T3" fmla="*/ 27 h 39"/>
                  <a:gd name="T4" fmla="*/ 45 w 69"/>
                  <a:gd name="T5" fmla="*/ 21 h 39"/>
                  <a:gd name="T6" fmla="*/ 57 w 69"/>
                  <a:gd name="T7" fmla="*/ 18 h 39"/>
                  <a:gd name="T8" fmla="*/ 69 w 69"/>
                  <a:gd name="T9" fmla="*/ 15 h 39"/>
                  <a:gd name="T10" fmla="*/ 57 w 69"/>
                  <a:gd name="T11" fmla="*/ 6 h 39"/>
                  <a:gd name="T12" fmla="*/ 33 w 69"/>
                  <a:gd name="T13" fmla="*/ 6 h 39"/>
                  <a:gd name="T14" fmla="*/ 12 w 69"/>
                  <a:gd name="T15" fmla="*/ 6 h 39"/>
                  <a:gd name="T16" fmla="*/ 12 w 69"/>
                  <a:gd name="T17" fmla="*/ 6 h 39"/>
                  <a:gd name="T18" fmla="*/ 6 w 69"/>
                  <a:gd name="T19" fmla="*/ 12 h 39"/>
                  <a:gd name="T20" fmla="*/ 0 w 69"/>
                  <a:gd name="T21" fmla="*/ 21 h 39"/>
                  <a:gd name="T22" fmla="*/ 6 w 69"/>
                  <a:gd name="T23" fmla="*/ 24 h 39"/>
                  <a:gd name="T24" fmla="*/ 18 w 69"/>
                  <a:gd name="T25" fmla="*/ 27 h 39"/>
                  <a:gd name="T26" fmla="*/ 18 w 69"/>
                  <a:gd name="T27" fmla="*/ 33 h 39"/>
                  <a:gd name="T28" fmla="*/ 21 w 69"/>
                  <a:gd name="T29" fmla="*/ 33 h 39"/>
                  <a:gd name="T30" fmla="*/ 21 w 69"/>
                  <a:gd name="T31" fmla="*/ 39 h 39"/>
                  <a:gd name="T32" fmla="*/ 24 w 69"/>
                  <a:gd name="T33" fmla="*/ 36 h 39"/>
                  <a:gd name="T34" fmla="*/ 30 w 69"/>
                  <a:gd name="T35" fmla="*/ 33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9" h="39">
                    <a:moveTo>
                      <a:pt x="30" y="33"/>
                    </a:moveTo>
                    <a:cubicBezTo>
                      <a:pt x="30" y="33"/>
                      <a:pt x="27" y="27"/>
                      <a:pt x="33" y="27"/>
                    </a:cubicBezTo>
                    <a:cubicBezTo>
                      <a:pt x="39" y="27"/>
                      <a:pt x="45" y="27"/>
                      <a:pt x="45" y="21"/>
                    </a:cubicBezTo>
                    <a:cubicBezTo>
                      <a:pt x="45" y="18"/>
                      <a:pt x="54" y="18"/>
                      <a:pt x="57" y="18"/>
                    </a:cubicBezTo>
                    <a:cubicBezTo>
                      <a:pt x="57" y="18"/>
                      <a:pt x="63" y="15"/>
                      <a:pt x="69" y="15"/>
                    </a:cubicBezTo>
                    <a:cubicBezTo>
                      <a:pt x="69" y="9"/>
                      <a:pt x="60" y="9"/>
                      <a:pt x="57" y="6"/>
                    </a:cubicBezTo>
                    <a:cubicBezTo>
                      <a:pt x="51" y="0"/>
                      <a:pt x="39" y="3"/>
                      <a:pt x="33" y="6"/>
                    </a:cubicBezTo>
                    <a:cubicBezTo>
                      <a:pt x="27" y="6"/>
                      <a:pt x="18" y="3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9" y="9"/>
                      <a:pt x="6" y="9"/>
                      <a:pt x="6" y="12"/>
                    </a:cubicBezTo>
                    <a:cubicBezTo>
                      <a:pt x="0" y="15"/>
                      <a:pt x="0" y="21"/>
                      <a:pt x="0" y="21"/>
                    </a:cubicBezTo>
                    <a:cubicBezTo>
                      <a:pt x="0" y="21"/>
                      <a:pt x="3" y="21"/>
                      <a:pt x="6" y="24"/>
                    </a:cubicBezTo>
                    <a:cubicBezTo>
                      <a:pt x="9" y="27"/>
                      <a:pt x="15" y="24"/>
                      <a:pt x="18" y="27"/>
                    </a:cubicBezTo>
                    <a:cubicBezTo>
                      <a:pt x="18" y="27"/>
                      <a:pt x="18" y="30"/>
                      <a:pt x="18" y="33"/>
                    </a:cubicBezTo>
                    <a:cubicBezTo>
                      <a:pt x="18" y="33"/>
                      <a:pt x="18" y="33"/>
                      <a:pt x="21" y="33"/>
                    </a:cubicBezTo>
                    <a:cubicBezTo>
                      <a:pt x="21" y="36"/>
                      <a:pt x="21" y="36"/>
                      <a:pt x="21" y="39"/>
                    </a:cubicBez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36"/>
                      <a:pt x="27" y="36"/>
                      <a:pt x="30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5" name="Freeform 105">
                <a:extLst>
                  <a:ext uri="{FF2B5EF4-FFF2-40B4-BE49-F238E27FC236}">
                    <a16:creationId xmlns:a16="http://schemas.microsoft.com/office/drawing/2014/main" id="{17E92A47-A604-910D-280A-35735CED3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7333" y="2511079"/>
                <a:ext cx="661021" cy="408237"/>
              </a:xfrm>
              <a:custGeom>
                <a:avLst/>
                <a:gdLst>
                  <a:gd name="T0" fmla="*/ 303 w 345"/>
                  <a:gd name="T1" fmla="*/ 198 h 213"/>
                  <a:gd name="T2" fmla="*/ 297 w 345"/>
                  <a:gd name="T3" fmla="*/ 180 h 213"/>
                  <a:gd name="T4" fmla="*/ 324 w 345"/>
                  <a:gd name="T5" fmla="*/ 171 h 213"/>
                  <a:gd name="T6" fmla="*/ 336 w 345"/>
                  <a:gd name="T7" fmla="*/ 159 h 213"/>
                  <a:gd name="T8" fmla="*/ 345 w 345"/>
                  <a:gd name="T9" fmla="*/ 138 h 213"/>
                  <a:gd name="T10" fmla="*/ 315 w 345"/>
                  <a:gd name="T11" fmla="*/ 135 h 213"/>
                  <a:gd name="T12" fmla="*/ 297 w 345"/>
                  <a:gd name="T13" fmla="*/ 159 h 213"/>
                  <a:gd name="T14" fmla="*/ 282 w 345"/>
                  <a:gd name="T15" fmla="*/ 168 h 213"/>
                  <a:gd name="T16" fmla="*/ 243 w 345"/>
                  <a:gd name="T17" fmla="*/ 168 h 213"/>
                  <a:gd name="T18" fmla="*/ 225 w 345"/>
                  <a:gd name="T19" fmla="*/ 141 h 213"/>
                  <a:gd name="T20" fmla="*/ 225 w 345"/>
                  <a:gd name="T21" fmla="*/ 90 h 213"/>
                  <a:gd name="T22" fmla="*/ 219 w 345"/>
                  <a:gd name="T23" fmla="*/ 81 h 213"/>
                  <a:gd name="T24" fmla="*/ 201 w 345"/>
                  <a:gd name="T25" fmla="*/ 69 h 213"/>
                  <a:gd name="T26" fmla="*/ 189 w 345"/>
                  <a:gd name="T27" fmla="*/ 45 h 213"/>
                  <a:gd name="T28" fmla="*/ 159 w 345"/>
                  <a:gd name="T29" fmla="*/ 45 h 213"/>
                  <a:gd name="T30" fmla="*/ 141 w 345"/>
                  <a:gd name="T31" fmla="*/ 30 h 213"/>
                  <a:gd name="T32" fmla="*/ 123 w 345"/>
                  <a:gd name="T33" fmla="*/ 9 h 213"/>
                  <a:gd name="T34" fmla="*/ 102 w 345"/>
                  <a:gd name="T35" fmla="*/ 15 h 213"/>
                  <a:gd name="T36" fmla="*/ 39 w 345"/>
                  <a:gd name="T37" fmla="*/ 6 h 213"/>
                  <a:gd name="T38" fmla="*/ 0 w 345"/>
                  <a:gd name="T39" fmla="*/ 3 h 213"/>
                  <a:gd name="T40" fmla="*/ 18 w 345"/>
                  <a:gd name="T41" fmla="*/ 33 h 213"/>
                  <a:gd name="T42" fmla="*/ 36 w 345"/>
                  <a:gd name="T43" fmla="*/ 60 h 213"/>
                  <a:gd name="T44" fmla="*/ 42 w 345"/>
                  <a:gd name="T45" fmla="*/ 72 h 213"/>
                  <a:gd name="T46" fmla="*/ 57 w 345"/>
                  <a:gd name="T47" fmla="*/ 93 h 213"/>
                  <a:gd name="T48" fmla="*/ 81 w 345"/>
                  <a:gd name="T49" fmla="*/ 120 h 213"/>
                  <a:gd name="T50" fmla="*/ 84 w 345"/>
                  <a:gd name="T51" fmla="*/ 105 h 213"/>
                  <a:gd name="T52" fmla="*/ 72 w 345"/>
                  <a:gd name="T53" fmla="*/ 93 h 213"/>
                  <a:gd name="T54" fmla="*/ 54 w 345"/>
                  <a:gd name="T55" fmla="*/ 60 h 213"/>
                  <a:gd name="T56" fmla="*/ 45 w 345"/>
                  <a:gd name="T57" fmla="*/ 42 h 213"/>
                  <a:gd name="T58" fmla="*/ 30 w 345"/>
                  <a:gd name="T59" fmla="*/ 27 h 213"/>
                  <a:gd name="T60" fmla="*/ 30 w 345"/>
                  <a:gd name="T61" fmla="*/ 9 h 213"/>
                  <a:gd name="T62" fmla="*/ 39 w 345"/>
                  <a:gd name="T63" fmla="*/ 15 h 213"/>
                  <a:gd name="T64" fmla="*/ 51 w 345"/>
                  <a:gd name="T65" fmla="*/ 30 h 213"/>
                  <a:gd name="T66" fmla="*/ 57 w 345"/>
                  <a:gd name="T67" fmla="*/ 45 h 213"/>
                  <a:gd name="T68" fmla="*/ 75 w 345"/>
                  <a:gd name="T69" fmla="*/ 60 h 213"/>
                  <a:gd name="T70" fmla="*/ 87 w 345"/>
                  <a:gd name="T71" fmla="*/ 72 h 213"/>
                  <a:gd name="T72" fmla="*/ 96 w 345"/>
                  <a:gd name="T73" fmla="*/ 87 h 213"/>
                  <a:gd name="T74" fmla="*/ 129 w 345"/>
                  <a:gd name="T75" fmla="*/ 123 h 213"/>
                  <a:gd name="T76" fmla="*/ 135 w 345"/>
                  <a:gd name="T77" fmla="*/ 144 h 213"/>
                  <a:gd name="T78" fmla="*/ 141 w 345"/>
                  <a:gd name="T79" fmla="*/ 162 h 213"/>
                  <a:gd name="T80" fmla="*/ 174 w 345"/>
                  <a:gd name="T81" fmla="*/ 180 h 213"/>
                  <a:gd name="T82" fmla="*/ 222 w 345"/>
                  <a:gd name="T83" fmla="*/ 201 h 213"/>
                  <a:gd name="T84" fmla="*/ 267 w 345"/>
                  <a:gd name="T85" fmla="*/ 204 h 213"/>
                  <a:gd name="T86" fmla="*/ 288 w 345"/>
                  <a:gd name="T87" fmla="*/ 20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45" h="213">
                    <a:moveTo>
                      <a:pt x="288" y="201"/>
                    </a:moveTo>
                    <a:cubicBezTo>
                      <a:pt x="288" y="201"/>
                      <a:pt x="300" y="201"/>
                      <a:pt x="303" y="198"/>
                    </a:cubicBezTo>
                    <a:cubicBezTo>
                      <a:pt x="303" y="195"/>
                      <a:pt x="294" y="189"/>
                      <a:pt x="294" y="186"/>
                    </a:cubicBezTo>
                    <a:cubicBezTo>
                      <a:pt x="294" y="186"/>
                      <a:pt x="294" y="180"/>
                      <a:pt x="297" y="180"/>
                    </a:cubicBezTo>
                    <a:cubicBezTo>
                      <a:pt x="300" y="180"/>
                      <a:pt x="318" y="180"/>
                      <a:pt x="318" y="180"/>
                    </a:cubicBezTo>
                    <a:cubicBezTo>
                      <a:pt x="318" y="180"/>
                      <a:pt x="321" y="171"/>
                      <a:pt x="324" y="171"/>
                    </a:cubicBezTo>
                    <a:cubicBezTo>
                      <a:pt x="327" y="171"/>
                      <a:pt x="330" y="174"/>
                      <a:pt x="330" y="174"/>
                    </a:cubicBezTo>
                    <a:cubicBezTo>
                      <a:pt x="333" y="171"/>
                      <a:pt x="336" y="165"/>
                      <a:pt x="336" y="159"/>
                    </a:cubicBezTo>
                    <a:cubicBezTo>
                      <a:pt x="336" y="153"/>
                      <a:pt x="333" y="150"/>
                      <a:pt x="336" y="147"/>
                    </a:cubicBezTo>
                    <a:cubicBezTo>
                      <a:pt x="342" y="144"/>
                      <a:pt x="345" y="144"/>
                      <a:pt x="345" y="138"/>
                    </a:cubicBezTo>
                    <a:cubicBezTo>
                      <a:pt x="342" y="132"/>
                      <a:pt x="339" y="138"/>
                      <a:pt x="333" y="135"/>
                    </a:cubicBezTo>
                    <a:cubicBezTo>
                      <a:pt x="330" y="132"/>
                      <a:pt x="327" y="135"/>
                      <a:pt x="315" y="135"/>
                    </a:cubicBezTo>
                    <a:cubicBezTo>
                      <a:pt x="306" y="138"/>
                      <a:pt x="300" y="141"/>
                      <a:pt x="303" y="150"/>
                    </a:cubicBezTo>
                    <a:cubicBezTo>
                      <a:pt x="303" y="156"/>
                      <a:pt x="297" y="153"/>
                      <a:pt x="297" y="159"/>
                    </a:cubicBezTo>
                    <a:cubicBezTo>
                      <a:pt x="300" y="165"/>
                      <a:pt x="291" y="165"/>
                      <a:pt x="291" y="171"/>
                    </a:cubicBezTo>
                    <a:cubicBezTo>
                      <a:pt x="291" y="174"/>
                      <a:pt x="285" y="171"/>
                      <a:pt x="282" y="168"/>
                    </a:cubicBezTo>
                    <a:cubicBezTo>
                      <a:pt x="279" y="168"/>
                      <a:pt x="258" y="174"/>
                      <a:pt x="255" y="174"/>
                    </a:cubicBezTo>
                    <a:cubicBezTo>
                      <a:pt x="252" y="174"/>
                      <a:pt x="246" y="168"/>
                      <a:pt x="243" y="168"/>
                    </a:cubicBezTo>
                    <a:cubicBezTo>
                      <a:pt x="240" y="168"/>
                      <a:pt x="237" y="162"/>
                      <a:pt x="237" y="156"/>
                    </a:cubicBezTo>
                    <a:cubicBezTo>
                      <a:pt x="237" y="153"/>
                      <a:pt x="228" y="147"/>
                      <a:pt x="225" y="141"/>
                    </a:cubicBezTo>
                    <a:cubicBezTo>
                      <a:pt x="222" y="138"/>
                      <a:pt x="222" y="126"/>
                      <a:pt x="219" y="120"/>
                    </a:cubicBezTo>
                    <a:cubicBezTo>
                      <a:pt x="219" y="114"/>
                      <a:pt x="219" y="102"/>
                      <a:pt x="225" y="90"/>
                    </a:cubicBezTo>
                    <a:cubicBezTo>
                      <a:pt x="225" y="87"/>
                      <a:pt x="225" y="84"/>
                      <a:pt x="225" y="84"/>
                    </a:cubicBezTo>
                    <a:cubicBezTo>
                      <a:pt x="222" y="84"/>
                      <a:pt x="222" y="81"/>
                      <a:pt x="219" y="81"/>
                    </a:cubicBezTo>
                    <a:cubicBezTo>
                      <a:pt x="216" y="81"/>
                      <a:pt x="207" y="75"/>
                      <a:pt x="204" y="75"/>
                    </a:cubicBezTo>
                    <a:cubicBezTo>
                      <a:pt x="204" y="75"/>
                      <a:pt x="204" y="72"/>
                      <a:pt x="201" y="69"/>
                    </a:cubicBezTo>
                    <a:cubicBezTo>
                      <a:pt x="201" y="66"/>
                      <a:pt x="201" y="63"/>
                      <a:pt x="198" y="60"/>
                    </a:cubicBezTo>
                    <a:cubicBezTo>
                      <a:pt x="198" y="60"/>
                      <a:pt x="189" y="54"/>
                      <a:pt x="189" y="45"/>
                    </a:cubicBezTo>
                    <a:cubicBezTo>
                      <a:pt x="186" y="39"/>
                      <a:pt x="174" y="36"/>
                      <a:pt x="168" y="33"/>
                    </a:cubicBezTo>
                    <a:cubicBezTo>
                      <a:pt x="162" y="33"/>
                      <a:pt x="162" y="45"/>
                      <a:pt x="159" y="45"/>
                    </a:cubicBezTo>
                    <a:cubicBezTo>
                      <a:pt x="159" y="45"/>
                      <a:pt x="150" y="39"/>
                      <a:pt x="147" y="39"/>
                    </a:cubicBezTo>
                    <a:cubicBezTo>
                      <a:pt x="144" y="36"/>
                      <a:pt x="141" y="33"/>
                      <a:pt x="141" y="30"/>
                    </a:cubicBezTo>
                    <a:cubicBezTo>
                      <a:pt x="141" y="27"/>
                      <a:pt x="138" y="24"/>
                      <a:pt x="135" y="21"/>
                    </a:cubicBezTo>
                    <a:cubicBezTo>
                      <a:pt x="132" y="21"/>
                      <a:pt x="123" y="9"/>
                      <a:pt x="123" y="9"/>
                    </a:cubicBezTo>
                    <a:cubicBezTo>
                      <a:pt x="105" y="9"/>
                      <a:pt x="105" y="9"/>
                      <a:pt x="105" y="9"/>
                    </a:cubicBezTo>
                    <a:cubicBezTo>
                      <a:pt x="102" y="15"/>
                      <a:pt x="102" y="15"/>
                      <a:pt x="102" y="15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9" y="15"/>
                      <a:pt x="45" y="6"/>
                      <a:pt x="39" y="6"/>
                    </a:cubicBezTo>
                    <a:cubicBezTo>
                      <a:pt x="36" y="3"/>
                      <a:pt x="27" y="0"/>
                      <a:pt x="27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3" y="6"/>
                      <a:pt x="3" y="9"/>
                      <a:pt x="6" y="12"/>
                    </a:cubicBezTo>
                    <a:cubicBezTo>
                      <a:pt x="12" y="18"/>
                      <a:pt x="15" y="30"/>
                      <a:pt x="18" y="33"/>
                    </a:cubicBezTo>
                    <a:cubicBezTo>
                      <a:pt x="18" y="39"/>
                      <a:pt x="24" y="42"/>
                      <a:pt x="30" y="45"/>
                    </a:cubicBezTo>
                    <a:cubicBezTo>
                      <a:pt x="36" y="48"/>
                      <a:pt x="36" y="57"/>
                      <a:pt x="36" y="60"/>
                    </a:cubicBezTo>
                    <a:cubicBezTo>
                      <a:pt x="36" y="63"/>
                      <a:pt x="27" y="57"/>
                      <a:pt x="27" y="60"/>
                    </a:cubicBezTo>
                    <a:cubicBezTo>
                      <a:pt x="27" y="63"/>
                      <a:pt x="36" y="72"/>
                      <a:pt x="42" y="72"/>
                    </a:cubicBezTo>
                    <a:cubicBezTo>
                      <a:pt x="45" y="72"/>
                      <a:pt x="48" y="72"/>
                      <a:pt x="54" y="78"/>
                    </a:cubicBezTo>
                    <a:cubicBezTo>
                      <a:pt x="60" y="84"/>
                      <a:pt x="60" y="90"/>
                      <a:pt x="57" y="93"/>
                    </a:cubicBezTo>
                    <a:cubicBezTo>
                      <a:pt x="54" y="96"/>
                      <a:pt x="63" y="99"/>
                      <a:pt x="69" y="105"/>
                    </a:cubicBezTo>
                    <a:cubicBezTo>
                      <a:pt x="78" y="108"/>
                      <a:pt x="81" y="117"/>
                      <a:pt x="81" y="120"/>
                    </a:cubicBezTo>
                    <a:cubicBezTo>
                      <a:pt x="81" y="120"/>
                      <a:pt x="87" y="120"/>
                      <a:pt x="87" y="114"/>
                    </a:cubicBezTo>
                    <a:cubicBezTo>
                      <a:pt x="87" y="111"/>
                      <a:pt x="84" y="111"/>
                      <a:pt x="84" y="105"/>
                    </a:cubicBezTo>
                    <a:cubicBezTo>
                      <a:pt x="84" y="102"/>
                      <a:pt x="78" y="102"/>
                      <a:pt x="75" y="102"/>
                    </a:cubicBezTo>
                    <a:cubicBezTo>
                      <a:pt x="72" y="102"/>
                      <a:pt x="75" y="96"/>
                      <a:pt x="72" y="93"/>
                    </a:cubicBezTo>
                    <a:cubicBezTo>
                      <a:pt x="69" y="90"/>
                      <a:pt x="66" y="81"/>
                      <a:pt x="66" y="75"/>
                    </a:cubicBezTo>
                    <a:cubicBezTo>
                      <a:pt x="63" y="72"/>
                      <a:pt x="57" y="66"/>
                      <a:pt x="54" y="60"/>
                    </a:cubicBezTo>
                    <a:cubicBezTo>
                      <a:pt x="48" y="54"/>
                      <a:pt x="45" y="48"/>
                      <a:pt x="45" y="48"/>
                    </a:cubicBezTo>
                    <a:cubicBezTo>
                      <a:pt x="42" y="45"/>
                      <a:pt x="48" y="42"/>
                      <a:pt x="45" y="42"/>
                    </a:cubicBezTo>
                    <a:cubicBezTo>
                      <a:pt x="42" y="39"/>
                      <a:pt x="39" y="39"/>
                      <a:pt x="36" y="36"/>
                    </a:cubicBezTo>
                    <a:cubicBezTo>
                      <a:pt x="33" y="36"/>
                      <a:pt x="30" y="33"/>
                      <a:pt x="30" y="27"/>
                    </a:cubicBezTo>
                    <a:cubicBezTo>
                      <a:pt x="30" y="24"/>
                      <a:pt x="27" y="15"/>
                      <a:pt x="27" y="12"/>
                    </a:cubicBezTo>
                    <a:cubicBezTo>
                      <a:pt x="24" y="9"/>
                      <a:pt x="30" y="9"/>
                      <a:pt x="30" y="9"/>
                    </a:cubicBezTo>
                    <a:cubicBezTo>
                      <a:pt x="30" y="12"/>
                      <a:pt x="33" y="12"/>
                      <a:pt x="33" y="12"/>
                    </a:cubicBezTo>
                    <a:cubicBezTo>
                      <a:pt x="36" y="12"/>
                      <a:pt x="39" y="12"/>
                      <a:pt x="39" y="15"/>
                    </a:cubicBezTo>
                    <a:cubicBezTo>
                      <a:pt x="42" y="18"/>
                      <a:pt x="45" y="15"/>
                      <a:pt x="48" y="15"/>
                    </a:cubicBezTo>
                    <a:cubicBezTo>
                      <a:pt x="51" y="18"/>
                      <a:pt x="42" y="18"/>
                      <a:pt x="51" y="30"/>
                    </a:cubicBezTo>
                    <a:cubicBezTo>
                      <a:pt x="57" y="42"/>
                      <a:pt x="51" y="36"/>
                      <a:pt x="51" y="42"/>
                    </a:cubicBezTo>
                    <a:cubicBezTo>
                      <a:pt x="51" y="51"/>
                      <a:pt x="57" y="48"/>
                      <a:pt x="57" y="45"/>
                    </a:cubicBezTo>
                    <a:cubicBezTo>
                      <a:pt x="57" y="45"/>
                      <a:pt x="63" y="48"/>
                      <a:pt x="66" y="54"/>
                    </a:cubicBezTo>
                    <a:cubicBezTo>
                      <a:pt x="69" y="57"/>
                      <a:pt x="75" y="57"/>
                      <a:pt x="75" y="60"/>
                    </a:cubicBezTo>
                    <a:cubicBezTo>
                      <a:pt x="75" y="63"/>
                      <a:pt x="75" y="66"/>
                      <a:pt x="81" y="66"/>
                    </a:cubicBezTo>
                    <a:cubicBezTo>
                      <a:pt x="84" y="69"/>
                      <a:pt x="84" y="72"/>
                      <a:pt x="87" y="72"/>
                    </a:cubicBezTo>
                    <a:cubicBezTo>
                      <a:pt x="90" y="72"/>
                      <a:pt x="90" y="75"/>
                      <a:pt x="90" y="81"/>
                    </a:cubicBezTo>
                    <a:cubicBezTo>
                      <a:pt x="87" y="84"/>
                      <a:pt x="90" y="87"/>
                      <a:pt x="96" y="87"/>
                    </a:cubicBezTo>
                    <a:cubicBezTo>
                      <a:pt x="102" y="90"/>
                      <a:pt x="99" y="93"/>
                      <a:pt x="105" y="96"/>
                    </a:cubicBezTo>
                    <a:cubicBezTo>
                      <a:pt x="111" y="102"/>
                      <a:pt x="126" y="120"/>
                      <a:pt x="129" y="123"/>
                    </a:cubicBezTo>
                    <a:cubicBezTo>
                      <a:pt x="132" y="129"/>
                      <a:pt x="135" y="132"/>
                      <a:pt x="135" y="135"/>
                    </a:cubicBezTo>
                    <a:cubicBezTo>
                      <a:pt x="138" y="141"/>
                      <a:pt x="132" y="141"/>
                      <a:pt x="135" y="144"/>
                    </a:cubicBezTo>
                    <a:cubicBezTo>
                      <a:pt x="138" y="147"/>
                      <a:pt x="132" y="147"/>
                      <a:pt x="132" y="147"/>
                    </a:cubicBezTo>
                    <a:cubicBezTo>
                      <a:pt x="132" y="150"/>
                      <a:pt x="135" y="162"/>
                      <a:pt x="141" y="162"/>
                    </a:cubicBezTo>
                    <a:cubicBezTo>
                      <a:pt x="147" y="162"/>
                      <a:pt x="153" y="171"/>
                      <a:pt x="156" y="174"/>
                    </a:cubicBezTo>
                    <a:cubicBezTo>
                      <a:pt x="162" y="177"/>
                      <a:pt x="168" y="177"/>
                      <a:pt x="174" y="180"/>
                    </a:cubicBezTo>
                    <a:cubicBezTo>
                      <a:pt x="180" y="180"/>
                      <a:pt x="186" y="186"/>
                      <a:pt x="198" y="189"/>
                    </a:cubicBezTo>
                    <a:cubicBezTo>
                      <a:pt x="207" y="192"/>
                      <a:pt x="216" y="198"/>
                      <a:pt x="222" y="201"/>
                    </a:cubicBezTo>
                    <a:cubicBezTo>
                      <a:pt x="228" y="204"/>
                      <a:pt x="237" y="204"/>
                      <a:pt x="246" y="201"/>
                    </a:cubicBezTo>
                    <a:cubicBezTo>
                      <a:pt x="255" y="195"/>
                      <a:pt x="261" y="201"/>
                      <a:pt x="267" y="204"/>
                    </a:cubicBezTo>
                    <a:cubicBezTo>
                      <a:pt x="267" y="204"/>
                      <a:pt x="273" y="207"/>
                      <a:pt x="279" y="213"/>
                    </a:cubicBezTo>
                    <a:cubicBezTo>
                      <a:pt x="282" y="207"/>
                      <a:pt x="285" y="201"/>
                      <a:pt x="288" y="20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6" name="Freeform 106">
                <a:extLst>
                  <a:ext uri="{FF2B5EF4-FFF2-40B4-BE49-F238E27FC236}">
                    <a16:creationId xmlns:a16="http://schemas.microsoft.com/office/drawing/2014/main" id="{BAFBECD2-EC4B-ED01-75F5-747E95A66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638" y="2855783"/>
                <a:ext cx="91921" cy="86514"/>
              </a:xfrm>
              <a:custGeom>
                <a:avLst/>
                <a:gdLst>
                  <a:gd name="T0" fmla="*/ 42 w 48"/>
                  <a:gd name="T1" fmla="*/ 30 h 45"/>
                  <a:gd name="T2" fmla="*/ 48 w 48"/>
                  <a:gd name="T3" fmla="*/ 24 h 45"/>
                  <a:gd name="T4" fmla="*/ 42 w 48"/>
                  <a:gd name="T5" fmla="*/ 21 h 45"/>
                  <a:gd name="T6" fmla="*/ 36 w 48"/>
                  <a:gd name="T7" fmla="*/ 21 h 45"/>
                  <a:gd name="T8" fmla="*/ 36 w 48"/>
                  <a:gd name="T9" fmla="*/ 0 h 45"/>
                  <a:gd name="T10" fmla="*/ 18 w 48"/>
                  <a:gd name="T11" fmla="*/ 0 h 45"/>
                  <a:gd name="T12" fmla="*/ 15 w 48"/>
                  <a:gd name="T13" fmla="*/ 6 h 45"/>
                  <a:gd name="T14" fmla="*/ 24 w 48"/>
                  <a:gd name="T15" fmla="*/ 18 h 45"/>
                  <a:gd name="T16" fmla="*/ 9 w 48"/>
                  <a:gd name="T17" fmla="*/ 21 h 45"/>
                  <a:gd name="T18" fmla="*/ 0 w 48"/>
                  <a:gd name="T19" fmla="*/ 33 h 45"/>
                  <a:gd name="T20" fmla="*/ 12 w 48"/>
                  <a:gd name="T21" fmla="*/ 42 h 45"/>
                  <a:gd name="T22" fmla="*/ 27 w 48"/>
                  <a:gd name="T23" fmla="*/ 45 h 45"/>
                  <a:gd name="T24" fmla="*/ 27 w 48"/>
                  <a:gd name="T25" fmla="*/ 45 h 45"/>
                  <a:gd name="T26" fmla="*/ 36 w 48"/>
                  <a:gd name="T27" fmla="*/ 39 h 45"/>
                  <a:gd name="T28" fmla="*/ 42 w 48"/>
                  <a:gd name="T29" fmla="*/ 3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8" h="45">
                    <a:moveTo>
                      <a:pt x="42" y="30"/>
                    </a:moveTo>
                    <a:cubicBezTo>
                      <a:pt x="42" y="27"/>
                      <a:pt x="45" y="27"/>
                      <a:pt x="48" y="24"/>
                    </a:cubicBezTo>
                    <a:cubicBezTo>
                      <a:pt x="42" y="27"/>
                      <a:pt x="42" y="24"/>
                      <a:pt x="42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3" y="0"/>
                      <a:pt x="21" y="0"/>
                      <a:pt x="18" y="0"/>
                    </a:cubicBezTo>
                    <a:cubicBezTo>
                      <a:pt x="15" y="0"/>
                      <a:pt x="15" y="6"/>
                      <a:pt x="15" y="6"/>
                    </a:cubicBezTo>
                    <a:cubicBezTo>
                      <a:pt x="15" y="9"/>
                      <a:pt x="24" y="15"/>
                      <a:pt x="24" y="18"/>
                    </a:cubicBezTo>
                    <a:cubicBezTo>
                      <a:pt x="21" y="21"/>
                      <a:pt x="9" y="21"/>
                      <a:pt x="9" y="21"/>
                    </a:cubicBezTo>
                    <a:cubicBezTo>
                      <a:pt x="6" y="21"/>
                      <a:pt x="3" y="27"/>
                      <a:pt x="0" y="33"/>
                    </a:cubicBezTo>
                    <a:cubicBezTo>
                      <a:pt x="3" y="36"/>
                      <a:pt x="9" y="42"/>
                      <a:pt x="12" y="42"/>
                    </a:cubicBezTo>
                    <a:cubicBezTo>
                      <a:pt x="15" y="45"/>
                      <a:pt x="24" y="42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30" y="42"/>
                      <a:pt x="33" y="39"/>
                      <a:pt x="36" y="39"/>
                    </a:cubicBezTo>
                    <a:cubicBezTo>
                      <a:pt x="39" y="39"/>
                      <a:pt x="36" y="33"/>
                      <a:pt x="42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7" name="Freeform 107">
                <a:extLst>
                  <a:ext uri="{FF2B5EF4-FFF2-40B4-BE49-F238E27FC236}">
                    <a16:creationId xmlns:a16="http://schemas.microsoft.com/office/drawing/2014/main" id="{5E2920D5-7599-3918-20F1-C79A21C967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579" y="2839562"/>
                <a:ext cx="28387" cy="56775"/>
              </a:xfrm>
              <a:custGeom>
                <a:avLst/>
                <a:gdLst>
                  <a:gd name="T0" fmla="*/ 3 w 15"/>
                  <a:gd name="T1" fmla="*/ 9 h 30"/>
                  <a:gd name="T2" fmla="*/ 0 w 15"/>
                  <a:gd name="T3" fmla="*/ 9 h 30"/>
                  <a:gd name="T4" fmla="*/ 0 w 15"/>
                  <a:gd name="T5" fmla="*/ 30 h 30"/>
                  <a:gd name="T6" fmla="*/ 6 w 15"/>
                  <a:gd name="T7" fmla="*/ 30 h 30"/>
                  <a:gd name="T8" fmla="*/ 9 w 15"/>
                  <a:gd name="T9" fmla="*/ 24 h 30"/>
                  <a:gd name="T10" fmla="*/ 12 w 15"/>
                  <a:gd name="T11" fmla="*/ 6 h 30"/>
                  <a:gd name="T12" fmla="*/ 15 w 15"/>
                  <a:gd name="T13" fmla="*/ 3 h 30"/>
                  <a:gd name="T14" fmla="*/ 9 w 15"/>
                  <a:gd name="T15" fmla="*/ 0 h 30"/>
                  <a:gd name="T16" fmla="*/ 3 w 15"/>
                  <a:gd name="T17" fmla="*/ 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0">
                    <a:moveTo>
                      <a:pt x="3" y="9"/>
                    </a:moveTo>
                    <a:cubicBezTo>
                      <a:pt x="3" y="9"/>
                      <a:pt x="3" y="9"/>
                      <a:pt x="0" y="9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7"/>
                      <a:pt x="9" y="27"/>
                      <a:pt x="9" y="24"/>
                    </a:cubicBezTo>
                    <a:cubicBezTo>
                      <a:pt x="15" y="21"/>
                      <a:pt x="9" y="6"/>
                      <a:pt x="12" y="6"/>
                    </a:cubicBezTo>
                    <a:cubicBezTo>
                      <a:pt x="15" y="6"/>
                      <a:pt x="15" y="6"/>
                      <a:pt x="15" y="3"/>
                    </a:cubicBezTo>
                    <a:cubicBezTo>
                      <a:pt x="15" y="3"/>
                      <a:pt x="12" y="0"/>
                      <a:pt x="9" y="0"/>
                    </a:cubicBezTo>
                    <a:cubicBezTo>
                      <a:pt x="6" y="0"/>
                      <a:pt x="3" y="9"/>
                      <a:pt x="3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8" name="Freeform 108">
                <a:extLst>
                  <a:ext uri="{FF2B5EF4-FFF2-40B4-BE49-F238E27FC236}">
                    <a16:creationId xmlns:a16="http://schemas.microsoft.com/office/drawing/2014/main" id="{9761F5D9-494F-1529-806C-4C1DB7E911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7895" y="2799008"/>
                <a:ext cx="68941" cy="56775"/>
              </a:xfrm>
              <a:custGeom>
                <a:avLst/>
                <a:gdLst>
                  <a:gd name="T0" fmla="*/ 18 w 36"/>
                  <a:gd name="T1" fmla="*/ 3 h 30"/>
                  <a:gd name="T2" fmla="*/ 24 w 36"/>
                  <a:gd name="T3" fmla="*/ 18 h 30"/>
                  <a:gd name="T4" fmla="*/ 3 w 36"/>
                  <a:gd name="T5" fmla="*/ 24 h 30"/>
                  <a:gd name="T6" fmla="*/ 18 w 36"/>
                  <a:gd name="T7" fmla="*/ 27 h 30"/>
                  <a:gd name="T8" fmla="*/ 33 w 36"/>
                  <a:gd name="T9" fmla="*/ 27 h 30"/>
                  <a:gd name="T10" fmla="*/ 36 w 36"/>
                  <a:gd name="T11" fmla="*/ 6 h 30"/>
                  <a:gd name="T12" fmla="*/ 18 w 36"/>
                  <a:gd name="T13" fmla="*/ 3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30">
                    <a:moveTo>
                      <a:pt x="18" y="3"/>
                    </a:moveTo>
                    <a:cubicBezTo>
                      <a:pt x="12" y="6"/>
                      <a:pt x="24" y="15"/>
                      <a:pt x="24" y="18"/>
                    </a:cubicBezTo>
                    <a:cubicBezTo>
                      <a:pt x="24" y="24"/>
                      <a:pt x="3" y="18"/>
                      <a:pt x="3" y="24"/>
                    </a:cubicBezTo>
                    <a:cubicBezTo>
                      <a:pt x="0" y="24"/>
                      <a:pt x="9" y="30"/>
                      <a:pt x="18" y="27"/>
                    </a:cubicBezTo>
                    <a:cubicBezTo>
                      <a:pt x="24" y="24"/>
                      <a:pt x="30" y="27"/>
                      <a:pt x="33" y="27"/>
                    </a:cubicBezTo>
                    <a:cubicBezTo>
                      <a:pt x="33" y="21"/>
                      <a:pt x="33" y="12"/>
                      <a:pt x="36" y="6"/>
                    </a:cubicBezTo>
                    <a:cubicBezTo>
                      <a:pt x="27" y="6"/>
                      <a:pt x="21" y="0"/>
                      <a:pt x="18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9" name="Freeform 109">
                <a:extLst>
                  <a:ext uri="{FF2B5EF4-FFF2-40B4-BE49-F238E27FC236}">
                    <a16:creationId xmlns:a16="http://schemas.microsoft.com/office/drawing/2014/main" id="{D5D76F2E-DD84-7967-9848-7C1DE6519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0077" y="2809822"/>
                <a:ext cx="75700" cy="45961"/>
              </a:xfrm>
              <a:custGeom>
                <a:avLst/>
                <a:gdLst>
                  <a:gd name="T0" fmla="*/ 15 w 39"/>
                  <a:gd name="T1" fmla="*/ 18 h 24"/>
                  <a:gd name="T2" fmla="*/ 39 w 39"/>
                  <a:gd name="T3" fmla="*/ 12 h 24"/>
                  <a:gd name="T4" fmla="*/ 9 w 39"/>
                  <a:gd name="T5" fmla="*/ 0 h 24"/>
                  <a:gd name="T6" fmla="*/ 3 w 39"/>
                  <a:gd name="T7" fmla="*/ 0 h 24"/>
                  <a:gd name="T8" fmla="*/ 0 w 39"/>
                  <a:gd name="T9" fmla="*/ 21 h 24"/>
                  <a:gd name="T10" fmla="*/ 0 w 39"/>
                  <a:gd name="T11" fmla="*/ 24 h 24"/>
                  <a:gd name="T12" fmla="*/ 15 w 39"/>
                  <a:gd name="T13" fmla="*/ 1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9" h="24">
                    <a:moveTo>
                      <a:pt x="15" y="18"/>
                    </a:moveTo>
                    <a:cubicBezTo>
                      <a:pt x="24" y="15"/>
                      <a:pt x="39" y="21"/>
                      <a:pt x="39" y="12"/>
                    </a:cubicBezTo>
                    <a:cubicBezTo>
                      <a:pt x="39" y="6"/>
                      <a:pt x="15" y="0"/>
                      <a:pt x="9" y="0"/>
                    </a:cubicBezTo>
                    <a:cubicBezTo>
                      <a:pt x="6" y="0"/>
                      <a:pt x="3" y="0"/>
                      <a:pt x="3" y="0"/>
                    </a:cubicBezTo>
                    <a:cubicBezTo>
                      <a:pt x="0" y="6"/>
                      <a:pt x="0" y="15"/>
                      <a:pt x="0" y="21"/>
                    </a:cubicBezTo>
                    <a:cubicBezTo>
                      <a:pt x="0" y="21"/>
                      <a:pt x="0" y="21"/>
                      <a:pt x="0" y="24"/>
                    </a:cubicBezTo>
                    <a:cubicBezTo>
                      <a:pt x="3" y="24"/>
                      <a:pt x="6" y="21"/>
                      <a:pt x="15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0" name="Freeform 110">
                <a:extLst>
                  <a:ext uri="{FF2B5EF4-FFF2-40B4-BE49-F238E27FC236}">
                    <a16:creationId xmlns:a16="http://schemas.microsoft.com/office/drawing/2014/main" id="{1EFA7DFC-5BE6-58AC-C243-64E22242A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2132" y="2919317"/>
                <a:ext cx="91921" cy="91921"/>
              </a:xfrm>
              <a:custGeom>
                <a:avLst/>
                <a:gdLst>
                  <a:gd name="T0" fmla="*/ 27 w 48"/>
                  <a:gd name="T1" fmla="*/ 45 h 48"/>
                  <a:gd name="T2" fmla="*/ 36 w 48"/>
                  <a:gd name="T3" fmla="*/ 48 h 48"/>
                  <a:gd name="T4" fmla="*/ 42 w 48"/>
                  <a:gd name="T5" fmla="*/ 48 h 48"/>
                  <a:gd name="T6" fmla="*/ 42 w 48"/>
                  <a:gd name="T7" fmla="*/ 45 h 48"/>
                  <a:gd name="T8" fmla="*/ 45 w 48"/>
                  <a:gd name="T9" fmla="*/ 30 h 48"/>
                  <a:gd name="T10" fmla="*/ 45 w 48"/>
                  <a:gd name="T11" fmla="*/ 12 h 48"/>
                  <a:gd name="T12" fmla="*/ 48 w 48"/>
                  <a:gd name="T13" fmla="*/ 0 h 48"/>
                  <a:gd name="T14" fmla="*/ 48 w 48"/>
                  <a:gd name="T15" fmla="*/ 0 h 48"/>
                  <a:gd name="T16" fmla="*/ 36 w 48"/>
                  <a:gd name="T17" fmla="*/ 3 h 48"/>
                  <a:gd name="T18" fmla="*/ 24 w 48"/>
                  <a:gd name="T19" fmla="*/ 6 h 48"/>
                  <a:gd name="T20" fmla="*/ 12 w 48"/>
                  <a:gd name="T21" fmla="*/ 12 h 48"/>
                  <a:gd name="T22" fmla="*/ 9 w 48"/>
                  <a:gd name="T23" fmla="*/ 18 h 48"/>
                  <a:gd name="T24" fmla="*/ 3 w 48"/>
                  <a:gd name="T25" fmla="*/ 21 h 48"/>
                  <a:gd name="T26" fmla="*/ 0 w 48"/>
                  <a:gd name="T27" fmla="*/ 24 h 48"/>
                  <a:gd name="T28" fmla="*/ 3 w 48"/>
                  <a:gd name="T29" fmla="*/ 27 h 48"/>
                  <a:gd name="T30" fmla="*/ 15 w 48"/>
                  <a:gd name="T31" fmla="*/ 42 h 48"/>
                  <a:gd name="T32" fmla="*/ 21 w 48"/>
                  <a:gd name="T33" fmla="*/ 45 h 48"/>
                  <a:gd name="T34" fmla="*/ 27 w 48"/>
                  <a:gd name="T35" fmla="*/ 4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48">
                    <a:moveTo>
                      <a:pt x="27" y="45"/>
                    </a:moveTo>
                    <a:cubicBezTo>
                      <a:pt x="27" y="48"/>
                      <a:pt x="33" y="45"/>
                      <a:pt x="36" y="48"/>
                    </a:cubicBezTo>
                    <a:cubicBezTo>
                      <a:pt x="39" y="48"/>
                      <a:pt x="39" y="48"/>
                      <a:pt x="42" y="48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39" y="42"/>
                      <a:pt x="42" y="36"/>
                      <a:pt x="45" y="30"/>
                    </a:cubicBezTo>
                    <a:cubicBezTo>
                      <a:pt x="45" y="27"/>
                      <a:pt x="42" y="15"/>
                      <a:pt x="45" y="12"/>
                    </a:cubicBezTo>
                    <a:cubicBezTo>
                      <a:pt x="48" y="9"/>
                      <a:pt x="45" y="6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2" y="0"/>
                      <a:pt x="36" y="3"/>
                      <a:pt x="36" y="3"/>
                    </a:cubicBezTo>
                    <a:cubicBezTo>
                      <a:pt x="33" y="3"/>
                      <a:pt x="24" y="3"/>
                      <a:pt x="24" y="6"/>
                    </a:cubicBezTo>
                    <a:cubicBezTo>
                      <a:pt x="24" y="12"/>
                      <a:pt x="18" y="12"/>
                      <a:pt x="12" y="12"/>
                    </a:cubicBezTo>
                    <a:cubicBezTo>
                      <a:pt x="6" y="12"/>
                      <a:pt x="9" y="18"/>
                      <a:pt x="9" y="18"/>
                    </a:cubicBezTo>
                    <a:cubicBezTo>
                      <a:pt x="6" y="21"/>
                      <a:pt x="3" y="21"/>
                      <a:pt x="3" y="21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7"/>
                      <a:pt x="3" y="27"/>
                    </a:cubicBezTo>
                    <a:cubicBezTo>
                      <a:pt x="6" y="30"/>
                      <a:pt x="12" y="39"/>
                      <a:pt x="15" y="42"/>
                    </a:cubicBezTo>
                    <a:cubicBezTo>
                      <a:pt x="18" y="42"/>
                      <a:pt x="18" y="42"/>
                      <a:pt x="21" y="45"/>
                    </a:cubicBezTo>
                    <a:cubicBezTo>
                      <a:pt x="21" y="45"/>
                      <a:pt x="24" y="45"/>
                      <a:pt x="27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1" name="Freeform 111">
                <a:extLst>
                  <a:ext uri="{FF2B5EF4-FFF2-40B4-BE49-F238E27FC236}">
                    <a16:creationId xmlns:a16="http://schemas.microsoft.com/office/drawing/2014/main" id="{3A618743-E8E2-0922-D554-F8170F719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116" y="3132898"/>
                <a:ext cx="862436" cy="880009"/>
              </a:xfrm>
              <a:custGeom>
                <a:avLst/>
                <a:gdLst>
                  <a:gd name="T0" fmla="*/ 252 w 450"/>
                  <a:gd name="T1" fmla="*/ 426 h 459"/>
                  <a:gd name="T2" fmla="*/ 258 w 450"/>
                  <a:gd name="T3" fmla="*/ 429 h 459"/>
                  <a:gd name="T4" fmla="*/ 288 w 450"/>
                  <a:gd name="T5" fmla="*/ 378 h 459"/>
                  <a:gd name="T6" fmla="*/ 306 w 450"/>
                  <a:gd name="T7" fmla="*/ 342 h 459"/>
                  <a:gd name="T8" fmla="*/ 336 w 450"/>
                  <a:gd name="T9" fmla="*/ 327 h 459"/>
                  <a:gd name="T10" fmla="*/ 372 w 450"/>
                  <a:gd name="T11" fmla="*/ 315 h 459"/>
                  <a:gd name="T12" fmla="*/ 384 w 450"/>
                  <a:gd name="T13" fmla="*/ 291 h 459"/>
                  <a:gd name="T14" fmla="*/ 396 w 450"/>
                  <a:gd name="T15" fmla="*/ 264 h 459"/>
                  <a:gd name="T16" fmla="*/ 399 w 450"/>
                  <a:gd name="T17" fmla="*/ 210 h 459"/>
                  <a:gd name="T18" fmla="*/ 408 w 450"/>
                  <a:gd name="T19" fmla="*/ 207 h 459"/>
                  <a:gd name="T20" fmla="*/ 444 w 450"/>
                  <a:gd name="T21" fmla="*/ 159 h 459"/>
                  <a:gd name="T22" fmla="*/ 405 w 450"/>
                  <a:gd name="T23" fmla="*/ 105 h 459"/>
                  <a:gd name="T24" fmla="*/ 336 w 450"/>
                  <a:gd name="T25" fmla="*/ 96 h 459"/>
                  <a:gd name="T26" fmla="*/ 294 w 450"/>
                  <a:gd name="T27" fmla="*/ 75 h 459"/>
                  <a:gd name="T28" fmla="*/ 291 w 450"/>
                  <a:gd name="T29" fmla="*/ 66 h 459"/>
                  <a:gd name="T30" fmla="*/ 264 w 450"/>
                  <a:gd name="T31" fmla="*/ 60 h 459"/>
                  <a:gd name="T32" fmla="*/ 258 w 450"/>
                  <a:gd name="T33" fmla="*/ 12 h 459"/>
                  <a:gd name="T34" fmla="*/ 222 w 450"/>
                  <a:gd name="T35" fmla="*/ 33 h 459"/>
                  <a:gd name="T36" fmla="*/ 189 w 450"/>
                  <a:gd name="T37" fmla="*/ 39 h 459"/>
                  <a:gd name="T38" fmla="*/ 165 w 450"/>
                  <a:gd name="T39" fmla="*/ 39 h 459"/>
                  <a:gd name="T40" fmla="*/ 156 w 450"/>
                  <a:gd name="T41" fmla="*/ 0 h 459"/>
                  <a:gd name="T42" fmla="*/ 129 w 450"/>
                  <a:gd name="T43" fmla="*/ 18 h 459"/>
                  <a:gd name="T44" fmla="*/ 105 w 450"/>
                  <a:gd name="T45" fmla="*/ 15 h 459"/>
                  <a:gd name="T46" fmla="*/ 120 w 450"/>
                  <a:gd name="T47" fmla="*/ 33 h 459"/>
                  <a:gd name="T48" fmla="*/ 105 w 450"/>
                  <a:gd name="T49" fmla="*/ 45 h 459"/>
                  <a:gd name="T50" fmla="*/ 84 w 450"/>
                  <a:gd name="T51" fmla="*/ 48 h 459"/>
                  <a:gd name="T52" fmla="*/ 48 w 450"/>
                  <a:gd name="T53" fmla="*/ 42 h 459"/>
                  <a:gd name="T54" fmla="*/ 45 w 450"/>
                  <a:gd name="T55" fmla="*/ 60 h 459"/>
                  <a:gd name="T56" fmla="*/ 45 w 450"/>
                  <a:gd name="T57" fmla="*/ 108 h 459"/>
                  <a:gd name="T58" fmla="*/ 12 w 450"/>
                  <a:gd name="T59" fmla="*/ 120 h 459"/>
                  <a:gd name="T60" fmla="*/ 0 w 450"/>
                  <a:gd name="T61" fmla="*/ 144 h 459"/>
                  <a:gd name="T62" fmla="*/ 15 w 450"/>
                  <a:gd name="T63" fmla="*/ 168 h 459"/>
                  <a:gd name="T64" fmla="*/ 36 w 450"/>
                  <a:gd name="T65" fmla="*/ 171 h 459"/>
                  <a:gd name="T66" fmla="*/ 63 w 450"/>
                  <a:gd name="T67" fmla="*/ 183 h 459"/>
                  <a:gd name="T68" fmla="*/ 99 w 450"/>
                  <a:gd name="T69" fmla="*/ 174 h 459"/>
                  <a:gd name="T70" fmla="*/ 123 w 450"/>
                  <a:gd name="T71" fmla="*/ 207 h 459"/>
                  <a:gd name="T72" fmla="*/ 150 w 450"/>
                  <a:gd name="T73" fmla="*/ 216 h 459"/>
                  <a:gd name="T74" fmla="*/ 156 w 450"/>
                  <a:gd name="T75" fmla="*/ 243 h 459"/>
                  <a:gd name="T76" fmla="*/ 186 w 450"/>
                  <a:gd name="T77" fmla="*/ 264 h 459"/>
                  <a:gd name="T78" fmla="*/ 180 w 450"/>
                  <a:gd name="T79" fmla="*/ 294 h 459"/>
                  <a:gd name="T80" fmla="*/ 198 w 450"/>
                  <a:gd name="T81" fmla="*/ 318 h 459"/>
                  <a:gd name="T82" fmla="*/ 222 w 450"/>
                  <a:gd name="T83" fmla="*/ 336 h 459"/>
                  <a:gd name="T84" fmla="*/ 228 w 450"/>
                  <a:gd name="T85" fmla="*/ 375 h 459"/>
                  <a:gd name="T86" fmla="*/ 186 w 450"/>
                  <a:gd name="T87" fmla="*/ 414 h 459"/>
                  <a:gd name="T88" fmla="*/ 204 w 450"/>
                  <a:gd name="T89" fmla="*/ 426 h 459"/>
                  <a:gd name="T90" fmla="*/ 231 w 450"/>
                  <a:gd name="T91" fmla="*/ 444 h 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50" h="459">
                    <a:moveTo>
                      <a:pt x="237" y="456"/>
                    </a:moveTo>
                    <a:cubicBezTo>
                      <a:pt x="243" y="450"/>
                      <a:pt x="243" y="447"/>
                      <a:pt x="246" y="441"/>
                    </a:cubicBezTo>
                    <a:cubicBezTo>
                      <a:pt x="249" y="435"/>
                      <a:pt x="246" y="432"/>
                      <a:pt x="252" y="426"/>
                    </a:cubicBezTo>
                    <a:cubicBezTo>
                      <a:pt x="258" y="423"/>
                      <a:pt x="252" y="417"/>
                      <a:pt x="258" y="414"/>
                    </a:cubicBezTo>
                    <a:cubicBezTo>
                      <a:pt x="264" y="411"/>
                      <a:pt x="264" y="417"/>
                      <a:pt x="258" y="426"/>
                    </a:cubicBezTo>
                    <a:cubicBezTo>
                      <a:pt x="252" y="432"/>
                      <a:pt x="252" y="435"/>
                      <a:pt x="258" y="429"/>
                    </a:cubicBezTo>
                    <a:cubicBezTo>
                      <a:pt x="267" y="423"/>
                      <a:pt x="270" y="417"/>
                      <a:pt x="273" y="408"/>
                    </a:cubicBezTo>
                    <a:cubicBezTo>
                      <a:pt x="279" y="399"/>
                      <a:pt x="282" y="396"/>
                      <a:pt x="285" y="396"/>
                    </a:cubicBezTo>
                    <a:cubicBezTo>
                      <a:pt x="288" y="393"/>
                      <a:pt x="288" y="384"/>
                      <a:pt x="288" y="378"/>
                    </a:cubicBezTo>
                    <a:cubicBezTo>
                      <a:pt x="288" y="372"/>
                      <a:pt x="285" y="366"/>
                      <a:pt x="288" y="363"/>
                    </a:cubicBezTo>
                    <a:cubicBezTo>
                      <a:pt x="291" y="357"/>
                      <a:pt x="288" y="354"/>
                      <a:pt x="291" y="354"/>
                    </a:cubicBezTo>
                    <a:cubicBezTo>
                      <a:pt x="294" y="354"/>
                      <a:pt x="300" y="348"/>
                      <a:pt x="306" y="342"/>
                    </a:cubicBezTo>
                    <a:cubicBezTo>
                      <a:pt x="312" y="336"/>
                      <a:pt x="315" y="336"/>
                      <a:pt x="321" y="336"/>
                    </a:cubicBezTo>
                    <a:cubicBezTo>
                      <a:pt x="327" y="336"/>
                      <a:pt x="324" y="333"/>
                      <a:pt x="327" y="333"/>
                    </a:cubicBezTo>
                    <a:cubicBezTo>
                      <a:pt x="330" y="333"/>
                      <a:pt x="333" y="327"/>
                      <a:pt x="336" y="327"/>
                    </a:cubicBezTo>
                    <a:cubicBezTo>
                      <a:pt x="339" y="324"/>
                      <a:pt x="348" y="327"/>
                      <a:pt x="354" y="327"/>
                    </a:cubicBezTo>
                    <a:cubicBezTo>
                      <a:pt x="360" y="327"/>
                      <a:pt x="363" y="327"/>
                      <a:pt x="363" y="324"/>
                    </a:cubicBezTo>
                    <a:cubicBezTo>
                      <a:pt x="363" y="318"/>
                      <a:pt x="366" y="315"/>
                      <a:pt x="372" y="315"/>
                    </a:cubicBezTo>
                    <a:cubicBezTo>
                      <a:pt x="375" y="315"/>
                      <a:pt x="375" y="315"/>
                      <a:pt x="375" y="309"/>
                    </a:cubicBezTo>
                    <a:cubicBezTo>
                      <a:pt x="375" y="306"/>
                      <a:pt x="378" y="303"/>
                      <a:pt x="381" y="300"/>
                    </a:cubicBezTo>
                    <a:cubicBezTo>
                      <a:pt x="384" y="297"/>
                      <a:pt x="384" y="294"/>
                      <a:pt x="384" y="291"/>
                    </a:cubicBezTo>
                    <a:cubicBezTo>
                      <a:pt x="387" y="285"/>
                      <a:pt x="390" y="288"/>
                      <a:pt x="390" y="285"/>
                    </a:cubicBezTo>
                    <a:cubicBezTo>
                      <a:pt x="390" y="279"/>
                      <a:pt x="390" y="273"/>
                      <a:pt x="390" y="270"/>
                    </a:cubicBezTo>
                    <a:cubicBezTo>
                      <a:pt x="390" y="267"/>
                      <a:pt x="396" y="267"/>
                      <a:pt x="396" y="264"/>
                    </a:cubicBezTo>
                    <a:cubicBezTo>
                      <a:pt x="399" y="261"/>
                      <a:pt x="396" y="258"/>
                      <a:pt x="399" y="249"/>
                    </a:cubicBezTo>
                    <a:cubicBezTo>
                      <a:pt x="399" y="243"/>
                      <a:pt x="399" y="234"/>
                      <a:pt x="399" y="228"/>
                    </a:cubicBezTo>
                    <a:cubicBezTo>
                      <a:pt x="399" y="222"/>
                      <a:pt x="399" y="213"/>
                      <a:pt x="399" y="210"/>
                    </a:cubicBezTo>
                    <a:cubicBezTo>
                      <a:pt x="402" y="210"/>
                      <a:pt x="402" y="207"/>
                      <a:pt x="399" y="207"/>
                    </a:cubicBezTo>
                    <a:cubicBezTo>
                      <a:pt x="396" y="207"/>
                      <a:pt x="399" y="204"/>
                      <a:pt x="402" y="204"/>
                    </a:cubicBezTo>
                    <a:cubicBezTo>
                      <a:pt x="402" y="204"/>
                      <a:pt x="405" y="207"/>
                      <a:pt x="408" y="207"/>
                    </a:cubicBezTo>
                    <a:cubicBezTo>
                      <a:pt x="411" y="204"/>
                      <a:pt x="414" y="195"/>
                      <a:pt x="417" y="189"/>
                    </a:cubicBezTo>
                    <a:cubicBezTo>
                      <a:pt x="420" y="180"/>
                      <a:pt x="426" y="183"/>
                      <a:pt x="429" y="180"/>
                    </a:cubicBezTo>
                    <a:cubicBezTo>
                      <a:pt x="432" y="180"/>
                      <a:pt x="438" y="171"/>
                      <a:pt x="444" y="159"/>
                    </a:cubicBezTo>
                    <a:cubicBezTo>
                      <a:pt x="450" y="147"/>
                      <a:pt x="444" y="135"/>
                      <a:pt x="441" y="126"/>
                    </a:cubicBezTo>
                    <a:cubicBezTo>
                      <a:pt x="441" y="117"/>
                      <a:pt x="438" y="117"/>
                      <a:pt x="432" y="120"/>
                    </a:cubicBezTo>
                    <a:cubicBezTo>
                      <a:pt x="426" y="120"/>
                      <a:pt x="417" y="117"/>
                      <a:pt x="405" y="105"/>
                    </a:cubicBezTo>
                    <a:cubicBezTo>
                      <a:pt x="393" y="90"/>
                      <a:pt x="381" y="93"/>
                      <a:pt x="372" y="93"/>
                    </a:cubicBezTo>
                    <a:cubicBezTo>
                      <a:pt x="363" y="96"/>
                      <a:pt x="354" y="90"/>
                      <a:pt x="351" y="90"/>
                    </a:cubicBezTo>
                    <a:cubicBezTo>
                      <a:pt x="345" y="87"/>
                      <a:pt x="339" y="93"/>
                      <a:pt x="336" y="96"/>
                    </a:cubicBezTo>
                    <a:cubicBezTo>
                      <a:pt x="330" y="96"/>
                      <a:pt x="336" y="90"/>
                      <a:pt x="336" y="84"/>
                    </a:cubicBezTo>
                    <a:cubicBezTo>
                      <a:pt x="336" y="81"/>
                      <a:pt x="321" y="75"/>
                      <a:pt x="312" y="69"/>
                    </a:cubicBezTo>
                    <a:cubicBezTo>
                      <a:pt x="300" y="66"/>
                      <a:pt x="294" y="66"/>
                      <a:pt x="294" y="75"/>
                    </a:cubicBezTo>
                    <a:cubicBezTo>
                      <a:pt x="294" y="81"/>
                      <a:pt x="291" y="72"/>
                      <a:pt x="285" y="81"/>
                    </a:cubicBezTo>
                    <a:cubicBezTo>
                      <a:pt x="282" y="87"/>
                      <a:pt x="276" y="81"/>
                      <a:pt x="279" y="81"/>
                    </a:cubicBezTo>
                    <a:cubicBezTo>
                      <a:pt x="285" y="78"/>
                      <a:pt x="288" y="72"/>
                      <a:pt x="291" y="66"/>
                    </a:cubicBezTo>
                    <a:cubicBezTo>
                      <a:pt x="291" y="63"/>
                      <a:pt x="273" y="57"/>
                      <a:pt x="267" y="60"/>
                    </a:cubicBezTo>
                    <a:cubicBezTo>
                      <a:pt x="261" y="63"/>
                      <a:pt x="264" y="72"/>
                      <a:pt x="261" y="69"/>
                    </a:cubicBezTo>
                    <a:cubicBezTo>
                      <a:pt x="255" y="66"/>
                      <a:pt x="258" y="60"/>
                      <a:pt x="264" y="60"/>
                    </a:cubicBezTo>
                    <a:cubicBezTo>
                      <a:pt x="267" y="60"/>
                      <a:pt x="273" y="51"/>
                      <a:pt x="273" y="45"/>
                    </a:cubicBezTo>
                    <a:cubicBezTo>
                      <a:pt x="276" y="39"/>
                      <a:pt x="270" y="39"/>
                      <a:pt x="264" y="33"/>
                    </a:cubicBezTo>
                    <a:cubicBezTo>
                      <a:pt x="261" y="30"/>
                      <a:pt x="261" y="15"/>
                      <a:pt x="258" y="12"/>
                    </a:cubicBezTo>
                    <a:cubicBezTo>
                      <a:pt x="252" y="18"/>
                      <a:pt x="246" y="24"/>
                      <a:pt x="243" y="30"/>
                    </a:cubicBezTo>
                    <a:cubicBezTo>
                      <a:pt x="240" y="39"/>
                      <a:pt x="237" y="33"/>
                      <a:pt x="231" y="36"/>
                    </a:cubicBezTo>
                    <a:cubicBezTo>
                      <a:pt x="225" y="39"/>
                      <a:pt x="222" y="36"/>
                      <a:pt x="222" y="33"/>
                    </a:cubicBezTo>
                    <a:cubicBezTo>
                      <a:pt x="219" y="30"/>
                      <a:pt x="213" y="33"/>
                      <a:pt x="207" y="33"/>
                    </a:cubicBezTo>
                    <a:cubicBezTo>
                      <a:pt x="204" y="33"/>
                      <a:pt x="207" y="36"/>
                      <a:pt x="204" y="39"/>
                    </a:cubicBezTo>
                    <a:cubicBezTo>
                      <a:pt x="201" y="42"/>
                      <a:pt x="192" y="36"/>
                      <a:pt x="189" y="39"/>
                    </a:cubicBezTo>
                    <a:cubicBezTo>
                      <a:pt x="186" y="42"/>
                      <a:pt x="186" y="39"/>
                      <a:pt x="183" y="42"/>
                    </a:cubicBezTo>
                    <a:cubicBezTo>
                      <a:pt x="183" y="45"/>
                      <a:pt x="177" y="42"/>
                      <a:pt x="177" y="45"/>
                    </a:cubicBezTo>
                    <a:cubicBezTo>
                      <a:pt x="174" y="45"/>
                      <a:pt x="171" y="48"/>
                      <a:pt x="165" y="39"/>
                    </a:cubicBezTo>
                    <a:cubicBezTo>
                      <a:pt x="159" y="33"/>
                      <a:pt x="159" y="21"/>
                      <a:pt x="162" y="21"/>
                    </a:cubicBezTo>
                    <a:cubicBezTo>
                      <a:pt x="165" y="18"/>
                      <a:pt x="165" y="12"/>
                      <a:pt x="162" y="12"/>
                    </a:cubicBezTo>
                    <a:cubicBezTo>
                      <a:pt x="156" y="9"/>
                      <a:pt x="162" y="3"/>
                      <a:pt x="156" y="0"/>
                    </a:cubicBezTo>
                    <a:cubicBezTo>
                      <a:pt x="153" y="0"/>
                      <a:pt x="153" y="6"/>
                      <a:pt x="150" y="9"/>
                    </a:cubicBezTo>
                    <a:cubicBezTo>
                      <a:pt x="147" y="9"/>
                      <a:pt x="138" y="15"/>
                      <a:pt x="135" y="12"/>
                    </a:cubicBezTo>
                    <a:cubicBezTo>
                      <a:pt x="132" y="12"/>
                      <a:pt x="129" y="15"/>
                      <a:pt x="129" y="18"/>
                    </a:cubicBezTo>
                    <a:cubicBezTo>
                      <a:pt x="129" y="21"/>
                      <a:pt x="123" y="21"/>
                      <a:pt x="123" y="18"/>
                    </a:cubicBezTo>
                    <a:cubicBezTo>
                      <a:pt x="123" y="15"/>
                      <a:pt x="114" y="15"/>
                      <a:pt x="114" y="15"/>
                    </a:cubicBezTo>
                    <a:cubicBezTo>
                      <a:pt x="111" y="12"/>
                      <a:pt x="102" y="12"/>
                      <a:pt x="105" y="15"/>
                    </a:cubicBezTo>
                    <a:cubicBezTo>
                      <a:pt x="111" y="18"/>
                      <a:pt x="111" y="21"/>
                      <a:pt x="111" y="24"/>
                    </a:cubicBezTo>
                    <a:cubicBezTo>
                      <a:pt x="111" y="27"/>
                      <a:pt x="114" y="27"/>
                      <a:pt x="114" y="30"/>
                    </a:cubicBezTo>
                    <a:cubicBezTo>
                      <a:pt x="114" y="36"/>
                      <a:pt x="117" y="33"/>
                      <a:pt x="120" y="33"/>
                    </a:cubicBezTo>
                    <a:cubicBezTo>
                      <a:pt x="123" y="33"/>
                      <a:pt x="123" y="36"/>
                      <a:pt x="117" y="36"/>
                    </a:cubicBezTo>
                    <a:cubicBezTo>
                      <a:pt x="114" y="36"/>
                      <a:pt x="111" y="39"/>
                      <a:pt x="111" y="42"/>
                    </a:cubicBezTo>
                    <a:cubicBezTo>
                      <a:pt x="111" y="45"/>
                      <a:pt x="108" y="45"/>
                      <a:pt x="105" y="45"/>
                    </a:cubicBezTo>
                    <a:cubicBezTo>
                      <a:pt x="102" y="48"/>
                      <a:pt x="99" y="51"/>
                      <a:pt x="96" y="51"/>
                    </a:cubicBezTo>
                    <a:cubicBezTo>
                      <a:pt x="93" y="48"/>
                      <a:pt x="93" y="51"/>
                      <a:pt x="90" y="51"/>
                    </a:cubicBezTo>
                    <a:cubicBezTo>
                      <a:pt x="87" y="54"/>
                      <a:pt x="87" y="51"/>
                      <a:pt x="84" y="48"/>
                    </a:cubicBezTo>
                    <a:cubicBezTo>
                      <a:pt x="81" y="48"/>
                      <a:pt x="78" y="42"/>
                      <a:pt x="75" y="36"/>
                    </a:cubicBezTo>
                    <a:cubicBezTo>
                      <a:pt x="72" y="39"/>
                      <a:pt x="66" y="42"/>
                      <a:pt x="63" y="42"/>
                    </a:cubicBezTo>
                    <a:cubicBezTo>
                      <a:pt x="60" y="42"/>
                      <a:pt x="48" y="39"/>
                      <a:pt x="48" y="42"/>
                    </a:cubicBezTo>
                    <a:cubicBezTo>
                      <a:pt x="45" y="45"/>
                      <a:pt x="48" y="48"/>
                      <a:pt x="51" y="48"/>
                    </a:cubicBezTo>
                    <a:cubicBezTo>
                      <a:pt x="51" y="48"/>
                      <a:pt x="57" y="51"/>
                      <a:pt x="51" y="54"/>
                    </a:cubicBezTo>
                    <a:cubicBezTo>
                      <a:pt x="48" y="57"/>
                      <a:pt x="45" y="51"/>
                      <a:pt x="45" y="60"/>
                    </a:cubicBezTo>
                    <a:cubicBezTo>
                      <a:pt x="45" y="66"/>
                      <a:pt x="54" y="72"/>
                      <a:pt x="51" y="78"/>
                    </a:cubicBezTo>
                    <a:cubicBezTo>
                      <a:pt x="51" y="81"/>
                      <a:pt x="48" y="90"/>
                      <a:pt x="48" y="93"/>
                    </a:cubicBezTo>
                    <a:cubicBezTo>
                      <a:pt x="48" y="96"/>
                      <a:pt x="48" y="108"/>
                      <a:pt x="45" y="108"/>
                    </a:cubicBezTo>
                    <a:cubicBezTo>
                      <a:pt x="42" y="108"/>
                      <a:pt x="39" y="105"/>
                      <a:pt x="36" y="108"/>
                    </a:cubicBezTo>
                    <a:cubicBezTo>
                      <a:pt x="30" y="111"/>
                      <a:pt x="27" y="111"/>
                      <a:pt x="21" y="114"/>
                    </a:cubicBezTo>
                    <a:cubicBezTo>
                      <a:pt x="18" y="117"/>
                      <a:pt x="12" y="117"/>
                      <a:pt x="12" y="120"/>
                    </a:cubicBezTo>
                    <a:cubicBezTo>
                      <a:pt x="12" y="126"/>
                      <a:pt x="6" y="126"/>
                      <a:pt x="9" y="132"/>
                    </a:cubicBezTo>
                    <a:cubicBezTo>
                      <a:pt x="9" y="135"/>
                      <a:pt x="6" y="135"/>
                      <a:pt x="3" y="138"/>
                    </a:cubicBezTo>
                    <a:cubicBezTo>
                      <a:pt x="0" y="141"/>
                      <a:pt x="3" y="141"/>
                      <a:pt x="0" y="144"/>
                    </a:cubicBezTo>
                    <a:cubicBezTo>
                      <a:pt x="0" y="147"/>
                      <a:pt x="3" y="150"/>
                      <a:pt x="3" y="153"/>
                    </a:cubicBezTo>
                    <a:cubicBezTo>
                      <a:pt x="6" y="159"/>
                      <a:pt x="9" y="159"/>
                      <a:pt x="9" y="165"/>
                    </a:cubicBezTo>
                    <a:cubicBezTo>
                      <a:pt x="9" y="168"/>
                      <a:pt x="12" y="168"/>
                      <a:pt x="15" y="168"/>
                    </a:cubicBezTo>
                    <a:cubicBezTo>
                      <a:pt x="18" y="168"/>
                      <a:pt x="15" y="174"/>
                      <a:pt x="21" y="174"/>
                    </a:cubicBezTo>
                    <a:cubicBezTo>
                      <a:pt x="27" y="174"/>
                      <a:pt x="30" y="177"/>
                      <a:pt x="33" y="174"/>
                    </a:cubicBezTo>
                    <a:cubicBezTo>
                      <a:pt x="33" y="171"/>
                      <a:pt x="36" y="168"/>
                      <a:pt x="36" y="171"/>
                    </a:cubicBezTo>
                    <a:cubicBezTo>
                      <a:pt x="36" y="177"/>
                      <a:pt x="36" y="189"/>
                      <a:pt x="39" y="186"/>
                    </a:cubicBezTo>
                    <a:cubicBezTo>
                      <a:pt x="45" y="186"/>
                      <a:pt x="51" y="186"/>
                      <a:pt x="54" y="186"/>
                    </a:cubicBezTo>
                    <a:cubicBezTo>
                      <a:pt x="57" y="189"/>
                      <a:pt x="63" y="186"/>
                      <a:pt x="63" y="183"/>
                    </a:cubicBezTo>
                    <a:cubicBezTo>
                      <a:pt x="66" y="183"/>
                      <a:pt x="69" y="183"/>
                      <a:pt x="75" y="180"/>
                    </a:cubicBezTo>
                    <a:cubicBezTo>
                      <a:pt x="78" y="177"/>
                      <a:pt x="84" y="174"/>
                      <a:pt x="87" y="174"/>
                    </a:cubicBezTo>
                    <a:cubicBezTo>
                      <a:pt x="93" y="174"/>
                      <a:pt x="99" y="171"/>
                      <a:pt x="99" y="174"/>
                    </a:cubicBezTo>
                    <a:cubicBezTo>
                      <a:pt x="96" y="177"/>
                      <a:pt x="96" y="189"/>
                      <a:pt x="102" y="195"/>
                    </a:cubicBezTo>
                    <a:cubicBezTo>
                      <a:pt x="108" y="201"/>
                      <a:pt x="111" y="204"/>
                      <a:pt x="114" y="204"/>
                    </a:cubicBezTo>
                    <a:cubicBezTo>
                      <a:pt x="120" y="204"/>
                      <a:pt x="120" y="207"/>
                      <a:pt x="123" y="207"/>
                    </a:cubicBezTo>
                    <a:cubicBezTo>
                      <a:pt x="126" y="204"/>
                      <a:pt x="123" y="210"/>
                      <a:pt x="129" y="210"/>
                    </a:cubicBezTo>
                    <a:cubicBezTo>
                      <a:pt x="132" y="210"/>
                      <a:pt x="138" y="210"/>
                      <a:pt x="138" y="213"/>
                    </a:cubicBezTo>
                    <a:cubicBezTo>
                      <a:pt x="138" y="219"/>
                      <a:pt x="147" y="216"/>
                      <a:pt x="150" y="216"/>
                    </a:cubicBezTo>
                    <a:cubicBezTo>
                      <a:pt x="153" y="219"/>
                      <a:pt x="153" y="219"/>
                      <a:pt x="153" y="225"/>
                    </a:cubicBezTo>
                    <a:cubicBezTo>
                      <a:pt x="153" y="228"/>
                      <a:pt x="159" y="231"/>
                      <a:pt x="156" y="234"/>
                    </a:cubicBezTo>
                    <a:cubicBezTo>
                      <a:pt x="153" y="234"/>
                      <a:pt x="156" y="237"/>
                      <a:pt x="156" y="243"/>
                    </a:cubicBezTo>
                    <a:cubicBezTo>
                      <a:pt x="156" y="246"/>
                      <a:pt x="162" y="249"/>
                      <a:pt x="168" y="249"/>
                    </a:cubicBezTo>
                    <a:cubicBezTo>
                      <a:pt x="177" y="249"/>
                      <a:pt x="177" y="249"/>
                      <a:pt x="177" y="255"/>
                    </a:cubicBezTo>
                    <a:cubicBezTo>
                      <a:pt x="177" y="258"/>
                      <a:pt x="183" y="261"/>
                      <a:pt x="186" y="264"/>
                    </a:cubicBezTo>
                    <a:cubicBezTo>
                      <a:pt x="186" y="270"/>
                      <a:pt x="183" y="276"/>
                      <a:pt x="183" y="279"/>
                    </a:cubicBezTo>
                    <a:cubicBezTo>
                      <a:pt x="183" y="282"/>
                      <a:pt x="183" y="285"/>
                      <a:pt x="180" y="288"/>
                    </a:cubicBezTo>
                    <a:cubicBezTo>
                      <a:pt x="183" y="291"/>
                      <a:pt x="183" y="291"/>
                      <a:pt x="180" y="294"/>
                    </a:cubicBezTo>
                    <a:cubicBezTo>
                      <a:pt x="177" y="294"/>
                      <a:pt x="186" y="300"/>
                      <a:pt x="183" y="306"/>
                    </a:cubicBezTo>
                    <a:cubicBezTo>
                      <a:pt x="180" y="315"/>
                      <a:pt x="180" y="315"/>
                      <a:pt x="189" y="315"/>
                    </a:cubicBezTo>
                    <a:cubicBezTo>
                      <a:pt x="195" y="315"/>
                      <a:pt x="195" y="318"/>
                      <a:pt x="198" y="318"/>
                    </a:cubicBezTo>
                    <a:cubicBezTo>
                      <a:pt x="201" y="315"/>
                      <a:pt x="204" y="324"/>
                      <a:pt x="207" y="327"/>
                    </a:cubicBezTo>
                    <a:cubicBezTo>
                      <a:pt x="207" y="330"/>
                      <a:pt x="210" y="339"/>
                      <a:pt x="213" y="339"/>
                    </a:cubicBezTo>
                    <a:cubicBezTo>
                      <a:pt x="213" y="339"/>
                      <a:pt x="216" y="336"/>
                      <a:pt x="222" y="336"/>
                    </a:cubicBezTo>
                    <a:cubicBezTo>
                      <a:pt x="225" y="339"/>
                      <a:pt x="219" y="351"/>
                      <a:pt x="219" y="357"/>
                    </a:cubicBezTo>
                    <a:cubicBezTo>
                      <a:pt x="222" y="357"/>
                      <a:pt x="225" y="357"/>
                      <a:pt x="228" y="357"/>
                    </a:cubicBezTo>
                    <a:cubicBezTo>
                      <a:pt x="228" y="360"/>
                      <a:pt x="231" y="372"/>
                      <a:pt x="228" y="375"/>
                    </a:cubicBezTo>
                    <a:cubicBezTo>
                      <a:pt x="228" y="378"/>
                      <a:pt x="219" y="381"/>
                      <a:pt x="216" y="381"/>
                    </a:cubicBezTo>
                    <a:cubicBezTo>
                      <a:pt x="210" y="384"/>
                      <a:pt x="201" y="396"/>
                      <a:pt x="195" y="402"/>
                    </a:cubicBezTo>
                    <a:cubicBezTo>
                      <a:pt x="192" y="408"/>
                      <a:pt x="189" y="411"/>
                      <a:pt x="186" y="414"/>
                    </a:cubicBezTo>
                    <a:cubicBezTo>
                      <a:pt x="189" y="414"/>
                      <a:pt x="189" y="414"/>
                      <a:pt x="189" y="414"/>
                    </a:cubicBezTo>
                    <a:cubicBezTo>
                      <a:pt x="192" y="414"/>
                      <a:pt x="195" y="414"/>
                      <a:pt x="198" y="417"/>
                    </a:cubicBezTo>
                    <a:cubicBezTo>
                      <a:pt x="204" y="423"/>
                      <a:pt x="204" y="426"/>
                      <a:pt x="204" y="426"/>
                    </a:cubicBezTo>
                    <a:cubicBezTo>
                      <a:pt x="207" y="426"/>
                      <a:pt x="207" y="420"/>
                      <a:pt x="210" y="423"/>
                    </a:cubicBezTo>
                    <a:cubicBezTo>
                      <a:pt x="213" y="429"/>
                      <a:pt x="222" y="432"/>
                      <a:pt x="222" y="435"/>
                    </a:cubicBezTo>
                    <a:cubicBezTo>
                      <a:pt x="225" y="435"/>
                      <a:pt x="231" y="438"/>
                      <a:pt x="231" y="444"/>
                    </a:cubicBezTo>
                    <a:cubicBezTo>
                      <a:pt x="231" y="447"/>
                      <a:pt x="228" y="453"/>
                      <a:pt x="231" y="459"/>
                    </a:cubicBezTo>
                    <a:cubicBezTo>
                      <a:pt x="234" y="459"/>
                      <a:pt x="234" y="456"/>
                      <a:pt x="237" y="4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2" name="Freeform 112">
                <a:extLst>
                  <a:ext uri="{FF2B5EF4-FFF2-40B4-BE49-F238E27FC236}">
                    <a16:creationId xmlns:a16="http://schemas.microsoft.com/office/drawing/2014/main" id="{96B68969-EBAA-3034-4AF1-6B3FB1AD6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413" y="3926392"/>
                <a:ext cx="104087" cy="114901"/>
              </a:xfrm>
              <a:custGeom>
                <a:avLst/>
                <a:gdLst>
                  <a:gd name="T0" fmla="*/ 54 w 54"/>
                  <a:gd name="T1" fmla="*/ 30 h 60"/>
                  <a:gd name="T2" fmla="*/ 45 w 54"/>
                  <a:gd name="T3" fmla="*/ 21 h 60"/>
                  <a:gd name="T4" fmla="*/ 33 w 54"/>
                  <a:gd name="T5" fmla="*/ 9 h 60"/>
                  <a:gd name="T6" fmla="*/ 27 w 54"/>
                  <a:gd name="T7" fmla="*/ 12 h 60"/>
                  <a:gd name="T8" fmla="*/ 21 w 54"/>
                  <a:gd name="T9" fmla="*/ 3 h 60"/>
                  <a:gd name="T10" fmla="*/ 12 w 54"/>
                  <a:gd name="T11" fmla="*/ 0 h 60"/>
                  <a:gd name="T12" fmla="*/ 9 w 54"/>
                  <a:gd name="T13" fmla="*/ 0 h 60"/>
                  <a:gd name="T14" fmla="*/ 6 w 54"/>
                  <a:gd name="T15" fmla="*/ 6 h 60"/>
                  <a:gd name="T16" fmla="*/ 3 w 54"/>
                  <a:gd name="T17" fmla="*/ 27 h 60"/>
                  <a:gd name="T18" fmla="*/ 0 w 54"/>
                  <a:gd name="T19" fmla="*/ 42 h 60"/>
                  <a:gd name="T20" fmla="*/ 3 w 54"/>
                  <a:gd name="T21" fmla="*/ 48 h 60"/>
                  <a:gd name="T22" fmla="*/ 0 w 54"/>
                  <a:gd name="T23" fmla="*/ 54 h 60"/>
                  <a:gd name="T24" fmla="*/ 6 w 54"/>
                  <a:gd name="T25" fmla="*/ 54 h 60"/>
                  <a:gd name="T26" fmla="*/ 21 w 54"/>
                  <a:gd name="T27" fmla="*/ 60 h 60"/>
                  <a:gd name="T28" fmla="*/ 30 w 54"/>
                  <a:gd name="T29" fmla="*/ 60 h 60"/>
                  <a:gd name="T30" fmla="*/ 45 w 54"/>
                  <a:gd name="T31" fmla="*/ 57 h 60"/>
                  <a:gd name="T32" fmla="*/ 54 w 54"/>
                  <a:gd name="T33" fmla="*/ 45 h 60"/>
                  <a:gd name="T34" fmla="*/ 54 w 54"/>
                  <a:gd name="T35" fmla="*/ 3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4" h="60">
                    <a:moveTo>
                      <a:pt x="54" y="30"/>
                    </a:moveTo>
                    <a:cubicBezTo>
                      <a:pt x="54" y="24"/>
                      <a:pt x="48" y="21"/>
                      <a:pt x="45" y="21"/>
                    </a:cubicBezTo>
                    <a:cubicBezTo>
                      <a:pt x="45" y="18"/>
                      <a:pt x="36" y="15"/>
                      <a:pt x="33" y="9"/>
                    </a:cubicBezTo>
                    <a:cubicBezTo>
                      <a:pt x="30" y="6"/>
                      <a:pt x="30" y="12"/>
                      <a:pt x="27" y="12"/>
                    </a:cubicBezTo>
                    <a:cubicBezTo>
                      <a:pt x="27" y="12"/>
                      <a:pt x="27" y="9"/>
                      <a:pt x="21" y="3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12" y="0"/>
                      <a:pt x="12" y="0"/>
                      <a:pt x="9" y="0"/>
                    </a:cubicBezTo>
                    <a:cubicBezTo>
                      <a:pt x="6" y="3"/>
                      <a:pt x="6" y="6"/>
                      <a:pt x="6" y="6"/>
                    </a:cubicBezTo>
                    <a:cubicBezTo>
                      <a:pt x="6" y="12"/>
                      <a:pt x="3" y="18"/>
                      <a:pt x="3" y="27"/>
                    </a:cubicBezTo>
                    <a:cubicBezTo>
                      <a:pt x="3" y="36"/>
                      <a:pt x="0" y="33"/>
                      <a:pt x="0" y="42"/>
                    </a:cubicBezTo>
                    <a:cubicBezTo>
                      <a:pt x="0" y="48"/>
                      <a:pt x="0" y="48"/>
                      <a:pt x="3" y="48"/>
                    </a:cubicBezTo>
                    <a:cubicBezTo>
                      <a:pt x="3" y="48"/>
                      <a:pt x="3" y="51"/>
                      <a:pt x="0" y="54"/>
                    </a:cubicBezTo>
                    <a:cubicBezTo>
                      <a:pt x="3" y="54"/>
                      <a:pt x="3" y="54"/>
                      <a:pt x="6" y="54"/>
                    </a:cubicBezTo>
                    <a:cubicBezTo>
                      <a:pt x="9" y="54"/>
                      <a:pt x="15" y="57"/>
                      <a:pt x="21" y="60"/>
                    </a:cubicBezTo>
                    <a:cubicBezTo>
                      <a:pt x="27" y="60"/>
                      <a:pt x="24" y="57"/>
                      <a:pt x="30" y="60"/>
                    </a:cubicBezTo>
                    <a:cubicBezTo>
                      <a:pt x="33" y="60"/>
                      <a:pt x="39" y="60"/>
                      <a:pt x="45" y="57"/>
                    </a:cubicBezTo>
                    <a:cubicBezTo>
                      <a:pt x="51" y="54"/>
                      <a:pt x="51" y="51"/>
                      <a:pt x="54" y="45"/>
                    </a:cubicBezTo>
                    <a:cubicBezTo>
                      <a:pt x="51" y="39"/>
                      <a:pt x="54" y="33"/>
                      <a:pt x="54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3" name="Freeform 113">
                <a:extLst>
                  <a:ext uri="{FF2B5EF4-FFF2-40B4-BE49-F238E27FC236}">
                    <a16:creationId xmlns:a16="http://schemas.microsoft.com/office/drawing/2014/main" id="{D6BA7D11-3874-315C-4D48-8FA9985E20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0875" y="3730384"/>
                <a:ext cx="436625" cy="862435"/>
              </a:xfrm>
              <a:custGeom>
                <a:avLst/>
                <a:gdLst>
                  <a:gd name="T0" fmla="*/ 63 w 228"/>
                  <a:gd name="T1" fmla="*/ 426 h 450"/>
                  <a:gd name="T2" fmla="*/ 60 w 228"/>
                  <a:gd name="T3" fmla="*/ 417 h 450"/>
                  <a:gd name="T4" fmla="*/ 54 w 228"/>
                  <a:gd name="T5" fmla="*/ 447 h 450"/>
                  <a:gd name="T6" fmla="*/ 78 w 228"/>
                  <a:gd name="T7" fmla="*/ 447 h 450"/>
                  <a:gd name="T8" fmla="*/ 87 w 228"/>
                  <a:gd name="T9" fmla="*/ 441 h 450"/>
                  <a:gd name="T10" fmla="*/ 216 w 228"/>
                  <a:gd name="T11" fmla="*/ 45 h 450"/>
                  <a:gd name="T12" fmla="*/ 210 w 228"/>
                  <a:gd name="T13" fmla="*/ 63 h 450"/>
                  <a:gd name="T14" fmla="*/ 192 w 228"/>
                  <a:gd name="T15" fmla="*/ 69 h 450"/>
                  <a:gd name="T16" fmla="*/ 171 w 228"/>
                  <a:gd name="T17" fmla="*/ 66 h 450"/>
                  <a:gd name="T18" fmla="*/ 183 w 228"/>
                  <a:gd name="T19" fmla="*/ 42 h 450"/>
                  <a:gd name="T20" fmla="*/ 150 w 228"/>
                  <a:gd name="T21" fmla="*/ 27 h 450"/>
                  <a:gd name="T22" fmla="*/ 123 w 228"/>
                  <a:gd name="T23" fmla="*/ 3 h 450"/>
                  <a:gd name="T24" fmla="*/ 105 w 228"/>
                  <a:gd name="T25" fmla="*/ 9 h 450"/>
                  <a:gd name="T26" fmla="*/ 81 w 228"/>
                  <a:gd name="T27" fmla="*/ 3 h 450"/>
                  <a:gd name="T28" fmla="*/ 72 w 228"/>
                  <a:gd name="T29" fmla="*/ 24 h 450"/>
                  <a:gd name="T30" fmla="*/ 57 w 228"/>
                  <a:gd name="T31" fmla="*/ 42 h 450"/>
                  <a:gd name="T32" fmla="*/ 60 w 228"/>
                  <a:gd name="T33" fmla="*/ 63 h 450"/>
                  <a:gd name="T34" fmla="*/ 48 w 228"/>
                  <a:gd name="T35" fmla="*/ 78 h 450"/>
                  <a:gd name="T36" fmla="*/ 39 w 228"/>
                  <a:gd name="T37" fmla="*/ 93 h 450"/>
                  <a:gd name="T38" fmla="*/ 36 w 228"/>
                  <a:gd name="T39" fmla="*/ 114 h 450"/>
                  <a:gd name="T40" fmla="*/ 39 w 228"/>
                  <a:gd name="T41" fmla="*/ 138 h 450"/>
                  <a:gd name="T42" fmla="*/ 39 w 228"/>
                  <a:gd name="T43" fmla="*/ 156 h 450"/>
                  <a:gd name="T44" fmla="*/ 36 w 228"/>
                  <a:gd name="T45" fmla="*/ 180 h 450"/>
                  <a:gd name="T46" fmla="*/ 27 w 228"/>
                  <a:gd name="T47" fmla="*/ 204 h 450"/>
                  <a:gd name="T48" fmla="*/ 24 w 228"/>
                  <a:gd name="T49" fmla="*/ 216 h 450"/>
                  <a:gd name="T50" fmla="*/ 21 w 228"/>
                  <a:gd name="T51" fmla="*/ 231 h 450"/>
                  <a:gd name="T52" fmla="*/ 18 w 228"/>
                  <a:gd name="T53" fmla="*/ 246 h 450"/>
                  <a:gd name="T54" fmla="*/ 18 w 228"/>
                  <a:gd name="T55" fmla="*/ 270 h 450"/>
                  <a:gd name="T56" fmla="*/ 21 w 228"/>
                  <a:gd name="T57" fmla="*/ 285 h 450"/>
                  <a:gd name="T58" fmla="*/ 24 w 228"/>
                  <a:gd name="T59" fmla="*/ 294 h 450"/>
                  <a:gd name="T60" fmla="*/ 21 w 228"/>
                  <a:gd name="T61" fmla="*/ 303 h 450"/>
                  <a:gd name="T62" fmla="*/ 21 w 228"/>
                  <a:gd name="T63" fmla="*/ 321 h 450"/>
                  <a:gd name="T64" fmla="*/ 12 w 228"/>
                  <a:gd name="T65" fmla="*/ 336 h 450"/>
                  <a:gd name="T66" fmla="*/ 9 w 228"/>
                  <a:gd name="T67" fmla="*/ 354 h 450"/>
                  <a:gd name="T68" fmla="*/ 3 w 228"/>
                  <a:gd name="T69" fmla="*/ 372 h 450"/>
                  <a:gd name="T70" fmla="*/ 15 w 228"/>
                  <a:gd name="T71" fmla="*/ 384 h 450"/>
                  <a:gd name="T72" fmla="*/ 21 w 228"/>
                  <a:gd name="T73" fmla="*/ 399 h 450"/>
                  <a:gd name="T74" fmla="*/ 45 w 228"/>
                  <a:gd name="T75" fmla="*/ 402 h 450"/>
                  <a:gd name="T76" fmla="*/ 51 w 228"/>
                  <a:gd name="T77" fmla="*/ 393 h 450"/>
                  <a:gd name="T78" fmla="*/ 51 w 228"/>
                  <a:gd name="T79" fmla="*/ 375 h 450"/>
                  <a:gd name="T80" fmla="*/ 66 w 228"/>
                  <a:gd name="T81" fmla="*/ 363 h 450"/>
                  <a:gd name="T82" fmla="*/ 87 w 228"/>
                  <a:gd name="T83" fmla="*/ 339 h 450"/>
                  <a:gd name="T84" fmla="*/ 78 w 228"/>
                  <a:gd name="T85" fmla="*/ 324 h 450"/>
                  <a:gd name="T86" fmla="*/ 87 w 228"/>
                  <a:gd name="T87" fmla="*/ 297 h 450"/>
                  <a:gd name="T88" fmla="*/ 93 w 228"/>
                  <a:gd name="T89" fmla="*/ 285 h 450"/>
                  <a:gd name="T90" fmla="*/ 102 w 228"/>
                  <a:gd name="T91" fmla="*/ 270 h 450"/>
                  <a:gd name="T92" fmla="*/ 108 w 228"/>
                  <a:gd name="T93" fmla="*/ 267 h 450"/>
                  <a:gd name="T94" fmla="*/ 105 w 228"/>
                  <a:gd name="T95" fmla="*/ 261 h 450"/>
                  <a:gd name="T96" fmla="*/ 96 w 228"/>
                  <a:gd name="T97" fmla="*/ 249 h 450"/>
                  <a:gd name="T98" fmla="*/ 114 w 228"/>
                  <a:gd name="T99" fmla="*/ 243 h 450"/>
                  <a:gd name="T100" fmla="*/ 129 w 228"/>
                  <a:gd name="T101" fmla="*/ 228 h 450"/>
                  <a:gd name="T102" fmla="*/ 132 w 228"/>
                  <a:gd name="T103" fmla="*/ 213 h 450"/>
                  <a:gd name="T104" fmla="*/ 183 w 228"/>
                  <a:gd name="T105" fmla="*/ 201 h 450"/>
                  <a:gd name="T106" fmla="*/ 189 w 228"/>
                  <a:gd name="T107" fmla="*/ 180 h 450"/>
                  <a:gd name="T108" fmla="*/ 180 w 228"/>
                  <a:gd name="T109" fmla="*/ 162 h 450"/>
                  <a:gd name="T110" fmla="*/ 174 w 228"/>
                  <a:gd name="T111" fmla="*/ 156 h 450"/>
                  <a:gd name="T112" fmla="*/ 174 w 228"/>
                  <a:gd name="T113" fmla="*/ 144 h 450"/>
                  <a:gd name="T114" fmla="*/ 180 w 228"/>
                  <a:gd name="T115" fmla="*/ 108 h 450"/>
                  <a:gd name="T116" fmla="*/ 213 w 228"/>
                  <a:gd name="T117" fmla="*/ 69 h 450"/>
                  <a:gd name="T118" fmla="*/ 225 w 228"/>
                  <a:gd name="T119" fmla="*/ 45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28" h="450">
                    <a:moveTo>
                      <a:pt x="87" y="441"/>
                    </a:moveTo>
                    <a:cubicBezTo>
                      <a:pt x="81" y="441"/>
                      <a:pt x="66" y="429"/>
                      <a:pt x="63" y="426"/>
                    </a:cubicBezTo>
                    <a:cubicBezTo>
                      <a:pt x="60" y="423"/>
                      <a:pt x="63" y="420"/>
                      <a:pt x="57" y="420"/>
                    </a:cubicBezTo>
                    <a:cubicBezTo>
                      <a:pt x="54" y="420"/>
                      <a:pt x="57" y="417"/>
                      <a:pt x="60" y="417"/>
                    </a:cubicBezTo>
                    <a:cubicBezTo>
                      <a:pt x="60" y="414"/>
                      <a:pt x="57" y="411"/>
                      <a:pt x="54" y="408"/>
                    </a:cubicBezTo>
                    <a:cubicBezTo>
                      <a:pt x="54" y="417"/>
                      <a:pt x="54" y="447"/>
                      <a:pt x="54" y="447"/>
                    </a:cubicBezTo>
                    <a:cubicBezTo>
                      <a:pt x="57" y="447"/>
                      <a:pt x="69" y="444"/>
                      <a:pt x="75" y="447"/>
                    </a:cubicBezTo>
                    <a:cubicBezTo>
                      <a:pt x="75" y="447"/>
                      <a:pt x="78" y="450"/>
                      <a:pt x="78" y="447"/>
                    </a:cubicBezTo>
                    <a:cubicBezTo>
                      <a:pt x="81" y="444"/>
                      <a:pt x="90" y="447"/>
                      <a:pt x="93" y="444"/>
                    </a:cubicBezTo>
                    <a:cubicBezTo>
                      <a:pt x="96" y="441"/>
                      <a:pt x="93" y="441"/>
                      <a:pt x="87" y="441"/>
                    </a:cubicBezTo>
                    <a:close/>
                    <a:moveTo>
                      <a:pt x="225" y="45"/>
                    </a:moveTo>
                    <a:cubicBezTo>
                      <a:pt x="222" y="45"/>
                      <a:pt x="219" y="45"/>
                      <a:pt x="216" y="45"/>
                    </a:cubicBezTo>
                    <a:cubicBezTo>
                      <a:pt x="216" y="45"/>
                      <a:pt x="216" y="45"/>
                      <a:pt x="216" y="45"/>
                    </a:cubicBezTo>
                    <a:cubicBezTo>
                      <a:pt x="219" y="51"/>
                      <a:pt x="216" y="63"/>
                      <a:pt x="210" y="63"/>
                    </a:cubicBezTo>
                    <a:cubicBezTo>
                      <a:pt x="207" y="63"/>
                      <a:pt x="204" y="69"/>
                      <a:pt x="201" y="66"/>
                    </a:cubicBezTo>
                    <a:cubicBezTo>
                      <a:pt x="201" y="66"/>
                      <a:pt x="195" y="72"/>
                      <a:pt x="192" y="69"/>
                    </a:cubicBezTo>
                    <a:cubicBezTo>
                      <a:pt x="189" y="66"/>
                      <a:pt x="186" y="69"/>
                      <a:pt x="183" y="69"/>
                    </a:cubicBezTo>
                    <a:cubicBezTo>
                      <a:pt x="180" y="66"/>
                      <a:pt x="171" y="69"/>
                      <a:pt x="171" y="66"/>
                    </a:cubicBezTo>
                    <a:cubicBezTo>
                      <a:pt x="171" y="63"/>
                      <a:pt x="174" y="63"/>
                      <a:pt x="174" y="57"/>
                    </a:cubicBezTo>
                    <a:cubicBezTo>
                      <a:pt x="174" y="51"/>
                      <a:pt x="186" y="45"/>
                      <a:pt x="183" y="42"/>
                    </a:cubicBezTo>
                    <a:cubicBezTo>
                      <a:pt x="183" y="42"/>
                      <a:pt x="165" y="36"/>
                      <a:pt x="162" y="33"/>
                    </a:cubicBezTo>
                    <a:cubicBezTo>
                      <a:pt x="162" y="30"/>
                      <a:pt x="156" y="27"/>
                      <a:pt x="150" y="27"/>
                    </a:cubicBezTo>
                    <a:cubicBezTo>
                      <a:pt x="144" y="27"/>
                      <a:pt x="144" y="21"/>
                      <a:pt x="138" y="18"/>
                    </a:cubicBezTo>
                    <a:cubicBezTo>
                      <a:pt x="132" y="15"/>
                      <a:pt x="126" y="6"/>
                      <a:pt x="123" y="3"/>
                    </a:cubicBezTo>
                    <a:cubicBezTo>
                      <a:pt x="117" y="3"/>
                      <a:pt x="111" y="0"/>
                      <a:pt x="111" y="3"/>
                    </a:cubicBezTo>
                    <a:cubicBezTo>
                      <a:pt x="108" y="6"/>
                      <a:pt x="108" y="15"/>
                      <a:pt x="105" y="9"/>
                    </a:cubicBezTo>
                    <a:cubicBezTo>
                      <a:pt x="102" y="6"/>
                      <a:pt x="96" y="6"/>
                      <a:pt x="90" y="3"/>
                    </a:cubicBezTo>
                    <a:cubicBezTo>
                      <a:pt x="87" y="3"/>
                      <a:pt x="87" y="0"/>
                      <a:pt x="81" y="3"/>
                    </a:cubicBezTo>
                    <a:cubicBezTo>
                      <a:pt x="78" y="6"/>
                      <a:pt x="75" y="9"/>
                      <a:pt x="72" y="12"/>
                    </a:cubicBezTo>
                    <a:cubicBezTo>
                      <a:pt x="72" y="15"/>
                      <a:pt x="72" y="21"/>
                      <a:pt x="72" y="24"/>
                    </a:cubicBezTo>
                    <a:cubicBezTo>
                      <a:pt x="69" y="27"/>
                      <a:pt x="57" y="33"/>
                      <a:pt x="57" y="33"/>
                    </a:cubicBezTo>
                    <a:cubicBezTo>
                      <a:pt x="57" y="36"/>
                      <a:pt x="60" y="42"/>
                      <a:pt x="57" y="42"/>
                    </a:cubicBezTo>
                    <a:cubicBezTo>
                      <a:pt x="54" y="45"/>
                      <a:pt x="63" y="54"/>
                      <a:pt x="57" y="54"/>
                    </a:cubicBezTo>
                    <a:cubicBezTo>
                      <a:pt x="54" y="57"/>
                      <a:pt x="60" y="60"/>
                      <a:pt x="60" y="63"/>
                    </a:cubicBezTo>
                    <a:cubicBezTo>
                      <a:pt x="57" y="63"/>
                      <a:pt x="51" y="66"/>
                      <a:pt x="51" y="69"/>
                    </a:cubicBezTo>
                    <a:cubicBezTo>
                      <a:pt x="51" y="69"/>
                      <a:pt x="51" y="75"/>
                      <a:pt x="48" y="78"/>
                    </a:cubicBezTo>
                    <a:cubicBezTo>
                      <a:pt x="45" y="78"/>
                      <a:pt x="42" y="84"/>
                      <a:pt x="42" y="87"/>
                    </a:cubicBezTo>
                    <a:cubicBezTo>
                      <a:pt x="42" y="90"/>
                      <a:pt x="39" y="87"/>
                      <a:pt x="39" y="93"/>
                    </a:cubicBezTo>
                    <a:cubicBezTo>
                      <a:pt x="42" y="99"/>
                      <a:pt x="45" y="105"/>
                      <a:pt x="39" y="105"/>
                    </a:cubicBezTo>
                    <a:cubicBezTo>
                      <a:pt x="36" y="105"/>
                      <a:pt x="39" y="114"/>
                      <a:pt x="36" y="114"/>
                    </a:cubicBezTo>
                    <a:cubicBezTo>
                      <a:pt x="33" y="114"/>
                      <a:pt x="33" y="123"/>
                      <a:pt x="36" y="126"/>
                    </a:cubicBezTo>
                    <a:cubicBezTo>
                      <a:pt x="39" y="129"/>
                      <a:pt x="39" y="132"/>
                      <a:pt x="39" y="138"/>
                    </a:cubicBezTo>
                    <a:cubicBezTo>
                      <a:pt x="39" y="141"/>
                      <a:pt x="42" y="144"/>
                      <a:pt x="42" y="147"/>
                    </a:cubicBezTo>
                    <a:cubicBezTo>
                      <a:pt x="42" y="150"/>
                      <a:pt x="42" y="153"/>
                      <a:pt x="39" y="156"/>
                    </a:cubicBezTo>
                    <a:cubicBezTo>
                      <a:pt x="36" y="159"/>
                      <a:pt x="39" y="162"/>
                      <a:pt x="36" y="165"/>
                    </a:cubicBezTo>
                    <a:cubicBezTo>
                      <a:pt x="33" y="165"/>
                      <a:pt x="39" y="177"/>
                      <a:pt x="36" y="180"/>
                    </a:cubicBezTo>
                    <a:cubicBezTo>
                      <a:pt x="33" y="180"/>
                      <a:pt x="27" y="183"/>
                      <a:pt x="27" y="189"/>
                    </a:cubicBezTo>
                    <a:cubicBezTo>
                      <a:pt x="27" y="198"/>
                      <a:pt x="27" y="201"/>
                      <a:pt x="27" y="204"/>
                    </a:cubicBezTo>
                    <a:cubicBezTo>
                      <a:pt x="27" y="207"/>
                      <a:pt x="30" y="207"/>
                      <a:pt x="30" y="210"/>
                    </a:cubicBezTo>
                    <a:cubicBezTo>
                      <a:pt x="30" y="216"/>
                      <a:pt x="24" y="213"/>
                      <a:pt x="24" y="216"/>
                    </a:cubicBezTo>
                    <a:cubicBezTo>
                      <a:pt x="24" y="219"/>
                      <a:pt x="24" y="225"/>
                      <a:pt x="24" y="225"/>
                    </a:cubicBezTo>
                    <a:cubicBezTo>
                      <a:pt x="21" y="225"/>
                      <a:pt x="21" y="225"/>
                      <a:pt x="21" y="231"/>
                    </a:cubicBezTo>
                    <a:cubicBezTo>
                      <a:pt x="21" y="237"/>
                      <a:pt x="18" y="237"/>
                      <a:pt x="18" y="240"/>
                    </a:cubicBezTo>
                    <a:cubicBezTo>
                      <a:pt x="18" y="240"/>
                      <a:pt x="18" y="243"/>
                      <a:pt x="18" y="246"/>
                    </a:cubicBezTo>
                    <a:cubicBezTo>
                      <a:pt x="18" y="249"/>
                      <a:pt x="21" y="258"/>
                      <a:pt x="18" y="258"/>
                    </a:cubicBezTo>
                    <a:cubicBezTo>
                      <a:pt x="15" y="258"/>
                      <a:pt x="15" y="270"/>
                      <a:pt x="18" y="270"/>
                    </a:cubicBezTo>
                    <a:cubicBezTo>
                      <a:pt x="18" y="273"/>
                      <a:pt x="18" y="276"/>
                      <a:pt x="18" y="276"/>
                    </a:cubicBezTo>
                    <a:cubicBezTo>
                      <a:pt x="18" y="279"/>
                      <a:pt x="24" y="282"/>
                      <a:pt x="21" y="285"/>
                    </a:cubicBezTo>
                    <a:cubicBezTo>
                      <a:pt x="18" y="288"/>
                      <a:pt x="18" y="291"/>
                      <a:pt x="24" y="291"/>
                    </a:cubicBezTo>
                    <a:cubicBezTo>
                      <a:pt x="27" y="288"/>
                      <a:pt x="30" y="294"/>
                      <a:pt x="24" y="294"/>
                    </a:cubicBezTo>
                    <a:cubicBezTo>
                      <a:pt x="21" y="294"/>
                      <a:pt x="18" y="294"/>
                      <a:pt x="21" y="297"/>
                    </a:cubicBezTo>
                    <a:cubicBezTo>
                      <a:pt x="24" y="300"/>
                      <a:pt x="27" y="303"/>
                      <a:pt x="21" y="303"/>
                    </a:cubicBezTo>
                    <a:cubicBezTo>
                      <a:pt x="18" y="306"/>
                      <a:pt x="21" y="309"/>
                      <a:pt x="21" y="312"/>
                    </a:cubicBezTo>
                    <a:cubicBezTo>
                      <a:pt x="18" y="318"/>
                      <a:pt x="24" y="321"/>
                      <a:pt x="21" y="321"/>
                    </a:cubicBezTo>
                    <a:cubicBezTo>
                      <a:pt x="18" y="324"/>
                      <a:pt x="21" y="330"/>
                      <a:pt x="18" y="330"/>
                    </a:cubicBezTo>
                    <a:cubicBezTo>
                      <a:pt x="12" y="330"/>
                      <a:pt x="15" y="336"/>
                      <a:pt x="12" y="336"/>
                    </a:cubicBezTo>
                    <a:cubicBezTo>
                      <a:pt x="9" y="339"/>
                      <a:pt x="15" y="345"/>
                      <a:pt x="12" y="345"/>
                    </a:cubicBezTo>
                    <a:cubicBezTo>
                      <a:pt x="9" y="348"/>
                      <a:pt x="12" y="354"/>
                      <a:pt x="9" y="354"/>
                    </a:cubicBezTo>
                    <a:cubicBezTo>
                      <a:pt x="3" y="354"/>
                      <a:pt x="3" y="360"/>
                      <a:pt x="0" y="360"/>
                    </a:cubicBezTo>
                    <a:cubicBezTo>
                      <a:pt x="0" y="363"/>
                      <a:pt x="0" y="369"/>
                      <a:pt x="3" y="372"/>
                    </a:cubicBezTo>
                    <a:cubicBezTo>
                      <a:pt x="6" y="375"/>
                      <a:pt x="0" y="378"/>
                      <a:pt x="3" y="378"/>
                    </a:cubicBezTo>
                    <a:cubicBezTo>
                      <a:pt x="6" y="381"/>
                      <a:pt x="15" y="378"/>
                      <a:pt x="15" y="384"/>
                    </a:cubicBezTo>
                    <a:cubicBezTo>
                      <a:pt x="12" y="387"/>
                      <a:pt x="12" y="396"/>
                      <a:pt x="15" y="396"/>
                    </a:cubicBezTo>
                    <a:cubicBezTo>
                      <a:pt x="18" y="396"/>
                      <a:pt x="18" y="402"/>
                      <a:pt x="21" y="399"/>
                    </a:cubicBezTo>
                    <a:cubicBezTo>
                      <a:pt x="24" y="399"/>
                      <a:pt x="36" y="399"/>
                      <a:pt x="39" y="399"/>
                    </a:cubicBezTo>
                    <a:cubicBezTo>
                      <a:pt x="42" y="402"/>
                      <a:pt x="45" y="402"/>
                      <a:pt x="45" y="402"/>
                    </a:cubicBezTo>
                    <a:cubicBezTo>
                      <a:pt x="48" y="402"/>
                      <a:pt x="57" y="405"/>
                      <a:pt x="57" y="405"/>
                    </a:cubicBezTo>
                    <a:cubicBezTo>
                      <a:pt x="60" y="402"/>
                      <a:pt x="51" y="396"/>
                      <a:pt x="51" y="393"/>
                    </a:cubicBezTo>
                    <a:cubicBezTo>
                      <a:pt x="51" y="387"/>
                      <a:pt x="51" y="387"/>
                      <a:pt x="51" y="387"/>
                    </a:cubicBezTo>
                    <a:cubicBezTo>
                      <a:pt x="51" y="384"/>
                      <a:pt x="48" y="378"/>
                      <a:pt x="51" y="375"/>
                    </a:cubicBezTo>
                    <a:cubicBezTo>
                      <a:pt x="57" y="372"/>
                      <a:pt x="57" y="369"/>
                      <a:pt x="57" y="372"/>
                    </a:cubicBezTo>
                    <a:cubicBezTo>
                      <a:pt x="60" y="372"/>
                      <a:pt x="66" y="369"/>
                      <a:pt x="66" y="363"/>
                    </a:cubicBezTo>
                    <a:cubicBezTo>
                      <a:pt x="66" y="357"/>
                      <a:pt x="69" y="354"/>
                      <a:pt x="72" y="351"/>
                    </a:cubicBezTo>
                    <a:cubicBezTo>
                      <a:pt x="78" y="345"/>
                      <a:pt x="87" y="342"/>
                      <a:pt x="87" y="339"/>
                    </a:cubicBezTo>
                    <a:cubicBezTo>
                      <a:pt x="84" y="336"/>
                      <a:pt x="87" y="330"/>
                      <a:pt x="87" y="327"/>
                    </a:cubicBezTo>
                    <a:cubicBezTo>
                      <a:pt x="87" y="327"/>
                      <a:pt x="81" y="327"/>
                      <a:pt x="78" y="324"/>
                    </a:cubicBezTo>
                    <a:cubicBezTo>
                      <a:pt x="75" y="324"/>
                      <a:pt x="63" y="318"/>
                      <a:pt x="69" y="309"/>
                    </a:cubicBezTo>
                    <a:cubicBezTo>
                      <a:pt x="75" y="300"/>
                      <a:pt x="84" y="297"/>
                      <a:pt x="87" y="297"/>
                    </a:cubicBezTo>
                    <a:cubicBezTo>
                      <a:pt x="90" y="297"/>
                      <a:pt x="87" y="294"/>
                      <a:pt x="90" y="291"/>
                    </a:cubicBezTo>
                    <a:cubicBezTo>
                      <a:pt x="93" y="291"/>
                      <a:pt x="93" y="288"/>
                      <a:pt x="93" y="285"/>
                    </a:cubicBezTo>
                    <a:cubicBezTo>
                      <a:pt x="93" y="279"/>
                      <a:pt x="93" y="273"/>
                      <a:pt x="99" y="273"/>
                    </a:cubicBezTo>
                    <a:cubicBezTo>
                      <a:pt x="102" y="273"/>
                      <a:pt x="105" y="270"/>
                      <a:pt x="102" y="270"/>
                    </a:cubicBezTo>
                    <a:cubicBezTo>
                      <a:pt x="99" y="267"/>
                      <a:pt x="96" y="264"/>
                      <a:pt x="102" y="264"/>
                    </a:cubicBezTo>
                    <a:cubicBezTo>
                      <a:pt x="105" y="264"/>
                      <a:pt x="105" y="267"/>
                      <a:pt x="108" y="267"/>
                    </a:cubicBezTo>
                    <a:cubicBezTo>
                      <a:pt x="111" y="267"/>
                      <a:pt x="117" y="261"/>
                      <a:pt x="111" y="258"/>
                    </a:cubicBezTo>
                    <a:cubicBezTo>
                      <a:pt x="108" y="255"/>
                      <a:pt x="108" y="261"/>
                      <a:pt x="105" y="261"/>
                    </a:cubicBezTo>
                    <a:cubicBezTo>
                      <a:pt x="102" y="261"/>
                      <a:pt x="102" y="258"/>
                      <a:pt x="99" y="258"/>
                    </a:cubicBezTo>
                    <a:cubicBezTo>
                      <a:pt x="96" y="258"/>
                      <a:pt x="99" y="252"/>
                      <a:pt x="96" y="249"/>
                    </a:cubicBezTo>
                    <a:cubicBezTo>
                      <a:pt x="96" y="246"/>
                      <a:pt x="93" y="243"/>
                      <a:pt x="96" y="240"/>
                    </a:cubicBezTo>
                    <a:cubicBezTo>
                      <a:pt x="99" y="237"/>
                      <a:pt x="108" y="243"/>
                      <a:pt x="114" y="243"/>
                    </a:cubicBezTo>
                    <a:cubicBezTo>
                      <a:pt x="123" y="243"/>
                      <a:pt x="126" y="240"/>
                      <a:pt x="126" y="237"/>
                    </a:cubicBezTo>
                    <a:cubicBezTo>
                      <a:pt x="126" y="234"/>
                      <a:pt x="123" y="231"/>
                      <a:pt x="129" y="228"/>
                    </a:cubicBezTo>
                    <a:cubicBezTo>
                      <a:pt x="132" y="225"/>
                      <a:pt x="129" y="222"/>
                      <a:pt x="129" y="219"/>
                    </a:cubicBezTo>
                    <a:cubicBezTo>
                      <a:pt x="126" y="216"/>
                      <a:pt x="129" y="213"/>
                      <a:pt x="132" y="213"/>
                    </a:cubicBezTo>
                    <a:cubicBezTo>
                      <a:pt x="135" y="216"/>
                      <a:pt x="147" y="216"/>
                      <a:pt x="162" y="213"/>
                    </a:cubicBezTo>
                    <a:cubicBezTo>
                      <a:pt x="174" y="210"/>
                      <a:pt x="180" y="204"/>
                      <a:pt x="183" y="201"/>
                    </a:cubicBezTo>
                    <a:cubicBezTo>
                      <a:pt x="183" y="198"/>
                      <a:pt x="192" y="189"/>
                      <a:pt x="192" y="186"/>
                    </a:cubicBezTo>
                    <a:cubicBezTo>
                      <a:pt x="195" y="183"/>
                      <a:pt x="192" y="180"/>
                      <a:pt x="189" y="180"/>
                    </a:cubicBezTo>
                    <a:cubicBezTo>
                      <a:pt x="183" y="180"/>
                      <a:pt x="183" y="174"/>
                      <a:pt x="186" y="171"/>
                    </a:cubicBezTo>
                    <a:cubicBezTo>
                      <a:pt x="189" y="168"/>
                      <a:pt x="183" y="165"/>
                      <a:pt x="180" y="162"/>
                    </a:cubicBezTo>
                    <a:cubicBezTo>
                      <a:pt x="174" y="162"/>
                      <a:pt x="168" y="159"/>
                      <a:pt x="171" y="156"/>
                    </a:cubicBezTo>
                    <a:cubicBezTo>
                      <a:pt x="174" y="153"/>
                      <a:pt x="174" y="153"/>
                      <a:pt x="174" y="156"/>
                    </a:cubicBezTo>
                    <a:cubicBezTo>
                      <a:pt x="177" y="153"/>
                      <a:pt x="177" y="150"/>
                      <a:pt x="177" y="150"/>
                    </a:cubicBezTo>
                    <a:cubicBezTo>
                      <a:pt x="174" y="150"/>
                      <a:pt x="174" y="150"/>
                      <a:pt x="174" y="144"/>
                    </a:cubicBezTo>
                    <a:cubicBezTo>
                      <a:pt x="174" y="135"/>
                      <a:pt x="177" y="138"/>
                      <a:pt x="177" y="129"/>
                    </a:cubicBezTo>
                    <a:cubicBezTo>
                      <a:pt x="177" y="120"/>
                      <a:pt x="180" y="114"/>
                      <a:pt x="180" y="108"/>
                    </a:cubicBezTo>
                    <a:cubicBezTo>
                      <a:pt x="180" y="105"/>
                      <a:pt x="189" y="99"/>
                      <a:pt x="192" y="90"/>
                    </a:cubicBezTo>
                    <a:cubicBezTo>
                      <a:pt x="198" y="84"/>
                      <a:pt x="207" y="72"/>
                      <a:pt x="213" y="69"/>
                    </a:cubicBezTo>
                    <a:cubicBezTo>
                      <a:pt x="216" y="69"/>
                      <a:pt x="225" y="66"/>
                      <a:pt x="225" y="63"/>
                    </a:cubicBezTo>
                    <a:cubicBezTo>
                      <a:pt x="228" y="60"/>
                      <a:pt x="225" y="48"/>
                      <a:pt x="225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4" name="Freeform 114">
                <a:extLst>
                  <a:ext uri="{FF2B5EF4-FFF2-40B4-BE49-F238E27FC236}">
                    <a16:creationId xmlns:a16="http://schemas.microsoft.com/office/drawing/2014/main" id="{BD2586E0-0514-9C3C-9AAF-6CA6A8CD1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8156" y="3633056"/>
                <a:ext cx="196008" cy="977337"/>
              </a:xfrm>
              <a:custGeom>
                <a:avLst/>
                <a:gdLst>
                  <a:gd name="T0" fmla="*/ 42 w 102"/>
                  <a:gd name="T1" fmla="*/ 435 h 510"/>
                  <a:gd name="T2" fmla="*/ 27 w 102"/>
                  <a:gd name="T3" fmla="*/ 411 h 510"/>
                  <a:gd name="T4" fmla="*/ 39 w 102"/>
                  <a:gd name="T5" fmla="*/ 387 h 510"/>
                  <a:gd name="T6" fmla="*/ 48 w 102"/>
                  <a:gd name="T7" fmla="*/ 363 h 510"/>
                  <a:gd name="T8" fmla="*/ 51 w 102"/>
                  <a:gd name="T9" fmla="*/ 345 h 510"/>
                  <a:gd name="T10" fmla="*/ 45 w 102"/>
                  <a:gd name="T11" fmla="*/ 327 h 510"/>
                  <a:gd name="T12" fmla="*/ 45 w 102"/>
                  <a:gd name="T13" fmla="*/ 297 h 510"/>
                  <a:gd name="T14" fmla="*/ 51 w 102"/>
                  <a:gd name="T15" fmla="*/ 276 h 510"/>
                  <a:gd name="T16" fmla="*/ 54 w 102"/>
                  <a:gd name="T17" fmla="*/ 255 h 510"/>
                  <a:gd name="T18" fmla="*/ 63 w 102"/>
                  <a:gd name="T19" fmla="*/ 216 h 510"/>
                  <a:gd name="T20" fmla="*/ 66 w 102"/>
                  <a:gd name="T21" fmla="*/ 189 h 510"/>
                  <a:gd name="T22" fmla="*/ 66 w 102"/>
                  <a:gd name="T23" fmla="*/ 156 h 510"/>
                  <a:gd name="T24" fmla="*/ 75 w 102"/>
                  <a:gd name="T25" fmla="*/ 129 h 510"/>
                  <a:gd name="T26" fmla="*/ 84 w 102"/>
                  <a:gd name="T27" fmla="*/ 105 h 510"/>
                  <a:gd name="T28" fmla="*/ 99 w 102"/>
                  <a:gd name="T29" fmla="*/ 75 h 510"/>
                  <a:gd name="T30" fmla="*/ 90 w 102"/>
                  <a:gd name="T31" fmla="*/ 51 h 510"/>
                  <a:gd name="T32" fmla="*/ 84 w 102"/>
                  <a:gd name="T33" fmla="*/ 24 h 510"/>
                  <a:gd name="T34" fmla="*/ 72 w 102"/>
                  <a:gd name="T35" fmla="*/ 0 h 510"/>
                  <a:gd name="T36" fmla="*/ 66 w 102"/>
                  <a:gd name="T37" fmla="*/ 21 h 510"/>
                  <a:gd name="T38" fmla="*/ 63 w 102"/>
                  <a:gd name="T39" fmla="*/ 75 h 510"/>
                  <a:gd name="T40" fmla="*/ 54 w 102"/>
                  <a:gd name="T41" fmla="*/ 126 h 510"/>
                  <a:gd name="T42" fmla="*/ 48 w 102"/>
                  <a:gd name="T43" fmla="*/ 162 h 510"/>
                  <a:gd name="T44" fmla="*/ 42 w 102"/>
                  <a:gd name="T45" fmla="*/ 210 h 510"/>
                  <a:gd name="T46" fmla="*/ 27 w 102"/>
                  <a:gd name="T47" fmla="*/ 249 h 510"/>
                  <a:gd name="T48" fmla="*/ 24 w 102"/>
                  <a:gd name="T49" fmla="*/ 285 h 510"/>
                  <a:gd name="T50" fmla="*/ 18 w 102"/>
                  <a:gd name="T51" fmla="*/ 318 h 510"/>
                  <a:gd name="T52" fmla="*/ 33 w 102"/>
                  <a:gd name="T53" fmla="*/ 300 h 510"/>
                  <a:gd name="T54" fmla="*/ 36 w 102"/>
                  <a:gd name="T55" fmla="*/ 318 h 510"/>
                  <a:gd name="T56" fmla="*/ 30 w 102"/>
                  <a:gd name="T57" fmla="*/ 342 h 510"/>
                  <a:gd name="T58" fmla="*/ 27 w 102"/>
                  <a:gd name="T59" fmla="*/ 357 h 510"/>
                  <a:gd name="T60" fmla="*/ 24 w 102"/>
                  <a:gd name="T61" fmla="*/ 354 h 510"/>
                  <a:gd name="T62" fmla="*/ 15 w 102"/>
                  <a:gd name="T63" fmla="*/ 357 h 510"/>
                  <a:gd name="T64" fmla="*/ 3 w 102"/>
                  <a:gd name="T65" fmla="*/ 372 h 510"/>
                  <a:gd name="T66" fmla="*/ 18 w 102"/>
                  <a:gd name="T67" fmla="*/ 375 h 510"/>
                  <a:gd name="T68" fmla="*/ 27 w 102"/>
                  <a:gd name="T69" fmla="*/ 387 h 510"/>
                  <a:gd name="T70" fmla="*/ 12 w 102"/>
                  <a:gd name="T71" fmla="*/ 393 h 510"/>
                  <a:gd name="T72" fmla="*/ 15 w 102"/>
                  <a:gd name="T73" fmla="*/ 399 h 510"/>
                  <a:gd name="T74" fmla="*/ 6 w 102"/>
                  <a:gd name="T75" fmla="*/ 411 h 510"/>
                  <a:gd name="T76" fmla="*/ 15 w 102"/>
                  <a:gd name="T77" fmla="*/ 414 h 510"/>
                  <a:gd name="T78" fmla="*/ 18 w 102"/>
                  <a:gd name="T79" fmla="*/ 426 h 510"/>
                  <a:gd name="T80" fmla="*/ 9 w 102"/>
                  <a:gd name="T81" fmla="*/ 441 h 510"/>
                  <a:gd name="T82" fmla="*/ 24 w 102"/>
                  <a:gd name="T83" fmla="*/ 444 h 510"/>
                  <a:gd name="T84" fmla="*/ 30 w 102"/>
                  <a:gd name="T85" fmla="*/ 447 h 510"/>
                  <a:gd name="T86" fmla="*/ 24 w 102"/>
                  <a:gd name="T87" fmla="*/ 462 h 510"/>
                  <a:gd name="T88" fmla="*/ 42 w 102"/>
                  <a:gd name="T89" fmla="*/ 462 h 510"/>
                  <a:gd name="T90" fmla="*/ 30 w 102"/>
                  <a:gd name="T91" fmla="*/ 471 h 510"/>
                  <a:gd name="T92" fmla="*/ 42 w 102"/>
                  <a:gd name="T93" fmla="*/ 468 h 510"/>
                  <a:gd name="T94" fmla="*/ 27 w 102"/>
                  <a:gd name="T95" fmla="*/ 480 h 510"/>
                  <a:gd name="T96" fmla="*/ 42 w 102"/>
                  <a:gd name="T97" fmla="*/ 483 h 510"/>
                  <a:gd name="T98" fmla="*/ 66 w 102"/>
                  <a:gd name="T99" fmla="*/ 459 h 510"/>
                  <a:gd name="T100" fmla="*/ 72 w 102"/>
                  <a:gd name="T101" fmla="*/ 471 h 510"/>
                  <a:gd name="T102" fmla="*/ 63 w 102"/>
                  <a:gd name="T103" fmla="*/ 477 h 510"/>
                  <a:gd name="T104" fmla="*/ 51 w 102"/>
                  <a:gd name="T105" fmla="*/ 486 h 510"/>
                  <a:gd name="T106" fmla="*/ 60 w 102"/>
                  <a:gd name="T107" fmla="*/ 501 h 510"/>
                  <a:gd name="T108" fmla="*/ 75 w 102"/>
                  <a:gd name="T109" fmla="*/ 498 h 510"/>
                  <a:gd name="T110" fmla="*/ 93 w 102"/>
                  <a:gd name="T111" fmla="*/ 501 h 510"/>
                  <a:gd name="T112" fmla="*/ 81 w 102"/>
                  <a:gd name="T113" fmla="*/ 498 h 510"/>
                  <a:gd name="T114" fmla="*/ 72 w 102"/>
                  <a:gd name="T115" fmla="*/ 456 h 510"/>
                  <a:gd name="T116" fmla="*/ 48 w 102"/>
                  <a:gd name="T117" fmla="*/ 450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2" h="510">
                    <a:moveTo>
                      <a:pt x="48" y="450"/>
                    </a:moveTo>
                    <a:cubicBezTo>
                      <a:pt x="45" y="453"/>
                      <a:pt x="45" y="447"/>
                      <a:pt x="42" y="447"/>
                    </a:cubicBezTo>
                    <a:cubicBezTo>
                      <a:pt x="39" y="447"/>
                      <a:pt x="39" y="438"/>
                      <a:pt x="42" y="435"/>
                    </a:cubicBezTo>
                    <a:cubicBezTo>
                      <a:pt x="42" y="429"/>
                      <a:pt x="33" y="432"/>
                      <a:pt x="30" y="429"/>
                    </a:cubicBezTo>
                    <a:cubicBezTo>
                      <a:pt x="27" y="429"/>
                      <a:pt x="33" y="426"/>
                      <a:pt x="30" y="423"/>
                    </a:cubicBezTo>
                    <a:cubicBezTo>
                      <a:pt x="27" y="420"/>
                      <a:pt x="27" y="414"/>
                      <a:pt x="27" y="411"/>
                    </a:cubicBezTo>
                    <a:cubicBezTo>
                      <a:pt x="30" y="411"/>
                      <a:pt x="30" y="405"/>
                      <a:pt x="36" y="405"/>
                    </a:cubicBezTo>
                    <a:cubicBezTo>
                      <a:pt x="39" y="405"/>
                      <a:pt x="36" y="399"/>
                      <a:pt x="39" y="396"/>
                    </a:cubicBezTo>
                    <a:cubicBezTo>
                      <a:pt x="42" y="396"/>
                      <a:pt x="36" y="390"/>
                      <a:pt x="39" y="387"/>
                    </a:cubicBezTo>
                    <a:cubicBezTo>
                      <a:pt x="42" y="387"/>
                      <a:pt x="39" y="381"/>
                      <a:pt x="45" y="381"/>
                    </a:cubicBezTo>
                    <a:cubicBezTo>
                      <a:pt x="48" y="381"/>
                      <a:pt x="45" y="375"/>
                      <a:pt x="48" y="372"/>
                    </a:cubicBezTo>
                    <a:cubicBezTo>
                      <a:pt x="51" y="372"/>
                      <a:pt x="45" y="369"/>
                      <a:pt x="48" y="363"/>
                    </a:cubicBezTo>
                    <a:cubicBezTo>
                      <a:pt x="48" y="360"/>
                      <a:pt x="45" y="357"/>
                      <a:pt x="48" y="354"/>
                    </a:cubicBezTo>
                    <a:cubicBezTo>
                      <a:pt x="54" y="354"/>
                      <a:pt x="51" y="351"/>
                      <a:pt x="48" y="348"/>
                    </a:cubicBezTo>
                    <a:cubicBezTo>
                      <a:pt x="45" y="345"/>
                      <a:pt x="48" y="345"/>
                      <a:pt x="51" y="345"/>
                    </a:cubicBezTo>
                    <a:cubicBezTo>
                      <a:pt x="57" y="345"/>
                      <a:pt x="54" y="339"/>
                      <a:pt x="51" y="342"/>
                    </a:cubicBezTo>
                    <a:cubicBezTo>
                      <a:pt x="45" y="342"/>
                      <a:pt x="45" y="339"/>
                      <a:pt x="48" y="336"/>
                    </a:cubicBezTo>
                    <a:cubicBezTo>
                      <a:pt x="51" y="333"/>
                      <a:pt x="45" y="330"/>
                      <a:pt x="45" y="327"/>
                    </a:cubicBezTo>
                    <a:cubicBezTo>
                      <a:pt x="45" y="327"/>
                      <a:pt x="45" y="324"/>
                      <a:pt x="45" y="321"/>
                    </a:cubicBezTo>
                    <a:cubicBezTo>
                      <a:pt x="42" y="321"/>
                      <a:pt x="42" y="309"/>
                      <a:pt x="45" y="309"/>
                    </a:cubicBezTo>
                    <a:cubicBezTo>
                      <a:pt x="48" y="309"/>
                      <a:pt x="45" y="300"/>
                      <a:pt x="45" y="297"/>
                    </a:cubicBezTo>
                    <a:cubicBezTo>
                      <a:pt x="45" y="294"/>
                      <a:pt x="45" y="291"/>
                      <a:pt x="45" y="291"/>
                    </a:cubicBezTo>
                    <a:cubicBezTo>
                      <a:pt x="45" y="288"/>
                      <a:pt x="48" y="288"/>
                      <a:pt x="48" y="282"/>
                    </a:cubicBezTo>
                    <a:cubicBezTo>
                      <a:pt x="48" y="276"/>
                      <a:pt x="48" y="276"/>
                      <a:pt x="51" y="276"/>
                    </a:cubicBezTo>
                    <a:cubicBezTo>
                      <a:pt x="51" y="276"/>
                      <a:pt x="51" y="270"/>
                      <a:pt x="51" y="267"/>
                    </a:cubicBezTo>
                    <a:cubicBezTo>
                      <a:pt x="51" y="264"/>
                      <a:pt x="57" y="267"/>
                      <a:pt x="57" y="261"/>
                    </a:cubicBezTo>
                    <a:cubicBezTo>
                      <a:pt x="57" y="258"/>
                      <a:pt x="54" y="258"/>
                      <a:pt x="54" y="255"/>
                    </a:cubicBezTo>
                    <a:cubicBezTo>
                      <a:pt x="54" y="252"/>
                      <a:pt x="54" y="249"/>
                      <a:pt x="54" y="240"/>
                    </a:cubicBezTo>
                    <a:cubicBezTo>
                      <a:pt x="54" y="234"/>
                      <a:pt x="60" y="231"/>
                      <a:pt x="63" y="231"/>
                    </a:cubicBezTo>
                    <a:cubicBezTo>
                      <a:pt x="66" y="228"/>
                      <a:pt x="60" y="216"/>
                      <a:pt x="63" y="216"/>
                    </a:cubicBezTo>
                    <a:cubicBezTo>
                      <a:pt x="66" y="213"/>
                      <a:pt x="63" y="210"/>
                      <a:pt x="66" y="207"/>
                    </a:cubicBezTo>
                    <a:cubicBezTo>
                      <a:pt x="69" y="204"/>
                      <a:pt x="69" y="201"/>
                      <a:pt x="69" y="198"/>
                    </a:cubicBezTo>
                    <a:cubicBezTo>
                      <a:pt x="69" y="195"/>
                      <a:pt x="66" y="192"/>
                      <a:pt x="66" y="189"/>
                    </a:cubicBezTo>
                    <a:cubicBezTo>
                      <a:pt x="66" y="183"/>
                      <a:pt x="66" y="180"/>
                      <a:pt x="63" y="177"/>
                    </a:cubicBezTo>
                    <a:cubicBezTo>
                      <a:pt x="60" y="174"/>
                      <a:pt x="60" y="165"/>
                      <a:pt x="63" y="165"/>
                    </a:cubicBezTo>
                    <a:cubicBezTo>
                      <a:pt x="66" y="165"/>
                      <a:pt x="63" y="156"/>
                      <a:pt x="66" y="156"/>
                    </a:cubicBezTo>
                    <a:cubicBezTo>
                      <a:pt x="72" y="156"/>
                      <a:pt x="69" y="150"/>
                      <a:pt x="66" y="144"/>
                    </a:cubicBezTo>
                    <a:cubicBezTo>
                      <a:pt x="66" y="138"/>
                      <a:pt x="69" y="141"/>
                      <a:pt x="69" y="138"/>
                    </a:cubicBezTo>
                    <a:cubicBezTo>
                      <a:pt x="69" y="135"/>
                      <a:pt x="72" y="129"/>
                      <a:pt x="75" y="129"/>
                    </a:cubicBezTo>
                    <a:cubicBezTo>
                      <a:pt x="78" y="126"/>
                      <a:pt x="78" y="120"/>
                      <a:pt x="78" y="120"/>
                    </a:cubicBezTo>
                    <a:cubicBezTo>
                      <a:pt x="78" y="117"/>
                      <a:pt x="84" y="114"/>
                      <a:pt x="87" y="114"/>
                    </a:cubicBezTo>
                    <a:cubicBezTo>
                      <a:pt x="87" y="111"/>
                      <a:pt x="81" y="108"/>
                      <a:pt x="84" y="105"/>
                    </a:cubicBezTo>
                    <a:cubicBezTo>
                      <a:pt x="90" y="105"/>
                      <a:pt x="81" y="96"/>
                      <a:pt x="84" y="93"/>
                    </a:cubicBezTo>
                    <a:cubicBezTo>
                      <a:pt x="87" y="93"/>
                      <a:pt x="84" y="87"/>
                      <a:pt x="84" y="84"/>
                    </a:cubicBezTo>
                    <a:cubicBezTo>
                      <a:pt x="84" y="84"/>
                      <a:pt x="96" y="78"/>
                      <a:pt x="99" y="75"/>
                    </a:cubicBezTo>
                    <a:cubicBezTo>
                      <a:pt x="99" y="72"/>
                      <a:pt x="99" y="66"/>
                      <a:pt x="99" y="63"/>
                    </a:cubicBezTo>
                    <a:cubicBezTo>
                      <a:pt x="96" y="63"/>
                      <a:pt x="93" y="66"/>
                      <a:pt x="93" y="63"/>
                    </a:cubicBezTo>
                    <a:cubicBezTo>
                      <a:pt x="93" y="63"/>
                      <a:pt x="93" y="54"/>
                      <a:pt x="90" y="51"/>
                    </a:cubicBezTo>
                    <a:cubicBezTo>
                      <a:pt x="87" y="48"/>
                      <a:pt x="90" y="42"/>
                      <a:pt x="87" y="42"/>
                    </a:cubicBezTo>
                    <a:cubicBezTo>
                      <a:pt x="84" y="39"/>
                      <a:pt x="81" y="33"/>
                      <a:pt x="81" y="33"/>
                    </a:cubicBezTo>
                    <a:cubicBezTo>
                      <a:pt x="84" y="30"/>
                      <a:pt x="81" y="27"/>
                      <a:pt x="84" y="24"/>
                    </a:cubicBezTo>
                    <a:cubicBezTo>
                      <a:pt x="87" y="21"/>
                      <a:pt x="84" y="21"/>
                      <a:pt x="81" y="18"/>
                    </a:cubicBezTo>
                    <a:cubicBezTo>
                      <a:pt x="78" y="15"/>
                      <a:pt x="81" y="9"/>
                      <a:pt x="78" y="6"/>
                    </a:cubicBezTo>
                    <a:cubicBezTo>
                      <a:pt x="72" y="3"/>
                      <a:pt x="72" y="0"/>
                      <a:pt x="72" y="0"/>
                    </a:cubicBezTo>
                    <a:cubicBezTo>
                      <a:pt x="72" y="3"/>
                      <a:pt x="72" y="9"/>
                      <a:pt x="69" y="9"/>
                    </a:cubicBezTo>
                    <a:cubicBezTo>
                      <a:pt x="66" y="9"/>
                      <a:pt x="66" y="12"/>
                      <a:pt x="66" y="12"/>
                    </a:cubicBezTo>
                    <a:cubicBezTo>
                      <a:pt x="66" y="15"/>
                      <a:pt x="63" y="18"/>
                      <a:pt x="66" y="21"/>
                    </a:cubicBezTo>
                    <a:cubicBezTo>
                      <a:pt x="66" y="27"/>
                      <a:pt x="69" y="45"/>
                      <a:pt x="66" y="51"/>
                    </a:cubicBezTo>
                    <a:cubicBezTo>
                      <a:pt x="66" y="57"/>
                      <a:pt x="63" y="63"/>
                      <a:pt x="63" y="69"/>
                    </a:cubicBezTo>
                    <a:cubicBezTo>
                      <a:pt x="60" y="72"/>
                      <a:pt x="66" y="72"/>
                      <a:pt x="63" y="75"/>
                    </a:cubicBezTo>
                    <a:cubicBezTo>
                      <a:pt x="60" y="75"/>
                      <a:pt x="63" y="81"/>
                      <a:pt x="63" y="90"/>
                    </a:cubicBezTo>
                    <a:cubicBezTo>
                      <a:pt x="63" y="96"/>
                      <a:pt x="57" y="111"/>
                      <a:pt x="57" y="114"/>
                    </a:cubicBezTo>
                    <a:cubicBezTo>
                      <a:pt x="57" y="120"/>
                      <a:pt x="54" y="123"/>
                      <a:pt x="54" y="126"/>
                    </a:cubicBezTo>
                    <a:cubicBezTo>
                      <a:pt x="54" y="132"/>
                      <a:pt x="51" y="135"/>
                      <a:pt x="48" y="138"/>
                    </a:cubicBezTo>
                    <a:cubicBezTo>
                      <a:pt x="45" y="138"/>
                      <a:pt x="54" y="147"/>
                      <a:pt x="54" y="150"/>
                    </a:cubicBezTo>
                    <a:cubicBezTo>
                      <a:pt x="54" y="153"/>
                      <a:pt x="48" y="156"/>
                      <a:pt x="48" y="162"/>
                    </a:cubicBezTo>
                    <a:cubicBezTo>
                      <a:pt x="51" y="171"/>
                      <a:pt x="48" y="183"/>
                      <a:pt x="48" y="186"/>
                    </a:cubicBezTo>
                    <a:cubicBezTo>
                      <a:pt x="48" y="189"/>
                      <a:pt x="45" y="189"/>
                      <a:pt x="45" y="195"/>
                    </a:cubicBezTo>
                    <a:cubicBezTo>
                      <a:pt x="48" y="201"/>
                      <a:pt x="42" y="201"/>
                      <a:pt x="42" y="210"/>
                    </a:cubicBezTo>
                    <a:cubicBezTo>
                      <a:pt x="42" y="216"/>
                      <a:pt x="36" y="228"/>
                      <a:pt x="33" y="234"/>
                    </a:cubicBezTo>
                    <a:cubicBezTo>
                      <a:pt x="30" y="240"/>
                      <a:pt x="30" y="243"/>
                      <a:pt x="27" y="243"/>
                    </a:cubicBezTo>
                    <a:cubicBezTo>
                      <a:pt x="24" y="243"/>
                      <a:pt x="24" y="246"/>
                      <a:pt x="27" y="249"/>
                    </a:cubicBezTo>
                    <a:cubicBezTo>
                      <a:pt x="30" y="255"/>
                      <a:pt x="24" y="258"/>
                      <a:pt x="27" y="264"/>
                    </a:cubicBezTo>
                    <a:cubicBezTo>
                      <a:pt x="30" y="270"/>
                      <a:pt x="30" y="270"/>
                      <a:pt x="30" y="276"/>
                    </a:cubicBezTo>
                    <a:cubicBezTo>
                      <a:pt x="27" y="282"/>
                      <a:pt x="24" y="282"/>
                      <a:pt x="24" y="285"/>
                    </a:cubicBezTo>
                    <a:cubicBezTo>
                      <a:pt x="24" y="291"/>
                      <a:pt x="21" y="294"/>
                      <a:pt x="24" y="300"/>
                    </a:cubicBezTo>
                    <a:cubicBezTo>
                      <a:pt x="27" y="303"/>
                      <a:pt x="24" y="306"/>
                      <a:pt x="24" y="306"/>
                    </a:cubicBezTo>
                    <a:cubicBezTo>
                      <a:pt x="21" y="306"/>
                      <a:pt x="18" y="309"/>
                      <a:pt x="18" y="318"/>
                    </a:cubicBezTo>
                    <a:cubicBezTo>
                      <a:pt x="18" y="327"/>
                      <a:pt x="18" y="327"/>
                      <a:pt x="24" y="324"/>
                    </a:cubicBezTo>
                    <a:cubicBezTo>
                      <a:pt x="30" y="324"/>
                      <a:pt x="24" y="306"/>
                      <a:pt x="27" y="306"/>
                    </a:cubicBezTo>
                    <a:cubicBezTo>
                      <a:pt x="33" y="306"/>
                      <a:pt x="30" y="303"/>
                      <a:pt x="33" y="300"/>
                    </a:cubicBezTo>
                    <a:cubicBezTo>
                      <a:pt x="36" y="300"/>
                      <a:pt x="33" y="303"/>
                      <a:pt x="36" y="306"/>
                    </a:cubicBezTo>
                    <a:cubicBezTo>
                      <a:pt x="39" y="306"/>
                      <a:pt x="39" y="309"/>
                      <a:pt x="36" y="309"/>
                    </a:cubicBezTo>
                    <a:cubicBezTo>
                      <a:pt x="33" y="312"/>
                      <a:pt x="36" y="318"/>
                      <a:pt x="36" y="318"/>
                    </a:cubicBezTo>
                    <a:cubicBezTo>
                      <a:pt x="33" y="321"/>
                      <a:pt x="30" y="324"/>
                      <a:pt x="33" y="327"/>
                    </a:cubicBezTo>
                    <a:cubicBezTo>
                      <a:pt x="33" y="333"/>
                      <a:pt x="30" y="330"/>
                      <a:pt x="30" y="336"/>
                    </a:cubicBezTo>
                    <a:cubicBezTo>
                      <a:pt x="30" y="339"/>
                      <a:pt x="33" y="339"/>
                      <a:pt x="30" y="342"/>
                    </a:cubicBezTo>
                    <a:cubicBezTo>
                      <a:pt x="30" y="342"/>
                      <a:pt x="33" y="345"/>
                      <a:pt x="30" y="345"/>
                    </a:cubicBezTo>
                    <a:cubicBezTo>
                      <a:pt x="27" y="345"/>
                      <a:pt x="30" y="351"/>
                      <a:pt x="30" y="354"/>
                    </a:cubicBezTo>
                    <a:cubicBezTo>
                      <a:pt x="33" y="357"/>
                      <a:pt x="27" y="354"/>
                      <a:pt x="27" y="357"/>
                    </a:cubicBezTo>
                    <a:cubicBezTo>
                      <a:pt x="24" y="357"/>
                      <a:pt x="27" y="360"/>
                      <a:pt x="27" y="363"/>
                    </a:cubicBezTo>
                    <a:cubicBezTo>
                      <a:pt x="24" y="366"/>
                      <a:pt x="21" y="363"/>
                      <a:pt x="18" y="360"/>
                    </a:cubicBezTo>
                    <a:cubicBezTo>
                      <a:pt x="18" y="360"/>
                      <a:pt x="21" y="357"/>
                      <a:pt x="24" y="354"/>
                    </a:cubicBezTo>
                    <a:cubicBezTo>
                      <a:pt x="27" y="351"/>
                      <a:pt x="21" y="342"/>
                      <a:pt x="18" y="345"/>
                    </a:cubicBezTo>
                    <a:cubicBezTo>
                      <a:pt x="15" y="345"/>
                      <a:pt x="21" y="351"/>
                      <a:pt x="21" y="354"/>
                    </a:cubicBezTo>
                    <a:cubicBezTo>
                      <a:pt x="21" y="357"/>
                      <a:pt x="15" y="354"/>
                      <a:pt x="15" y="357"/>
                    </a:cubicBezTo>
                    <a:cubicBezTo>
                      <a:pt x="15" y="360"/>
                      <a:pt x="12" y="360"/>
                      <a:pt x="9" y="360"/>
                    </a:cubicBezTo>
                    <a:cubicBezTo>
                      <a:pt x="6" y="363"/>
                      <a:pt x="12" y="366"/>
                      <a:pt x="9" y="366"/>
                    </a:cubicBezTo>
                    <a:cubicBezTo>
                      <a:pt x="3" y="372"/>
                      <a:pt x="3" y="372"/>
                      <a:pt x="3" y="372"/>
                    </a:cubicBezTo>
                    <a:cubicBezTo>
                      <a:pt x="3" y="375"/>
                      <a:pt x="6" y="375"/>
                      <a:pt x="6" y="375"/>
                    </a:cubicBezTo>
                    <a:cubicBezTo>
                      <a:pt x="6" y="372"/>
                      <a:pt x="9" y="372"/>
                      <a:pt x="12" y="375"/>
                    </a:cubicBezTo>
                    <a:cubicBezTo>
                      <a:pt x="12" y="378"/>
                      <a:pt x="15" y="375"/>
                      <a:pt x="18" y="375"/>
                    </a:cubicBezTo>
                    <a:cubicBezTo>
                      <a:pt x="21" y="375"/>
                      <a:pt x="21" y="381"/>
                      <a:pt x="18" y="381"/>
                    </a:cubicBezTo>
                    <a:cubicBezTo>
                      <a:pt x="18" y="381"/>
                      <a:pt x="15" y="384"/>
                      <a:pt x="15" y="387"/>
                    </a:cubicBezTo>
                    <a:cubicBezTo>
                      <a:pt x="15" y="390"/>
                      <a:pt x="24" y="387"/>
                      <a:pt x="27" y="387"/>
                    </a:cubicBezTo>
                    <a:cubicBezTo>
                      <a:pt x="30" y="390"/>
                      <a:pt x="27" y="396"/>
                      <a:pt x="27" y="393"/>
                    </a:cubicBezTo>
                    <a:cubicBezTo>
                      <a:pt x="24" y="390"/>
                      <a:pt x="21" y="387"/>
                      <a:pt x="18" y="390"/>
                    </a:cubicBezTo>
                    <a:cubicBezTo>
                      <a:pt x="18" y="393"/>
                      <a:pt x="15" y="393"/>
                      <a:pt x="12" y="393"/>
                    </a:cubicBezTo>
                    <a:cubicBezTo>
                      <a:pt x="9" y="390"/>
                      <a:pt x="0" y="396"/>
                      <a:pt x="3" y="399"/>
                    </a:cubicBezTo>
                    <a:cubicBezTo>
                      <a:pt x="6" y="399"/>
                      <a:pt x="6" y="402"/>
                      <a:pt x="9" y="402"/>
                    </a:cubicBezTo>
                    <a:cubicBezTo>
                      <a:pt x="9" y="402"/>
                      <a:pt x="12" y="402"/>
                      <a:pt x="15" y="399"/>
                    </a:cubicBezTo>
                    <a:cubicBezTo>
                      <a:pt x="15" y="396"/>
                      <a:pt x="18" y="396"/>
                      <a:pt x="18" y="399"/>
                    </a:cubicBezTo>
                    <a:cubicBezTo>
                      <a:pt x="18" y="405"/>
                      <a:pt x="15" y="402"/>
                      <a:pt x="12" y="405"/>
                    </a:cubicBezTo>
                    <a:cubicBezTo>
                      <a:pt x="12" y="408"/>
                      <a:pt x="9" y="408"/>
                      <a:pt x="6" y="411"/>
                    </a:cubicBezTo>
                    <a:cubicBezTo>
                      <a:pt x="3" y="414"/>
                      <a:pt x="6" y="417"/>
                      <a:pt x="9" y="417"/>
                    </a:cubicBezTo>
                    <a:cubicBezTo>
                      <a:pt x="12" y="414"/>
                      <a:pt x="9" y="420"/>
                      <a:pt x="12" y="420"/>
                    </a:cubicBezTo>
                    <a:cubicBezTo>
                      <a:pt x="15" y="420"/>
                      <a:pt x="15" y="417"/>
                      <a:pt x="15" y="414"/>
                    </a:cubicBezTo>
                    <a:cubicBezTo>
                      <a:pt x="15" y="414"/>
                      <a:pt x="18" y="408"/>
                      <a:pt x="21" y="411"/>
                    </a:cubicBezTo>
                    <a:cubicBezTo>
                      <a:pt x="24" y="414"/>
                      <a:pt x="18" y="414"/>
                      <a:pt x="18" y="417"/>
                    </a:cubicBezTo>
                    <a:cubicBezTo>
                      <a:pt x="18" y="420"/>
                      <a:pt x="18" y="423"/>
                      <a:pt x="18" y="426"/>
                    </a:cubicBezTo>
                    <a:cubicBezTo>
                      <a:pt x="18" y="429"/>
                      <a:pt x="15" y="429"/>
                      <a:pt x="15" y="432"/>
                    </a:cubicBezTo>
                    <a:cubicBezTo>
                      <a:pt x="15" y="435"/>
                      <a:pt x="6" y="432"/>
                      <a:pt x="9" y="435"/>
                    </a:cubicBezTo>
                    <a:cubicBezTo>
                      <a:pt x="15" y="435"/>
                      <a:pt x="9" y="438"/>
                      <a:pt x="9" y="441"/>
                    </a:cubicBezTo>
                    <a:cubicBezTo>
                      <a:pt x="12" y="441"/>
                      <a:pt x="12" y="438"/>
                      <a:pt x="15" y="438"/>
                    </a:cubicBezTo>
                    <a:cubicBezTo>
                      <a:pt x="18" y="441"/>
                      <a:pt x="18" y="441"/>
                      <a:pt x="21" y="438"/>
                    </a:cubicBezTo>
                    <a:cubicBezTo>
                      <a:pt x="24" y="438"/>
                      <a:pt x="27" y="441"/>
                      <a:pt x="24" y="444"/>
                    </a:cubicBezTo>
                    <a:cubicBezTo>
                      <a:pt x="21" y="444"/>
                      <a:pt x="18" y="447"/>
                      <a:pt x="18" y="447"/>
                    </a:cubicBezTo>
                    <a:cubicBezTo>
                      <a:pt x="21" y="447"/>
                      <a:pt x="24" y="444"/>
                      <a:pt x="27" y="450"/>
                    </a:cubicBezTo>
                    <a:cubicBezTo>
                      <a:pt x="27" y="453"/>
                      <a:pt x="30" y="450"/>
                      <a:pt x="30" y="447"/>
                    </a:cubicBezTo>
                    <a:cubicBezTo>
                      <a:pt x="30" y="444"/>
                      <a:pt x="36" y="447"/>
                      <a:pt x="36" y="450"/>
                    </a:cubicBezTo>
                    <a:cubicBezTo>
                      <a:pt x="39" y="453"/>
                      <a:pt x="30" y="456"/>
                      <a:pt x="27" y="453"/>
                    </a:cubicBezTo>
                    <a:cubicBezTo>
                      <a:pt x="24" y="453"/>
                      <a:pt x="21" y="456"/>
                      <a:pt x="24" y="462"/>
                    </a:cubicBezTo>
                    <a:cubicBezTo>
                      <a:pt x="27" y="465"/>
                      <a:pt x="30" y="462"/>
                      <a:pt x="33" y="459"/>
                    </a:cubicBezTo>
                    <a:cubicBezTo>
                      <a:pt x="33" y="456"/>
                      <a:pt x="48" y="456"/>
                      <a:pt x="48" y="459"/>
                    </a:cubicBezTo>
                    <a:cubicBezTo>
                      <a:pt x="51" y="462"/>
                      <a:pt x="42" y="459"/>
                      <a:pt x="42" y="462"/>
                    </a:cubicBezTo>
                    <a:cubicBezTo>
                      <a:pt x="42" y="462"/>
                      <a:pt x="36" y="465"/>
                      <a:pt x="36" y="462"/>
                    </a:cubicBezTo>
                    <a:cubicBezTo>
                      <a:pt x="33" y="459"/>
                      <a:pt x="30" y="462"/>
                      <a:pt x="30" y="465"/>
                    </a:cubicBezTo>
                    <a:cubicBezTo>
                      <a:pt x="27" y="471"/>
                      <a:pt x="24" y="471"/>
                      <a:pt x="30" y="471"/>
                    </a:cubicBezTo>
                    <a:cubicBezTo>
                      <a:pt x="33" y="471"/>
                      <a:pt x="33" y="465"/>
                      <a:pt x="39" y="468"/>
                    </a:cubicBezTo>
                    <a:cubicBezTo>
                      <a:pt x="45" y="468"/>
                      <a:pt x="51" y="459"/>
                      <a:pt x="51" y="465"/>
                    </a:cubicBezTo>
                    <a:cubicBezTo>
                      <a:pt x="54" y="468"/>
                      <a:pt x="45" y="471"/>
                      <a:pt x="42" y="468"/>
                    </a:cubicBezTo>
                    <a:cubicBezTo>
                      <a:pt x="42" y="465"/>
                      <a:pt x="36" y="471"/>
                      <a:pt x="39" y="474"/>
                    </a:cubicBezTo>
                    <a:cubicBezTo>
                      <a:pt x="39" y="477"/>
                      <a:pt x="30" y="474"/>
                      <a:pt x="27" y="474"/>
                    </a:cubicBezTo>
                    <a:cubicBezTo>
                      <a:pt x="21" y="471"/>
                      <a:pt x="24" y="477"/>
                      <a:pt x="27" y="480"/>
                    </a:cubicBezTo>
                    <a:cubicBezTo>
                      <a:pt x="30" y="483"/>
                      <a:pt x="33" y="480"/>
                      <a:pt x="36" y="483"/>
                    </a:cubicBezTo>
                    <a:cubicBezTo>
                      <a:pt x="42" y="486"/>
                      <a:pt x="42" y="489"/>
                      <a:pt x="45" y="486"/>
                    </a:cubicBezTo>
                    <a:cubicBezTo>
                      <a:pt x="48" y="483"/>
                      <a:pt x="45" y="483"/>
                      <a:pt x="42" y="483"/>
                    </a:cubicBezTo>
                    <a:cubicBezTo>
                      <a:pt x="39" y="480"/>
                      <a:pt x="42" y="477"/>
                      <a:pt x="45" y="480"/>
                    </a:cubicBezTo>
                    <a:cubicBezTo>
                      <a:pt x="51" y="480"/>
                      <a:pt x="57" y="477"/>
                      <a:pt x="54" y="471"/>
                    </a:cubicBezTo>
                    <a:cubicBezTo>
                      <a:pt x="54" y="465"/>
                      <a:pt x="60" y="462"/>
                      <a:pt x="66" y="459"/>
                    </a:cubicBezTo>
                    <a:cubicBezTo>
                      <a:pt x="72" y="459"/>
                      <a:pt x="69" y="465"/>
                      <a:pt x="63" y="465"/>
                    </a:cubicBezTo>
                    <a:cubicBezTo>
                      <a:pt x="60" y="468"/>
                      <a:pt x="60" y="468"/>
                      <a:pt x="63" y="471"/>
                    </a:cubicBezTo>
                    <a:cubicBezTo>
                      <a:pt x="66" y="474"/>
                      <a:pt x="69" y="471"/>
                      <a:pt x="72" y="471"/>
                    </a:cubicBezTo>
                    <a:cubicBezTo>
                      <a:pt x="75" y="474"/>
                      <a:pt x="66" y="474"/>
                      <a:pt x="66" y="477"/>
                    </a:cubicBezTo>
                    <a:cubicBezTo>
                      <a:pt x="66" y="480"/>
                      <a:pt x="72" y="483"/>
                      <a:pt x="66" y="486"/>
                    </a:cubicBezTo>
                    <a:cubicBezTo>
                      <a:pt x="63" y="486"/>
                      <a:pt x="63" y="477"/>
                      <a:pt x="63" y="477"/>
                    </a:cubicBezTo>
                    <a:cubicBezTo>
                      <a:pt x="60" y="474"/>
                      <a:pt x="57" y="477"/>
                      <a:pt x="60" y="483"/>
                    </a:cubicBezTo>
                    <a:cubicBezTo>
                      <a:pt x="63" y="489"/>
                      <a:pt x="57" y="483"/>
                      <a:pt x="54" y="480"/>
                    </a:cubicBezTo>
                    <a:cubicBezTo>
                      <a:pt x="51" y="477"/>
                      <a:pt x="48" y="483"/>
                      <a:pt x="51" y="486"/>
                    </a:cubicBezTo>
                    <a:cubicBezTo>
                      <a:pt x="54" y="489"/>
                      <a:pt x="45" y="486"/>
                      <a:pt x="45" y="489"/>
                    </a:cubicBezTo>
                    <a:cubicBezTo>
                      <a:pt x="45" y="495"/>
                      <a:pt x="48" y="492"/>
                      <a:pt x="54" y="492"/>
                    </a:cubicBezTo>
                    <a:cubicBezTo>
                      <a:pt x="57" y="492"/>
                      <a:pt x="57" y="498"/>
                      <a:pt x="60" y="501"/>
                    </a:cubicBezTo>
                    <a:cubicBezTo>
                      <a:pt x="63" y="504"/>
                      <a:pt x="60" y="495"/>
                      <a:pt x="63" y="492"/>
                    </a:cubicBezTo>
                    <a:cubicBezTo>
                      <a:pt x="66" y="492"/>
                      <a:pt x="63" y="501"/>
                      <a:pt x="72" y="504"/>
                    </a:cubicBezTo>
                    <a:cubicBezTo>
                      <a:pt x="78" y="507"/>
                      <a:pt x="72" y="501"/>
                      <a:pt x="75" y="498"/>
                    </a:cubicBezTo>
                    <a:cubicBezTo>
                      <a:pt x="78" y="498"/>
                      <a:pt x="84" y="507"/>
                      <a:pt x="87" y="507"/>
                    </a:cubicBezTo>
                    <a:cubicBezTo>
                      <a:pt x="90" y="510"/>
                      <a:pt x="87" y="504"/>
                      <a:pt x="84" y="501"/>
                    </a:cubicBezTo>
                    <a:cubicBezTo>
                      <a:pt x="84" y="498"/>
                      <a:pt x="87" y="498"/>
                      <a:pt x="93" y="501"/>
                    </a:cubicBezTo>
                    <a:cubicBezTo>
                      <a:pt x="96" y="501"/>
                      <a:pt x="99" y="501"/>
                      <a:pt x="99" y="498"/>
                    </a:cubicBezTo>
                    <a:cubicBezTo>
                      <a:pt x="99" y="498"/>
                      <a:pt x="99" y="498"/>
                      <a:pt x="102" y="498"/>
                    </a:cubicBezTo>
                    <a:cubicBezTo>
                      <a:pt x="96" y="495"/>
                      <a:pt x="84" y="498"/>
                      <a:pt x="81" y="498"/>
                    </a:cubicBezTo>
                    <a:cubicBezTo>
                      <a:pt x="81" y="498"/>
                      <a:pt x="81" y="468"/>
                      <a:pt x="81" y="459"/>
                    </a:cubicBezTo>
                    <a:cubicBezTo>
                      <a:pt x="81" y="459"/>
                      <a:pt x="81" y="459"/>
                      <a:pt x="81" y="459"/>
                    </a:cubicBezTo>
                    <a:cubicBezTo>
                      <a:pt x="78" y="459"/>
                      <a:pt x="72" y="462"/>
                      <a:pt x="72" y="456"/>
                    </a:cubicBezTo>
                    <a:cubicBezTo>
                      <a:pt x="72" y="456"/>
                      <a:pt x="72" y="456"/>
                      <a:pt x="72" y="453"/>
                    </a:cubicBezTo>
                    <a:cubicBezTo>
                      <a:pt x="72" y="453"/>
                      <a:pt x="69" y="453"/>
                      <a:pt x="66" y="450"/>
                    </a:cubicBezTo>
                    <a:cubicBezTo>
                      <a:pt x="63" y="450"/>
                      <a:pt x="51" y="450"/>
                      <a:pt x="48" y="45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5" name="Freeform 115">
                <a:extLst>
                  <a:ext uri="{FF2B5EF4-FFF2-40B4-BE49-F238E27FC236}">
                    <a16:creationId xmlns:a16="http://schemas.microsoft.com/office/drawing/2014/main" id="{2D748D59-F577-0A58-673D-AB22C5B811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085" y="3673610"/>
                <a:ext cx="189249" cy="194656"/>
              </a:xfrm>
              <a:custGeom>
                <a:avLst/>
                <a:gdLst>
                  <a:gd name="T0" fmla="*/ 96 w 99"/>
                  <a:gd name="T1" fmla="*/ 54 h 102"/>
                  <a:gd name="T2" fmla="*/ 87 w 99"/>
                  <a:gd name="T3" fmla="*/ 57 h 102"/>
                  <a:gd name="T4" fmla="*/ 81 w 99"/>
                  <a:gd name="T5" fmla="*/ 45 h 102"/>
                  <a:gd name="T6" fmla="*/ 72 w 99"/>
                  <a:gd name="T7" fmla="*/ 36 h 102"/>
                  <a:gd name="T8" fmla="*/ 63 w 99"/>
                  <a:gd name="T9" fmla="*/ 33 h 102"/>
                  <a:gd name="T10" fmla="*/ 57 w 99"/>
                  <a:gd name="T11" fmla="*/ 24 h 102"/>
                  <a:gd name="T12" fmla="*/ 54 w 99"/>
                  <a:gd name="T13" fmla="*/ 12 h 102"/>
                  <a:gd name="T14" fmla="*/ 54 w 99"/>
                  <a:gd name="T15" fmla="*/ 6 h 102"/>
                  <a:gd name="T16" fmla="*/ 51 w 99"/>
                  <a:gd name="T17" fmla="*/ 6 h 102"/>
                  <a:gd name="T18" fmla="*/ 42 w 99"/>
                  <a:gd name="T19" fmla="*/ 0 h 102"/>
                  <a:gd name="T20" fmla="*/ 30 w 99"/>
                  <a:gd name="T21" fmla="*/ 3 h 102"/>
                  <a:gd name="T22" fmla="*/ 15 w 99"/>
                  <a:gd name="T23" fmla="*/ 6 h 102"/>
                  <a:gd name="T24" fmla="*/ 6 w 99"/>
                  <a:gd name="T25" fmla="*/ 15 h 102"/>
                  <a:gd name="T26" fmla="*/ 3 w 99"/>
                  <a:gd name="T27" fmla="*/ 33 h 102"/>
                  <a:gd name="T28" fmla="*/ 0 w 99"/>
                  <a:gd name="T29" fmla="*/ 33 h 102"/>
                  <a:gd name="T30" fmla="*/ 15 w 99"/>
                  <a:gd name="T31" fmla="*/ 48 h 102"/>
                  <a:gd name="T32" fmla="*/ 27 w 99"/>
                  <a:gd name="T33" fmla="*/ 57 h 102"/>
                  <a:gd name="T34" fmla="*/ 39 w 99"/>
                  <a:gd name="T35" fmla="*/ 63 h 102"/>
                  <a:gd name="T36" fmla="*/ 60 w 99"/>
                  <a:gd name="T37" fmla="*/ 72 h 102"/>
                  <a:gd name="T38" fmla="*/ 51 w 99"/>
                  <a:gd name="T39" fmla="*/ 87 h 102"/>
                  <a:gd name="T40" fmla="*/ 48 w 99"/>
                  <a:gd name="T41" fmla="*/ 96 h 102"/>
                  <a:gd name="T42" fmla="*/ 60 w 99"/>
                  <a:gd name="T43" fmla="*/ 99 h 102"/>
                  <a:gd name="T44" fmla="*/ 69 w 99"/>
                  <a:gd name="T45" fmla="*/ 99 h 102"/>
                  <a:gd name="T46" fmla="*/ 78 w 99"/>
                  <a:gd name="T47" fmla="*/ 96 h 102"/>
                  <a:gd name="T48" fmla="*/ 87 w 99"/>
                  <a:gd name="T49" fmla="*/ 93 h 102"/>
                  <a:gd name="T50" fmla="*/ 93 w 99"/>
                  <a:gd name="T51" fmla="*/ 75 h 102"/>
                  <a:gd name="T52" fmla="*/ 96 w 99"/>
                  <a:gd name="T53" fmla="*/ 5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9" h="102">
                    <a:moveTo>
                      <a:pt x="96" y="54"/>
                    </a:moveTo>
                    <a:cubicBezTo>
                      <a:pt x="90" y="54"/>
                      <a:pt x="87" y="57"/>
                      <a:pt x="87" y="57"/>
                    </a:cubicBezTo>
                    <a:cubicBezTo>
                      <a:pt x="84" y="57"/>
                      <a:pt x="81" y="48"/>
                      <a:pt x="81" y="45"/>
                    </a:cubicBezTo>
                    <a:cubicBezTo>
                      <a:pt x="78" y="42"/>
                      <a:pt x="75" y="33"/>
                      <a:pt x="72" y="36"/>
                    </a:cubicBezTo>
                    <a:cubicBezTo>
                      <a:pt x="69" y="36"/>
                      <a:pt x="69" y="33"/>
                      <a:pt x="63" y="33"/>
                    </a:cubicBezTo>
                    <a:cubicBezTo>
                      <a:pt x="54" y="33"/>
                      <a:pt x="54" y="33"/>
                      <a:pt x="57" y="24"/>
                    </a:cubicBezTo>
                    <a:cubicBezTo>
                      <a:pt x="60" y="18"/>
                      <a:pt x="51" y="12"/>
                      <a:pt x="54" y="12"/>
                    </a:cubicBezTo>
                    <a:cubicBezTo>
                      <a:pt x="57" y="9"/>
                      <a:pt x="57" y="9"/>
                      <a:pt x="54" y="6"/>
                    </a:cubicBezTo>
                    <a:cubicBezTo>
                      <a:pt x="54" y="6"/>
                      <a:pt x="54" y="6"/>
                      <a:pt x="51" y="6"/>
                    </a:cubicBezTo>
                    <a:cubicBezTo>
                      <a:pt x="51" y="6"/>
                      <a:pt x="45" y="0"/>
                      <a:pt x="42" y="0"/>
                    </a:cubicBezTo>
                    <a:cubicBezTo>
                      <a:pt x="36" y="0"/>
                      <a:pt x="33" y="0"/>
                      <a:pt x="30" y="3"/>
                    </a:cubicBezTo>
                    <a:cubicBezTo>
                      <a:pt x="24" y="3"/>
                      <a:pt x="18" y="3"/>
                      <a:pt x="15" y="6"/>
                    </a:cubicBezTo>
                    <a:cubicBezTo>
                      <a:pt x="12" y="6"/>
                      <a:pt x="6" y="12"/>
                      <a:pt x="6" y="15"/>
                    </a:cubicBezTo>
                    <a:cubicBezTo>
                      <a:pt x="6" y="18"/>
                      <a:pt x="6" y="33"/>
                      <a:pt x="3" y="33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3" y="36"/>
                      <a:pt x="9" y="45"/>
                      <a:pt x="15" y="48"/>
                    </a:cubicBezTo>
                    <a:cubicBezTo>
                      <a:pt x="21" y="51"/>
                      <a:pt x="21" y="57"/>
                      <a:pt x="27" y="57"/>
                    </a:cubicBezTo>
                    <a:cubicBezTo>
                      <a:pt x="33" y="57"/>
                      <a:pt x="39" y="60"/>
                      <a:pt x="39" y="63"/>
                    </a:cubicBezTo>
                    <a:cubicBezTo>
                      <a:pt x="42" y="66"/>
                      <a:pt x="60" y="72"/>
                      <a:pt x="60" y="72"/>
                    </a:cubicBezTo>
                    <a:cubicBezTo>
                      <a:pt x="63" y="75"/>
                      <a:pt x="51" y="81"/>
                      <a:pt x="51" y="87"/>
                    </a:cubicBezTo>
                    <a:cubicBezTo>
                      <a:pt x="51" y="93"/>
                      <a:pt x="48" y="93"/>
                      <a:pt x="48" y="96"/>
                    </a:cubicBezTo>
                    <a:cubicBezTo>
                      <a:pt x="48" y="99"/>
                      <a:pt x="57" y="96"/>
                      <a:pt x="60" y="99"/>
                    </a:cubicBezTo>
                    <a:cubicBezTo>
                      <a:pt x="63" y="99"/>
                      <a:pt x="66" y="96"/>
                      <a:pt x="69" y="99"/>
                    </a:cubicBezTo>
                    <a:cubicBezTo>
                      <a:pt x="72" y="102"/>
                      <a:pt x="78" y="96"/>
                      <a:pt x="78" y="96"/>
                    </a:cubicBezTo>
                    <a:cubicBezTo>
                      <a:pt x="81" y="99"/>
                      <a:pt x="84" y="93"/>
                      <a:pt x="87" y="93"/>
                    </a:cubicBezTo>
                    <a:cubicBezTo>
                      <a:pt x="93" y="93"/>
                      <a:pt x="96" y="81"/>
                      <a:pt x="93" y="75"/>
                    </a:cubicBezTo>
                    <a:cubicBezTo>
                      <a:pt x="93" y="72"/>
                      <a:pt x="99" y="57"/>
                      <a:pt x="96" y="5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6" name="Freeform 116">
                <a:extLst>
                  <a:ext uri="{FF2B5EF4-FFF2-40B4-BE49-F238E27FC236}">
                    <a16:creationId xmlns:a16="http://schemas.microsoft.com/office/drawing/2014/main" id="{2CE92D70-C023-02AA-F8D4-6B73E9DEB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0519" y="3005830"/>
                <a:ext cx="74348" cy="58127"/>
              </a:xfrm>
              <a:custGeom>
                <a:avLst/>
                <a:gdLst>
                  <a:gd name="T0" fmla="*/ 36 w 39"/>
                  <a:gd name="T1" fmla="*/ 24 h 30"/>
                  <a:gd name="T2" fmla="*/ 39 w 39"/>
                  <a:gd name="T3" fmla="*/ 18 h 30"/>
                  <a:gd name="T4" fmla="*/ 27 w 39"/>
                  <a:gd name="T5" fmla="*/ 3 h 30"/>
                  <a:gd name="T6" fmla="*/ 21 w 39"/>
                  <a:gd name="T7" fmla="*/ 3 h 30"/>
                  <a:gd name="T8" fmla="*/ 12 w 39"/>
                  <a:gd name="T9" fmla="*/ 0 h 30"/>
                  <a:gd name="T10" fmla="*/ 6 w 39"/>
                  <a:gd name="T11" fmla="*/ 0 h 30"/>
                  <a:gd name="T12" fmla="*/ 3 w 39"/>
                  <a:gd name="T13" fmla="*/ 6 h 30"/>
                  <a:gd name="T14" fmla="*/ 6 w 39"/>
                  <a:gd name="T15" fmla="*/ 15 h 30"/>
                  <a:gd name="T16" fmla="*/ 12 w 39"/>
                  <a:gd name="T17" fmla="*/ 12 h 30"/>
                  <a:gd name="T18" fmla="*/ 18 w 39"/>
                  <a:gd name="T19" fmla="*/ 18 h 30"/>
                  <a:gd name="T20" fmla="*/ 27 w 39"/>
                  <a:gd name="T21" fmla="*/ 24 h 30"/>
                  <a:gd name="T22" fmla="*/ 33 w 39"/>
                  <a:gd name="T23" fmla="*/ 30 h 30"/>
                  <a:gd name="T24" fmla="*/ 36 w 39"/>
                  <a:gd name="T25" fmla="*/ 30 h 30"/>
                  <a:gd name="T26" fmla="*/ 36 w 39"/>
                  <a:gd name="T2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30">
                    <a:moveTo>
                      <a:pt x="36" y="24"/>
                    </a:moveTo>
                    <a:cubicBezTo>
                      <a:pt x="36" y="24"/>
                      <a:pt x="36" y="18"/>
                      <a:pt x="39" y="18"/>
                    </a:cubicBezTo>
                    <a:cubicBezTo>
                      <a:pt x="36" y="12"/>
                      <a:pt x="30" y="6"/>
                      <a:pt x="27" y="3"/>
                    </a:cubicBezTo>
                    <a:cubicBezTo>
                      <a:pt x="24" y="3"/>
                      <a:pt x="24" y="3"/>
                      <a:pt x="21" y="3"/>
                    </a:cubicBezTo>
                    <a:cubicBezTo>
                      <a:pt x="18" y="0"/>
                      <a:pt x="12" y="3"/>
                      <a:pt x="12" y="0"/>
                    </a:cubicBezTo>
                    <a:cubicBezTo>
                      <a:pt x="9" y="0"/>
                      <a:pt x="6" y="0"/>
                      <a:pt x="6" y="0"/>
                    </a:cubicBezTo>
                    <a:cubicBezTo>
                      <a:pt x="6" y="3"/>
                      <a:pt x="6" y="3"/>
                      <a:pt x="3" y="6"/>
                    </a:cubicBezTo>
                    <a:cubicBezTo>
                      <a:pt x="0" y="6"/>
                      <a:pt x="0" y="12"/>
                      <a:pt x="6" y="15"/>
                    </a:cubicBezTo>
                    <a:cubicBezTo>
                      <a:pt x="12" y="18"/>
                      <a:pt x="9" y="12"/>
                      <a:pt x="12" y="12"/>
                    </a:cubicBezTo>
                    <a:cubicBezTo>
                      <a:pt x="15" y="12"/>
                      <a:pt x="15" y="18"/>
                      <a:pt x="18" y="18"/>
                    </a:cubicBezTo>
                    <a:cubicBezTo>
                      <a:pt x="21" y="18"/>
                      <a:pt x="27" y="21"/>
                      <a:pt x="27" y="24"/>
                    </a:cubicBezTo>
                    <a:cubicBezTo>
                      <a:pt x="27" y="27"/>
                      <a:pt x="27" y="30"/>
                      <a:pt x="33" y="30"/>
                    </a:cubicBezTo>
                    <a:cubicBezTo>
                      <a:pt x="33" y="30"/>
                      <a:pt x="33" y="30"/>
                      <a:pt x="36" y="30"/>
                    </a:cubicBezTo>
                    <a:cubicBezTo>
                      <a:pt x="36" y="27"/>
                      <a:pt x="36" y="24"/>
                      <a:pt x="36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7" name="Freeform 117">
                <a:extLst>
                  <a:ext uri="{FF2B5EF4-FFF2-40B4-BE49-F238E27FC236}">
                    <a16:creationId xmlns:a16="http://schemas.microsoft.com/office/drawing/2014/main" id="{F984B3A2-AC0C-91AC-EF8A-5572B3BE8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460" y="3034218"/>
                <a:ext cx="125716" cy="58127"/>
              </a:xfrm>
              <a:custGeom>
                <a:avLst/>
                <a:gdLst>
                  <a:gd name="T0" fmla="*/ 57 w 66"/>
                  <a:gd name="T1" fmla="*/ 9 h 30"/>
                  <a:gd name="T2" fmla="*/ 42 w 66"/>
                  <a:gd name="T3" fmla="*/ 3 h 30"/>
                  <a:gd name="T4" fmla="*/ 27 w 66"/>
                  <a:gd name="T5" fmla="*/ 9 h 30"/>
                  <a:gd name="T6" fmla="*/ 9 w 66"/>
                  <a:gd name="T7" fmla="*/ 6 h 30"/>
                  <a:gd name="T8" fmla="*/ 3 w 66"/>
                  <a:gd name="T9" fmla="*/ 3 h 30"/>
                  <a:gd name="T10" fmla="*/ 0 w 66"/>
                  <a:gd name="T11" fmla="*/ 9 h 30"/>
                  <a:gd name="T12" fmla="*/ 0 w 66"/>
                  <a:gd name="T13" fmla="*/ 15 h 30"/>
                  <a:gd name="T14" fmla="*/ 15 w 66"/>
                  <a:gd name="T15" fmla="*/ 21 h 30"/>
                  <a:gd name="T16" fmla="*/ 21 w 66"/>
                  <a:gd name="T17" fmla="*/ 27 h 30"/>
                  <a:gd name="T18" fmla="*/ 30 w 66"/>
                  <a:gd name="T19" fmla="*/ 24 h 30"/>
                  <a:gd name="T20" fmla="*/ 27 w 66"/>
                  <a:gd name="T21" fmla="*/ 18 h 30"/>
                  <a:gd name="T22" fmla="*/ 33 w 66"/>
                  <a:gd name="T23" fmla="*/ 12 h 30"/>
                  <a:gd name="T24" fmla="*/ 45 w 66"/>
                  <a:gd name="T25" fmla="*/ 9 h 30"/>
                  <a:gd name="T26" fmla="*/ 48 w 66"/>
                  <a:gd name="T27" fmla="*/ 18 h 30"/>
                  <a:gd name="T28" fmla="*/ 57 w 66"/>
                  <a:gd name="T29" fmla="*/ 30 h 30"/>
                  <a:gd name="T30" fmla="*/ 63 w 66"/>
                  <a:gd name="T31" fmla="*/ 21 h 30"/>
                  <a:gd name="T32" fmla="*/ 66 w 66"/>
                  <a:gd name="T33" fmla="*/ 18 h 30"/>
                  <a:gd name="T34" fmla="*/ 57 w 66"/>
                  <a:gd name="T35" fmla="*/ 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6" h="30">
                    <a:moveTo>
                      <a:pt x="57" y="9"/>
                    </a:moveTo>
                    <a:cubicBezTo>
                      <a:pt x="54" y="3"/>
                      <a:pt x="48" y="3"/>
                      <a:pt x="42" y="3"/>
                    </a:cubicBezTo>
                    <a:cubicBezTo>
                      <a:pt x="39" y="0"/>
                      <a:pt x="33" y="3"/>
                      <a:pt x="27" y="9"/>
                    </a:cubicBezTo>
                    <a:cubicBezTo>
                      <a:pt x="21" y="12"/>
                      <a:pt x="12" y="9"/>
                      <a:pt x="9" y="6"/>
                    </a:cubicBezTo>
                    <a:cubicBezTo>
                      <a:pt x="6" y="6"/>
                      <a:pt x="6" y="3"/>
                      <a:pt x="3" y="3"/>
                    </a:cubicBezTo>
                    <a:cubicBezTo>
                      <a:pt x="0" y="3"/>
                      <a:pt x="0" y="9"/>
                      <a:pt x="0" y="9"/>
                    </a:cubicBezTo>
                    <a:cubicBezTo>
                      <a:pt x="0" y="9"/>
                      <a:pt x="0" y="12"/>
                      <a:pt x="0" y="15"/>
                    </a:cubicBezTo>
                    <a:cubicBezTo>
                      <a:pt x="3" y="15"/>
                      <a:pt x="12" y="18"/>
                      <a:pt x="15" y="21"/>
                    </a:cubicBezTo>
                    <a:cubicBezTo>
                      <a:pt x="18" y="27"/>
                      <a:pt x="21" y="24"/>
                      <a:pt x="21" y="27"/>
                    </a:cubicBezTo>
                    <a:cubicBezTo>
                      <a:pt x="24" y="30"/>
                      <a:pt x="30" y="27"/>
                      <a:pt x="30" y="24"/>
                    </a:cubicBezTo>
                    <a:cubicBezTo>
                      <a:pt x="33" y="24"/>
                      <a:pt x="27" y="21"/>
                      <a:pt x="27" y="18"/>
                    </a:cubicBezTo>
                    <a:cubicBezTo>
                      <a:pt x="27" y="15"/>
                      <a:pt x="33" y="18"/>
                      <a:pt x="33" y="12"/>
                    </a:cubicBezTo>
                    <a:cubicBezTo>
                      <a:pt x="36" y="9"/>
                      <a:pt x="42" y="9"/>
                      <a:pt x="45" y="9"/>
                    </a:cubicBezTo>
                    <a:cubicBezTo>
                      <a:pt x="51" y="12"/>
                      <a:pt x="54" y="12"/>
                      <a:pt x="48" y="18"/>
                    </a:cubicBezTo>
                    <a:cubicBezTo>
                      <a:pt x="48" y="21"/>
                      <a:pt x="51" y="24"/>
                      <a:pt x="57" y="30"/>
                    </a:cubicBezTo>
                    <a:cubicBezTo>
                      <a:pt x="60" y="27"/>
                      <a:pt x="63" y="21"/>
                      <a:pt x="63" y="21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3" y="18"/>
                      <a:pt x="60" y="12"/>
                      <a:pt x="57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8" name="Freeform 118">
                <a:extLst>
                  <a:ext uri="{FF2B5EF4-FFF2-40B4-BE49-F238E27FC236}">
                    <a16:creationId xmlns:a16="http://schemas.microsoft.com/office/drawing/2014/main" id="{8FD6F29A-2C60-2986-2684-A5CFA6649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974" y="2970684"/>
                <a:ext cx="258190" cy="369036"/>
              </a:xfrm>
              <a:custGeom>
                <a:avLst/>
                <a:gdLst>
                  <a:gd name="T0" fmla="*/ 21 w 135"/>
                  <a:gd name="T1" fmla="*/ 141 h 192"/>
                  <a:gd name="T2" fmla="*/ 30 w 135"/>
                  <a:gd name="T3" fmla="*/ 141 h 192"/>
                  <a:gd name="T4" fmla="*/ 36 w 135"/>
                  <a:gd name="T5" fmla="*/ 147 h 192"/>
                  <a:gd name="T6" fmla="*/ 36 w 135"/>
                  <a:gd name="T7" fmla="*/ 147 h 192"/>
                  <a:gd name="T8" fmla="*/ 48 w 135"/>
                  <a:gd name="T9" fmla="*/ 147 h 192"/>
                  <a:gd name="T10" fmla="*/ 54 w 135"/>
                  <a:gd name="T11" fmla="*/ 156 h 192"/>
                  <a:gd name="T12" fmla="*/ 60 w 135"/>
                  <a:gd name="T13" fmla="*/ 162 h 192"/>
                  <a:gd name="T14" fmla="*/ 66 w 135"/>
                  <a:gd name="T15" fmla="*/ 171 h 192"/>
                  <a:gd name="T16" fmla="*/ 78 w 135"/>
                  <a:gd name="T17" fmla="*/ 171 h 192"/>
                  <a:gd name="T18" fmla="*/ 84 w 135"/>
                  <a:gd name="T19" fmla="*/ 171 h 192"/>
                  <a:gd name="T20" fmla="*/ 93 w 135"/>
                  <a:gd name="T21" fmla="*/ 171 h 192"/>
                  <a:gd name="T22" fmla="*/ 99 w 135"/>
                  <a:gd name="T23" fmla="*/ 177 h 192"/>
                  <a:gd name="T24" fmla="*/ 93 w 135"/>
                  <a:gd name="T25" fmla="*/ 186 h 192"/>
                  <a:gd name="T26" fmla="*/ 102 w 135"/>
                  <a:gd name="T27" fmla="*/ 192 h 192"/>
                  <a:gd name="T28" fmla="*/ 102 w 135"/>
                  <a:gd name="T29" fmla="*/ 192 h 192"/>
                  <a:gd name="T30" fmla="*/ 105 w 135"/>
                  <a:gd name="T31" fmla="*/ 177 h 192"/>
                  <a:gd name="T32" fmla="*/ 108 w 135"/>
                  <a:gd name="T33" fmla="*/ 162 h 192"/>
                  <a:gd name="T34" fmla="*/ 102 w 135"/>
                  <a:gd name="T35" fmla="*/ 144 h 192"/>
                  <a:gd name="T36" fmla="*/ 108 w 135"/>
                  <a:gd name="T37" fmla="*/ 138 h 192"/>
                  <a:gd name="T38" fmla="*/ 108 w 135"/>
                  <a:gd name="T39" fmla="*/ 132 h 192"/>
                  <a:gd name="T40" fmla="*/ 105 w 135"/>
                  <a:gd name="T41" fmla="*/ 126 h 192"/>
                  <a:gd name="T42" fmla="*/ 120 w 135"/>
                  <a:gd name="T43" fmla="*/ 126 h 192"/>
                  <a:gd name="T44" fmla="*/ 132 w 135"/>
                  <a:gd name="T45" fmla="*/ 120 h 192"/>
                  <a:gd name="T46" fmla="*/ 132 w 135"/>
                  <a:gd name="T47" fmla="*/ 114 h 192"/>
                  <a:gd name="T48" fmla="*/ 132 w 135"/>
                  <a:gd name="T49" fmla="*/ 105 h 192"/>
                  <a:gd name="T50" fmla="*/ 126 w 135"/>
                  <a:gd name="T51" fmla="*/ 99 h 192"/>
                  <a:gd name="T52" fmla="*/ 129 w 135"/>
                  <a:gd name="T53" fmla="*/ 78 h 192"/>
                  <a:gd name="T54" fmla="*/ 117 w 135"/>
                  <a:gd name="T55" fmla="*/ 75 h 192"/>
                  <a:gd name="T56" fmla="*/ 102 w 135"/>
                  <a:gd name="T57" fmla="*/ 66 h 192"/>
                  <a:gd name="T58" fmla="*/ 81 w 135"/>
                  <a:gd name="T59" fmla="*/ 66 h 192"/>
                  <a:gd name="T60" fmla="*/ 75 w 135"/>
                  <a:gd name="T61" fmla="*/ 51 h 192"/>
                  <a:gd name="T62" fmla="*/ 69 w 135"/>
                  <a:gd name="T63" fmla="*/ 42 h 192"/>
                  <a:gd name="T64" fmla="*/ 63 w 135"/>
                  <a:gd name="T65" fmla="*/ 39 h 192"/>
                  <a:gd name="T66" fmla="*/ 66 w 135"/>
                  <a:gd name="T67" fmla="*/ 36 h 192"/>
                  <a:gd name="T68" fmla="*/ 69 w 135"/>
                  <a:gd name="T69" fmla="*/ 27 h 192"/>
                  <a:gd name="T70" fmla="*/ 78 w 135"/>
                  <a:gd name="T71" fmla="*/ 15 h 192"/>
                  <a:gd name="T72" fmla="*/ 81 w 135"/>
                  <a:gd name="T73" fmla="*/ 12 h 192"/>
                  <a:gd name="T74" fmla="*/ 84 w 135"/>
                  <a:gd name="T75" fmla="*/ 9 h 192"/>
                  <a:gd name="T76" fmla="*/ 87 w 135"/>
                  <a:gd name="T77" fmla="*/ 3 h 192"/>
                  <a:gd name="T78" fmla="*/ 75 w 135"/>
                  <a:gd name="T79" fmla="*/ 9 h 192"/>
                  <a:gd name="T80" fmla="*/ 63 w 135"/>
                  <a:gd name="T81" fmla="*/ 15 h 192"/>
                  <a:gd name="T82" fmla="*/ 54 w 135"/>
                  <a:gd name="T83" fmla="*/ 18 h 192"/>
                  <a:gd name="T84" fmla="*/ 48 w 135"/>
                  <a:gd name="T85" fmla="*/ 18 h 192"/>
                  <a:gd name="T86" fmla="*/ 39 w 135"/>
                  <a:gd name="T87" fmla="*/ 27 h 192"/>
                  <a:gd name="T88" fmla="*/ 33 w 135"/>
                  <a:gd name="T89" fmla="*/ 36 h 192"/>
                  <a:gd name="T90" fmla="*/ 24 w 135"/>
                  <a:gd name="T91" fmla="*/ 51 h 192"/>
                  <a:gd name="T92" fmla="*/ 21 w 135"/>
                  <a:gd name="T93" fmla="*/ 51 h 192"/>
                  <a:gd name="T94" fmla="*/ 18 w 135"/>
                  <a:gd name="T95" fmla="*/ 54 h 192"/>
                  <a:gd name="T96" fmla="*/ 12 w 135"/>
                  <a:gd name="T97" fmla="*/ 63 h 192"/>
                  <a:gd name="T98" fmla="*/ 15 w 135"/>
                  <a:gd name="T99" fmla="*/ 66 h 192"/>
                  <a:gd name="T100" fmla="*/ 18 w 135"/>
                  <a:gd name="T101" fmla="*/ 75 h 192"/>
                  <a:gd name="T102" fmla="*/ 18 w 135"/>
                  <a:gd name="T103" fmla="*/ 81 h 192"/>
                  <a:gd name="T104" fmla="*/ 18 w 135"/>
                  <a:gd name="T105" fmla="*/ 99 h 192"/>
                  <a:gd name="T106" fmla="*/ 15 w 135"/>
                  <a:gd name="T107" fmla="*/ 108 h 192"/>
                  <a:gd name="T108" fmla="*/ 6 w 135"/>
                  <a:gd name="T109" fmla="*/ 114 h 192"/>
                  <a:gd name="T110" fmla="*/ 0 w 135"/>
                  <a:gd name="T111" fmla="*/ 123 h 192"/>
                  <a:gd name="T112" fmla="*/ 0 w 135"/>
                  <a:gd name="T113" fmla="*/ 126 h 192"/>
                  <a:gd name="T114" fmla="*/ 12 w 135"/>
                  <a:gd name="T115" fmla="*/ 135 h 192"/>
                  <a:gd name="T116" fmla="*/ 21 w 135"/>
                  <a:gd name="T117" fmla="*/ 14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35" h="192">
                    <a:moveTo>
                      <a:pt x="21" y="141"/>
                    </a:moveTo>
                    <a:cubicBezTo>
                      <a:pt x="24" y="141"/>
                      <a:pt x="27" y="141"/>
                      <a:pt x="30" y="141"/>
                    </a:cubicBezTo>
                    <a:cubicBezTo>
                      <a:pt x="30" y="138"/>
                      <a:pt x="33" y="141"/>
                      <a:pt x="36" y="147"/>
                    </a:cubicBezTo>
                    <a:cubicBezTo>
                      <a:pt x="36" y="147"/>
                      <a:pt x="36" y="147"/>
                      <a:pt x="36" y="147"/>
                    </a:cubicBezTo>
                    <a:cubicBezTo>
                      <a:pt x="42" y="147"/>
                      <a:pt x="45" y="144"/>
                      <a:pt x="48" y="147"/>
                    </a:cubicBezTo>
                    <a:cubicBezTo>
                      <a:pt x="51" y="147"/>
                      <a:pt x="48" y="156"/>
                      <a:pt x="54" y="156"/>
                    </a:cubicBezTo>
                    <a:cubicBezTo>
                      <a:pt x="57" y="156"/>
                      <a:pt x="60" y="162"/>
                      <a:pt x="60" y="162"/>
                    </a:cubicBezTo>
                    <a:cubicBezTo>
                      <a:pt x="60" y="165"/>
                      <a:pt x="66" y="168"/>
                      <a:pt x="66" y="171"/>
                    </a:cubicBezTo>
                    <a:cubicBezTo>
                      <a:pt x="66" y="174"/>
                      <a:pt x="75" y="174"/>
                      <a:pt x="78" y="171"/>
                    </a:cubicBezTo>
                    <a:cubicBezTo>
                      <a:pt x="81" y="171"/>
                      <a:pt x="84" y="171"/>
                      <a:pt x="84" y="171"/>
                    </a:cubicBezTo>
                    <a:cubicBezTo>
                      <a:pt x="87" y="171"/>
                      <a:pt x="90" y="171"/>
                      <a:pt x="93" y="171"/>
                    </a:cubicBezTo>
                    <a:cubicBezTo>
                      <a:pt x="93" y="171"/>
                      <a:pt x="102" y="174"/>
                      <a:pt x="99" y="177"/>
                    </a:cubicBezTo>
                    <a:cubicBezTo>
                      <a:pt x="99" y="180"/>
                      <a:pt x="93" y="183"/>
                      <a:pt x="93" y="186"/>
                    </a:cubicBezTo>
                    <a:cubicBezTo>
                      <a:pt x="96" y="189"/>
                      <a:pt x="99" y="189"/>
                      <a:pt x="102" y="192"/>
                    </a:cubicBezTo>
                    <a:cubicBezTo>
                      <a:pt x="102" y="192"/>
                      <a:pt x="102" y="192"/>
                      <a:pt x="102" y="192"/>
                    </a:cubicBezTo>
                    <a:cubicBezTo>
                      <a:pt x="105" y="192"/>
                      <a:pt x="105" y="180"/>
                      <a:pt x="105" y="177"/>
                    </a:cubicBezTo>
                    <a:cubicBezTo>
                      <a:pt x="105" y="174"/>
                      <a:pt x="108" y="165"/>
                      <a:pt x="108" y="162"/>
                    </a:cubicBezTo>
                    <a:cubicBezTo>
                      <a:pt x="111" y="156"/>
                      <a:pt x="102" y="150"/>
                      <a:pt x="102" y="144"/>
                    </a:cubicBezTo>
                    <a:cubicBezTo>
                      <a:pt x="102" y="135"/>
                      <a:pt x="105" y="141"/>
                      <a:pt x="108" y="138"/>
                    </a:cubicBezTo>
                    <a:cubicBezTo>
                      <a:pt x="114" y="135"/>
                      <a:pt x="108" y="132"/>
                      <a:pt x="108" y="132"/>
                    </a:cubicBezTo>
                    <a:cubicBezTo>
                      <a:pt x="105" y="132"/>
                      <a:pt x="102" y="129"/>
                      <a:pt x="105" y="126"/>
                    </a:cubicBezTo>
                    <a:cubicBezTo>
                      <a:pt x="105" y="123"/>
                      <a:pt x="117" y="126"/>
                      <a:pt x="120" y="126"/>
                    </a:cubicBezTo>
                    <a:cubicBezTo>
                      <a:pt x="126" y="126"/>
                      <a:pt x="132" y="120"/>
                      <a:pt x="132" y="120"/>
                    </a:cubicBezTo>
                    <a:cubicBezTo>
                      <a:pt x="132" y="120"/>
                      <a:pt x="135" y="117"/>
                      <a:pt x="132" y="114"/>
                    </a:cubicBezTo>
                    <a:cubicBezTo>
                      <a:pt x="129" y="111"/>
                      <a:pt x="129" y="108"/>
                      <a:pt x="132" y="105"/>
                    </a:cubicBezTo>
                    <a:cubicBezTo>
                      <a:pt x="135" y="105"/>
                      <a:pt x="129" y="102"/>
                      <a:pt x="126" y="99"/>
                    </a:cubicBezTo>
                    <a:cubicBezTo>
                      <a:pt x="123" y="93"/>
                      <a:pt x="126" y="84"/>
                      <a:pt x="129" y="78"/>
                    </a:cubicBezTo>
                    <a:cubicBezTo>
                      <a:pt x="132" y="72"/>
                      <a:pt x="123" y="72"/>
                      <a:pt x="117" y="75"/>
                    </a:cubicBezTo>
                    <a:cubicBezTo>
                      <a:pt x="111" y="75"/>
                      <a:pt x="105" y="72"/>
                      <a:pt x="102" y="66"/>
                    </a:cubicBezTo>
                    <a:cubicBezTo>
                      <a:pt x="96" y="60"/>
                      <a:pt x="90" y="66"/>
                      <a:pt x="81" y="66"/>
                    </a:cubicBezTo>
                    <a:cubicBezTo>
                      <a:pt x="72" y="66"/>
                      <a:pt x="75" y="54"/>
                      <a:pt x="75" y="51"/>
                    </a:cubicBezTo>
                    <a:cubicBezTo>
                      <a:pt x="75" y="45"/>
                      <a:pt x="69" y="45"/>
                      <a:pt x="69" y="42"/>
                    </a:cubicBezTo>
                    <a:cubicBezTo>
                      <a:pt x="69" y="39"/>
                      <a:pt x="66" y="39"/>
                      <a:pt x="63" y="39"/>
                    </a:cubicBezTo>
                    <a:cubicBezTo>
                      <a:pt x="63" y="39"/>
                      <a:pt x="63" y="36"/>
                      <a:pt x="66" y="36"/>
                    </a:cubicBezTo>
                    <a:cubicBezTo>
                      <a:pt x="69" y="33"/>
                      <a:pt x="66" y="30"/>
                      <a:pt x="69" y="27"/>
                    </a:cubicBezTo>
                    <a:cubicBezTo>
                      <a:pt x="69" y="21"/>
                      <a:pt x="75" y="18"/>
                      <a:pt x="78" y="15"/>
                    </a:cubicBezTo>
                    <a:cubicBezTo>
                      <a:pt x="78" y="12"/>
                      <a:pt x="81" y="12"/>
                      <a:pt x="81" y="12"/>
                    </a:cubicBezTo>
                    <a:cubicBezTo>
                      <a:pt x="81" y="12"/>
                      <a:pt x="81" y="9"/>
                      <a:pt x="84" y="9"/>
                    </a:cubicBezTo>
                    <a:cubicBezTo>
                      <a:pt x="90" y="9"/>
                      <a:pt x="90" y="6"/>
                      <a:pt x="87" y="3"/>
                    </a:cubicBezTo>
                    <a:cubicBezTo>
                      <a:pt x="81" y="0"/>
                      <a:pt x="78" y="9"/>
                      <a:pt x="75" y="9"/>
                    </a:cubicBezTo>
                    <a:cubicBezTo>
                      <a:pt x="69" y="9"/>
                      <a:pt x="66" y="12"/>
                      <a:pt x="63" y="15"/>
                    </a:cubicBezTo>
                    <a:cubicBezTo>
                      <a:pt x="60" y="15"/>
                      <a:pt x="54" y="15"/>
                      <a:pt x="54" y="18"/>
                    </a:cubicBezTo>
                    <a:cubicBezTo>
                      <a:pt x="54" y="21"/>
                      <a:pt x="51" y="18"/>
                      <a:pt x="48" y="18"/>
                    </a:cubicBezTo>
                    <a:cubicBezTo>
                      <a:pt x="45" y="15"/>
                      <a:pt x="39" y="24"/>
                      <a:pt x="39" y="27"/>
                    </a:cubicBezTo>
                    <a:cubicBezTo>
                      <a:pt x="39" y="30"/>
                      <a:pt x="39" y="33"/>
                      <a:pt x="33" y="36"/>
                    </a:cubicBezTo>
                    <a:cubicBezTo>
                      <a:pt x="27" y="42"/>
                      <a:pt x="24" y="48"/>
                      <a:pt x="24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8" y="54"/>
                      <a:pt x="15" y="60"/>
                      <a:pt x="12" y="63"/>
                    </a:cubicBezTo>
                    <a:cubicBezTo>
                      <a:pt x="12" y="63"/>
                      <a:pt x="15" y="63"/>
                      <a:pt x="15" y="66"/>
                    </a:cubicBezTo>
                    <a:cubicBezTo>
                      <a:pt x="18" y="69"/>
                      <a:pt x="15" y="72"/>
                      <a:pt x="18" y="75"/>
                    </a:cubicBezTo>
                    <a:cubicBezTo>
                      <a:pt x="18" y="75"/>
                      <a:pt x="18" y="78"/>
                      <a:pt x="18" y="81"/>
                    </a:cubicBezTo>
                    <a:cubicBezTo>
                      <a:pt x="15" y="81"/>
                      <a:pt x="18" y="96"/>
                      <a:pt x="18" y="99"/>
                    </a:cubicBezTo>
                    <a:cubicBezTo>
                      <a:pt x="21" y="99"/>
                      <a:pt x="18" y="102"/>
                      <a:pt x="15" y="108"/>
                    </a:cubicBezTo>
                    <a:cubicBezTo>
                      <a:pt x="15" y="114"/>
                      <a:pt x="12" y="114"/>
                      <a:pt x="6" y="114"/>
                    </a:cubicBezTo>
                    <a:cubicBezTo>
                      <a:pt x="3" y="114"/>
                      <a:pt x="3" y="123"/>
                      <a:pt x="0" y="123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3" y="132"/>
                      <a:pt x="12" y="135"/>
                      <a:pt x="12" y="135"/>
                    </a:cubicBezTo>
                    <a:cubicBezTo>
                      <a:pt x="15" y="135"/>
                      <a:pt x="18" y="138"/>
                      <a:pt x="21" y="14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9" name="Freeform 119">
                <a:extLst>
                  <a:ext uri="{FF2B5EF4-FFF2-40B4-BE49-F238E27FC236}">
                    <a16:creationId xmlns:a16="http://schemas.microsoft.com/office/drawing/2014/main" id="{92F88FD2-4BA1-1A73-9913-D3D198C62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6038" y="3460028"/>
                <a:ext cx="264949" cy="298743"/>
              </a:xfrm>
              <a:custGeom>
                <a:avLst/>
                <a:gdLst>
                  <a:gd name="T0" fmla="*/ 138 w 138"/>
                  <a:gd name="T1" fmla="*/ 93 h 156"/>
                  <a:gd name="T2" fmla="*/ 129 w 138"/>
                  <a:gd name="T3" fmla="*/ 84 h 156"/>
                  <a:gd name="T4" fmla="*/ 120 w 138"/>
                  <a:gd name="T5" fmla="*/ 78 h 156"/>
                  <a:gd name="T6" fmla="*/ 108 w 138"/>
                  <a:gd name="T7" fmla="*/ 72 h 156"/>
                  <a:gd name="T8" fmla="*/ 108 w 138"/>
                  <a:gd name="T9" fmla="*/ 63 h 156"/>
                  <a:gd name="T10" fmla="*/ 105 w 138"/>
                  <a:gd name="T11" fmla="*/ 54 h 156"/>
                  <a:gd name="T12" fmla="*/ 102 w 138"/>
                  <a:gd name="T13" fmla="*/ 45 h 156"/>
                  <a:gd name="T14" fmla="*/ 90 w 138"/>
                  <a:gd name="T15" fmla="*/ 42 h 156"/>
                  <a:gd name="T16" fmla="*/ 81 w 138"/>
                  <a:gd name="T17" fmla="*/ 39 h 156"/>
                  <a:gd name="T18" fmla="*/ 75 w 138"/>
                  <a:gd name="T19" fmla="*/ 36 h 156"/>
                  <a:gd name="T20" fmla="*/ 66 w 138"/>
                  <a:gd name="T21" fmla="*/ 33 h 156"/>
                  <a:gd name="T22" fmla="*/ 54 w 138"/>
                  <a:gd name="T23" fmla="*/ 24 h 156"/>
                  <a:gd name="T24" fmla="*/ 51 w 138"/>
                  <a:gd name="T25" fmla="*/ 3 h 156"/>
                  <a:gd name="T26" fmla="*/ 39 w 138"/>
                  <a:gd name="T27" fmla="*/ 3 h 156"/>
                  <a:gd name="T28" fmla="*/ 27 w 138"/>
                  <a:gd name="T29" fmla="*/ 9 h 156"/>
                  <a:gd name="T30" fmla="*/ 15 w 138"/>
                  <a:gd name="T31" fmla="*/ 12 h 156"/>
                  <a:gd name="T32" fmla="*/ 6 w 138"/>
                  <a:gd name="T33" fmla="*/ 15 h 156"/>
                  <a:gd name="T34" fmla="*/ 3 w 138"/>
                  <a:gd name="T35" fmla="*/ 15 h 156"/>
                  <a:gd name="T36" fmla="*/ 12 w 138"/>
                  <a:gd name="T37" fmla="*/ 30 h 156"/>
                  <a:gd name="T38" fmla="*/ 9 w 138"/>
                  <a:gd name="T39" fmla="*/ 36 h 156"/>
                  <a:gd name="T40" fmla="*/ 9 w 138"/>
                  <a:gd name="T41" fmla="*/ 54 h 156"/>
                  <a:gd name="T42" fmla="*/ 6 w 138"/>
                  <a:gd name="T43" fmla="*/ 63 h 156"/>
                  <a:gd name="T44" fmla="*/ 3 w 138"/>
                  <a:gd name="T45" fmla="*/ 72 h 156"/>
                  <a:gd name="T46" fmla="*/ 9 w 138"/>
                  <a:gd name="T47" fmla="*/ 78 h 156"/>
                  <a:gd name="T48" fmla="*/ 3 w 138"/>
                  <a:gd name="T49" fmla="*/ 87 h 156"/>
                  <a:gd name="T50" fmla="*/ 0 w 138"/>
                  <a:gd name="T51" fmla="*/ 90 h 156"/>
                  <a:gd name="T52" fmla="*/ 6 w 138"/>
                  <a:gd name="T53" fmla="*/ 96 h 156"/>
                  <a:gd name="T54" fmla="*/ 9 w 138"/>
                  <a:gd name="T55" fmla="*/ 108 h 156"/>
                  <a:gd name="T56" fmla="*/ 12 w 138"/>
                  <a:gd name="T57" fmla="*/ 114 h 156"/>
                  <a:gd name="T58" fmla="*/ 9 w 138"/>
                  <a:gd name="T59" fmla="*/ 123 h 156"/>
                  <a:gd name="T60" fmla="*/ 15 w 138"/>
                  <a:gd name="T61" fmla="*/ 132 h 156"/>
                  <a:gd name="T62" fmla="*/ 18 w 138"/>
                  <a:gd name="T63" fmla="*/ 141 h 156"/>
                  <a:gd name="T64" fmla="*/ 21 w 138"/>
                  <a:gd name="T65" fmla="*/ 153 h 156"/>
                  <a:gd name="T66" fmla="*/ 36 w 138"/>
                  <a:gd name="T67" fmla="*/ 144 h 156"/>
                  <a:gd name="T68" fmla="*/ 45 w 138"/>
                  <a:gd name="T69" fmla="*/ 144 h 156"/>
                  <a:gd name="T70" fmla="*/ 60 w 138"/>
                  <a:gd name="T71" fmla="*/ 150 h 156"/>
                  <a:gd name="T72" fmla="*/ 66 w 138"/>
                  <a:gd name="T73" fmla="*/ 144 h 156"/>
                  <a:gd name="T74" fmla="*/ 81 w 138"/>
                  <a:gd name="T75" fmla="*/ 144 h 156"/>
                  <a:gd name="T76" fmla="*/ 84 w 138"/>
                  <a:gd name="T77" fmla="*/ 126 h 156"/>
                  <a:gd name="T78" fmla="*/ 93 w 138"/>
                  <a:gd name="T79" fmla="*/ 117 h 156"/>
                  <a:gd name="T80" fmla="*/ 108 w 138"/>
                  <a:gd name="T81" fmla="*/ 114 h 156"/>
                  <a:gd name="T82" fmla="*/ 120 w 138"/>
                  <a:gd name="T83" fmla="*/ 111 h 156"/>
                  <a:gd name="T84" fmla="*/ 129 w 138"/>
                  <a:gd name="T85" fmla="*/ 117 h 156"/>
                  <a:gd name="T86" fmla="*/ 135 w 138"/>
                  <a:gd name="T87" fmla="*/ 108 h 156"/>
                  <a:gd name="T88" fmla="*/ 138 w 138"/>
                  <a:gd name="T89" fmla="*/ 9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38" h="156">
                    <a:moveTo>
                      <a:pt x="138" y="93"/>
                    </a:moveTo>
                    <a:cubicBezTo>
                      <a:pt x="135" y="90"/>
                      <a:pt x="129" y="87"/>
                      <a:pt x="129" y="84"/>
                    </a:cubicBezTo>
                    <a:cubicBezTo>
                      <a:pt x="129" y="78"/>
                      <a:pt x="129" y="78"/>
                      <a:pt x="120" y="78"/>
                    </a:cubicBezTo>
                    <a:cubicBezTo>
                      <a:pt x="114" y="78"/>
                      <a:pt x="108" y="75"/>
                      <a:pt x="108" y="72"/>
                    </a:cubicBezTo>
                    <a:cubicBezTo>
                      <a:pt x="108" y="66"/>
                      <a:pt x="105" y="63"/>
                      <a:pt x="108" y="63"/>
                    </a:cubicBezTo>
                    <a:cubicBezTo>
                      <a:pt x="111" y="60"/>
                      <a:pt x="105" y="57"/>
                      <a:pt x="105" y="54"/>
                    </a:cubicBezTo>
                    <a:cubicBezTo>
                      <a:pt x="105" y="48"/>
                      <a:pt x="105" y="48"/>
                      <a:pt x="102" y="45"/>
                    </a:cubicBezTo>
                    <a:cubicBezTo>
                      <a:pt x="99" y="45"/>
                      <a:pt x="90" y="48"/>
                      <a:pt x="90" y="42"/>
                    </a:cubicBezTo>
                    <a:cubicBezTo>
                      <a:pt x="90" y="39"/>
                      <a:pt x="84" y="39"/>
                      <a:pt x="81" y="39"/>
                    </a:cubicBezTo>
                    <a:cubicBezTo>
                      <a:pt x="75" y="39"/>
                      <a:pt x="78" y="33"/>
                      <a:pt x="75" y="36"/>
                    </a:cubicBezTo>
                    <a:cubicBezTo>
                      <a:pt x="72" y="36"/>
                      <a:pt x="72" y="33"/>
                      <a:pt x="66" y="33"/>
                    </a:cubicBezTo>
                    <a:cubicBezTo>
                      <a:pt x="63" y="33"/>
                      <a:pt x="60" y="30"/>
                      <a:pt x="54" y="24"/>
                    </a:cubicBezTo>
                    <a:cubicBezTo>
                      <a:pt x="48" y="18"/>
                      <a:pt x="48" y="6"/>
                      <a:pt x="51" y="3"/>
                    </a:cubicBezTo>
                    <a:cubicBezTo>
                      <a:pt x="51" y="0"/>
                      <a:pt x="45" y="3"/>
                      <a:pt x="39" y="3"/>
                    </a:cubicBezTo>
                    <a:cubicBezTo>
                      <a:pt x="36" y="3"/>
                      <a:pt x="30" y="6"/>
                      <a:pt x="27" y="9"/>
                    </a:cubicBezTo>
                    <a:cubicBezTo>
                      <a:pt x="21" y="12"/>
                      <a:pt x="18" y="12"/>
                      <a:pt x="15" y="12"/>
                    </a:cubicBezTo>
                    <a:cubicBezTo>
                      <a:pt x="15" y="15"/>
                      <a:pt x="9" y="18"/>
                      <a:pt x="6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6" y="21"/>
                      <a:pt x="9" y="27"/>
                      <a:pt x="12" y="30"/>
                    </a:cubicBezTo>
                    <a:cubicBezTo>
                      <a:pt x="12" y="33"/>
                      <a:pt x="9" y="36"/>
                      <a:pt x="9" y="36"/>
                    </a:cubicBezTo>
                    <a:cubicBezTo>
                      <a:pt x="6" y="39"/>
                      <a:pt x="9" y="51"/>
                      <a:pt x="9" y="54"/>
                    </a:cubicBezTo>
                    <a:cubicBezTo>
                      <a:pt x="9" y="54"/>
                      <a:pt x="3" y="60"/>
                      <a:pt x="6" y="63"/>
                    </a:cubicBezTo>
                    <a:cubicBezTo>
                      <a:pt x="9" y="63"/>
                      <a:pt x="3" y="69"/>
                      <a:pt x="3" y="72"/>
                    </a:cubicBezTo>
                    <a:cubicBezTo>
                      <a:pt x="3" y="75"/>
                      <a:pt x="9" y="75"/>
                      <a:pt x="9" y="78"/>
                    </a:cubicBezTo>
                    <a:cubicBezTo>
                      <a:pt x="9" y="78"/>
                      <a:pt x="3" y="84"/>
                      <a:pt x="3" y="87"/>
                    </a:cubicBezTo>
                    <a:cubicBezTo>
                      <a:pt x="0" y="87"/>
                      <a:pt x="0" y="87"/>
                      <a:pt x="0" y="90"/>
                    </a:cubicBezTo>
                    <a:cubicBezTo>
                      <a:pt x="0" y="90"/>
                      <a:pt x="3" y="93"/>
                      <a:pt x="6" y="96"/>
                    </a:cubicBezTo>
                    <a:cubicBezTo>
                      <a:pt x="9" y="99"/>
                      <a:pt x="6" y="105"/>
                      <a:pt x="9" y="108"/>
                    </a:cubicBezTo>
                    <a:cubicBezTo>
                      <a:pt x="12" y="111"/>
                      <a:pt x="15" y="111"/>
                      <a:pt x="12" y="114"/>
                    </a:cubicBezTo>
                    <a:cubicBezTo>
                      <a:pt x="9" y="117"/>
                      <a:pt x="12" y="120"/>
                      <a:pt x="9" y="123"/>
                    </a:cubicBezTo>
                    <a:cubicBezTo>
                      <a:pt x="9" y="123"/>
                      <a:pt x="12" y="129"/>
                      <a:pt x="15" y="132"/>
                    </a:cubicBezTo>
                    <a:cubicBezTo>
                      <a:pt x="18" y="132"/>
                      <a:pt x="15" y="138"/>
                      <a:pt x="18" y="141"/>
                    </a:cubicBezTo>
                    <a:cubicBezTo>
                      <a:pt x="21" y="144"/>
                      <a:pt x="21" y="153"/>
                      <a:pt x="21" y="153"/>
                    </a:cubicBezTo>
                    <a:cubicBezTo>
                      <a:pt x="21" y="156"/>
                      <a:pt x="30" y="150"/>
                      <a:pt x="36" y="144"/>
                    </a:cubicBezTo>
                    <a:cubicBezTo>
                      <a:pt x="42" y="141"/>
                      <a:pt x="42" y="144"/>
                      <a:pt x="45" y="144"/>
                    </a:cubicBezTo>
                    <a:cubicBezTo>
                      <a:pt x="51" y="147"/>
                      <a:pt x="57" y="147"/>
                      <a:pt x="60" y="150"/>
                    </a:cubicBezTo>
                    <a:cubicBezTo>
                      <a:pt x="63" y="156"/>
                      <a:pt x="63" y="147"/>
                      <a:pt x="66" y="144"/>
                    </a:cubicBezTo>
                    <a:cubicBezTo>
                      <a:pt x="69" y="141"/>
                      <a:pt x="78" y="144"/>
                      <a:pt x="81" y="144"/>
                    </a:cubicBezTo>
                    <a:cubicBezTo>
                      <a:pt x="84" y="144"/>
                      <a:pt x="84" y="129"/>
                      <a:pt x="84" y="126"/>
                    </a:cubicBezTo>
                    <a:cubicBezTo>
                      <a:pt x="84" y="123"/>
                      <a:pt x="90" y="117"/>
                      <a:pt x="93" y="117"/>
                    </a:cubicBezTo>
                    <a:cubicBezTo>
                      <a:pt x="96" y="114"/>
                      <a:pt x="102" y="114"/>
                      <a:pt x="108" y="114"/>
                    </a:cubicBezTo>
                    <a:cubicBezTo>
                      <a:pt x="111" y="111"/>
                      <a:pt x="114" y="111"/>
                      <a:pt x="120" y="111"/>
                    </a:cubicBezTo>
                    <a:cubicBezTo>
                      <a:pt x="123" y="111"/>
                      <a:pt x="129" y="117"/>
                      <a:pt x="129" y="117"/>
                    </a:cubicBezTo>
                    <a:cubicBezTo>
                      <a:pt x="132" y="117"/>
                      <a:pt x="135" y="111"/>
                      <a:pt x="135" y="108"/>
                    </a:cubicBezTo>
                    <a:cubicBezTo>
                      <a:pt x="135" y="105"/>
                      <a:pt x="138" y="99"/>
                      <a:pt x="138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0" name="Freeform 120">
                <a:extLst>
                  <a:ext uri="{FF2B5EF4-FFF2-40B4-BE49-F238E27FC236}">
                    <a16:creationId xmlns:a16="http://schemas.microsoft.com/office/drawing/2014/main" id="{9621403C-71C0-A3F1-0F89-075CEC7BA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7847" y="3247799"/>
                <a:ext cx="281170" cy="408237"/>
              </a:xfrm>
              <a:custGeom>
                <a:avLst/>
                <a:gdLst>
                  <a:gd name="T0" fmla="*/ 135 w 147"/>
                  <a:gd name="T1" fmla="*/ 201 h 213"/>
                  <a:gd name="T2" fmla="*/ 135 w 147"/>
                  <a:gd name="T3" fmla="*/ 201 h 213"/>
                  <a:gd name="T4" fmla="*/ 138 w 147"/>
                  <a:gd name="T5" fmla="*/ 198 h 213"/>
                  <a:gd name="T6" fmla="*/ 144 w 147"/>
                  <a:gd name="T7" fmla="*/ 189 h 213"/>
                  <a:gd name="T8" fmla="*/ 138 w 147"/>
                  <a:gd name="T9" fmla="*/ 183 h 213"/>
                  <a:gd name="T10" fmla="*/ 141 w 147"/>
                  <a:gd name="T11" fmla="*/ 174 h 213"/>
                  <a:gd name="T12" fmla="*/ 144 w 147"/>
                  <a:gd name="T13" fmla="*/ 165 h 213"/>
                  <a:gd name="T14" fmla="*/ 144 w 147"/>
                  <a:gd name="T15" fmla="*/ 147 h 213"/>
                  <a:gd name="T16" fmla="*/ 147 w 147"/>
                  <a:gd name="T17" fmla="*/ 141 h 213"/>
                  <a:gd name="T18" fmla="*/ 138 w 147"/>
                  <a:gd name="T19" fmla="*/ 126 h 213"/>
                  <a:gd name="T20" fmla="*/ 126 w 147"/>
                  <a:gd name="T21" fmla="*/ 126 h 213"/>
                  <a:gd name="T22" fmla="*/ 123 w 147"/>
                  <a:gd name="T23" fmla="*/ 111 h 213"/>
                  <a:gd name="T24" fmla="*/ 120 w 147"/>
                  <a:gd name="T25" fmla="*/ 114 h 213"/>
                  <a:gd name="T26" fmla="*/ 108 w 147"/>
                  <a:gd name="T27" fmla="*/ 114 h 213"/>
                  <a:gd name="T28" fmla="*/ 102 w 147"/>
                  <a:gd name="T29" fmla="*/ 108 h 213"/>
                  <a:gd name="T30" fmla="*/ 96 w 147"/>
                  <a:gd name="T31" fmla="*/ 105 h 213"/>
                  <a:gd name="T32" fmla="*/ 90 w 147"/>
                  <a:gd name="T33" fmla="*/ 93 h 213"/>
                  <a:gd name="T34" fmla="*/ 87 w 147"/>
                  <a:gd name="T35" fmla="*/ 84 h 213"/>
                  <a:gd name="T36" fmla="*/ 90 w 147"/>
                  <a:gd name="T37" fmla="*/ 78 h 213"/>
                  <a:gd name="T38" fmla="*/ 96 w 147"/>
                  <a:gd name="T39" fmla="*/ 72 h 213"/>
                  <a:gd name="T40" fmla="*/ 99 w 147"/>
                  <a:gd name="T41" fmla="*/ 60 h 213"/>
                  <a:gd name="T42" fmla="*/ 108 w 147"/>
                  <a:gd name="T43" fmla="*/ 54 h 213"/>
                  <a:gd name="T44" fmla="*/ 123 w 147"/>
                  <a:gd name="T45" fmla="*/ 48 h 213"/>
                  <a:gd name="T46" fmla="*/ 132 w 147"/>
                  <a:gd name="T47" fmla="*/ 48 h 213"/>
                  <a:gd name="T48" fmla="*/ 123 w 147"/>
                  <a:gd name="T49" fmla="*/ 42 h 213"/>
                  <a:gd name="T50" fmla="*/ 129 w 147"/>
                  <a:gd name="T51" fmla="*/ 33 h 213"/>
                  <a:gd name="T52" fmla="*/ 123 w 147"/>
                  <a:gd name="T53" fmla="*/ 27 h 213"/>
                  <a:gd name="T54" fmla="*/ 114 w 147"/>
                  <a:gd name="T55" fmla="*/ 27 h 213"/>
                  <a:gd name="T56" fmla="*/ 108 w 147"/>
                  <a:gd name="T57" fmla="*/ 27 h 213"/>
                  <a:gd name="T58" fmla="*/ 96 w 147"/>
                  <a:gd name="T59" fmla="*/ 27 h 213"/>
                  <a:gd name="T60" fmla="*/ 90 w 147"/>
                  <a:gd name="T61" fmla="*/ 18 h 213"/>
                  <a:gd name="T62" fmla="*/ 84 w 147"/>
                  <a:gd name="T63" fmla="*/ 12 h 213"/>
                  <a:gd name="T64" fmla="*/ 78 w 147"/>
                  <a:gd name="T65" fmla="*/ 3 h 213"/>
                  <a:gd name="T66" fmla="*/ 66 w 147"/>
                  <a:gd name="T67" fmla="*/ 3 h 213"/>
                  <a:gd name="T68" fmla="*/ 69 w 147"/>
                  <a:gd name="T69" fmla="*/ 12 h 213"/>
                  <a:gd name="T70" fmla="*/ 63 w 147"/>
                  <a:gd name="T71" fmla="*/ 21 h 213"/>
                  <a:gd name="T72" fmla="*/ 42 w 147"/>
                  <a:gd name="T73" fmla="*/ 33 h 213"/>
                  <a:gd name="T74" fmla="*/ 30 w 147"/>
                  <a:gd name="T75" fmla="*/ 51 h 213"/>
                  <a:gd name="T76" fmla="*/ 24 w 147"/>
                  <a:gd name="T77" fmla="*/ 54 h 213"/>
                  <a:gd name="T78" fmla="*/ 15 w 147"/>
                  <a:gd name="T79" fmla="*/ 51 h 213"/>
                  <a:gd name="T80" fmla="*/ 15 w 147"/>
                  <a:gd name="T81" fmla="*/ 45 h 213"/>
                  <a:gd name="T82" fmla="*/ 12 w 147"/>
                  <a:gd name="T83" fmla="*/ 39 h 213"/>
                  <a:gd name="T84" fmla="*/ 3 w 147"/>
                  <a:gd name="T85" fmla="*/ 48 h 213"/>
                  <a:gd name="T86" fmla="*/ 6 w 147"/>
                  <a:gd name="T87" fmla="*/ 63 h 213"/>
                  <a:gd name="T88" fmla="*/ 3 w 147"/>
                  <a:gd name="T89" fmla="*/ 66 h 213"/>
                  <a:gd name="T90" fmla="*/ 15 w 147"/>
                  <a:gd name="T91" fmla="*/ 78 h 213"/>
                  <a:gd name="T92" fmla="*/ 27 w 147"/>
                  <a:gd name="T93" fmla="*/ 93 h 213"/>
                  <a:gd name="T94" fmla="*/ 36 w 147"/>
                  <a:gd name="T95" fmla="*/ 111 h 213"/>
                  <a:gd name="T96" fmla="*/ 54 w 147"/>
                  <a:gd name="T97" fmla="*/ 144 h 213"/>
                  <a:gd name="T98" fmla="*/ 60 w 147"/>
                  <a:gd name="T99" fmla="*/ 159 h 213"/>
                  <a:gd name="T100" fmla="*/ 63 w 147"/>
                  <a:gd name="T101" fmla="*/ 168 h 213"/>
                  <a:gd name="T102" fmla="*/ 81 w 147"/>
                  <a:gd name="T103" fmla="*/ 180 h 213"/>
                  <a:gd name="T104" fmla="*/ 114 w 147"/>
                  <a:gd name="T105" fmla="*/ 201 h 213"/>
                  <a:gd name="T106" fmla="*/ 129 w 147"/>
                  <a:gd name="T107" fmla="*/ 210 h 213"/>
                  <a:gd name="T108" fmla="*/ 129 w 147"/>
                  <a:gd name="T109" fmla="*/ 213 h 213"/>
                  <a:gd name="T110" fmla="*/ 132 w 147"/>
                  <a:gd name="T111" fmla="*/ 210 h 213"/>
                  <a:gd name="T112" fmla="*/ 135 w 147"/>
                  <a:gd name="T113" fmla="*/ 20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7" h="213">
                    <a:moveTo>
                      <a:pt x="135" y="201"/>
                    </a:moveTo>
                    <a:cubicBezTo>
                      <a:pt x="135" y="201"/>
                      <a:pt x="135" y="201"/>
                      <a:pt x="135" y="201"/>
                    </a:cubicBezTo>
                    <a:cubicBezTo>
                      <a:pt x="135" y="198"/>
                      <a:pt x="135" y="198"/>
                      <a:pt x="138" y="198"/>
                    </a:cubicBezTo>
                    <a:cubicBezTo>
                      <a:pt x="138" y="195"/>
                      <a:pt x="144" y="189"/>
                      <a:pt x="144" y="189"/>
                    </a:cubicBezTo>
                    <a:cubicBezTo>
                      <a:pt x="144" y="186"/>
                      <a:pt x="138" y="186"/>
                      <a:pt x="138" y="183"/>
                    </a:cubicBezTo>
                    <a:cubicBezTo>
                      <a:pt x="138" y="180"/>
                      <a:pt x="144" y="174"/>
                      <a:pt x="141" y="174"/>
                    </a:cubicBezTo>
                    <a:cubicBezTo>
                      <a:pt x="138" y="171"/>
                      <a:pt x="144" y="165"/>
                      <a:pt x="144" y="165"/>
                    </a:cubicBezTo>
                    <a:cubicBezTo>
                      <a:pt x="144" y="162"/>
                      <a:pt x="141" y="150"/>
                      <a:pt x="144" y="147"/>
                    </a:cubicBezTo>
                    <a:cubicBezTo>
                      <a:pt x="144" y="147"/>
                      <a:pt x="147" y="144"/>
                      <a:pt x="147" y="141"/>
                    </a:cubicBezTo>
                    <a:cubicBezTo>
                      <a:pt x="144" y="138"/>
                      <a:pt x="141" y="132"/>
                      <a:pt x="138" y="126"/>
                    </a:cubicBezTo>
                    <a:cubicBezTo>
                      <a:pt x="135" y="126"/>
                      <a:pt x="129" y="126"/>
                      <a:pt x="126" y="126"/>
                    </a:cubicBezTo>
                    <a:cubicBezTo>
                      <a:pt x="123" y="129"/>
                      <a:pt x="123" y="117"/>
                      <a:pt x="123" y="111"/>
                    </a:cubicBezTo>
                    <a:cubicBezTo>
                      <a:pt x="123" y="108"/>
                      <a:pt x="120" y="111"/>
                      <a:pt x="120" y="114"/>
                    </a:cubicBezTo>
                    <a:cubicBezTo>
                      <a:pt x="117" y="117"/>
                      <a:pt x="114" y="114"/>
                      <a:pt x="108" y="114"/>
                    </a:cubicBezTo>
                    <a:cubicBezTo>
                      <a:pt x="102" y="114"/>
                      <a:pt x="105" y="108"/>
                      <a:pt x="102" y="108"/>
                    </a:cubicBezTo>
                    <a:cubicBezTo>
                      <a:pt x="99" y="108"/>
                      <a:pt x="96" y="108"/>
                      <a:pt x="96" y="105"/>
                    </a:cubicBezTo>
                    <a:cubicBezTo>
                      <a:pt x="96" y="99"/>
                      <a:pt x="93" y="99"/>
                      <a:pt x="90" y="93"/>
                    </a:cubicBezTo>
                    <a:cubicBezTo>
                      <a:pt x="90" y="90"/>
                      <a:pt x="87" y="87"/>
                      <a:pt x="87" y="84"/>
                    </a:cubicBezTo>
                    <a:cubicBezTo>
                      <a:pt x="90" y="81"/>
                      <a:pt x="87" y="81"/>
                      <a:pt x="90" y="78"/>
                    </a:cubicBezTo>
                    <a:cubicBezTo>
                      <a:pt x="93" y="75"/>
                      <a:pt x="96" y="75"/>
                      <a:pt x="96" y="72"/>
                    </a:cubicBezTo>
                    <a:cubicBezTo>
                      <a:pt x="93" y="66"/>
                      <a:pt x="99" y="66"/>
                      <a:pt x="99" y="60"/>
                    </a:cubicBezTo>
                    <a:cubicBezTo>
                      <a:pt x="99" y="57"/>
                      <a:pt x="105" y="57"/>
                      <a:pt x="108" y="54"/>
                    </a:cubicBezTo>
                    <a:cubicBezTo>
                      <a:pt x="114" y="51"/>
                      <a:pt x="117" y="51"/>
                      <a:pt x="123" y="48"/>
                    </a:cubicBezTo>
                    <a:cubicBezTo>
                      <a:pt x="126" y="45"/>
                      <a:pt x="129" y="48"/>
                      <a:pt x="132" y="48"/>
                    </a:cubicBezTo>
                    <a:cubicBezTo>
                      <a:pt x="129" y="45"/>
                      <a:pt x="126" y="45"/>
                      <a:pt x="123" y="42"/>
                    </a:cubicBezTo>
                    <a:cubicBezTo>
                      <a:pt x="123" y="39"/>
                      <a:pt x="129" y="36"/>
                      <a:pt x="129" y="33"/>
                    </a:cubicBezTo>
                    <a:cubicBezTo>
                      <a:pt x="132" y="30"/>
                      <a:pt x="123" y="27"/>
                      <a:pt x="123" y="27"/>
                    </a:cubicBezTo>
                    <a:cubicBezTo>
                      <a:pt x="120" y="27"/>
                      <a:pt x="117" y="27"/>
                      <a:pt x="114" y="27"/>
                    </a:cubicBezTo>
                    <a:cubicBezTo>
                      <a:pt x="114" y="27"/>
                      <a:pt x="111" y="27"/>
                      <a:pt x="108" y="27"/>
                    </a:cubicBezTo>
                    <a:cubicBezTo>
                      <a:pt x="105" y="30"/>
                      <a:pt x="96" y="30"/>
                      <a:pt x="96" y="27"/>
                    </a:cubicBezTo>
                    <a:cubicBezTo>
                      <a:pt x="96" y="24"/>
                      <a:pt x="90" y="21"/>
                      <a:pt x="90" y="18"/>
                    </a:cubicBezTo>
                    <a:cubicBezTo>
                      <a:pt x="90" y="18"/>
                      <a:pt x="87" y="12"/>
                      <a:pt x="84" y="12"/>
                    </a:cubicBezTo>
                    <a:cubicBezTo>
                      <a:pt x="78" y="12"/>
                      <a:pt x="81" y="3"/>
                      <a:pt x="78" y="3"/>
                    </a:cubicBezTo>
                    <a:cubicBezTo>
                      <a:pt x="75" y="0"/>
                      <a:pt x="72" y="3"/>
                      <a:pt x="66" y="3"/>
                    </a:cubicBezTo>
                    <a:cubicBezTo>
                      <a:pt x="72" y="6"/>
                      <a:pt x="72" y="9"/>
                      <a:pt x="69" y="12"/>
                    </a:cubicBezTo>
                    <a:cubicBezTo>
                      <a:pt x="66" y="12"/>
                      <a:pt x="69" y="15"/>
                      <a:pt x="63" y="21"/>
                    </a:cubicBezTo>
                    <a:cubicBezTo>
                      <a:pt x="57" y="30"/>
                      <a:pt x="48" y="33"/>
                      <a:pt x="42" y="33"/>
                    </a:cubicBezTo>
                    <a:cubicBezTo>
                      <a:pt x="36" y="36"/>
                      <a:pt x="33" y="45"/>
                      <a:pt x="30" y="51"/>
                    </a:cubicBezTo>
                    <a:cubicBezTo>
                      <a:pt x="27" y="60"/>
                      <a:pt x="27" y="57"/>
                      <a:pt x="24" y="54"/>
                    </a:cubicBezTo>
                    <a:cubicBezTo>
                      <a:pt x="21" y="48"/>
                      <a:pt x="18" y="54"/>
                      <a:pt x="15" y="51"/>
                    </a:cubicBezTo>
                    <a:cubicBezTo>
                      <a:pt x="12" y="48"/>
                      <a:pt x="12" y="48"/>
                      <a:pt x="15" y="45"/>
                    </a:cubicBezTo>
                    <a:cubicBezTo>
                      <a:pt x="15" y="42"/>
                      <a:pt x="15" y="42"/>
                      <a:pt x="12" y="39"/>
                    </a:cubicBezTo>
                    <a:cubicBezTo>
                      <a:pt x="9" y="39"/>
                      <a:pt x="6" y="45"/>
                      <a:pt x="3" y="48"/>
                    </a:cubicBezTo>
                    <a:cubicBezTo>
                      <a:pt x="0" y="54"/>
                      <a:pt x="6" y="60"/>
                      <a:pt x="6" y="63"/>
                    </a:cubicBezTo>
                    <a:cubicBezTo>
                      <a:pt x="9" y="66"/>
                      <a:pt x="3" y="66"/>
                      <a:pt x="3" y="66"/>
                    </a:cubicBezTo>
                    <a:cubicBezTo>
                      <a:pt x="3" y="69"/>
                      <a:pt x="12" y="75"/>
                      <a:pt x="15" y="78"/>
                    </a:cubicBezTo>
                    <a:cubicBezTo>
                      <a:pt x="21" y="81"/>
                      <a:pt x="24" y="90"/>
                      <a:pt x="27" y="93"/>
                    </a:cubicBezTo>
                    <a:cubicBezTo>
                      <a:pt x="30" y="96"/>
                      <a:pt x="30" y="99"/>
                      <a:pt x="36" y="111"/>
                    </a:cubicBezTo>
                    <a:cubicBezTo>
                      <a:pt x="39" y="120"/>
                      <a:pt x="48" y="135"/>
                      <a:pt x="54" y="144"/>
                    </a:cubicBezTo>
                    <a:cubicBezTo>
                      <a:pt x="57" y="150"/>
                      <a:pt x="60" y="156"/>
                      <a:pt x="60" y="159"/>
                    </a:cubicBezTo>
                    <a:cubicBezTo>
                      <a:pt x="57" y="159"/>
                      <a:pt x="60" y="165"/>
                      <a:pt x="63" y="168"/>
                    </a:cubicBezTo>
                    <a:cubicBezTo>
                      <a:pt x="69" y="171"/>
                      <a:pt x="72" y="174"/>
                      <a:pt x="81" y="180"/>
                    </a:cubicBezTo>
                    <a:cubicBezTo>
                      <a:pt x="93" y="186"/>
                      <a:pt x="111" y="195"/>
                      <a:pt x="114" y="201"/>
                    </a:cubicBezTo>
                    <a:cubicBezTo>
                      <a:pt x="117" y="204"/>
                      <a:pt x="126" y="210"/>
                      <a:pt x="129" y="210"/>
                    </a:cubicBezTo>
                    <a:cubicBezTo>
                      <a:pt x="129" y="213"/>
                      <a:pt x="129" y="213"/>
                      <a:pt x="129" y="213"/>
                    </a:cubicBezTo>
                    <a:cubicBezTo>
                      <a:pt x="129" y="213"/>
                      <a:pt x="129" y="210"/>
                      <a:pt x="132" y="210"/>
                    </a:cubicBezTo>
                    <a:cubicBezTo>
                      <a:pt x="135" y="210"/>
                      <a:pt x="135" y="204"/>
                      <a:pt x="135" y="20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1" name="Freeform 121">
                <a:extLst>
                  <a:ext uri="{FF2B5EF4-FFF2-40B4-BE49-F238E27FC236}">
                    <a16:creationId xmlns:a16="http://schemas.microsoft.com/office/drawing/2014/main" id="{734F37E6-0D7C-EBBD-6FE3-BCEAB2F19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282" y="2982850"/>
                <a:ext cx="298743" cy="252783"/>
              </a:xfrm>
              <a:custGeom>
                <a:avLst/>
                <a:gdLst>
                  <a:gd name="T0" fmla="*/ 15 w 156"/>
                  <a:gd name="T1" fmla="*/ 9 h 132"/>
                  <a:gd name="T2" fmla="*/ 6 w 156"/>
                  <a:gd name="T3" fmla="*/ 21 h 132"/>
                  <a:gd name="T4" fmla="*/ 3 w 156"/>
                  <a:gd name="T5" fmla="*/ 30 h 132"/>
                  <a:gd name="T6" fmla="*/ 0 w 156"/>
                  <a:gd name="T7" fmla="*/ 33 h 132"/>
                  <a:gd name="T8" fmla="*/ 6 w 156"/>
                  <a:gd name="T9" fmla="*/ 36 h 132"/>
                  <a:gd name="T10" fmla="*/ 12 w 156"/>
                  <a:gd name="T11" fmla="*/ 45 h 132"/>
                  <a:gd name="T12" fmla="*/ 18 w 156"/>
                  <a:gd name="T13" fmla="*/ 60 h 132"/>
                  <a:gd name="T14" fmla="*/ 39 w 156"/>
                  <a:gd name="T15" fmla="*/ 60 h 132"/>
                  <a:gd name="T16" fmla="*/ 54 w 156"/>
                  <a:gd name="T17" fmla="*/ 69 h 132"/>
                  <a:gd name="T18" fmla="*/ 66 w 156"/>
                  <a:gd name="T19" fmla="*/ 72 h 132"/>
                  <a:gd name="T20" fmla="*/ 63 w 156"/>
                  <a:gd name="T21" fmla="*/ 93 h 132"/>
                  <a:gd name="T22" fmla="*/ 69 w 156"/>
                  <a:gd name="T23" fmla="*/ 99 h 132"/>
                  <a:gd name="T24" fmla="*/ 69 w 156"/>
                  <a:gd name="T25" fmla="*/ 108 h 132"/>
                  <a:gd name="T26" fmla="*/ 69 w 156"/>
                  <a:gd name="T27" fmla="*/ 114 h 132"/>
                  <a:gd name="T28" fmla="*/ 69 w 156"/>
                  <a:gd name="T29" fmla="*/ 114 h 132"/>
                  <a:gd name="T30" fmla="*/ 78 w 156"/>
                  <a:gd name="T31" fmla="*/ 126 h 132"/>
                  <a:gd name="T32" fmla="*/ 84 w 156"/>
                  <a:gd name="T33" fmla="*/ 129 h 132"/>
                  <a:gd name="T34" fmla="*/ 90 w 156"/>
                  <a:gd name="T35" fmla="*/ 129 h 132"/>
                  <a:gd name="T36" fmla="*/ 99 w 156"/>
                  <a:gd name="T37" fmla="*/ 123 h 132"/>
                  <a:gd name="T38" fmla="*/ 105 w 156"/>
                  <a:gd name="T39" fmla="*/ 120 h 132"/>
                  <a:gd name="T40" fmla="*/ 111 w 156"/>
                  <a:gd name="T41" fmla="*/ 114 h 132"/>
                  <a:gd name="T42" fmla="*/ 114 w 156"/>
                  <a:gd name="T43" fmla="*/ 111 h 132"/>
                  <a:gd name="T44" fmla="*/ 108 w 156"/>
                  <a:gd name="T45" fmla="*/ 108 h 132"/>
                  <a:gd name="T46" fmla="*/ 105 w 156"/>
                  <a:gd name="T47" fmla="*/ 102 h 132"/>
                  <a:gd name="T48" fmla="*/ 99 w 156"/>
                  <a:gd name="T49" fmla="*/ 93 h 132"/>
                  <a:gd name="T50" fmla="*/ 108 w 156"/>
                  <a:gd name="T51" fmla="*/ 93 h 132"/>
                  <a:gd name="T52" fmla="*/ 117 w 156"/>
                  <a:gd name="T53" fmla="*/ 96 h 132"/>
                  <a:gd name="T54" fmla="*/ 123 w 156"/>
                  <a:gd name="T55" fmla="*/ 96 h 132"/>
                  <a:gd name="T56" fmla="*/ 129 w 156"/>
                  <a:gd name="T57" fmla="*/ 90 h 132"/>
                  <a:gd name="T58" fmla="*/ 144 w 156"/>
                  <a:gd name="T59" fmla="*/ 87 h 132"/>
                  <a:gd name="T60" fmla="*/ 147 w 156"/>
                  <a:gd name="T61" fmla="*/ 81 h 132"/>
                  <a:gd name="T62" fmla="*/ 138 w 156"/>
                  <a:gd name="T63" fmla="*/ 72 h 132"/>
                  <a:gd name="T64" fmla="*/ 141 w 156"/>
                  <a:gd name="T65" fmla="*/ 66 h 132"/>
                  <a:gd name="T66" fmla="*/ 144 w 156"/>
                  <a:gd name="T67" fmla="*/ 60 h 132"/>
                  <a:gd name="T68" fmla="*/ 147 w 156"/>
                  <a:gd name="T69" fmla="*/ 54 h 132"/>
                  <a:gd name="T70" fmla="*/ 150 w 156"/>
                  <a:gd name="T71" fmla="*/ 48 h 132"/>
                  <a:gd name="T72" fmla="*/ 156 w 156"/>
                  <a:gd name="T73" fmla="*/ 42 h 132"/>
                  <a:gd name="T74" fmla="*/ 138 w 156"/>
                  <a:gd name="T75" fmla="*/ 39 h 132"/>
                  <a:gd name="T76" fmla="*/ 141 w 156"/>
                  <a:gd name="T77" fmla="*/ 30 h 132"/>
                  <a:gd name="T78" fmla="*/ 126 w 156"/>
                  <a:gd name="T79" fmla="*/ 24 h 132"/>
                  <a:gd name="T80" fmla="*/ 126 w 156"/>
                  <a:gd name="T81" fmla="*/ 18 h 132"/>
                  <a:gd name="T82" fmla="*/ 117 w 156"/>
                  <a:gd name="T83" fmla="*/ 15 h 132"/>
                  <a:gd name="T84" fmla="*/ 96 w 156"/>
                  <a:gd name="T85" fmla="*/ 24 h 132"/>
                  <a:gd name="T86" fmla="*/ 75 w 156"/>
                  <a:gd name="T87" fmla="*/ 18 h 132"/>
                  <a:gd name="T88" fmla="*/ 60 w 156"/>
                  <a:gd name="T89" fmla="*/ 15 h 132"/>
                  <a:gd name="T90" fmla="*/ 51 w 156"/>
                  <a:gd name="T91" fmla="*/ 6 h 132"/>
                  <a:gd name="T92" fmla="*/ 42 w 156"/>
                  <a:gd name="T93" fmla="*/ 0 h 132"/>
                  <a:gd name="T94" fmla="*/ 39 w 156"/>
                  <a:gd name="T95" fmla="*/ 6 h 132"/>
                  <a:gd name="T96" fmla="*/ 24 w 156"/>
                  <a:gd name="T97" fmla="*/ 15 h 132"/>
                  <a:gd name="T98" fmla="*/ 27 w 156"/>
                  <a:gd name="T99" fmla="*/ 33 h 132"/>
                  <a:gd name="T100" fmla="*/ 15 w 156"/>
                  <a:gd name="T101" fmla="*/ 27 h 132"/>
                  <a:gd name="T102" fmla="*/ 18 w 156"/>
                  <a:gd name="T103" fmla="*/ 15 h 132"/>
                  <a:gd name="T104" fmla="*/ 18 w 156"/>
                  <a:gd name="T105" fmla="*/ 6 h 132"/>
                  <a:gd name="T106" fmla="*/ 15 w 156"/>
                  <a:gd name="T107" fmla="*/ 9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6" h="132">
                    <a:moveTo>
                      <a:pt x="15" y="9"/>
                    </a:moveTo>
                    <a:cubicBezTo>
                      <a:pt x="12" y="12"/>
                      <a:pt x="6" y="15"/>
                      <a:pt x="6" y="21"/>
                    </a:cubicBezTo>
                    <a:cubicBezTo>
                      <a:pt x="3" y="24"/>
                      <a:pt x="6" y="27"/>
                      <a:pt x="3" y="30"/>
                    </a:cubicBezTo>
                    <a:cubicBezTo>
                      <a:pt x="0" y="30"/>
                      <a:pt x="0" y="33"/>
                      <a:pt x="0" y="33"/>
                    </a:cubicBezTo>
                    <a:cubicBezTo>
                      <a:pt x="3" y="33"/>
                      <a:pt x="6" y="33"/>
                      <a:pt x="6" y="36"/>
                    </a:cubicBezTo>
                    <a:cubicBezTo>
                      <a:pt x="6" y="39"/>
                      <a:pt x="12" y="39"/>
                      <a:pt x="12" y="45"/>
                    </a:cubicBezTo>
                    <a:cubicBezTo>
                      <a:pt x="12" y="48"/>
                      <a:pt x="9" y="60"/>
                      <a:pt x="18" y="60"/>
                    </a:cubicBezTo>
                    <a:cubicBezTo>
                      <a:pt x="27" y="60"/>
                      <a:pt x="33" y="54"/>
                      <a:pt x="39" y="60"/>
                    </a:cubicBezTo>
                    <a:cubicBezTo>
                      <a:pt x="42" y="66"/>
                      <a:pt x="48" y="69"/>
                      <a:pt x="54" y="69"/>
                    </a:cubicBezTo>
                    <a:cubicBezTo>
                      <a:pt x="60" y="66"/>
                      <a:pt x="69" y="66"/>
                      <a:pt x="66" y="72"/>
                    </a:cubicBezTo>
                    <a:cubicBezTo>
                      <a:pt x="63" y="78"/>
                      <a:pt x="60" y="87"/>
                      <a:pt x="63" y="93"/>
                    </a:cubicBezTo>
                    <a:cubicBezTo>
                      <a:pt x="66" y="96"/>
                      <a:pt x="72" y="99"/>
                      <a:pt x="69" y="99"/>
                    </a:cubicBezTo>
                    <a:cubicBezTo>
                      <a:pt x="66" y="102"/>
                      <a:pt x="66" y="105"/>
                      <a:pt x="69" y="108"/>
                    </a:cubicBezTo>
                    <a:cubicBezTo>
                      <a:pt x="72" y="111"/>
                      <a:pt x="69" y="114"/>
                      <a:pt x="69" y="114"/>
                    </a:cubicBezTo>
                    <a:cubicBezTo>
                      <a:pt x="69" y="114"/>
                      <a:pt x="69" y="114"/>
                      <a:pt x="69" y="114"/>
                    </a:cubicBezTo>
                    <a:cubicBezTo>
                      <a:pt x="72" y="120"/>
                      <a:pt x="75" y="126"/>
                      <a:pt x="78" y="126"/>
                    </a:cubicBezTo>
                    <a:cubicBezTo>
                      <a:pt x="81" y="129"/>
                      <a:pt x="81" y="132"/>
                      <a:pt x="84" y="129"/>
                    </a:cubicBezTo>
                    <a:cubicBezTo>
                      <a:pt x="87" y="129"/>
                      <a:pt x="87" y="126"/>
                      <a:pt x="90" y="129"/>
                    </a:cubicBezTo>
                    <a:cubicBezTo>
                      <a:pt x="93" y="129"/>
                      <a:pt x="96" y="126"/>
                      <a:pt x="99" y="123"/>
                    </a:cubicBezTo>
                    <a:cubicBezTo>
                      <a:pt x="102" y="123"/>
                      <a:pt x="105" y="123"/>
                      <a:pt x="105" y="120"/>
                    </a:cubicBezTo>
                    <a:cubicBezTo>
                      <a:pt x="105" y="117"/>
                      <a:pt x="108" y="114"/>
                      <a:pt x="111" y="114"/>
                    </a:cubicBezTo>
                    <a:cubicBezTo>
                      <a:pt x="117" y="114"/>
                      <a:pt x="117" y="111"/>
                      <a:pt x="114" y="111"/>
                    </a:cubicBezTo>
                    <a:cubicBezTo>
                      <a:pt x="111" y="111"/>
                      <a:pt x="108" y="114"/>
                      <a:pt x="108" y="108"/>
                    </a:cubicBezTo>
                    <a:cubicBezTo>
                      <a:pt x="108" y="105"/>
                      <a:pt x="105" y="105"/>
                      <a:pt x="105" y="102"/>
                    </a:cubicBezTo>
                    <a:cubicBezTo>
                      <a:pt x="105" y="99"/>
                      <a:pt x="105" y="96"/>
                      <a:pt x="99" y="93"/>
                    </a:cubicBezTo>
                    <a:cubicBezTo>
                      <a:pt x="96" y="90"/>
                      <a:pt x="105" y="90"/>
                      <a:pt x="108" y="93"/>
                    </a:cubicBezTo>
                    <a:cubicBezTo>
                      <a:pt x="108" y="93"/>
                      <a:pt x="117" y="93"/>
                      <a:pt x="117" y="96"/>
                    </a:cubicBezTo>
                    <a:cubicBezTo>
                      <a:pt x="117" y="99"/>
                      <a:pt x="123" y="99"/>
                      <a:pt x="123" y="96"/>
                    </a:cubicBezTo>
                    <a:cubicBezTo>
                      <a:pt x="123" y="93"/>
                      <a:pt x="126" y="90"/>
                      <a:pt x="129" y="90"/>
                    </a:cubicBezTo>
                    <a:cubicBezTo>
                      <a:pt x="132" y="93"/>
                      <a:pt x="141" y="87"/>
                      <a:pt x="144" y="87"/>
                    </a:cubicBezTo>
                    <a:cubicBezTo>
                      <a:pt x="144" y="84"/>
                      <a:pt x="144" y="84"/>
                      <a:pt x="147" y="81"/>
                    </a:cubicBezTo>
                    <a:cubicBezTo>
                      <a:pt x="144" y="78"/>
                      <a:pt x="141" y="75"/>
                      <a:pt x="138" y="72"/>
                    </a:cubicBezTo>
                    <a:cubicBezTo>
                      <a:pt x="138" y="69"/>
                      <a:pt x="141" y="69"/>
                      <a:pt x="141" y="66"/>
                    </a:cubicBezTo>
                    <a:cubicBezTo>
                      <a:pt x="141" y="63"/>
                      <a:pt x="141" y="63"/>
                      <a:pt x="144" y="60"/>
                    </a:cubicBezTo>
                    <a:cubicBezTo>
                      <a:pt x="150" y="60"/>
                      <a:pt x="150" y="57"/>
                      <a:pt x="147" y="54"/>
                    </a:cubicBezTo>
                    <a:cubicBezTo>
                      <a:pt x="144" y="54"/>
                      <a:pt x="147" y="48"/>
                      <a:pt x="150" y="48"/>
                    </a:cubicBezTo>
                    <a:cubicBezTo>
                      <a:pt x="153" y="48"/>
                      <a:pt x="153" y="45"/>
                      <a:pt x="156" y="42"/>
                    </a:cubicBezTo>
                    <a:cubicBezTo>
                      <a:pt x="150" y="39"/>
                      <a:pt x="141" y="39"/>
                      <a:pt x="138" y="39"/>
                    </a:cubicBezTo>
                    <a:cubicBezTo>
                      <a:pt x="135" y="42"/>
                      <a:pt x="141" y="36"/>
                      <a:pt x="141" y="30"/>
                    </a:cubicBezTo>
                    <a:cubicBezTo>
                      <a:pt x="141" y="27"/>
                      <a:pt x="129" y="27"/>
                      <a:pt x="126" y="24"/>
                    </a:cubicBezTo>
                    <a:cubicBezTo>
                      <a:pt x="120" y="24"/>
                      <a:pt x="123" y="18"/>
                      <a:pt x="126" y="18"/>
                    </a:cubicBezTo>
                    <a:cubicBezTo>
                      <a:pt x="132" y="18"/>
                      <a:pt x="123" y="15"/>
                      <a:pt x="117" y="15"/>
                    </a:cubicBezTo>
                    <a:cubicBezTo>
                      <a:pt x="111" y="18"/>
                      <a:pt x="102" y="21"/>
                      <a:pt x="96" y="24"/>
                    </a:cubicBezTo>
                    <a:cubicBezTo>
                      <a:pt x="90" y="27"/>
                      <a:pt x="81" y="15"/>
                      <a:pt x="75" y="18"/>
                    </a:cubicBezTo>
                    <a:cubicBezTo>
                      <a:pt x="69" y="21"/>
                      <a:pt x="60" y="21"/>
                      <a:pt x="60" y="15"/>
                    </a:cubicBezTo>
                    <a:cubicBezTo>
                      <a:pt x="60" y="9"/>
                      <a:pt x="57" y="6"/>
                      <a:pt x="51" y="6"/>
                    </a:cubicBezTo>
                    <a:cubicBezTo>
                      <a:pt x="45" y="6"/>
                      <a:pt x="45" y="0"/>
                      <a:pt x="42" y="0"/>
                    </a:cubicBezTo>
                    <a:cubicBezTo>
                      <a:pt x="36" y="0"/>
                      <a:pt x="42" y="6"/>
                      <a:pt x="39" y="6"/>
                    </a:cubicBezTo>
                    <a:cubicBezTo>
                      <a:pt x="36" y="9"/>
                      <a:pt x="24" y="12"/>
                      <a:pt x="24" y="15"/>
                    </a:cubicBezTo>
                    <a:cubicBezTo>
                      <a:pt x="21" y="21"/>
                      <a:pt x="30" y="27"/>
                      <a:pt x="27" y="33"/>
                    </a:cubicBezTo>
                    <a:cubicBezTo>
                      <a:pt x="24" y="36"/>
                      <a:pt x="18" y="33"/>
                      <a:pt x="15" y="27"/>
                    </a:cubicBezTo>
                    <a:cubicBezTo>
                      <a:pt x="12" y="24"/>
                      <a:pt x="21" y="15"/>
                      <a:pt x="18" y="15"/>
                    </a:cubicBezTo>
                    <a:cubicBezTo>
                      <a:pt x="18" y="12"/>
                      <a:pt x="18" y="9"/>
                      <a:pt x="18" y="6"/>
                    </a:cubicBezTo>
                    <a:cubicBezTo>
                      <a:pt x="18" y="6"/>
                      <a:pt x="15" y="6"/>
                      <a:pt x="15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2" name="Freeform 122">
                <a:extLst>
                  <a:ext uri="{FF2B5EF4-FFF2-40B4-BE49-F238E27FC236}">
                    <a16:creationId xmlns:a16="http://schemas.microsoft.com/office/drawing/2014/main" id="{6D18E82E-870A-D7A1-65C1-7C396AE4A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820" y="3109917"/>
                <a:ext cx="91921" cy="97328"/>
              </a:xfrm>
              <a:custGeom>
                <a:avLst/>
                <a:gdLst>
                  <a:gd name="T0" fmla="*/ 12 w 48"/>
                  <a:gd name="T1" fmla="*/ 12 h 51"/>
                  <a:gd name="T2" fmla="*/ 6 w 48"/>
                  <a:gd name="T3" fmla="*/ 18 h 51"/>
                  <a:gd name="T4" fmla="*/ 3 w 48"/>
                  <a:gd name="T5" fmla="*/ 27 h 51"/>
                  <a:gd name="T6" fmla="*/ 12 w 48"/>
                  <a:gd name="T7" fmla="*/ 39 h 51"/>
                  <a:gd name="T8" fmla="*/ 18 w 48"/>
                  <a:gd name="T9" fmla="*/ 51 h 51"/>
                  <a:gd name="T10" fmla="*/ 24 w 48"/>
                  <a:gd name="T11" fmla="*/ 51 h 51"/>
                  <a:gd name="T12" fmla="*/ 27 w 48"/>
                  <a:gd name="T13" fmla="*/ 45 h 51"/>
                  <a:gd name="T14" fmla="*/ 42 w 48"/>
                  <a:gd name="T15" fmla="*/ 45 h 51"/>
                  <a:gd name="T16" fmla="*/ 42 w 48"/>
                  <a:gd name="T17" fmla="*/ 45 h 51"/>
                  <a:gd name="T18" fmla="*/ 45 w 48"/>
                  <a:gd name="T19" fmla="*/ 39 h 51"/>
                  <a:gd name="T20" fmla="*/ 45 w 48"/>
                  <a:gd name="T21" fmla="*/ 24 h 51"/>
                  <a:gd name="T22" fmla="*/ 45 w 48"/>
                  <a:gd name="T23" fmla="*/ 12 h 51"/>
                  <a:gd name="T24" fmla="*/ 48 w 48"/>
                  <a:gd name="T25" fmla="*/ 6 h 51"/>
                  <a:gd name="T26" fmla="*/ 36 w 48"/>
                  <a:gd name="T27" fmla="*/ 3 h 51"/>
                  <a:gd name="T28" fmla="*/ 21 w 48"/>
                  <a:gd name="T29" fmla="*/ 3 h 51"/>
                  <a:gd name="T30" fmla="*/ 15 w 48"/>
                  <a:gd name="T31" fmla="*/ 3 h 51"/>
                  <a:gd name="T32" fmla="*/ 12 w 48"/>
                  <a:gd name="T33" fmla="*/ 3 h 51"/>
                  <a:gd name="T34" fmla="*/ 12 w 48"/>
                  <a:gd name="T35" fmla="*/ 12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51">
                    <a:moveTo>
                      <a:pt x="12" y="12"/>
                    </a:moveTo>
                    <a:cubicBezTo>
                      <a:pt x="12" y="15"/>
                      <a:pt x="9" y="15"/>
                      <a:pt x="6" y="18"/>
                    </a:cubicBezTo>
                    <a:cubicBezTo>
                      <a:pt x="3" y="18"/>
                      <a:pt x="3" y="24"/>
                      <a:pt x="3" y="27"/>
                    </a:cubicBezTo>
                    <a:cubicBezTo>
                      <a:pt x="0" y="27"/>
                      <a:pt x="9" y="33"/>
                      <a:pt x="12" y="39"/>
                    </a:cubicBezTo>
                    <a:cubicBezTo>
                      <a:pt x="12" y="42"/>
                      <a:pt x="15" y="45"/>
                      <a:pt x="18" y="51"/>
                    </a:cubicBezTo>
                    <a:cubicBezTo>
                      <a:pt x="21" y="51"/>
                      <a:pt x="21" y="51"/>
                      <a:pt x="24" y="51"/>
                    </a:cubicBezTo>
                    <a:cubicBezTo>
                      <a:pt x="27" y="48"/>
                      <a:pt x="24" y="45"/>
                      <a:pt x="27" y="45"/>
                    </a:cubicBezTo>
                    <a:cubicBezTo>
                      <a:pt x="33" y="45"/>
                      <a:pt x="39" y="42"/>
                      <a:pt x="42" y="45"/>
                    </a:cubicBezTo>
                    <a:cubicBezTo>
                      <a:pt x="42" y="45"/>
                      <a:pt x="42" y="45"/>
                      <a:pt x="42" y="45"/>
                    </a:cubicBezTo>
                    <a:cubicBezTo>
                      <a:pt x="42" y="45"/>
                      <a:pt x="45" y="42"/>
                      <a:pt x="45" y="39"/>
                    </a:cubicBezTo>
                    <a:cubicBezTo>
                      <a:pt x="45" y="39"/>
                      <a:pt x="45" y="30"/>
                      <a:pt x="45" y="24"/>
                    </a:cubicBezTo>
                    <a:cubicBezTo>
                      <a:pt x="42" y="21"/>
                      <a:pt x="45" y="15"/>
                      <a:pt x="45" y="12"/>
                    </a:cubicBezTo>
                    <a:cubicBezTo>
                      <a:pt x="45" y="12"/>
                      <a:pt x="48" y="9"/>
                      <a:pt x="48" y="6"/>
                    </a:cubicBezTo>
                    <a:cubicBezTo>
                      <a:pt x="45" y="6"/>
                      <a:pt x="39" y="3"/>
                      <a:pt x="36" y="3"/>
                    </a:cubicBezTo>
                    <a:cubicBezTo>
                      <a:pt x="30" y="6"/>
                      <a:pt x="24" y="6"/>
                      <a:pt x="21" y="3"/>
                    </a:cubicBezTo>
                    <a:cubicBezTo>
                      <a:pt x="21" y="0"/>
                      <a:pt x="18" y="0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6"/>
                      <a:pt x="12" y="9"/>
                      <a:pt x="12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3" name="Freeform 123">
                <a:extLst>
                  <a:ext uri="{FF2B5EF4-FFF2-40B4-BE49-F238E27FC236}">
                    <a16:creationId xmlns:a16="http://schemas.microsoft.com/office/drawing/2014/main" id="{D64E578A-AE15-B4B6-3CBC-DDCC25802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880" y="3063957"/>
                <a:ext cx="104087" cy="160862"/>
              </a:xfrm>
              <a:custGeom>
                <a:avLst/>
                <a:gdLst>
                  <a:gd name="T0" fmla="*/ 12 w 54"/>
                  <a:gd name="T1" fmla="*/ 6 h 84"/>
                  <a:gd name="T2" fmla="*/ 9 w 54"/>
                  <a:gd name="T3" fmla="*/ 12 h 84"/>
                  <a:gd name="T4" fmla="*/ 6 w 54"/>
                  <a:gd name="T5" fmla="*/ 18 h 84"/>
                  <a:gd name="T6" fmla="*/ 3 w 54"/>
                  <a:gd name="T7" fmla="*/ 24 h 84"/>
                  <a:gd name="T8" fmla="*/ 0 w 54"/>
                  <a:gd name="T9" fmla="*/ 30 h 84"/>
                  <a:gd name="T10" fmla="*/ 9 w 54"/>
                  <a:gd name="T11" fmla="*/ 39 h 84"/>
                  <a:gd name="T12" fmla="*/ 12 w 54"/>
                  <a:gd name="T13" fmla="*/ 36 h 84"/>
                  <a:gd name="T14" fmla="*/ 18 w 54"/>
                  <a:gd name="T15" fmla="*/ 48 h 84"/>
                  <a:gd name="T16" fmla="*/ 18 w 54"/>
                  <a:gd name="T17" fmla="*/ 57 h 84"/>
                  <a:gd name="T18" fmla="*/ 21 w 54"/>
                  <a:gd name="T19" fmla="*/ 75 h 84"/>
                  <a:gd name="T20" fmla="*/ 33 w 54"/>
                  <a:gd name="T21" fmla="*/ 81 h 84"/>
                  <a:gd name="T22" fmla="*/ 39 w 54"/>
                  <a:gd name="T23" fmla="*/ 78 h 84"/>
                  <a:gd name="T24" fmla="*/ 45 w 54"/>
                  <a:gd name="T25" fmla="*/ 75 h 84"/>
                  <a:gd name="T26" fmla="*/ 54 w 54"/>
                  <a:gd name="T27" fmla="*/ 75 h 84"/>
                  <a:gd name="T28" fmla="*/ 48 w 54"/>
                  <a:gd name="T29" fmla="*/ 63 h 84"/>
                  <a:gd name="T30" fmla="*/ 39 w 54"/>
                  <a:gd name="T31" fmla="*/ 51 h 84"/>
                  <a:gd name="T32" fmla="*/ 42 w 54"/>
                  <a:gd name="T33" fmla="*/ 42 h 84"/>
                  <a:gd name="T34" fmla="*/ 48 w 54"/>
                  <a:gd name="T35" fmla="*/ 36 h 84"/>
                  <a:gd name="T36" fmla="*/ 48 w 54"/>
                  <a:gd name="T37" fmla="*/ 27 h 84"/>
                  <a:gd name="T38" fmla="*/ 39 w 54"/>
                  <a:gd name="T39" fmla="*/ 18 h 84"/>
                  <a:gd name="T40" fmla="*/ 33 w 54"/>
                  <a:gd name="T41" fmla="*/ 12 h 84"/>
                  <a:gd name="T42" fmla="*/ 21 w 54"/>
                  <a:gd name="T43" fmla="*/ 3 h 84"/>
                  <a:gd name="T44" fmla="*/ 18 w 54"/>
                  <a:gd name="T45" fmla="*/ 0 h 84"/>
                  <a:gd name="T46" fmla="*/ 12 w 54"/>
                  <a:gd name="T47" fmla="*/ 6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4" h="84">
                    <a:moveTo>
                      <a:pt x="12" y="6"/>
                    </a:moveTo>
                    <a:cubicBezTo>
                      <a:pt x="9" y="6"/>
                      <a:pt x="6" y="12"/>
                      <a:pt x="9" y="12"/>
                    </a:cubicBezTo>
                    <a:cubicBezTo>
                      <a:pt x="12" y="15"/>
                      <a:pt x="12" y="18"/>
                      <a:pt x="6" y="18"/>
                    </a:cubicBezTo>
                    <a:cubicBezTo>
                      <a:pt x="3" y="21"/>
                      <a:pt x="3" y="21"/>
                      <a:pt x="3" y="24"/>
                    </a:cubicBezTo>
                    <a:cubicBezTo>
                      <a:pt x="3" y="27"/>
                      <a:pt x="0" y="27"/>
                      <a:pt x="0" y="30"/>
                    </a:cubicBezTo>
                    <a:cubicBezTo>
                      <a:pt x="3" y="33"/>
                      <a:pt x="6" y="36"/>
                      <a:pt x="9" y="39"/>
                    </a:cubicBezTo>
                    <a:cubicBezTo>
                      <a:pt x="9" y="39"/>
                      <a:pt x="9" y="36"/>
                      <a:pt x="12" y="36"/>
                    </a:cubicBezTo>
                    <a:cubicBezTo>
                      <a:pt x="18" y="39"/>
                      <a:pt x="12" y="45"/>
                      <a:pt x="18" y="48"/>
                    </a:cubicBezTo>
                    <a:cubicBezTo>
                      <a:pt x="21" y="48"/>
                      <a:pt x="21" y="54"/>
                      <a:pt x="18" y="57"/>
                    </a:cubicBezTo>
                    <a:cubicBezTo>
                      <a:pt x="15" y="57"/>
                      <a:pt x="15" y="69"/>
                      <a:pt x="21" y="75"/>
                    </a:cubicBezTo>
                    <a:cubicBezTo>
                      <a:pt x="27" y="84"/>
                      <a:pt x="30" y="81"/>
                      <a:pt x="33" y="81"/>
                    </a:cubicBezTo>
                    <a:cubicBezTo>
                      <a:pt x="33" y="78"/>
                      <a:pt x="39" y="81"/>
                      <a:pt x="39" y="78"/>
                    </a:cubicBezTo>
                    <a:cubicBezTo>
                      <a:pt x="42" y="75"/>
                      <a:pt x="42" y="78"/>
                      <a:pt x="45" y="75"/>
                    </a:cubicBezTo>
                    <a:cubicBezTo>
                      <a:pt x="48" y="72"/>
                      <a:pt x="51" y="75"/>
                      <a:pt x="54" y="75"/>
                    </a:cubicBezTo>
                    <a:cubicBezTo>
                      <a:pt x="51" y="69"/>
                      <a:pt x="48" y="66"/>
                      <a:pt x="48" y="63"/>
                    </a:cubicBezTo>
                    <a:cubicBezTo>
                      <a:pt x="45" y="57"/>
                      <a:pt x="36" y="51"/>
                      <a:pt x="39" y="51"/>
                    </a:cubicBezTo>
                    <a:cubicBezTo>
                      <a:pt x="39" y="48"/>
                      <a:pt x="39" y="42"/>
                      <a:pt x="42" y="42"/>
                    </a:cubicBezTo>
                    <a:cubicBezTo>
                      <a:pt x="45" y="39"/>
                      <a:pt x="48" y="39"/>
                      <a:pt x="48" y="36"/>
                    </a:cubicBezTo>
                    <a:cubicBezTo>
                      <a:pt x="48" y="33"/>
                      <a:pt x="48" y="30"/>
                      <a:pt x="48" y="27"/>
                    </a:cubicBezTo>
                    <a:cubicBezTo>
                      <a:pt x="45" y="27"/>
                      <a:pt x="42" y="18"/>
                      <a:pt x="39" y="18"/>
                    </a:cubicBezTo>
                    <a:cubicBezTo>
                      <a:pt x="36" y="18"/>
                      <a:pt x="33" y="15"/>
                      <a:pt x="33" y="12"/>
                    </a:cubicBezTo>
                    <a:cubicBezTo>
                      <a:pt x="33" y="9"/>
                      <a:pt x="27" y="6"/>
                      <a:pt x="21" y="3"/>
                    </a:cubicBezTo>
                    <a:cubicBezTo>
                      <a:pt x="21" y="0"/>
                      <a:pt x="18" y="0"/>
                      <a:pt x="18" y="0"/>
                    </a:cubicBezTo>
                    <a:cubicBezTo>
                      <a:pt x="15" y="3"/>
                      <a:pt x="15" y="6"/>
                      <a:pt x="1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4" name="Freeform 124">
                <a:extLst>
                  <a:ext uri="{FF2B5EF4-FFF2-40B4-BE49-F238E27FC236}">
                    <a16:creationId xmlns:a16="http://schemas.microsoft.com/office/drawing/2014/main" id="{71D96375-48A4-5546-E6FD-C316B14B46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9927" y="3120732"/>
                <a:ext cx="68941" cy="86514"/>
              </a:xfrm>
              <a:custGeom>
                <a:avLst/>
                <a:gdLst>
                  <a:gd name="T0" fmla="*/ 3 w 36"/>
                  <a:gd name="T1" fmla="*/ 18 h 45"/>
                  <a:gd name="T2" fmla="*/ 3 w 36"/>
                  <a:gd name="T3" fmla="*/ 33 h 45"/>
                  <a:gd name="T4" fmla="*/ 0 w 36"/>
                  <a:gd name="T5" fmla="*/ 39 h 45"/>
                  <a:gd name="T6" fmla="*/ 9 w 36"/>
                  <a:gd name="T7" fmla="*/ 42 h 45"/>
                  <a:gd name="T8" fmla="*/ 21 w 36"/>
                  <a:gd name="T9" fmla="*/ 36 h 45"/>
                  <a:gd name="T10" fmla="*/ 36 w 36"/>
                  <a:gd name="T11" fmla="*/ 18 h 45"/>
                  <a:gd name="T12" fmla="*/ 36 w 36"/>
                  <a:gd name="T13" fmla="*/ 18 h 45"/>
                  <a:gd name="T14" fmla="*/ 15 w 36"/>
                  <a:gd name="T15" fmla="*/ 3 h 45"/>
                  <a:gd name="T16" fmla="*/ 6 w 36"/>
                  <a:gd name="T17" fmla="*/ 0 h 45"/>
                  <a:gd name="T18" fmla="*/ 3 w 36"/>
                  <a:gd name="T19" fmla="*/ 6 h 45"/>
                  <a:gd name="T20" fmla="*/ 3 w 36"/>
                  <a:gd name="T21" fmla="*/ 1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5">
                    <a:moveTo>
                      <a:pt x="3" y="18"/>
                    </a:moveTo>
                    <a:cubicBezTo>
                      <a:pt x="3" y="24"/>
                      <a:pt x="3" y="33"/>
                      <a:pt x="3" y="33"/>
                    </a:cubicBezTo>
                    <a:cubicBezTo>
                      <a:pt x="3" y="36"/>
                      <a:pt x="0" y="39"/>
                      <a:pt x="0" y="39"/>
                    </a:cubicBezTo>
                    <a:cubicBezTo>
                      <a:pt x="3" y="42"/>
                      <a:pt x="6" y="42"/>
                      <a:pt x="9" y="42"/>
                    </a:cubicBezTo>
                    <a:cubicBezTo>
                      <a:pt x="15" y="39"/>
                      <a:pt x="18" y="45"/>
                      <a:pt x="21" y="36"/>
                    </a:cubicBezTo>
                    <a:cubicBezTo>
                      <a:pt x="24" y="30"/>
                      <a:pt x="30" y="24"/>
                      <a:pt x="36" y="18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30" y="18"/>
                      <a:pt x="24" y="6"/>
                      <a:pt x="15" y="3"/>
                    </a:cubicBezTo>
                    <a:cubicBezTo>
                      <a:pt x="12" y="3"/>
                      <a:pt x="9" y="3"/>
                      <a:pt x="6" y="0"/>
                    </a:cubicBezTo>
                    <a:cubicBezTo>
                      <a:pt x="6" y="3"/>
                      <a:pt x="3" y="6"/>
                      <a:pt x="3" y="6"/>
                    </a:cubicBezTo>
                    <a:cubicBezTo>
                      <a:pt x="3" y="9"/>
                      <a:pt x="0" y="15"/>
                      <a:pt x="3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5" name="Freeform 125">
                <a:extLst>
                  <a:ext uri="{FF2B5EF4-FFF2-40B4-BE49-F238E27FC236}">
                    <a16:creationId xmlns:a16="http://schemas.microsoft.com/office/drawing/2014/main" id="{5A852D83-CD73-FAD8-505E-686FDAC7A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8907" y="2724660"/>
                <a:ext cx="229803" cy="85162"/>
              </a:xfrm>
              <a:custGeom>
                <a:avLst/>
                <a:gdLst>
                  <a:gd name="T0" fmla="*/ 96 w 120"/>
                  <a:gd name="T1" fmla="*/ 27 h 45"/>
                  <a:gd name="T2" fmla="*/ 42 w 120"/>
                  <a:gd name="T3" fmla="*/ 6 h 45"/>
                  <a:gd name="T4" fmla="*/ 3 w 120"/>
                  <a:gd name="T5" fmla="*/ 21 h 45"/>
                  <a:gd name="T6" fmla="*/ 21 w 120"/>
                  <a:gd name="T7" fmla="*/ 12 h 45"/>
                  <a:gd name="T8" fmla="*/ 33 w 120"/>
                  <a:gd name="T9" fmla="*/ 15 h 45"/>
                  <a:gd name="T10" fmla="*/ 51 w 120"/>
                  <a:gd name="T11" fmla="*/ 21 h 45"/>
                  <a:gd name="T12" fmla="*/ 75 w 120"/>
                  <a:gd name="T13" fmla="*/ 33 h 45"/>
                  <a:gd name="T14" fmla="*/ 81 w 120"/>
                  <a:gd name="T15" fmla="*/ 42 h 45"/>
                  <a:gd name="T16" fmla="*/ 117 w 120"/>
                  <a:gd name="T17" fmla="*/ 42 h 45"/>
                  <a:gd name="T18" fmla="*/ 96 w 120"/>
                  <a:gd name="T19" fmla="*/ 27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0" h="45">
                    <a:moveTo>
                      <a:pt x="96" y="27"/>
                    </a:moveTo>
                    <a:cubicBezTo>
                      <a:pt x="90" y="27"/>
                      <a:pt x="66" y="12"/>
                      <a:pt x="42" y="6"/>
                    </a:cubicBezTo>
                    <a:cubicBezTo>
                      <a:pt x="21" y="0"/>
                      <a:pt x="0" y="18"/>
                      <a:pt x="3" y="21"/>
                    </a:cubicBezTo>
                    <a:cubicBezTo>
                      <a:pt x="6" y="24"/>
                      <a:pt x="18" y="15"/>
                      <a:pt x="21" y="12"/>
                    </a:cubicBezTo>
                    <a:cubicBezTo>
                      <a:pt x="27" y="6"/>
                      <a:pt x="33" y="12"/>
                      <a:pt x="33" y="15"/>
                    </a:cubicBezTo>
                    <a:cubicBezTo>
                      <a:pt x="33" y="18"/>
                      <a:pt x="42" y="21"/>
                      <a:pt x="51" y="21"/>
                    </a:cubicBezTo>
                    <a:cubicBezTo>
                      <a:pt x="63" y="21"/>
                      <a:pt x="66" y="30"/>
                      <a:pt x="75" y="33"/>
                    </a:cubicBezTo>
                    <a:cubicBezTo>
                      <a:pt x="87" y="36"/>
                      <a:pt x="75" y="39"/>
                      <a:pt x="81" y="42"/>
                    </a:cubicBezTo>
                    <a:cubicBezTo>
                      <a:pt x="87" y="45"/>
                      <a:pt x="117" y="42"/>
                      <a:pt x="117" y="42"/>
                    </a:cubicBezTo>
                    <a:cubicBezTo>
                      <a:pt x="120" y="39"/>
                      <a:pt x="105" y="27"/>
                      <a:pt x="96" y="2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6" name="Freeform 126">
                <a:extLst>
                  <a:ext uri="{FF2B5EF4-FFF2-40B4-BE49-F238E27FC236}">
                    <a16:creationId xmlns:a16="http://schemas.microsoft.com/office/drawing/2014/main" id="{19434284-FD5C-7B73-58FE-9FA357C7B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381" y="2832803"/>
                <a:ext cx="51368" cy="29739"/>
              </a:xfrm>
              <a:custGeom>
                <a:avLst/>
                <a:gdLst>
                  <a:gd name="T0" fmla="*/ 3 w 27"/>
                  <a:gd name="T1" fmla="*/ 6 h 15"/>
                  <a:gd name="T2" fmla="*/ 27 w 27"/>
                  <a:gd name="T3" fmla="*/ 9 h 15"/>
                  <a:gd name="T4" fmla="*/ 3 w 27"/>
                  <a:gd name="T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15">
                    <a:moveTo>
                      <a:pt x="3" y="6"/>
                    </a:moveTo>
                    <a:cubicBezTo>
                      <a:pt x="6" y="9"/>
                      <a:pt x="24" y="15"/>
                      <a:pt x="27" y="9"/>
                    </a:cubicBezTo>
                    <a:cubicBezTo>
                      <a:pt x="27" y="6"/>
                      <a:pt x="0" y="0"/>
                      <a:pt x="3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7" name="Freeform 127">
                <a:extLst>
                  <a:ext uri="{FF2B5EF4-FFF2-40B4-BE49-F238E27FC236}">
                    <a16:creationId xmlns:a16="http://schemas.microsoft.com/office/drawing/2014/main" id="{97C1FE51-FE49-19FE-B75C-5D18FBC13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1998" y="2832803"/>
                <a:ext cx="52719" cy="29739"/>
              </a:xfrm>
              <a:custGeom>
                <a:avLst/>
                <a:gdLst>
                  <a:gd name="T0" fmla="*/ 6 w 27"/>
                  <a:gd name="T1" fmla="*/ 6 h 15"/>
                  <a:gd name="T2" fmla="*/ 24 w 27"/>
                  <a:gd name="T3" fmla="*/ 6 h 15"/>
                  <a:gd name="T4" fmla="*/ 6 w 27"/>
                  <a:gd name="T5" fmla="*/ 6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7" h="15">
                    <a:moveTo>
                      <a:pt x="6" y="6"/>
                    </a:moveTo>
                    <a:cubicBezTo>
                      <a:pt x="9" y="15"/>
                      <a:pt x="24" y="9"/>
                      <a:pt x="24" y="6"/>
                    </a:cubicBezTo>
                    <a:cubicBezTo>
                      <a:pt x="27" y="3"/>
                      <a:pt x="0" y="0"/>
                      <a:pt x="6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8" name="Freeform 128">
                <a:extLst>
                  <a:ext uri="{FF2B5EF4-FFF2-40B4-BE49-F238E27FC236}">
                    <a16:creationId xmlns:a16="http://schemas.microsoft.com/office/drawing/2014/main" id="{B13C9D1C-8C56-0425-9196-8DB43DCC4E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99880" y="4472511"/>
                <a:ext cx="75700" cy="33794"/>
              </a:xfrm>
              <a:custGeom>
                <a:avLst/>
                <a:gdLst>
                  <a:gd name="T0" fmla="*/ 39 w 39"/>
                  <a:gd name="T1" fmla="*/ 6 h 18"/>
                  <a:gd name="T2" fmla="*/ 21 w 39"/>
                  <a:gd name="T3" fmla="*/ 15 h 18"/>
                  <a:gd name="T4" fmla="*/ 39 w 39"/>
                  <a:gd name="T5" fmla="*/ 6 h 18"/>
                  <a:gd name="T6" fmla="*/ 18 w 39"/>
                  <a:gd name="T7" fmla="*/ 0 h 18"/>
                  <a:gd name="T8" fmla="*/ 6 w 39"/>
                  <a:gd name="T9" fmla="*/ 15 h 18"/>
                  <a:gd name="T10" fmla="*/ 18 w 39"/>
                  <a:gd name="T1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18">
                    <a:moveTo>
                      <a:pt x="39" y="6"/>
                    </a:moveTo>
                    <a:cubicBezTo>
                      <a:pt x="33" y="0"/>
                      <a:pt x="15" y="12"/>
                      <a:pt x="21" y="15"/>
                    </a:cubicBezTo>
                    <a:cubicBezTo>
                      <a:pt x="24" y="18"/>
                      <a:pt x="39" y="9"/>
                      <a:pt x="39" y="6"/>
                    </a:cubicBezTo>
                    <a:close/>
                    <a:moveTo>
                      <a:pt x="18" y="0"/>
                    </a:moveTo>
                    <a:cubicBezTo>
                      <a:pt x="12" y="0"/>
                      <a:pt x="0" y="12"/>
                      <a:pt x="6" y="15"/>
                    </a:cubicBezTo>
                    <a:cubicBezTo>
                      <a:pt x="12" y="18"/>
                      <a:pt x="24" y="3"/>
                      <a:pt x="18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9" name="Freeform 129">
                <a:extLst>
                  <a:ext uri="{FF2B5EF4-FFF2-40B4-BE49-F238E27FC236}">
                    <a16:creationId xmlns:a16="http://schemas.microsoft.com/office/drawing/2014/main" id="{F15C6FB5-2B28-60FD-9921-103B3290C6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33452" y="3212653"/>
                <a:ext cx="362277" cy="150048"/>
              </a:xfrm>
              <a:custGeom>
                <a:avLst/>
                <a:gdLst>
                  <a:gd name="T0" fmla="*/ 183 w 189"/>
                  <a:gd name="T1" fmla="*/ 21 h 78"/>
                  <a:gd name="T2" fmla="*/ 177 w 189"/>
                  <a:gd name="T3" fmla="*/ 15 h 78"/>
                  <a:gd name="T4" fmla="*/ 168 w 189"/>
                  <a:gd name="T5" fmla="*/ 15 h 78"/>
                  <a:gd name="T6" fmla="*/ 159 w 189"/>
                  <a:gd name="T7" fmla="*/ 9 h 78"/>
                  <a:gd name="T8" fmla="*/ 147 w 189"/>
                  <a:gd name="T9" fmla="*/ 0 h 78"/>
                  <a:gd name="T10" fmla="*/ 147 w 189"/>
                  <a:gd name="T11" fmla="*/ 3 h 78"/>
                  <a:gd name="T12" fmla="*/ 138 w 189"/>
                  <a:gd name="T13" fmla="*/ 6 h 78"/>
                  <a:gd name="T14" fmla="*/ 135 w 189"/>
                  <a:gd name="T15" fmla="*/ 15 h 78"/>
                  <a:gd name="T16" fmla="*/ 129 w 189"/>
                  <a:gd name="T17" fmla="*/ 21 h 78"/>
                  <a:gd name="T18" fmla="*/ 126 w 189"/>
                  <a:gd name="T19" fmla="*/ 27 h 78"/>
                  <a:gd name="T20" fmla="*/ 123 w 189"/>
                  <a:gd name="T21" fmla="*/ 36 h 78"/>
                  <a:gd name="T22" fmla="*/ 123 w 189"/>
                  <a:gd name="T23" fmla="*/ 42 h 78"/>
                  <a:gd name="T24" fmla="*/ 129 w 189"/>
                  <a:gd name="T25" fmla="*/ 48 h 78"/>
                  <a:gd name="T26" fmla="*/ 135 w 189"/>
                  <a:gd name="T27" fmla="*/ 51 h 78"/>
                  <a:gd name="T28" fmla="*/ 129 w 189"/>
                  <a:gd name="T29" fmla="*/ 57 h 78"/>
                  <a:gd name="T30" fmla="*/ 129 w 189"/>
                  <a:gd name="T31" fmla="*/ 57 h 78"/>
                  <a:gd name="T32" fmla="*/ 132 w 189"/>
                  <a:gd name="T33" fmla="*/ 63 h 78"/>
                  <a:gd name="T34" fmla="*/ 132 w 189"/>
                  <a:gd name="T35" fmla="*/ 69 h 78"/>
                  <a:gd name="T36" fmla="*/ 141 w 189"/>
                  <a:gd name="T37" fmla="*/ 72 h 78"/>
                  <a:gd name="T38" fmla="*/ 147 w 189"/>
                  <a:gd name="T39" fmla="*/ 69 h 78"/>
                  <a:gd name="T40" fmla="*/ 159 w 189"/>
                  <a:gd name="T41" fmla="*/ 51 h 78"/>
                  <a:gd name="T42" fmla="*/ 180 w 189"/>
                  <a:gd name="T43" fmla="*/ 39 h 78"/>
                  <a:gd name="T44" fmla="*/ 186 w 189"/>
                  <a:gd name="T45" fmla="*/ 30 h 78"/>
                  <a:gd name="T46" fmla="*/ 183 w 189"/>
                  <a:gd name="T47" fmla="*/ 21 h 78"/>
                  <a:gd name="T48" fmla="*/ 6 w 189"/>
                  <a:gd name="T49" fmla="*/ 18 h 78"/>
                  <a:gd name="T50" fmla="*/ 12 w 189"/>
                  <a:gd name="T51" fmla="*/ 30 h 78"/>
                  <a:gd name="T52" fmla="*/ 6 w 189"/>
                  <a:gd name="T53" fmla="*/ 1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9" h="78">
                    <a:moveTo>
                      <a:pt x="183" y="21"/>
                    </a:moveTo>
                    <a:cubicBezTo>
                      <a:pt x="180" y="15"/>
                      <a:pt x="177" y="12"/>
                      <a:pt x="177" y="15"/>
                    </a:cubicBezTo>
                    <a:cubicBezTo>
                      <a:pt x="174" y="15"/>
                      <a:pt x="171" y="15"/>
                      <a:pt x="168" y="15"/>
                    </a:cubicBezTo>
                    <a:cubicBezTo>
                      <a:pt x="165" y="12"/>
                      <a:pt x="162" y="9"/>
                      <a:pt x="159" y="9"/>
                    </a:cubicBezTo>
                    <a:cubicBezTo>
                      <a:pt x="159" y="9"/>
                      <a:pt x="150" y="6"/>
                      <a:pt x="147" y="0"/>
                    </a:cubicBezTo>
                    <a:cubicBezTo>
                      <a:pt x="147" y="3"/>
                      <a:pt x="147" y="3"/>
                      <a:pt x="147" y="3"/>
                    </a:cubicBezTo>
                    <a:cubicBezTo>
                      <a:pt x="147" y="6"/>
                      <a:pt x="144" y="6"/>
                      <a:pt x="138" y="6"/>
                    </a:cubicBezTo>
                    <a:cubicBezTo>
                      <a:pt x="135" y="6"/>
                      <a:pt x="135" y="12"/>
                      <a:pt x="135" y="15"/>
                    </a:cubicBezTo>
                    <a:cubicBezTo>
                      <a:pt x="135" y="18"/>
                      <a:pt x="132" y="18"/>
                      <a:pt x="129" y="21"/>
                    </a:cubicBezTo>
                    <a:cubicBezTo>
                      <a:pt x="129" y="24"/>
                      <a:pt x="129" y="27"/>
                      <a:pt x="126" y="27"/>
                    </a:cubicBezTo>
                    <a:cubicBezTo>
                      <a:pt x="123" y="30"/>
                      <a:pt x="123" y="33"/>
                      <a:pt x="123" y="36"/>
                    </a:cubicBezTo>
                    <a:cubicBezTo>
                      <a:pt x="126" y="39"/>
                      <a:pt x="123" y="42"/>
                      <a:pt x="123" y="42"/>
                    </a:cubicBezTo>
                    <a:cubicBezTo>
                      <a:pt x="123" y="45"/>
                      <a:pt x="126" y="45"/>
                      <a:pt x="129" y="48"/>
                    </a:cubicBezTo>
                    <a:cubicBezTo>
                      <a:pt x="132" y="51"/>
                      <a:pt x="135" y="48"/>
                      <a:pt x="135" y="51"/>
                    </a:cubicBezTo>
                    <a:cubicBezTo>
                      <a:pt x="138" y="51"/>
                      <a:pt x="135" y="57"/>
                      <a:pt x="129" y="57"/>
                    </a:cubicBezTo>
                    <a:cubicBezTo>
                      <a:pt x="129" y="57"/>
                      <a:pt x="129" y="57"/>
                      <a:pt x="129" y="57"/>
                    </a:cubicBezTo>
                    <a:cubicBezTo>
                      <a:pt x="132" y="60"/>
                      <a:pt x="132" y="60"/>
                      <a:pt x="132" y="63"/>
                    </a:cubicBezTo>
                    <a:cubicBezTo>
                      <a:pt x="129" y="66"/>
                      <a:pt x="129" y="66"/>
                      <a:pt x="132" y="69"/>
                    </a:cubicBezTo>
                    <a:cubicBezTo>
                      <a:pt x="135" y="72"/>
                      <a:pt x="138" y="66"/>
                      <a:pt x="141" y="72"/>
                    </a:cubicBezTo>
                    <a:cubicBezTo>
                      <a:pt x="144" y="75"/>
                      <a:pt x="144" y="78"/>
                      <a:pt x="147" y="69"/>
                    </a:cubicBezTo>
                    <a:cubicBezTo>
                      <a:pt x="150" y="63"/>
                      <a:pt x="153" y="54"/>
                      <a:pt x="159" y="51"/>
                    </a:cubicBezTo>
                    <a:cubicBezTo>
                      <a:pt x="165" y="51"/>
                      <a:pt x="174" y="48"/>
                      <a:pt x="180" y="39"/>
                    </a:cubicBezTo>
                    <a:cubicBezTo>
                      <a:pt x="186" y="33"/>
                      <a:pt x="183" y="30"/>
                      <a:pt x="186" y="30"/>
                    </a:cubicBezTo>
                    <a:cubicBezTo>
                      <a:pt x="189" y="27"/>
                      <a:pt x="189" y="24"/>
                      <a:pt x="183" y="21"/>
                    </a:cubicBezTo>
                    <a:close/>
                    <a:moveTo>
                      <a:pt x="6" y="18"/>
                    </a:moveTo>
                    <a:cubicBezTo>
                      <a:pt x="0" y="24"/>
                      <a:pt x="12" y="33"/>
                      <a:pt x="12" y="30"/>
                    </a:cubicBezTo>
                    <a:cubicBezTo>
                      <a:pt x="15" y="24"/>
                      <a:pt x="12" y="9"/>
                      <a:pt x="6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0" name="Freeform 130">
                <a:extLst>
                  <a:ext uri="{FF2B5EF4-FFF2-40B4-BE49-F238E27FC236}">
                    <a16:creationId xmlns:a16="http://schemas.microsoft.com/office/drawing/2014/main" id="{287606A7-B9BF-25DF-816B-434EDB22B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53856" y="768635"/>
                <a:ext cx="1320689" cy="989503"/>
              </a:xfrm>
              <a:custGeom>
                <a:avLst/>
                <a:gdLst>
                  <a:gd name="T0" fmla="*/ 606 w 690"/>
                  <a:gd name="T1" fmla="*/ 57 h 516"/>
                  <a:gd name="T2" fmla="*/ 555 w 690"/>
                  <a:gd name="T3" fmla="*/ 81 h 516"/>
                  <a:gd name="T4" fmla="*/ 552 w 690"/>
                  <a:gd name="T5" fmla="*/ 51 h 516"/>
                  <a:gd name="T6" fmla="*/ 492 w 690"/>
                  <a:gd name="T7" fmla="*/ 45 h 516"/>
                  <a:gd name="T8" fmla="*/ 549 w 690"/>
                  <a:gd name="T9" fmla="*/ 36 h 516"/>
                  <a:gd name="T10" fmla="*/ 546 w 690"/>
                  <a:gd name="T11" fmla="*/ 15 h 516"/>
                  <a:gd name="T12" fmla="*/ 465 w 690"/>
                  <a:gd name="T13" fmla="*/ 0 h 516"/>
                  <a:gd name="T14" fmla="*/ 393 w 690"/>
                  <a:gd name="T15" fmla="*/ 9 h 516"/>
                  <a:gd name="T16" fmla="*/ 336 w 690"/>
                  <a:gd name="T17" fmla="*/ 9 h 516"/>
                  <a:gd name="T18" fmla="*/ 291 w 690"/>
                  <a:gd name="T19" fmla="*/ 30 h 516"/>
                  <a:gd name="T20" fmla="*/ 279 w 690"/>
                  <a:gd name="T21" fmla="*/ 36 h 516"/>
                  <a:gd name="T22" fmla="*/ 246 w 690"/>
                  <a:gd name="T23" fmla="*/ 45 h 516"/>
                  <a:gd name="T24" fmla="*/ 216 w 690"/>
                  <a:gd name="T25" fmla="*/ 57 h 516"/>
                  <a:gd name="T26" fmla="*/ 162 w 690"/>
                  <a:gd name="T27" fmla="*/ 45 h 516"/>
                  <a:gd name="T28" fmla="*/ 132 w 690"/>
                  <a:gd name="T29" fmla="*/ 69 h 516"/>
                  <a:gd name="T30" fmla="*/ 87 w 690"/>
                  <a:gd name="T31" fmla="*/ 99 h 516"/>
                  <a:gd name="T32" fmla="*/ 0 w 690"/>
                  <a:gd name="T33" fmla="*/ 141 h 516"/>
                  <a:gd name="T34" fmla="*/ 54 w 690"/>
                  <a:gd name="T35" fmla="*/ 156 h 516"/>
                  <a:gd name="T36" fmla="*/ 15 w 690"/>
                  <a:gd name="T37" fmla="*/ 171 h 516"/>
                  <a:gd name="T38" fmla="*/ 48 w 690"/>
                  <a:gd name="T39" fmla="*/ 192 h 516"/>
                  <a:gd name="T40" fmla="*/ 93 w 690"/>
                  <a:gd name="T41" fmla="*/ 192 h 516"/>
                  <a:gd name="T42" fmla="*/ 162 w 690"/>
                  <a:gd name="T43" fmla="*/ 210 h 516"/>
                  <a:gd name="T44" fmla="*/ 195 w 690"/>
                  <a:gd name="T45" fmla="*/ 255 h 516"/>
                  <a:gd name="T46" fmla="*/ 201 w 690"/>
                  <a:gd name="T47" fmla="*/ 297 h 516"/>
                  <a:gd name="T48" fmla="*/ 243 w 690"/>
                  <a:gd name="T49" fmla="*/ 312 h 516"/>
                  <a:gd name="T50" fmla="*/ 240 w 690"/>
                  <a:gd name="T51" fmla="*/ 327 h 516"/>
                  <a:gd name="T52" fmla="*/ 234 w 690"/>
                  <a:gd name="T53" fmla="*/ 354 h 516"/>
                  <a:gd name="T54" fmla="*/ 225 w 690"/>
                  <a:gd name="T55" fmla="*/ 390 h 516"/>
                  <a:gd name="T56" fmla="*/ 234 w 690"/>
                  <a:gd name="T57" fmla="*/ 435 h 516"/>
                  <a:gd name="T58" fmla="*/ 255 w 690"/>
                  <a:gd name="T59" fmla="*/ 462 h 516"/>
                  <a:gd name="T60" fmla="*/ 285 w 690"/>
                  <a:gd name="T61" fmla="*/ 498 h 516"/>
                  <a:gd name="T62" fmla="*/ 330 w 690"/>
                  <a:gd name="T63" fmla="*/ 513 h 516"/>
                  <a:gd name="T64" fmla="*/ 342 w 690"/>
                  <a:gd name="T65" fmla="*/ 471 h 516"/>
                  <a:gd name="T66" fmla="*/ 363 w 690"/>
                  <a:gd name="T67" fmla="*/ 447 h 516"/>
                  <a:gd name="T68" fmla="*/ 363 w 690"/>
                  <a:gd name="T69" fmla="*/ 426 h 516"/>
                  <a:gd name="T70" fmla="*/ 384 w 690"/>
                  <a:gd name="T71" fmla="*/ 411 h 516"/>
                  <a:gd name="T72" fmla="*/ 399 w 690"/>
                  <a:gd name="T73" fmla="*/ 408 h 516"/>
                  <a:gd name="T74" fmla="*/ 459 w 690"/>
                  <a:gd name="T75" fmla="*/ 369 h 516"/>
                  <a:gd name="T76" fmla="*/ 498 w 690"/>
                  <a:gd name="T77" fmla="*/ 357 h 516"/>
                  <a:gd name="T78" fmla="*/ 576 w 690"/>
                  <a:gd name="T79" fmla="*/ 324 h 516"/>
                  <a:gd name="T80" fmla="*/ 534 w 690"/>
                  <a:gd name="T81" fmla="*/ 315 h 516"/>
                  <a:gd name="T82" fmla="*/ 576 w 690"/>
                  <a:gd name="T83" fmla="*/ 318 h 516"/>
                  <a:gd name="T84" fmla="*/ 567 w 690"/>
                  <a:gd name="T85" fmla="*/ 279 h 516"/>
                  <a:gd name="T86" fmla="*/ 546 w 690"/>
                  <a:gd name="T87" fmla="*/ 261 h 516"/>
                  <a:gd name="T88" fmla="*/ 594 w 690"/>
                  <a:gd name="T89" fmla="*/ 252 h 516"/>
                  <a:gd name="T90" fmla="*/ 609 w 690"/>
                  <a:gd name="T91" fmla="*/ 228 h 516"/>
                  <a:gd name="T92" fmla="*/ 603 w 690"/>
                  <a:gd name="T93" fmla="*/ 192 h 516"/>
                  <a:gd name="T94" fmla="*/ 588 w 690"/>
                  <a:gd name="T95" fmla="*/ 177 h 516"/>
                  <a:gd name="T96" fmla="*/ 594 w 690"/>
                  <a:gd name="T97" fmla="*/ 162 h 516"/>
                  <a:gd name="T98" fmla="*/ 576 w 690"/>
                  <a:gd name="T99" fmla="*/ 153 h 516"/>
                  <a:gd name="T100" fmla="*/ 624 w 690"/>
                  <a:gd name="T101" fmla="*/ 105 h 516"/>
                  <a:gd name="T102" fmla="*/ 612 w 690"/>
                  <a:gd name="T103" fmla="*/ 93 h 516"/>
                  <a:gd name="T104" fmla="*/ 624 w 690"/>
                  <a:gd name="T105" fmla="*/ 81 h 516"/>
                  <a:gd name="T106" fmla="*/ 690 w 690"/>
                  <a:gd name="T107" fmla="*/ 57 h 516"/>
                  <a:gd name="T108" fmla="*/ 228 w 690"/>
                  <a:gd name="T109" fmla="*/ 327 h 516"/>
                  <a:gd name="T110" fmla="*/ 216 w 690"/>
                  <a:gd name="T111" fmla="*/ 342 h 5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90" h="516">
                    <a:moveTo>
                      <a:pt x="651" y="45"/>
                    </a:moveTo>
                    <a:cubicBezTo>
                      <a:pt x="639" y="45"/>
                      <a:pt x="630" y="48"/>
                      <a:pt x="627" y="57"/>
                    </a:cubicBezTo>
                    <a:cubicBezTo>
                      <a:pt x="627" y="66"/>
                      <a:pt x="612" y="54"/>
                      <a:pt x="606" y="57"/>
                    </a:cubicBezTo>
                    <a:cubicBezTo>
                      <a:pt x="597" y="60"/>
                      <a:pt x="603" y="51"/>
                      <a:pt x="594" y="54"/>
                    </a:cubicBezTo>
                    <a:cubicBezTo>
                      <a:pt x="588" y="57"/>
                      <a:pt x="582" y="66"/>
                      <a:pt x="573" y="69"/>
                    </a:cubicBezTo>
                    <a:cubicBezTo>
                      <a:pt x="564" y="72"/>
                      <a:pt x="558" y="81"/>
                      <a:pt x="555" y="81"/>
                    </a:cubicBezTo>
                    <a:cubicBezTo>
                      <a:pt x="549" y="81"/>
                      <a:pt x="564" y="66"/>
                      <a:pt x="573" y="57"/>
                    </a:cubicBezTo>
                    <a:cubicBezTo>
                      <a:pt x="582" y="51"/>
                      <a:pt x="576" y="42"/>
                      <a:pt x="567" y="42"/>
                    </a:cubicBezTo>
                    <a:cubicBezTo>
                      <a:pt x="555" y="42"/>
                      <a:pt x="558" y="51"/>
                      <a:pt x="552" y="51"/>
                    </a:cubicBezTo>
                    <a:cubicBezTo>
                      <a:pt x="546" y="51"/>
                      <a:pt x="516" y="66"/>
                      <a:pt x="516" y="63"/>
                    </a:cubicBezTo>
                    <a:cubicBezTo>
                      <a:pt x="513" y="57"/>
                      <a:pt x="540" y="51"/>
                      <a:pt x="540" y="48"/>
                    </a:cubicBezTo>
                    <a:cubicBezTo>
                      <a:pt x="537" y="45"/>
                      <a:pt x="507" y="45"/>
                      <a:pt x="492" y="45"/>
                    </a:cubicBezTo>
                    <a:cubicBezTo>
                      <a:pt x="480" y="48"/>
                      <a:pt x="453" y="57"/>
                      <a:pt x="453" y="51"/>
                    </a:cubicBezTo>
                    <a:cubicBezTo>
                      <a:pt x="453" y="48"/>
                      <a:pt x="483" y="42"/>
                      <a:pt x="498" y="42"/>
                    </a:cubicBezTo>
                    <a:cubicBezTo>
                      <a:pt x="513" y="39"/>
                      <a:pt x="540" y="42"/>
                      <a:pt x="549" y="36"/>
                    </a:cubicBezTo>
                    <a:cubicBezTo>
                      <a:pt x="561" y="33"/>
                      <a:pt x="579" y="33"/>
                      <a:pt x="582" y="30"/>
                    </a:cubicBezTo>
                    <a:cubicBezTo>
                      <a:pt x="585" y="24"/>
                      <a:pt x="570" y="21"/>
                      <a:pt x="561" y="21"/>
                    </a:cubicBezTo>
                    <a:cubicBezTo>
                      <a:pt x="552" y="21"/>
                      <a:pt x="546" y="21"/>
                      <a:pt x="546" y="15"/>
                    </a:cubicBezTo>
                    <a:cubicBezTo>
                      <a:pt x="546" y="12"/>
                      <a:pt x="534" y="12"/>
                      <a:pt x="531" y="9"/>
                    </a:cubicBezTo>
                    <a:cubicBezTo>
                      <a:pt x="531" y="6"/>
                      <a:pt x="504" y="6"/>
                      <a:pt x="501" y="3"/>
                    </a:cubicBezTo>
                    <a:cubicBezTo>
                      <a:pt x="495" y="0"/>
                      <a:pt x="480" y="0"/>
                      <a:pt x="465" y="0"/>
                    </a:cubicBezTo>
                    <a:cubicBezTo>
                      <a:pt x="453" y="0"/>
                      <a:pt x="426" y="0"/>
                      <a:pt x="420" y="0"/>
                    </a:cubicBezTo>
                    <a:cubicBezTo>
                      <a:pt x="411" y="3"/>
                      <a:pt x="408" y="3"/>
                      <a:pt x="402" y="3"/>
                    </a:cubicBezTo>
                    <a:cubicBezTo>
                      <a:pt x="396" y="3"/>
                      <a:pt x="387" y="6"/>
                      <a:pt x="393" y="9"/>
                    </a:cubicBezTo>
                    <a:cubicBezTo>
                      <a:pt x="399" y="15"/>
                      <a:pt x="384" y="18"/>
                      <a:pt x="384" y="12"/>
                    </a:cubicBezTo>
                    <a:cubicBezTo>
                      <a:pt x="384" y="9"/>
                      <a:pt x="372" y="6"/>
                      <a:pt x="366" y="9"/>
                    </a:cubicBezTo>
                    <a:cubicBezTo>
                      <a:pt x="360" y="15"/>
                      <a:pt x="339" y="6"/>
                      <a:pt x="336" y="9"/>
                    </a:cubicBezTo>
                    <a:cubicBezTo>
                      <a:pt x="333" y="15"/>
                      <a:pt x="306" y="12"/>
                      <a:pt x="297" y="15"/>
                    </a:cubicBezTo>
                    <a:cubicBezTo>
                      <a:pt x="291" y="15"/>
                      <a:pt x="309" y="21"/>
                      <a:pt x="309" y="24"/>
                    </a:cubicBezTo>
                    <a:cubicBezTo>
                      <a:pt x="309" y="27"/>
                      <a:pt x="285" y="24"/>
                      <a:pt x="291" y="30"/>
                    </a:cubicBezTo>
                    <a:cubicBezTo>
                      <a:pt x="294" y="36"/>
                      <a:pt x="312" y="42"/>
                      <a:pt x="318" y="48"/>
                    </a:cubicBezTo>
                    <a:cubicBezTo>
                      <a:pt x="327" y="57"/>
                      <a:pt x="312" y="51"/>
                      <a:pt x="303" y="45"/>
                    </a:cubicBezTo>
                    <a:cubicBezTo>
                      <a:pt x="294" y="39"/>
                      <a:pt x="285" y="42"/>
                      <a:pt x="279" y="36"/>
                    </a:cubicBezTo>
                    <a:cubicBezTo>
                      <a:pt x="273" y="30"/>
                      <a:pt x="252" y="27"/>
                      <a:pt x="249" y="30"/>
                    </a:cubicBezTo>
                    <a:cubicBezTo>
                      <a:pt x="243" y="33"/>
                      <a:pt x="261" y="42"/>
                      <a:pt x="261" y="45"/>
                    </a:cubicBezTo>
                    <a:cubicBezTo>
                      <a:pt x="261" y="51"/>
                      <a:pt x="249" y="45"/>
                      <a:pt x="246" y="45"/>
                    </a:cubicBezTo>
                    <a:cubicBezTo>
                      <a:pt x="243" y="48"/>
                      <a:pt x="231" y="36"/>
                      <a:pt x="225" y="36"/>
                    </a:cubicBezTo>
                    <a:cubicBezTo>
                      <a:pt x="219" y="36"/>
                      <a:pt x="225" y="42"/>
                      <a:pt x="225" y="48"/>
                    </a:cubicBezTo>
                    <a:cubicBezTo>
                      <a:pt x="225" y="57"/>
                      <a:pt x="213" y="63"/>
                      <a:pt x="216" y="57"/>
                    </a:cubicBezTo>
                    <a:cubicBezTo>
                      <a:pt x="219" y="51"/>
                      <a:pt x="216" y="36"/>
                      <a:pt x="210" y="33"/>
                    </a:cubicBezTo>
                    <a:cubicBezTo>
                      <a:pt x="201" y="30"/>
                      <a:pt x="183" y="39"/>
                      <a:pt x="174" y="39"/>
                    </a:cubicBezTo>
                    <a:cubicBezTo>
                      <a:pt x="165" y="39"/>
                      <a:pt x="153" y="42"/>
                      <a:pt x="162" y="45"/>
                    </a:cubicBezTo>
                    <a:cubicBezTo>
                      <a:pt x="168" y="51"/>
                      <a:pt x="162" y="54"/>
                      <a:pt x="153" y="48"/>
                    </a:cubicBezTo>
                    <a:cubicBezTo>
                      <a:pt x="147" y="45"/>
                      <a:pt x="123" y="48"/>
                      <a:pt x="129" y="51"/>
                    </a:cubicBezTo>
                    <a:cubicBezTo>
                      <a:pt x="132" y="54"/>
                      <a:pt x="135" y="66"/>
                      <a:pt x="132" y="69"/>
                    </a:cubicBezTo>
                    <a:cubicBezTo>
                      <a:pt x="129" y="72"/>
                      <a:pt x="120" y="66"/>
                      <a:pt x="111" y="66"/>
                    </a:cubicBezTo>
                    <a:cubicBezTo>
                      <a:pt x="102" y="66"/>
                      <a:pt x="57" y="87"/>
                      <a:pt x="60" y="93"/>
                    </a:cubicBezTo>
                    <a:cubicBezTo>
                      <a:pt x="63" y="99"/>
                      <a:pt x="81" y="93"/>
                      <a:pt x="87" y="99"/>
                    </a:cubicBezTo>
                    <a:cubicBezTo>
                      <a:pt x="93" y="102"/>
                      <a:pt x="84" y="114"/>
                      <a:pt x="78" y="117"/>
                    </a:cubicBezTo>
                    <a:cubicBezTo>
                      <a:pt x="69" y="123"/>
                      <a:pt x="42" y="120"/>
                      <a:pt x="42" y="126"/>
                    </a:cubicBezTo>
                    <a:cubicBezTo>
                      <a:pt x="42" y="132"/>
                      <a:pt x="0" y="132"/>
                      <a:pt x="0" y="141"/>
                    </a:cubicBezTo>
                    <a:cubicBezTo>
                      <a:pt x="0" y="144"/>
                      <a:pt x="0" y="150"/>
                      <a:pt x="6" y="150"/>
                    </a:cubicBezTo>
                    <a:cubicBezTo>
                      <a:pt x="12" y="150"/>
                      <a:pt x="18" y="150"/>
                      <a:pt x="24" y="156"/>
                    </a:cubicBezTo>
                    <a:cubicBezTo>
                      <a:pt x="30" y="162"/>
                      <a:pt x="45" y="162"/>
                      <a:pt x="54" y="156"/>
                    </a:cubicBezTo>
                    <a:cubicBezTo>
                      <a:pt x="66" y="153"/>
                      <a:pt x="72" y="159"/>
                      <a:pt x="72" y="165"/>
                    </a:cubicBezTo>
                    <a:cubicBezTo>
                      <a:pt x="72" y="171"/>
                      <a:pt x="51" y="162"/>
                      <a:pt x="42" y="165"/>
                    </a:cubicBezTo>
                    <a:cubicBezTo>
                      <a:pt x="36" y="171"/>
                      <a:pt x="15" y="168"/>
                      <a:pt x="15" y="171"/>
                    </a:cubicBezTo>
                    <a:cubicBezTo>
                      <a:pt x="15" y="177"/>
                      <a:pt x="27" y="174"/>
                      <a:pt x="36" y="177"/>
                    </a:cubicBezTo>
                    <a:cubicBezTo>
                      <a:pt x="45" y="177"/>
                      <a:pt x="36" y="183"/>
                      <a:pt x="36" y="186"/>
                    </a:cubicBezTo>
                    <a:cubicBezTo>
                      <a:pt x="36" y="189"/>
                      <a:pt x="39" y="189"/>
                      <a:pt x="48" y="192"/>
                    </a:cubicBezTo>
                    <a:cubicBezTo>
                      <a:pt x="57" y="198"/>
                      <a:pt x="72" y="201"/>
                      <a:pt x="66" y="195"/>
                    </a:cubicBezTo>
                    <a:cubicBezTo>
                      <a:pt x="63" y="189"/>
                      <a:pt x="75" y="192"/>
                      <a:pt x="78" y="195"/>
                    </a:cubicBezTo>
                    <a:cubicBezTo>
                      <a:pt x="81" y="198"/>
                      <a:pt x="87" y="189"/>
                      <a:pt x="93" y="192"/>
                    </a:cubicBezTo>
                    <a:cubicBezTo>
                      <a:pt x="99" y="192"/>
                      <a:pt x="102" y="186"/>
                      <a:pt x="108" y="189"/>
                    </a:cubicBezTo>
                    <a:cubicBezTo>
                      <a:pt x="111" y="192"/>
                      <a:pt x="135" y="195"/>
                      <a:pt x="144" y="198"/>
                    </a:cubicBezTo>
                    <a:cubicBezTo>
                      <a:pt x="153" y="201"/>
                      <a:pt x="162" y="204"/>
                      <a:pt x="162" y="210"/>
                    </a:cubicBezTo>
                    <a:cubicBezTo>
                      <a:pt x="162" y="216"/>
                      <a:pt x="168" y="222"/>
                      <a:pt x="177" y="225"/>
                    </a:cubicBezTo>
                    <a:cubicBezTo>
                      <a:pt x="186" y="228"/>
                      <a:pt x="189" y="237"/>
                      <a:pt x="189" y="243"/>
                    </a:cubicBezTo>
                    <a:cubicBezTo>
                      <a:pt x="186" y="249"/>
                      <a:pt x="198" y="252"/>
                      <a:pt x="195" y="255"/>
                    </a:cubicBezTo>
                    <a:cubicBezTo>
                      <a:pt x="195" y="258"/>
                      <a:pt x="195" y="261"/>
                      <a:pt x="201" y="267"/>
                    </a:cubicBezTo>
                    <a:cubicBezTo>
                      <a:pt x="207" y="273"/>
                      <a:pt x="192" y="276"/>
                      <a:pt x="195" y="282"/>
                    </a:cubicBezTo>
                    <a:cubicBezTo>
                      <a:pt x="198" y="285"/>
                      <a:pt x="189" y="294"/>
                      <a:pt x="201" y="297"/>
                    </a:cubicBezTo>
                    <a:cubicBezTo>
                      <a:pt x="213" y="297"/>
                      <a:pt x="210" y="288"/>
                      <a:pt x="219" y="288"/>
                    </a:cubicBezTo>
                    <a:cubicBezTo>
                      <a:pt x="225" y="288"/>
                      <a:pt x="219" y="297"/>
                      <a:pt x="222" y="300"/>
                    </a:cubicBezTo>
                    <a:cubicBezTo>
                      <a:pt x="225" y="306"/>
                      <a:pt x="234" y="303"/>
                      <a:pt x="243" y="312"/>
                    </a:cubicBezTo>
                    <a:cubicBezTo>
                      <a:pt x="252" y="318"/>
                      <a:pt x="246" y="321"/>
                      <a:pt x="240" y="315"/>
                    </a:cubicBezTo>
                    <a:cubicBezTo>
                      <a:pt x="231" y="309"/>
                      <a:pt x="210" y="312"/>
                      <a:pt x="210" y="312"/>
                    </a:cubicBezTo>
                    <a:cubicBezTo>
                      <a:pt x="210" y="315"/>
                      <a:pt x="234" y="330"/>
                      <a:pt x="240" y="327"/>
                    </a:cubicBezTo>
                    <a:cubicBezTo>
                      <a:pt x="246" y="324"/>
                      <a:pt x="252" y="336"/>
                      <a:pt x="249" y="339"/>
                    </a:cubicBezTo>
                    <a:cubicBezTo>
                      <a:pt x="246" y="342"/>
                      <a:pt x="249" y="351"/>
                      <a:pt x="246" y="354"/>
                    </a:cubicBezTo>
                    <a:cubicBezTo>
                      <a:pt x="246" y="357"/>
                      <a:pt x="237" y="354"/>
                      <a:pt x="234" y="354"/>
                    </a:cubicBezTo>
                    <a:cubicBezTo>
                      <a:pt x="228" y="357"/>
                      <a:pt x="225" y="357"/>
                      <a:pt x="225" y="363"/>
                    </a:cubicBezTo>
                    <a:cubicBezTo>
                      <a:pt x="225" y="369"/>
                      <a:pt x="216" y="372"/>
                      <a:pt x="213" y="381"/>
                    </a:cubicBezTo>
                    <a:cubicBezTo>
                      <a:pt x="213" y="387"/>
                      <a:pt x="222" y="387"/>
                      <a:pt x="225" y="390"/>
                    </a:cubicBezTo>
                    <a:cubicBezTo>
                      <a:pt x="231" y="393"/>
                      <a:pt x="216" y="393"/>
                      <a:pt x="216" y="399"/>
                    </a:cubicBezTo>
                    <a:cubicBezTo>
                      <a:pt x="216" y="405"/>
                      <a:pt x="228" y="414"/>
                      <a:pt x="231" y="417"/>
                    </a:cubicBezTo>
                    <a:cubicBezTo>
                      <a:pt x="237" y="417"/>
                      <a:pt x="234" y="429"/>
                      <a:pt x="234" y="435"/>
                    </a:cubicBezTo>
                    <a:cubicBezTo>
                      <a:pt x="237" y="441"/>
                      <a:pt x="243" y="435"/>
                      <a:pt x="240" y="441"/>
                    </a:cubicBezTo>
                    <a:cubicBezTo>
                      <a:pt x="240" y="447"/>
                      <a:pt x="246" y="447"/>
                      <a:pt x="246" y="453"/>
                    </a:cubicBezTo>
                    <a:cubicBezTo>
                      <a:pt x="246" y="456"/>
                      <a:pt x="258" y="456"/>
                      <a:pt x="255" y="462"/>
                    </a:cubicBezTo>
                    <a:cubicBezTo>
                      <a:pt x="252" y="468"/>
                      <a:pt x="258" y="471"/>
                      <a:pt x="261" y="477"/>
                    </a:cubicBezTo>
                    <a:cubicBezTo>
                      <a:pt x="264" y="480"/>
                      <a:pt x="273" y="486"/>
                      <a:pt x="273" y="489"/>
                    </a:cubicBezTo>
                    <a:cubicBezTo>
                      <a:pt x="276" y="492"/>
                      <a:pt x="279" y="498"/>
                      <a:pt x="285" y="498"/>
                    </a:cubicBezTo>
                    <a:cubicBezTo>
                      <a:pt x="291" y="495"/>
                      <a:pt x="291" y="501"/>
                      <a:pt x="297" y="501"/>
                    </a:cubicBezTo>
                    <a:cubicBezTo>
                      <a:pt x="303" y="501"/>
                      <a:pt x="309" y="504"/>
                      <a:pt x="309" y="507"/>
                    </a:cubicBezTo>
                    <a:cubicBezTo>
                      <a:pt x="312" y="510"/>
                      <a:pt x="327" y="513"/>
                      <a:pt x="330" y="513"/>
                    </a:cubicBezTo>
                    <a:cubicBezTo>
                      <a:pt x="333" y="516"/>
                      <a:pt x="336" y="507"/>
                      <a:pt x="339" y="504"/>
                    </a:cubicBezTo>
                    <a:cubicBezTo>
                      <a:pt x="342" y="504"/>
                      <a:pt x="342" y="489"/>
                      <a:pt x="345" y="489"/>
                    </a:cubicBezTo>
                    <a:cubicBezTo>
                      <a:pt x="348" y="486"/>
                      <a:pt x="345" y="471"/>
                      <a:pt x="342" y="471"/>
                    </a:cubicBezTo>
                    <a:cubicBezTo>
                      <a:pt x="339" y="468"/>
                      <a:pt x="342" y="462"/>
                      <a:pt x="348" y="465"/>
                    </a:cubicBezTo>
                    <a:cubicBezTo>
                      <a:pt x="357" y="465"/>
                      <a:pt x="354" y="459"/>
                      <a:pt x="357" y="456"/>
                    </a:cubicBezTo>
                    <a:cubicBezTo>
                      <a:pt x="360" y="456"/>
                      <a:pt x="360" y="450"/>
                      <a:pt x="363" y="447"/>
                    </a:cubicBezTo>
                    <a:cubicBezTo>
                      <a:pt x="366" y="447"/>
                      <a:pt x="363" y="444"/>
                      <a:pt x="363" y="441"/>
                    </a:cubicBezTo>
                    <a:cubicBezTo>
                      <a:pt x="360" y="438"/>
                      <a:pt x="363" y="435"/>
                      <a:pt x="366" y="435"/>
                    </a:cubicBezTo>
                    <a:cubicBezTo>
                      <a:pt x="372" y="435"/>
                      <a:pt x="369" y="429"/>
                      <a:pt x="363" y="426"/>
                    </a:cubicBezTo>
                    <a:cubicBezTo>
                      <a:pt x="360" y="423"/>
                      <a:pt x="360" y="417"/>
                      <a:pt x="366" y="423"/>
                    </a:cubicBezTo>
                    <a:cubicBezTo>
                      <a:pt x="372" y="426"/>
                      <a:pt x="375" y="423"/>
                      <a:pt x="372" y="420"/>
                    </a:cubicBezTo>
                    <a:cubicBezTo>
                      <a:pt x="369" y="414"/>
                      <a:pt x="375" y="414"/>
                      <a:pt x="384" y="411"/>
                    </a:cubicBezTo>
                    <a:cubicBezTo>
                      <a:pt x="390" y="411"/>
                      <a:pt x="393" y="408"/>
                      <a:pt x="393" y="402"/>
                    </a:cubicBezTo>
                    <a:cubicBezTo>
                      <a:pt x="390" y="396"/>
                      <a:pt x="399" y="399"/>
                      <a:pt x="399" y="402"/>
                    </a:cubicBezTo>
                    <a:cubicBezTo>
                      <a:pt x="396" y="408"/>
                      <a:pt x="396" y="411"/>
                      <a:pt x="399" y="408"/>
                    </a:cubicBezTo>
                    <a:cubicBezTo>
                      <a:pt x="405" y="405"/>
                      <a:pt x="411" y="408"/>
                      <a:pt x="420" y="405"/>
                    </a:cubicBezTo>
                    <a:cubicBezTo>
                      <a:pt x="432" y="402"/>
                      <a:pt x="444" y="390"/>
                      <a:pt x="447" y="381"/>
                    </a:cubicBezTo>
                    <a:cubicBezTo>
                      <a:pt x="450" y="372"/>
                      <a:pt x="462" y="375"/>
                      <a:pt x="459" y="369"/>
                    </a:cubicBezTo>
                    <a:cubicBezTo>
                      <a:pt x="459" y="363"/>
                      <a:pt x="462" y="360"/>
                      <a:pt x="471" y="363"/>
                    </a:cubicBezTo>
                    <a:cubicBezTo>
                      <a:pt x="480" y="369"/>
                      <a:pt x="474" y="360"/>
                      <a:pt x="483" y="360"/>
                    </a:cubicBezTo>
                    <a:cubicBezTo>
                      <a:pt x="492" y="360"/>
                      <a:pt x="489" y="357"/>
                      <a:pt x="498" y="357"/>
                    </a:cubicBezTo>
                    <a:cubicBezTo>
                      <a:pt x="507" y="357"/>
                      <a:pt x="531" y="354"/>
                      <a:pt x="540" y="348"/>
                    </a:cubicBezTo>
                    <a:cubicBezTo>
                      <a:pt x="546" y="339"/>
                      <a:pt x="564" y="333"/>
                      <a:pt x="570" y="330"/>
                    </a:cubicBezTo>
                    <a:cubicBezTo>
                      <a:pt x="579" y="327"/>
                      <a:pt x="579" y="321"/>
                      <a:pt x="576" y="324"/>
                    </a:cubicBezTo>
                    <a:cubicBezTo>
                      <a:pt x="570" y="327"/>
                      <a:pt x="561" y="327"/>
                      <a:pt x="555" y="324"/>
                    </a:cubicBezTo>
                    <a:cubicBezTo>
                      <a:pt x="549" y="324"/>
                      <a:pt x="537" y="318"/>
                      <a:pt x="531" y="321"/>
                    </a:cubicBezTo>
                    <a:cubicBezTo>
                      <a:pt x="522" y="327"/>
                      <a:pt x="528" y="315"/>
                      <a:pt x="534" y="315"/>
                    </a:cubicBezTo>
                    <a:cubicBezTo>
                      <a:pt x="540" y="315"/>
                      <a:pt x="537" y="312"/>
                      <a:pt x="537" y="303"/>
                    </a:cubicBezTo>
                    <a:cubicBezTo>
                      <a:pt x="534" y="297"/>
                      <a:pt x="546" y="303"/>
                      <a:pt x="552" y="309"/>
                    </a:cubicBezTo>
                    <a:cubicBezTo>
                      <a:pt x="558" y="318"/>
                      <a:pt x="567" y="321"/>
                      <a:pt x="576" y="318"/>
                    </a:cubicBezTo>
                    <a:cubicBezTo>
                      <a:pt x="585" y="315"/>
                      <a:pt x="576" y="309"/>
                      <a:pt x="579" y="303"/>
                    </a:cubicBezTo>
                    <a:cubicBezTo>
                      <a:pt x="585" y="297"/>
                      <a:pt x="552" y="282"/>
                      <a:pt x="552" y="276"/>
                    </a:cubicBezTo>
                    <a:cubicBezTo>
                      <a:pt x="549" y="273"/>
                      <a:pt x="558" y="276"/>
                      <a:pt x="567" y="279"/>
                    </a:cubicBezTo>
                    <a:cubicBezTo>
                      <a:pt x="576" y="282"/>
                      <a:pt x="579" y="273"/>
                      <a:pt x="579" y="267"/>
                    </a:cubicBezTo>
                    <a:cubicBezTo>
                      <a:pt x="579" y="264"/>
                      <a:pt x="561" y="261"/>
                      <a:pt x="552" y="267"/>
                    </a:cubicBezTo>
                    <a:cubicBezTo>
                      <a:pt x="543" y="273"/>
                      <a:pt x="534" y="261"/>
                      <a:pt x="546" y="261"/>
                    </a:cubicBezTo>
                    <a:cubicBezTo>
                      <a:pt x="558" y="258"/>
                      <a:pt x="546" y="255"/>
                      <a:pt x="552" y="249"/>
                    </a:cubicBezTo>
                    <a:cubicBezTo>
                      <a:pt x="555" y="246"/>
                      <a:pt x="567" y="261"/>
                      <a:pt x="576" y="258"/>
                    </a:cubicBezTo>
                    <a:cubicBezTo>
                      <a:pt x="582" y="255"/>
                      <a:pt x="588" y="258"/>
                      <a:pt x="594" y="252"/>
                    </a:cubicBezTo>
                    <a:cubicBezTo>
                      <a:pt x="600" y="249"/>
                      <a:pt x="582" y="243"/>
                      <a:pt x="579" y="240"/>
                    </a:cubicBezTo>
                    <a:cubicBezTo>
                      <a:pt x="576" y="234"/>
                      <a:pt x="597" y="237"/>
                      <a:pt x="606" y="237"/>
                    </a:cubicBezTo>
                    <a:cubicBezTo>
                      <a:pt x="612" y="237"/>
                      <a:pt x="612" y="228"/>
                      <a:pt x="609" y="228"/>
                    </a:cubicBezTo>
                    <a:cubicBezTo>
                      <a:pt x="603" y="231"/>
                      <a:pt x="582" y="222"/>
                      <a:pt x="588" y="216"/>
                    </a:cubicBezTo>
                    <a:cubicBezTo>
                      <a:pt x="591" y="210"/>
                      <a:pt x="600" y="216"/>
                      <a:pt x="606" y="213"/>
                    </a:cubicBezTo>
                    <a:cubicBezTo>
                      <a:pt x="615" y="210"/>
                      <a:pt x="609" y="192"/>
                      <a:pt x="603" y="192"/>
                    </a:cubicBezTo>
                    <a:cubicBezTo>
                      <a:pt x="597" y="192"/>
                      <a:pt x="582" y="189"/>
                      <a:pt x="582" y="186"/>
                    </a:cubicBezTo>
                    <a:cubicBezTo>
                      <a:pt x="582" y="183"/>
                      <a:pt x="570" y="183"/>
                      <a:pt x="573" y="180"/>
                    </a:cubicBezTo>
                    <a:cubicBezTo>
                      <a:pt x="576" y="177"/>
                      <a:pt x="582" y="183"/>
                      <a:pt x="588" y="177"/>
                    </a:cubicBezTo>
                    <a:cubicBezTo>
                      <a:pt x="597" y="171"/>
                      <a:pt x="612" y="177"/>
                      <a:pt x="618" y="177"/>
                    </a:cubicBezTo>
                    <a:cubicBezTo>
                      <a:pt x="627" y="174"/>
                      <a:pt x="615" y="162"/>
                      <a:pt x="612" y="165"/>
                    </a:cubicBezTo>
                    <a:cubicBezTo>
                      <a:pt x="609" y="168"/>
                      <a:pt x="594" y="168"/>
                      <a:pt x="594" y="162"/>
                    </a:cubicBezTo>
                    <a:cubicBezTo>
                      <a:pt x="594" y="153"/>
                      <a:pt x="606" y="162"/>
                      <a:pt x="609" y="156"/>
                    </a:cubicBezTo>
                    <a:cubicBezTo>
                      <a:pt x="612" y="153"/>
                      <a:pt x="591" y="144"/>
                      <a:pt x="585" y="153"/>
                    </a:cubicBezTo>
                    <a:cubicBezTo>
                      <a:pt x="582" y="159"/>
                      <a:pt x="570" y="156"/>
                      <a:pt x="576" y="153"/>
                    </a:cubicBezTo>
                    <a:cubicBezTo>
                      <a:pt x="585" y="150"/>
                      <a:pt x="585" y="138"/>
                      <a:pt x="585" y="132"/>
                    </a:cubicBezTo>
                    <a:cubicBezTo>
                      <a:pt x="585" y="126"/>
                      <a:pt x="606" y="126"/>
                      <a:pt x="603" y="117"/>
                    </a:cubicBezTo>
                    <a:cubicBezTo>
                      <a:pt x="603" y="108"/>
                      <a:pt x="615" y="105"/>
                      <a:pt x="624" y="105"/>
                    </a:cubicBezTo>
                    <a:cubicBezTo>
                      <a:pt x="630" y="105"/>
                      <a:pt x="624" y="96"/>
                      <a:pt x="615" y="96"/>
                    </a:cubicBezTo>
                    <a:cubicBezTo>
                      <a:pt x="609" y="96"/>
                      <a:pt x="600" y="105"/>
                      <a:pt x="597" y="102"/>
                    </a:cubicBezTo>
                    <a:cubicBezTo>
                      <a:pt x="594" y="99"/>
                      <a:pt x="606" y="93"/>
                      <a:pt x="612" y="93"/>
                    </a:cubicBezTo>
                    <a:cubicBezTo>
                      <a:pt x="618" y="93"/>
                      <a:pt x="636" y="93"/>
                      <a:pt x="639" y="90"/>
                    </a:cubicBezTo>
                    <a:cubicBezTo>
                      <a:pt x="645" y="87"/>
                      <a:pt x="630" y="84"/>
                      <a:pt x="621" y="84"/>
                    </a:cubicBezTo>
                    <a:cubicBezTo>
                      <a:pt x="609" y="84"/>
                      <a:pt x="609" y="81"/>
                      <a:pt x="624" y="81"/>
                    </a:cubicBezTo>
                    <a:cubicBezTo>
                      <a:pt x="642" y="81"/>
                      <a:pt x="639" y="78"/>
                      <a:pt x="651" y="75"/>
                    </a:cubicBezTo>
                    <a:cubicBezTo>
                      <a:pt x="660" y="75"/>
                      <a:pt x="657" y="69"/>
                      <a:pt x="663" y="69"/>
                    </a:cubicBezTo>
                    <a:cubicBezTo>
                      <a:pt x="672" y="69"/>
                      <a:pt x="690" y="60"/>
                      <a:pt x="690" y="57"/>
                    </a:cubicBezTo>
                    <a:cubicBezTo>
                      <a:pt x="690" y="54"/>
                      <a:pt x="663" y="45"/>
                      <a:pt x="651" y="45"/>
                    </a:cubicBezTo>
                    <a:close/>
                    <a:moveTo>
                      <a:pt x="237" y="336"/>
                    </a:moveTo>
                    <a:cubicBezTo>
                      <a:pt x="237" y="330"/>
                      <a:pt x="231" y="336"/>
                      <a:pt x="228" y="327"/>
                    </a:cubicBezTo>
                    <a:cubicBezTo>
                      <a:pt x="222" y="321"/>
                      <a:pt x="207" y="318"/>
                      <a:pt x="204" y="324"/>
                    </a:cubicBezTo>
                    <a:cubicBezTo>
                      <a:pt x="204" y="327"/>
                      <a:pt x="198" y="330"/>
                      <a:pt x="204" y="333"/>
                    </a:cubicBezTo>
                    <a:cubicBezTo>
                      <a:pt x="207" y="339"/>
                      <a:pt x="210" y="336"/>
                      <a:pt x="216" y="342"/>
                    </a:cubicBezTo>
                    <a:cubicBezTo>
                      <a:pt x="219" y="345"/>
                      <a:pt x="234" y="342"/>
                      <a:pt x="237" y="3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1" name="Freeform 131">
                <a:extLst>
                  <a:ext uri="{FF2B5EF4-FFF2-40B4-BE49-F238E27FC236}">
                    <a16:creationId xmlns:a16="http://schemas.microsoft.com/office/drawing/2014/main" id="{AFD47738-5248-DF35-7029-F0BF52567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5445" y="4552266"/>
                <a:ext cx="52719" cy="40553"/>
              </a:xfrm>
              <a:custGeom>
                <a:avLst/>
                <a:gdLst>
                  <a:gd name="T0" fmla="*/ 0 w 27"/>
                  <a:gd name="T1" fmla="*/ 3 h 21"/>
                  <a:gd name="T2" fmla="*/ 12 w 27"/>
                  <a:gd name="T3" fmla="*/ 9 h 21"/>
                  <a:gd name="T4" fmla="*/ 24 w 27"/>
                  <a:gd name="T5" fmla="*/ 15 h 21"/>
                  <a:gd name="T6" fmla="*/ 0 w 27"/>
                  <a:gd name="T7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1">
                    <a:moveTo>
                      <a:pt x="0" y="3"/>
                    </a:moveTo>
                    <a:cubicBezTo>
                      <a:pt x="3" y="9"/>
                      <a:pt x="6" y="6"/>
                      <a:pt x="12" y="9"/>
                    </a:cubicBezTo>
                    <a:cubicBezTo>
                      <a:pt x="15" y="15"/>
                      <a:pt x="18" y="21"/>
                      <a:pt x="24" y="15"/>
                    </a:cubicBezTo>
                    <a:cubicBezTo>
                      <a:pt x="27" y="9"/>
                      <a:pt x="0" y="0"/>
                      <a:pt x="0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2" name="Freeform 132">
                <a:extLst>
                  <a:ext uri="{FF2B5EF4-FFF2-40B4-BE49-F238E27FC236}">
                    <a16:creationId xmlns:a16="http://schemas.microsoft.com/office/drawing/2014/main" id="{608C5CF2-B970-9BB6-061D-94D04CF5ED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65546" y="786208"/>
                <a:ext cx="1924935" cy="1482902"/>
              </a:xfrm>
              <a:custGeom>
                <a:avLst/>
                <a:gdLst>
                  <a:gd name="T0" fmla="*/ 207 w 1005"/>
                  <a:gd name="T1" fmla="*/ 681 h 774"/>
                  <a:gd name="T2" fmla="*/ 189 w 1005"/>
                  <a:gd name="T3" fmla="*/ 225 h 774"/>
                  <a:gd name="T4" fmla="*/ 387 w 1005"/>
                  <a:gd name="T5" fmla="*/ 249 h 774"/>
                  <a:gd name="T6" fmla="*/ 258 w 1005"/>
                  <a:gd name="T7" fmla="*/ 267 h 774"/>
                  <a:gd name="T8" fmla="*/ 387 w 1005"/>
                  <a:gd name="T9" fmla="*/ 333 h 774"/>
                  <a:gd name="T10" fmla="*/ 237 w 1005"/>
                  <a:gd name="T11" fmla="*/ 192 h 774"/>
                  <a:gd name="T12" fmla="*/ 210 w 1005"/>
                  <a:gd name="T13" fmla="*/ 183 h 774"/>
                  <a:gd name="T14" fmla="*/ 369 w 1005"/>
                  <a:gd name="T15" fmla="*/ 213 h 774"/>
                  <a:gd name="T16" fmla="*/ 297 w 1005"/>
                  <a:gd name="T17" fmla="*/ 144 h 774"/>
                  <a:gd name="T18" fmla="*/ 414 w 1005"/>
                  <a:gd name="T19" fmla="*/ 117 h 774"/>
                  <a:gd name="T20" fmla="*/ 417 w 1005"/>
                  <a:gd name="T21" fmla="*/ 159 h 774"/>
                  <a:gd name="T22" fmla="*/ 420 w 1005"/>
                  <a:gd name="T23" fmla="*/ 183 h 774"/>
                  <a:gd name="T24" fmla="*/ 543 w 1005"/>
                  <a:gd name="T25" fmla="*/ 147 h 774"/>
                  <a:gd name="T26" fmla="*/ 492 w 1005"/>
                  <a:gd name="T27" fmla="*/ 231 h 774"/>
                  <a:gd name="T28" fmla="*/ 687 w 1005"/>
                  <a:gd name="T29" fmla="*/ 219 h 774"/>
                  <a:gd name="T30" fmla="*/ 582 w 1005"/>
                  <a:gd name="T31" fmla="*/ 150 h 774"/>
                  <a:gd name="T32" fmla="*/ 600 w 1005"/>
                  <a:gd name="T33" fmla="*/ 81 h 774"/>
                  <a:gd name="T34" fmla="*/ 588 w 1005"/>
                  <a:gd name="T35" fmla="*/ 66 h 774"/>
                  <a:gd name="T36" fmla="*/ 636 w 1005"/>
                  <a:gd name="T37" fmla="*/ 120 h 774"/>
                  <a:gd name="T38" fmla="*/ 699 w 1005"/>
                  <a:gd name="T39" fmla="*/ 180 h 774"/>
                  <a:gd name="T40" fmla="*/ 795 w 1005"/>
                  <a:gd name="T41" fmla="*/ 87 h 774"/>
                  <a:gd name="T42" fmla="*/ 762 w 1005"/>
                  <a:gd name="T43" fmla="*/ 9 h 774"/>
                  <a:gd name="T44" fmla="*/ 570 w 1005"/>
                  <a:gd name="T45" fmla="*/ 45 h 774"/>
                  <a:gd name="T46" fmla="*/ 624 w 1005"/>
                  <a:gd name="T47" fmla="*/ 438 h 774"/>
                  <a:gd name="T48" fmla="*/ 828 w 1005"/>
                  <a:gd name="T49" fmla="*/ 339 h 774"/>
                  <a:gd name="T50" fmla="*/ 747 w 1005"/>
                  <a:gd name="T51" fmla="*/ 270 h 774"/>
                  <a:gd name="T52" fmla="*/ 624 w 1005"/>
                  <a:gd name="T53" fmla="*/ 249 h 774"/>
                  <a:gd name="T54" fmla="*/ 705 w 1005"/>
                  <a:gd name="T55" fmla="*/ 309 h 774"/>
                  <a:gd name="T56" fmla="*/ 738 w 1005"/>
                  <a:gd name="T57" fmla="*/ 408 h 774"/>
                  <a:gd name="T58" fmla="*/ 852 w 1005"/>
                  <a:gd name="T59" fmla="*/ 417 h 774"/>
                  <a:gd name="T60" fmla="*/ 684 w 1005"/>
                  <a:gd name="T61" fmla="*/ 240 h 774"/>
                  <a:gd name="T62" fmla="*/ 963 w 1005"/>
                  <a:gd name="T63" fmla="*/ 639 h 774"/>
                  <a:gd name="T64" fmla="*/ 111 w 1005"/>
                  <a:gd name="T65" fmla="*/ 627 h 774"/>
                  <a:gd name="T66" fmla="*/ 822 w 1005"/>
                  <a:gd name="T67" fmla="*/ 684 h 774"/>
                  <a:gd name="T68" fmla="*/ 963 w 1005"/>
                  <a:gd name="T69" fmla="*/ 609 h 774"/>
                  <a:gd name="T70" fmla="*/ 897 w 1005"/>
                  <a:gd name="T71" fmla="*/ 558 h 774"/>
                  <a:gd name="T72" fmla="*/ 846 w 1005"/>
                  <a:gd name="T73" fmla="*/ 528 h 774"/>
                  <a:gd name="T74" fmla="*/ 765 w 1005"/>
                  <a:gd name="T75" fmla="*/ 462 h 774"/>
                  <a:gd name="T76" fmla="*/ 729 w 1005"/>
                  <a:gd name="T77" fmla="*/ 543 h 774"/>
                  <a:gd name="T78" fmla="*/ 666 w 1005"/>
                  <a:gd name="T79" fmla="*/ 615 h 774"/>
                  <a:gd name="T80" fmla="*/ 540 w 1005"/>
                  <a:gd name="T81" fmla="*/ 525 h 774"/>
                  <a:gd name="T82" fmla="*/ 579 w 1005"/>
                  <a:gd name="T83" fmla="*/ 429 h 774"/>
                  <a:gd name="T84" fmla="*/ 651 w 1005"/>
                  <a:gd name="T85" fmla="*/ 387 h 774"/>
                  <a:gd name="T86" fmla="*/ 636 w 1005"/>
                  <a:gd name="T87" fmla="*/ 339 h 774"/>
                  <a:gd name="T88" fmla="*/ 582 w 1005"/>
                  <a:gd name="T89" fmla="*/ 342 h 774"/>
                  <a:gd name="T90" fmla="*/ 537 w 1005"/>
                  <a:gd name="T91" fmla="*/ 270 h 774"/>
                  <a:gd name="T92" fmla="*/ 519 w 1005"/>
                  <a:gd name="T93" fmla="*/ 291 h 774"/>
                  <a:gd name="T94" fmla="*/ 510 w 1005"/>
                  <a:gd name="T95" fmla="*/ 363 h 774"/>
                  <a:gd name="T96" fmla="*/ 492 w 1005"/>
                  <a:gd name="T97" fmla="*/ 348 h 774"/>
                  <a:gd name="T98" fmla="*/ 399 w 1005"/>
                  <a:gd name="T99" fmla="*/ 348 h 774"/>
                  <a:gd name="T100" fmla="*/ 270 w 1005"/>
                  <a:gd name="T101" fmla="*/ 339 h 774"/>
                  <a:gd name="T102" fmla="*/ 99 w 1005"/>
                  <a:gd name="T103" fmla="*/ 339 h 774"/>
                  <a:gd name="T104" fmla="*/ 48 w 1005"/>
                  <a:gd name="T105" fmla="*/ 339 h 774"/>
                  <a:gd name="T106" fmla="*/ 129 w 1005"/>
                  <a:gd name="T107" fmla="*/ 588 h 774"/>
                  <a:gd name="T108" fmla="*/ 183 w 1005"/>
                  <a:gd name="T109" fmla="*/ 657 h 774"/>
                  <a:gd name="T110" fmla="*/ 624 w 1005"/>
                  <a:gd name="T111" fmla="*/ 687 h 774"/>
                  <a:gd name="T112" fmla="*/ 702 w 1005"/>
                  <a:gd name="T113" fmla="*/ 765 h 774"/>
                  <a:gd name="T114" fmla="*/ 867 w 1005"/>
                  <a:gd name="T115" fmla="*/ 720 h 774"/>
                  <a:gd name="T116" fmla="*/ 243 w 1005"/>
                  <a:gd name="T117" fmla="*/ 405 h 774"/>
                  <a:gd name="T118" fmla="*/ 243 w 1005"/>
                  <a:gd name="T119" fmla="*/ 390 h 774"/>
                  <a:gd name="T120" fmla="*/ 504 w 1005"/>
                  <a:gd name="T121" fmla="*/ 654 h 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05" h="774">
                    <a:moveTo>
                      <a:pt x="198" y="678"/>
                    </a:moveTo>
                    <a:cubicBezTo>
                      <a:pt x="195" y="675"/>
                      <a:pt x="189" y="675"/>
                      <a:pt x="186" y="672"/>
                    </a:cubicBezTo>
                    <a:cubicBezTo>
                      <a:pt x="186" y="669"/>
                      <a:pt x="177" y="657"/>
                      <a:pt x="174" y="657"/>
                    </a:cubicBezTo>
                    <a:cubicBezTo>
                      <a:pt x="168" y="657"/>
                      <a:pt x="162" y="657"/>
                      <a:pt x="159" y="654"/>
                    </a:cubicBezTo>
                    <a:cubicBezTo>
                      <a:pt x="153" y="651"/>
                      <a:pt x="150" y="648"/>
                      <a:pt x="147" y="651"/>
                    </a:cubicBezTo>
                    <a:cubicBezTo>
                      <a:pt x="144" y="654"/>
                      <a:pt x="150" y="654"/>
                      <a:pt x="150" y="657"/>
                    </a:cubicBezTo>
                    <a:cubicBezTo>
                      <a:pt x="150" y="660"/>
                      <a:pt x="153" y="660"/>
                      <a:pt x="156" y="660"/>
                    </a:cubicBezTo>
                    <a:cubicBezTo>
                      <a:pt x="159" y="660"/>
                      <a:pt x="159" y="666"/>
                      <a:pt x="162" y="666"/>
                    </a:cubicBezTo>
                    <a:cubicBezTo>
                      <a:pt x="165" y="666"/>
                      <a:pt x="168" y="672"/>
                      <a:pt x="171" y="672"/>
                    </a:cubicBezTo>
                    <a:cubicBezTo>
                      <a:pt x="174" y="672"/>
                      <a:pt x="174" y="675"/>
                      <a:pt x="177" y="678"/>
                    </a:cubicBezTo>
                    <a:cubicBezTo>
                      <a:pt x="177" y="681"/>
                      <a:pt x="183" y="678"/>
                      <a:pt x="183" y="681"/>
                    </a:cubicBezTo>
                    <a:cubicBezTo>
                      <a:pt x="183" y="681"/>
                      <a:pt x="186" y="684"/>
                      <a:pt x="186" y="687"/>
                    </a:cubicBezTo>
                    <a:cubicBezTo>
                      <a:pt x="195" y="687"/>
                      <a:pt x="201" y="687"/>
                      <a:pt x="204" y="687"/>
                    </a:cubicBezTo>
                    <a:cubicBezTo>
                      <a:pt x="204" y="684"/>
                      <a:pt x="207" y="684"/>
                      <a:pt x="207" y="681"/>
                    </a:cubicBezTo>
                    <a:cubicBezTo>
                      <a:pt x="207" y="678"/>
                      <a:pt x="204" y="681"/>
                      <a:pt x="198" y="678"/>
                    </a:cubicBezTo>
                    <a:close/>
                    <a:moveTo>
                      <a:pt x="192" y="279"/>
                    </a:moveTo>
                    <a:cubicBezTo>
                      <a:pt x="201" y="282"/>
                      <a:pt x="201" y="297"/>
                      <a:pt x="207" y="297"/>
                    </a:cubicBezTo>
                    <a:cubicBezTo>
                      <a:pt x="210" y="297"/>
                      <a:pt x="207" y="294"/>
                      <a:pt x="213" y="294"/>
                    </a:cubicBezTo>
                    <a:cubicBezTo>
                      <a:pt x="222" y="294"/>
                      <a:pt x="219" y="291"/>
                      <a:pt x="225" y="291"/>
                    </a:cubicBezTo>
                    <a:cubicBezTo>
                      <a:pt x="231" y="291"/>
                      <a:pt x="237" y="288"/>
                      <a:pt x="237" y="282"/>
                    </a:cubicBezTo>
                    <a:cubicBezTo>
                      <a:pt x="237" y="276"/>
                      <a:pt x="240" y="273"/>
                      <a:pt x="246" y="270"/>
                    </a:cubicBezTo>
                    <a:cubicBezTo>
                      <a:pt x="252" y="270"/>
                      <a:pt x="246" y="261"/>
                      <a:pt x="255" y="261"/>
                    </a:cubicBezTo>
                    <a:cubicBezTo>
                      <a:pt x="264" y="258"/>
                      <a:pt x="288" y="249"/>
                      <a:pt x="291" y="246"/>
                    </a:cubicBezTo>
                    <a:cubicBezTo>
                      <a:pt x="297" y="243"/>
                      <a:pt x="288" y="237"/>
                      <a:pt x="279" y="231"/>
                    </a:cubicBezTo>
                    <a:cubicBezTo>
                      <a:pt x="270" y="228"/>
                      <a:pt x="261" y="225"/>
                      <a:pt x="255" y="231"/>
                    </a:cubicBezTo>
                    <a:cubicBezTo>
                      <a:pt x="249" y="234"/>
                      <a:pt x="252" y="225"/>
                      <a:pt x="249" y="228"/>
                    </a:cubicBezTo>
                    <a:cubicBezTo>
                      <a:pt x="243" y="231"/>
                      <a:pt x="228" y="222"/>
                      <a:pt x="225" y="222"/>
                    </a:cubicBezTo>
                    <a:cubicBezTo>
                      <a:pt x="222" y="219"/>
                      <a:pt x="195" y="225"/>
                      <a:pt x="189" y="225"/>
                    </a:cubicBezTo>
                    <a:cubicBezTo>
                      <a:pt x="183" y="225"/>
                      <a:pt x="189" y="234"/>
                      <a:pt x="195" y="237"/>
                    </a:cubicBezTo>
                    <a:cubicBezTo>
                      <a:pt x="198" y="240"/>
                      <a:pt x="183" y="252"/>
                      <a:pt x="186" y="255"/>
                    </a:cubicBezTo>
                    <a:cubicBezTo>
                      <a:pt x="189" y="255"/>
                      <a:pt x="183" y="264"/>
                      <a:pt x="177" y="270"/>
                    </a:cubicBezTo>
                    <a:cubicBezTo>
                      <a:pt x="171" y="279"/>
                      <a:pt x="183" y="279"/>
                      <a:pt x="192" y="279"/>
                    </a:cubicBezTo>
                    <a:close/>
                    <a:moveTo>
                      <a:pt x="441" y="321"/>
                    </a:moveTo>
                    <a:cubicBezTo>
                      <a:pt x="444" y="318"/>
                      <a:pt x="456" y="327"/>
                      <a:pt x="456" y="321"/>
                    </a:cubicBezTo>
                    <a:cubicBezTo>
                      <a:pt x="456" y="312"/>
                      <a:pt x="444" y="309"/>
                      <a:pt x="438" y="306"/>
                    </a:cubicBezTo>
                    <a:cubicBezTo>
                      <a:pt x="432" y="303"/>
                      <a:pt x="429" y="303"/>
                      <a:pt x="420" y="297"/>
                    </a:cubicBezTo>
                    <a:cubicBezTo>
                      <a:pt x="408" y="291"/>
                      <a:pt x="420" y="285"/>
                      <a:pt x="414" y="282"/>
                    </a:cubicBezTo>
                    <a:cubicBezTo>
                      <a:pt x="408" y="276"/>
                      <a:pt x="405" y="261"/>
                      <a:pt x="411" y="255"/>
                    </a:cubicBezTo>
                    <a:cubicBezTo>
                      <a:pt x="414" y="249"/>
                      <a:pt x="420" y="243"/>
                      <a:pt x="411" y="240"/>
                    </a:cubicBezTo>
                    <a:cubicBezTo>
                      <a:pt x="402" y="237"/>
                      <a:pt x="387" y="243"/>
                      <a:pt x="390" y="243"/>
                    </a:cubicBezTo>
                    <a:cubicBezTo>
                      <a:pt x="390" y="246"/>
                      <a:pt x="402" y="252"/>
                      <a:pt x="402" y="255"/>
                    </a:cubicBezTo>
                    <a:cubicBezTo>
                      <a:pt x="402" y="258"/>
                      <a:pt x="393" y="249"/>
                      <a:pt x="387" y="249"/>
                    </a:cubicBezTo>
                    <a:cubicBezTo>
                      <a:pt x="384" y="252"/>
                      <a:pt x="378" y="246"/>
                      <a:pt x="375" y="249"/>
                    </a:cubicBezTo>
                    <a:cubicBezTo>
                      <a:pt x="372" y="255"/>
                      <a:pt x="381" y="273"/>
                      <a:pt x="384" y="279"/>
                    </a:cubicBezTo>
                    <a:cubicBezTo>
                      <a:pt x="387" y="282"/>
                      <a:pt x="381" y="282"/>
                      <a:pt x="375" y="285"/>
                    </a:cubicBezTo>
                    <a:cubicBezTo>
                      <a:pt x="372" y="285"/>
                      <a:pt x="372" y="270"/>
                      <a:pt x="369" y="264"/>
                    </a:cubicBezTo>
                    <a:cubicBezTo>
                      <a:pt x="363" y="258"/>
                      <a:pt x="348" y="252"/>
                      <a:pt x="348" y="255"/>
                    </a:cubicBezTo>
                    <a:cubicBezTo>
                      <a:pt x="345" y="261"/>
                      <a:pt x="357" y="261"/>
                      <a:pt x="354" y="267"/>
                    </a:cubicBezTo>
                    <a:cubicBezTo>
                      <a:pt x="354" y="270"/>
                      <a:pt x="348" y="261"/>
                      <a:pt x="342" y="267"/>
                    </a:cubicBezTo>
                    <a:cubicBezTo>
                      <a:pt x="336" y="270"/>
                      <a:pt x="339" y="267"/>
                      <a:pt x="339" y="264"/>
                    </a:cubicBezTo>
                    <a:cubicBezTo>
                      <a:pt x="339" y="258"/>
                      <a:pt x="330" y="255"/>
                      <a:pt x="321" y="255"/>
                    </a:cubicBezTo>
                    <a:cubicBezTo>
                      <a:pt x="312" y="255"/>
                      <a:pt x="315" y="264"/>
                      <a:pt x="312" y="267"/>
                    </a:cubicBezTo>
                    <a:cubicBezTo>
                      <a:pt x="309" y="267"/>
                      <a:pt x="294" y="264"/>
                      <a:pt x="306" y="261"/>
                    </a:cubicBezTo>
                    <a:cubicBezTo>
                      <a:pt x="315" y="261"/>
                      <a:pt x="309" y="255"/>
                      <a:pt x="306" y="249"/>
                    </a:cubicBezTo>
                    <a:cubicBezTo>
                      <a:pt x="303" y="243"/>
                      <a:pt x="294" y="249"/>
                      <a:pt x="279" y="255"/>
                    </a:cubicBezTo>
                    <a:cubicBezTo>
                      <a:pt x="264" y="261"/>
                      <a:pt x="255" y="267"/>
                      <a:pt x="258" y="267"/>
                    </a:cubicBezTo>
                    <a:cubicBezTo>
                      <a:pt x="261" y="267"/>
                      <a:pt x="261" y="270"/>
                      <a:pt x="255" y="276"/>
                    </a:cubicBezTo>
                    <a:cubicBezTo>
                      <a:pt x="249" y="282"/>
                      <a:pt x="255" y="285"/>
                      <a:pt x="261" y="285"/>
                    </a:cubicBezTo>
                    <a:cubicBezTo>
                      <a:pt x="264" y="285"/>
                      <a:pt x="261" y="288"/>
                      <a:pt x="264" y="291"/>
                    </a:cubicBezTo>
                    <a:cubicBezTo>
                      <a:pt x="267" y="291"/>
                      <a:pt x="285" y="285"/>
                      <a:pt x="291" y="288"/>
                    </a:cubicBezTo>
                    <a:cubicBezTo>
                      <a:pt x="297" y="291"/>
                      <a:pt x="261" y="294"/>
                      <a:pt x="261" y="300"/>
                    </a:cubicBezTo>
                    <a:cubicBezTo>
                      <a:pt x="261" y="306"/>
                      <a:pt x="279" y="309"/>
                      <a:pt x="294" y="306"/>
                    </a:cubicBezTo>
                    <a:cubicBezTo>
                      <a:pt x="309" y="303"/>
                      <a:pt x="333" y="309"/>
                      <a:pt x="333" y="312"/>
                    </a:cubicBezTo>
                    <a:cubicBezTo>
                      <a:pt x="333" y="315"/>
                      <a:pt x="315" y="315"/>
                      <a:pt x="303" y="312"/>
                    </a:cubicBezTo>
                    <a:cubicBezTo>
                      <a:pt x="291" y="312"/>
                      <a:pt x="270" y="318"/>
                      <a:pt x="270" y="321"/>
                    </a:cubicBezTo>
                    <a:cubicBezTo>
                      <a:pt x="273" y="324"/>
                      <a:pt x="273" y="324"/>
                      <a:pt x="285" y="330"/>
                    </a:cubicBezTo>
                    <a:cubicBezTo>
                      <a:pt x="300" y="336"/>
                      <a:pt x="312" y="327"/>
                      <a:pt x="312" y="336"/>
                    </a:cubicBezTo>
                    <a:cubicBezTo>
                      <a:pt x="312" y="345"/>
                      <a:pt x="318" y="348"/>
                      <a:pt x="336" y="348"/>
                    </a:cubicBezTo>
                    <a:cubicBezTo>
                      <a:pt x="354" y="348"/>
                      <a:pt x="363" y="339"/>
                      <a:pt x="372" y="339"/>
                    </a:cubicBezTo>
                    <a:cubicBezTo>
                      <a:pt x="378" y="342"/>
                      <a:pt x="384" y="339"/>
                      <a:pt x="387" y="333"/>
                    </a:cubicBezTo>
                    <a:cubicBezTo>
                      <a:pt x="390" y="327"/>
                      <a:pt x="396" y="330"/>
                      <a:pt x="396" y="333"/>
                    </a:cubicBezTo>
                    <a:cubicBezTo>
                      <a:pt x="396" y="336"/>
                      <a:pt x="408" y="336"/>
                      <a:pt x="411" y="339"/>
                    </a:cubicBezTo>
                    <a:cubicBezTo>
                      <a:pt x="417" y="345"/>
                      <a:pt x="438" y="342"/>
                      <a:pt x="447" y="339"/>
                    </a:cubicBezTo>
                    <a:cubicBezTo>
                      <a:pt x="453" y="336"/>
                      <a:pt x="441" y="324"/>
                      <a:pt x="438" y="330"/>
                    </a:cubicBezTo>
                    <a:cubicBezTo>
                      <a:pt x="435" y="333"/>
                      <a:pt x="432" y="330"/>
                      <a:pt x="429" y="330"/>
                    </a:cubicBezTo>
                    <a:cubicBezTo>
                      <a:pt x="429" y="327"/>
                      <a:pt x="438" y="324"/>
                      <a:pt x="441" y="321"/>
                    </a:cubicBezTo>
                    <a:close/>
                    <a:moveTo>
                      <a:pt x="252" y="198"/>
                    </a:moveTo>
                    <a:cubicBezTo>
                      <a:pt x="261" y="198"/>
                      <a:pt x="270" y="192"/>
                      <a:pt x="267" y="186"/>
                    </a:cubicBezTo>
                    <a:cubicBezTo>
                      <a:pt x="267" y="183"/>
                      <a:pt x="246" y="198"/>
                      <a:pt x="252" y="198"/>
                    </a:cubicBezTo>
                    <a:close/>
                    <a:moveTo>
                      <a:pt x="210" y="183"/>
                    </a:moveTo>
                    <a:cubicBezTo>
                      <a:pt x="213" y="186"/>
                      <a:pt x="210" y="192"/>
                      <a:pt x="213" y="192"/>
                    </a:cubicBezTo>
                    <a:cubicBezTo>
                      <a:pt x="216" y="189"/>
                      <a:pt x="219" y="189"/>
                      <a:pt x="222" y="189"/>
                    </a:cubicBezTo>
                    <a:cubicBezTo>
                      <a:pt x="228" y="192"/>
                      <a:pt x="228" y="186"/>
                      <a:pt x="231" y="183"/>
                    </a:cubicBezTo>
                    <a:cubicBezTo>
                      <a:pt x="234" y="180"/>
                      <a:pt x="231" y="192"/>
                      <a:pt x="237" y="192"/>
                    </a:cubicBezTo>
                    <a:cubicBezTo>
                      <a:pt x="243" y="192"/>
                      <a:pt x="243" y="180"/>
                      <a:pt x="249" y="183"/>
                    </a:cubicBezTo>
                    <a:cubicBezTo>
                      <a:pt x="252" y="189"/>
                      <a:pt x="255" y="183"/>
                      <a:pt x="255" y="180"/>
                    </a:cubicBezTo>
                    <a:cubicBezTo>
                      <a:pt x="255" y="177"/>
                      <a:pt x="255" y="171"/>
                      <a:pt x="261" y="168"/>
                    </a:cubicBezTo>
                    <a:cubicBezTo>
                      <a:pt x="267" y="168"/>
                      <a:pt x="264" y="174"/>
                      <a:pt x="264" y="180"/>
                    </a:cubicBezTo>
                    <a:cubicBezTo>
                      <a:pt x="270" y="186"/>
                      <a:pt x="276" y="180"/>
                      <a:pt x="276" y="177"/>
                    </a:cubicBezTo>
                    <a:cubicBezTo>
                      <a:pt x="276" y="174"/>
                      <a:pt x="285" y="174"/>
                      <a:pt x="285" y="171"/>
                    </a:cubicBezTo>
                    <a:cubicBezTo>
                      <a:pt x="285" y="168"/>
                      <a:pt x="288" y="168"/>
                      <a:pt x="285" y="162"/>
                    </a:cubicBezTo>
                    <a:cubicBezTo>
                      <a:pt x="282" y="159"/>
                      <a:pt x="288" y="159"/>
                      <a:pt x="291" y="156"/>
                    </a:cubicBezTo>
                    <a:cubicBezTo>
                      <a:pt x="294" y="153"/>
                      <a:pt x="288" y="156"/>
                      <a:pt x="282" y="153"/>
                    </a:cubicBezTo>
                    <a:cubicBezTo>
                      <a:pt x="279" y="147"/>
                      <a:pt x="276" y="153"/>
                      <a:pt x="276" y="156"/>
                    </a:cubicBezTo>
                    <a:cubicBezTo>
                      <a:pt x="276" y="159"/>
                      <a:pt x="267" y="156"/>
                      <a:pt x="261" y="156"/>
                    </a:cubicBezTo>
                    <a:cubicBezTo>
                      <a:pt x="255" y="153"/>
                      <a:pt x="249" y="162"/>
                      <a:pt x="240" y="165"/>
                    </a:cubicBezTo>
                    <a:cubicBezTo>
                      <a:pt x="231" y="171"/>
                      <a:pt x="231" y="177"/>
                      <a:pt x="225" y="177"/>
                    </a:cubicBezTo>
                    <a:cubicBezTo>
                      <a:pt x="216" y="177"/>
                      <a:pt x="207" y="183"/>
                      <a:pt x="210" y="183"/>
                    </a:cubicBezTo>
                    <a:close/>
                    <a:moveTo>
                      <a:pt x="288" y="183"/>
                    </a:moveTo>
                    <a:cubicBezTo>
                      <a:pt x="279" y="183"/>
                      <a:pt x="282" y="189"/>
                      <a:pt x="288" y="189"/>
                    </a:cubicBezTo>
                    <a:cubicBezTo>
                      <a:pt x="297" y="189"/>
                      <a:pt x="300" y="192"/>
                      <a:pt x="288" y="192"/>
                    </a:cubicBezTo>
                    <a:cubicBezTo>
                      <a:pt x="276" y="192"/>
                      <a:pt x="270" y="201"/>
                      <a:pt x="279" y="198"/>
                    </a:cubicBezTo>
                    <a:cubicBezTo>
                      <a:pt x="288" y="198"/>
                      <a:pt x="297" y="198"/>
                      <a:pt x="291" y="198"/>
                    </a:cubicBezTo>
                    <a:cubicBezTo>
                      <a:pt x="285" y="201"/>
                      <a:pt x="270" y="201"/>
                      <a:pt x="270" y="204"/>
                    </a:cubicBezTo>
                    <a:cubicBezTo>
                      <a:pt x="273" y="207"/>
                      <a:pt x="279" y="207"/>
                      <a:pt x="285" y="210"/>
                    </a:cubicBezTo>
                    <a:cubicBezTo>
                      <a:pt x="291" y="213"/>
                      <a:pt x="297" y="213"/>
                      <a:pt x="300" y="207"/>
                    </a:cubicBezTo>
                    <a:cubicBezTo>
                      <a:pt x="306" y="201"/>
                      <a:pt x="312" y="198"/>
                      <a:pt x="309" y="204"/>
                    </a:cubicBezTo>
                    <a:cubicBezTo>
                      <a:pt x="306" y="213"/>
                      <a:pt x="318" y="207"/>
                      <a:pt x="330" y="207"/>
                    </a:cubicBezTo>
                    <a:cubicBezTo>
                      <a:pt x="345" y="204"/>
                      <a:pt x="330" y="213"/>
                      <a:pt x="315" y="216"/>
                    </a:cubicBezTo>
                    <a:cubicBezTo>
                      <a:pt x="300" y="216"/>
                      <a:pt x="303" y="222"/>
                      <a:pt x="315" y="225"/>
                    </a:cubicBezTo>
                    <a:cubicBezTo>
                      <a:pt x="324" y="228"/>
                      <a:pt x="348" y="219"/>
                      <a:pt x="354" y="213"/>
                    </a:cubicBezTo>
                    <a:cubicBezTo>
                      <a:pt x="360" y="207"/>
                      <a:pt x="366" y="216"/>
                      <a:pt x="369" y="213"/>
                    </a:cubicBezTo>
                    <a:cubicBezTo>
                      <a:pt x="375" y="207"/>
                      <a:pt x="387" y="213"/>
                      <a:pt x="396" y="210"/>
                    </a:cubicBezTo>
                    <a:cubicBezTo>
                      <a:pt x="405" y="207"/>
                      <a:pt x="408" y="189"/>
                      <a:pt x="399" y="186"/>
                    </a:cubicBezTo>
                    <a:cubicBezTo>
                      <a:pt x="393" y="183"/>
                      <a:pt x="393" y="192"/>
                      <a:pt x="387" y="192"/>
                    </a:cubicBezTo>
                    <a:cubicBezTo>
                      <a:pt x="381" y="192"/>
                      <a:pt x="378" y="186"/>
                      <a:pt x="375" y="180"/>
                    </a:cubicBezTo>
                    <a:cubicBezTo>
                      <a:pt x="369" y="177"/>
                      <a:pt x="372" y="168"/>
                      <a:pt x="366" y="168"/>
                    </a:cubicBezTo>
                    <a:cubicBezTo>
                      <a:pt x="360" y="171"/>
                      <a:pt x="345" y="180"/>
                      <a:pt x="354" y="183"/>
                    </a:cubicBezTo>
                    <a:cubicBezTo>
                      <a:pt x="363" y="183"/>
                      <a:pt x="360" y="186"/>
                      <a:pt x="354" y="189"/>
                    </a:cubicBezTo>
                    <a:cubicBezTo>
                      <a:pt x="351" y="192"/>
                      <a:pt x="366" y="195"/>
                      <a:pt x="363" y="198"/>
                    </a:cubicBezTo>
                    <a:cubicBezTo>
                      <a:pt x="363" y="201"/>
                      <a:pt x="339" y="198"/>
                      <a:pt x="339" y="192"/>
                    </a:cubicBezTo>
                    <a:cubicBezTo>
                      <a:pt x="336" y="189"/>
                      <a:pt x="318" y="180"/>
                      <a:pt x="312" y="180"/>
                    </a:cubicBezTo>
                    <a:cubicBezTo>
                      <a:pt x="303" y="183"/>
                      <a:pt x="306" y="174"/>
                      <a:pt x="300" y="174"/>
                    </a:cubicBezTo>
                    <a:cubicBezTo>
                      <a:pt x="291" y="174"/>
                      <a:pt x="294" y="180"/>
                      <a:pt x="288" y="183"/>
                    </a:cubicBezTo>
                    <a:close/>
                    <a:moveTo>
                      <a:pt x="312" y="147"/>
                    </a:moveTo>
                    <a:cubicBezTo>
                      <a:pt x="315" y="141"/>
                      <a:pt x="297" y="141"/>
                      <a:pt x="297" y="144"/>
                    </a:cubicBezTo>
                    <a:cubicBezTo>
                      <a:pt x="303" y="147"/>
                      <a:pt x="312" y="153"/>
                      <a:pt x="312" y="147"/>
                    </a:cubicBezTo>
                    <a:close/>
                    <a:moveTo>
                      <a:pt x="354" y="144"/>
                    </a:moveTo>
                    <a:cubicBezTo>
                      <a:pt x="360" y="141"/>
                      <a:pt x="357" y="138"/>
                      <a:pt x="348" y="138"/>
                    </a:cubicBezTo>
                    <a:cubicBezTo>
                      <a:pt x="336" y="141"/>
                      <a:pt x="318" y="141"/>
                      <a:pt x="318" y="147"/>
                    </a:cubicBezTo>
                    <a:cubicBezTo>
                      <a:pt x="318" y="153"/>
                      <a:pt x="324" y="156"/>
                      <a:pt x="333" y="159"/>
                    </a:cubicBezTo>
                    <a:cubicBezTo>
                      <a:pt x="345" y="159"/>
                      <a:pt x="357" y="147"/>
                      <a:pt x="351" y="147"/>
                    </a:cubicBezTo>
                    <a:cubicBezTo>
                      <a:pt x="345" y="147"/>
                      <a:pt x="348" y="144"/>
                      <a:pt x="354" y="144"/>
                    </a:cubicBezTo>
                    <a:close/>
                    <a:moveTo>
                      <a:pt x="330" y="135"/>
                    </a:moveTo>
                    <a:cubicBezTo>
                      <a:pt x="336" y="135"/>
                      <a:pt x="339" y="129"/>
                      <a:pt x="345" y="132"/>
                    </a:cubicBezTo>
                    <a:cubicBezTo>
                      <a:pt x="348" y="135"/>
                      <a:pt x="363" y="138"/>
                      <a:pt x="363" y="129"/>
                    </a:cubicBezTo>
                    <a:cubicBezTo>
                      <a:pt x="363" y="123"/>
                      <a:pt x="342" y="120"/>
                      <a:pt x="339" y="123"/>
                    </a:cubicBezTo>
                    <a:cubicBezTo>
                      <a:pt x="333" y="126"/>
                      <a:pt x="309" y="129"/>
                      <a:pt x="318" y="132"/>
                    </a:cubicBezTo>
                    <a:cubicBezTo>
                      <a:pt x="321" y="135"/>
                      <a:pt x="324" y="132"/>
                      <a:pt x="330" y="135"/>
                    </a:cubicBezTo>
                    <a:close/>
                    <a:moveTo>
                      <a:pt x="414" y="117"/>
                    </a:moveTo>
                    <a:cubicBezTo>
                      <a:pt x="420" y="114"/>
                      <a:pt x="432" y="120"/>
                      <a:pt x="429" y="126"/>
                    </a:cubicBezTo>
                    <a:cubicBezTo>
                      <a:pt x="426" y="129"/>
                      <a:pt x="411" y="123"/>
                      <a:pt x="411" y="129"/>
                    </a:cubicBezTo>
                    <a:cubicBezTo>
                      <a:pt x="411" y="129"/>
                      <a:pt x="414" y="135"/>
                      <a:pt x="426" y="132"/>
                    </a:cubicBezTo>
                    <a:cubicBezTo>
                      <a:pt x="438" y="129"/>
                      <a:pt x="447" y="132"/>
                      <a:pt x="456" y="138"/>
                    </a:cubicBezTo>
                    <a:cubicBezTo>
                      <a:pt x="462" y="144"/>
                      <a:pt x="471" y="147"/>
                      <a:pt x="477" y="141"/>
                    </a:cubicBezTo>
                    <a:cubicBezTo>
                      <a:pt x="483" y="135"/>
                      <a:pt x="468" y="132"/>
                      <a:pt x="471" y="129"/>
                    </a:cubicBezTo>
                    <a:cubicBezTo>
                      <a:pt x="474" y="123"/>
                      <a:pt x="465" y="120"/>
                      <a:pt x="459" y="120"/>
                    </a:cubicBezTo>
                    <a:cubicBezTo>
                      <a:pt x="453" y="120"/>
                      <a:pt x="450" y="111"/>
                      <a:pt x="447" y="111"/>
                    </a:cubicBezTo>
                    <a:cubicBezTo>
                      <a:pt x="441" y="114"/>
                      <a:pt x="438" y="117"/>
                      <a:pt x="438" y="111"/>
                    </a:cubicBezTo>
                    <a:cubicBezTo>
                      <a:pt x="438" y="105"/>
                      <a:pt x="414" y="105"/>
                      <a:pt x="405" y="105"/>
                    </a:cubicBezTo>
                    <a:cubicBezTo>
                      <a:pt x="399" y="108"/>
                      <a:pt x="408" y="123"/>
                      <a:pt x="414" y="117"/>
                    </a:cubicBezTo>
                    <a:close/>
                    <a:moveTo>
                      <a:pt x="417" y="159"/>
                    </a:moveTo>
                    <a:cubicBezTo>
                      <a:pt x="420" y="156"/>
                      <a:pt x="402" y="138"/>
                      <a:pt x="399" y="147"/>
                    </a:cubicBezTo>
                    <a:cubicBezTo>
                      <a:pt x="399" y="153"/>
                      <a:pt x="414" y="165"/>
                      <a:pt x="417" y="159"/>
                    </a:cubicBezTo>
                    <a:close/>
                    <a:moveTo>
                      <a:pt x="483" y="96"/>
                    </a:moveTo>
                    <a:cubicBezTo>
                      <a:pt x="486" y="90"/>
                      <a:pt x="462" y="84"/>
                      <a:pt x="468" y="90"/>
                    </a:cubicBezTo>
                    <a:cubicBezTo>
                      <a:pt x="471" y="93"/>
                      <a:pt x="480" y="102"/>
                      <a:pt x="483" y="96"/>
                    </a:cubicBezTo>
                    <a:close/>
                    <a:moveTo>
                      <a:pt x="426" y="207"/>
                    </a:moveTo>
                    <a:cubicBezTo>
                      <a:pt x="429" y="204"/>
                      <a:pt x="417" y="195"/>
                      <a:pt x="414" y="204"/>
                    </a:cubicBezTo>
                    <a:cubicBezTo>
                      <a:pt x="411" y="210"/>
                      <a:pt x="423" y="213"/>
                      <a:pt x="426" y="207"/>
                    </a:cubicBezTo>
                    <a:close/>
                    <a:moveTo>
                      <a:pt x="483" y="174"/>
                    </a:moveTo>
                    <a:cubicBezTo>
                      <a:pt x="483" y="177"/>
                      <a:pt x="471" y="171"/>
                      <a:pt x="462" y="168"/>
                    </a:cubicBezTo>
                    <a:cubicBezTo>
                      <a:pt x="453" y="165"/>
                      <a:pt x="459" y="177"/>
                      <a:pt x="465" y="183"/>
                    </a:cubicBezTo>
                    <a:cubicBezTo>
                      <a:pt x="471" y="189"/>
                      <a:pt x="462" y="186"/>
                      <a:pt x="453" y="177"/>
                    </a:cubicBezTo>
                    <a:cubicBezTo>
                      <a:pt x="441" y="171"/>
                      <a:pt x="444" y="183"/>
                      <a:pt x="447" y="186"/>
                    </a:cubicBezTo>
                    <a:cubicBezTo>
                      <a:pt x="453" y="189"/>
                      <a:pt x="447" y="195"/>
                      <a:pt x="441" y="186"/>
                    </a:cubicBezTo>
                    <a:cubicBezTo>
                      <a:pt x="435" y="180"/>
                      <a:pt x="432" y="171"/>
                      <a:pt x="423" y="171"/>
                    </a:cubicBezTo>
                    <a:cubicBezTo>
                      <a:pt x="414" y="168"/>
                      <a:pt x="417" y="180"/>
                      <a:pt x="420" y="183"/>
                    </a:cubicBezTo>
                    <a:cubicBezTo>
                      <a:pt x="426" y="189"/>
                      <a:pt x="432" y="192"/>
                      <a:pt x="438" y="195"/>
                    </a:cubicBezTo>
                    <a:cubicBezTo>
                      <a:pt x="447" y="201"/>
                      <a:pt x="459" y="195"/>
                      <a:pt x="465" y="195"/>
                    </a:cubicBezTo>
                    <a:cubicBezTo>
                      <a:pt x="471" y="198"/>
                      <a:pt x="459" y="204"/>
                      <a:pt x="462" y="210"/>
                    </a:cubicBezTo>
                    <a:cubicBezTo>
                      <a:pt x="468" y="216"/>
                      <a:pt x="477" y="210"/>
                      <a:pt x="486" y="210"/>
                    </a:cubicBezTo>
                    <a:cubicBezTo>
                      <a:pt x="495" y="210"/>
                      <a:pt x="492" y="204"/>
                      <a:pt x="495" y="201"/>
                    </a:cubicBezTo>
                    <a:cubicBezTo>
                      <a:pt x="501" y="198"/>
                      <a:pt x="492" y="198"/>
                      <a:pt x="495" y="189"/>
                    </a:cubicBezTo>
                    <a:cubicBezTo>
                      <a:pt x="498" y="183"/>
                      <a:pt x="483" y="168"/>
                      <a:pt x="483" y="174"/>
                    </a:cubicBezTo>
                    <a:close/>
                    <a:moveTo>
                      <a:pt x="504" y="144"/>
                    </a:moveTo>
                    <a:cubicBezTo>
                      <a:pt x="510" y="144"/>
                      <a:pt x="516" y="144"/>
                      <a:pt x="522" y="141"/>
                    </a:cubicBezTo>
                    <a:cubicBezTo>
                      <a:pt x="531" y="138"/>
                      <a:pt x="519" y="138"/>
                      <a:pt x="525" y="132"/>
                    </a:cubicBezTo>
                    <a:cubicBezTo>
                      <a:pt x="528" y="126"/>
                      <a:pt x="513" y="126"/>
                      <a:pt x="513" y="126"/>
                    </a:cubicBezTo>
                    <a:cubicBezTo>
                      <a:pt x="510" y="129"/>
                      <a:pt x="492" y="114"/>
                      <a:pt x="489" y="120"/>
                    </a:cubicBezTo>
                    <a:cubicBezTo>
                      <a:pt x="486" y="123"/>
                      <a:pt x="495" y="144"/>
                      <a:pt x="504" y="144"/>
                    </a:cubicBezTo>
                    <a:close/>
                    <a:moveTo>
                      <a:pt x="543" y="147"/>
                    </a:moveTo>
                    <a:cubicBezTo>
                      <a:pt x="543" y="144"/>
                      <a:pt x="504" y="147"/>
                      <a:pt x="510" y="153"/>
                    </a:cubicBezTo>
                    <a:cubicBezTo>
                      <a:pt x="522" y="159"/>
                      <a:pt x="546" y="150"/>
                      <a:pt x="543" y="147"/>
                    </a:cubicBezTo>
                    <a:close/>
                    <a:moveTo>
                      <a:pt x="537" y="219"/>
                    </a:moveTo>
                    <a:cubicBezTo>
                      <a:pt x="546" y="219"/>
                      <a:pt x="543" y="207"/>
                      <a:pt x="534" y="201"/>
                    </a:cubicBezTo>
                    <a:cubicBezTo>
                      <a:pt x="522" y="192"/>
                      <a:pt x="501" y="207"/>
                      <a:pt x="504" y="210"/>
                    </a:cubicBezTo>
                    <a:cubicBezTo>
                      <a:pt x="510" y="216"/>
                      <a:pt x="528" y="219"/>
                      <a:pt x="537" y="219"/>
                    </a:cubicBezTo>
                    <a:close/>
                    <a:moveTo>
                      <a:pt x="474" y="288"/>
                    </a:moveTo>
                    <a:cubicBezTo>
                      <a:pt x="486" y="297"/>
                      <a:pt x="483" y="282"/>
                      <a:pt x="495" y="285"/>
                    </a:cubicBezTo>
                    <a:cubicBezTo>
                      <a:pt x="507" y="285"/>
                      <a:pt x="507" y="264"/>
                      <a:pt x="510" y="255"/>
                    </a:cubicBezTo>
                    <a:cubicBezTo>
                      <a:pt x="510" y="249"/>
                      <a:pt x="498" y="249"/>
                      <a:pt x="501" y="255"/>
                    </a:cubicBezTo>
                    <a:cubicBezTo>
                      <a:pt x="504" y="261"/>
                      <a:pt x="501" y="267"/>
                      <a:pt x="501" y="258"/>
                    </a:cubicBezTo>
                    <a:cubicBezTo>
                      <a:pt x="501" y="252"/>
                      <a:pt x="489" y="258"/>
                      <a:pt x="486" y="255"/>
                    </a:cubicBezTo>
                    <a:cubicBezTo>
                      <a:pt x="483" y="249"/>
                      <a:pt x="498" y="249"/>
                      <a:pt x="501" y="243"/>
                    </a:cubicBezTo>
                    <a:cubicBezTo>
                      <a:pt x="504" y="234"/>
                      <a:pt x="489" y="237"/>
                      <a:pt x="492" y="231"/>
                    </a:cubicBezTo>
                    <a:cubicBezTo>
                      <a:pt x="498" y="225"/>
                      <a:pt x="471" y="231"/>
                      <a:pt x="480" y="234"/>
                    </a:cubicBezTo>
                    <a:cubicBezTo>
                      <a:pt x="486" y="237"/>
                      <a:pt x="480" y="243"/>
                      <a:pt x="471" y="237"/>
                    </a:cubicBezTo>
                    <a:cubicBezTo>
                      <a:pt x="465" y="231"/>
                      <a:pt x="447" y="240"/>
                      <a:pt x="453" y="246"/>
                    </a:cubicBezTo>
                    <a:cubicBezTo>
                      <a:pt x="459" y="249"/>
                      <a:pt x="474" y="243"/>
                      <a:pt x="465" y="255"/>
                    </a:cubicBezTo>
                    <a:cubicBezTo>
                      <a:pt x="456" y="270"/>
                      <a:pt x="453" y="252"/>
                      <a:pt x="444" y="255"/>
                    </a:cubicBezTo>
                    <a:cubicBezTo>
                      <a:pt x="435" y="255"/>
                      <a:pt x="438" y="267"/>
                      <a:pt x="450" y="270"/>
                    </a:cubicBezTo>
                    <a:cubicBezTo>
                      <a:pt x="465" y="273"/>
                      <a:pt x="462" y="282"/>
                      <a:pt x="474" y="288"/>
                    </a:cubicBezTo>
                    <a:close/>
                    <a:moveTo>
                      <a:pt x="555" y="210"/>
                    </a:moveTo>
                    <a:cubicBezTo>
                      <a:pt x="558" y="219"/>
                      <a:pt x="564" y="213"/>
                      <a:pt x="570" y="216"/>
                    </a:cubicBezTo>
                    <a:cubicBezTo>
                      <a:pt x="573" y="219"/>
                      <a:pt x="582" y="222"/>
                      <a:pt x="588" y="219"/>
                    </a:cubicBezTo>
                    <a:cubicBezTo>
                      <a:pt x="591" y="216"/>
                      <a:pt x="594" y="213"/>
                      <a:pt x="594" y="216"/>
                    </a:cubicBezTo>
                    <a:cubicBezTo>
                      <a:pt x="597" y="222"/>
                      <a:pt x="609" y="222"/>
                      <a:pt x="633" y="222"/>
                    </a:cubicBezTo>
                    <a:cubicBezTo>
                      <a:pt x="657" y="222"/>
                      <a:pt x="651" y="213"/>
                      <a:pt x="657" y="216"/>
                    </a:cubicBezTo>
                    <a:cubicBezTo>
                      <a:pt x="666" y="219"/>
                      <a:pt x="681" y="219"/>
                      <a:pt x="687" y="219"/>
                    </a:cubicBezTo>
                    <a:cubicBezTo>
                      <a:pt x="696" y="216"/>
                      <a:pt x="699" y="207"/>
                      <a:pt x="699" y="201"/>
                    </a:cubicBezTo>
                    <a:cubicBezTo>
                      <a:pt x="696" y="195"/>
                      <a:pt x="645" y="192"/>
                      <a:pt x="633" y="195"/>
                    </a:cubicBezTo>
                    <a:cubicBezTo>
                      <a:pt x="624" y="201"/>
                      <a:pt x="609" y="195"/>
                      <a:pt x="603" y="198"/>
                    </a:cubicBezTo>
                    <a:cubicBezTo>
                      <a:pt x="594" y="201"/>
                      <a:pt x="597" y="192"/>
                      <a:pt x="585" y="192"/>
                    </a:cubicBezTo>
                    <a:cubicBezTo>
                      <a:pt x="570" y="192"/>
                      <a:pt x="585" y="186"/>
                      <a:pt x="588" y="183"/>
                    </a:cubicBezTo>
                    <a:cubicBezTo>
                      <a:pt x="591" y="180"/>
                      <a:pt x="567" y="171"/>
                      <a:pt x="558" y="174"/>
                    </a:cubicBezTo>
                    <a:cubicBezTo>
                      <a:pt x="549" y="174"/>
                      <a:pt x="543" y="171"/>
                      <a:pt x="534" y="165"/>
                    </a:cubicBezTo>
                    <a:cubicBezTo>
                      <a:pt x="525" y="162"/>
                      <a:pt x="501" y="162"/>
                      <a:pt x="504" y="171"/>
                    </a:cubicBezTo>
                    <a:cubicBezTo>
                      <a:pt x="507" y="174"/>
                      <a:pt x="537" y="186"/>
                      <a:pt x="540" y="180"/>
                    </a:cubicBezTo>
                    <a:cubicBezTo>
                      <a:pt x="543" y="174"/>
                      <a:pt x="552" y="186"/>
                      <a:pt x="555" y="192"/>
                    </a:cubicBezTo>
                    <a:cubicBezTo>
                      <a:pt x="561" y="198"/>
                      <a:pt x="552" y="198"/>
                      <a:pt x="555" y="210"/>
                    </a:cubicBezTo>
                    <a:close/>
                    <a:moveTo>
                      <a:pt x="582" y="150"/>
                    </a:moveTo>
                    <a:cubicBezTo>
                      <a:pt x="573" y="147"/>
                      <a:pt x="561" y="156"/>
                      <a:pt x="570" y="159"/>
                    </a:cubicBezTo>
                    <a:cubicBezTo>
                      <a:pt x="579" y="162"/>
                      <a:pt x="591" y="156"/>
                      <a:pt x="582" y="150"/>
                    </a:cubicBezTo>
                    <a:close/>
                    <a:moveTo>
                      <a:pt x="510" y="93"/>
                    </a:moveTo>
                    <a:cubicBezTo>
                      <a:pt x="516" y="99"/>
                      <a:pt x="513" y="102"/>
                      <a:pt x="519" y="105"/>
                    </a:cubicBezTo>
                    <a:cubicBezTo>
                      <a:pt x="528" y="111"/>
                      <a:pt x="552" y="102"/>
                      <a:pt x="552" y="108"/>
                    </a:cubicBezTo>
                    <a:cubicBezTo>
                      <a:pt x="555" y="114"/>
                      <a:pt x="531" y="114"/>
                      <a:pt x="534" y="117"/>
                    </a:cubicBezTo>
                    <a:cubicBezTo>
                      <a:pt x="537" y="120"/>
                      <a:pt x="552" y="126"/>
                      <a:pt x="549" y="129"/>
                    </a:cubicBezTo>
                    <a:cubicBezTo>
                      <a:pt x="546" y="132"/>
                      <a:pt x="573" y="141"/>
                      <a:pt x="576" y="135"/>
                    </a:cubicBezTo>
                    <a:cubicBezTo>
                      <a:pt x="579" y="132"/>
                      <a:pt x="585" y="132"/>
                      <a:pt x="591" y="135"/>
                    </a:cubicBezTo>
                    <a:cubicBezTo>
                      <a:pt x="597" y="138"/>
                      <a:pt x="600" y="120"/>
                      <a:pt x="603" y="123"/>
                    </a:cubicBezTo>
                    <a:cubicBezTo>
                      <a:pt x="609" y="126"/>
                      <a:pt x="606" y="117"/>
                      <a:pt x="615" y="114"/>
                    </a:cubicBezTo>
                    <a:cubicBezTo>
                      <a:pt x="621" y="111"/>
                      <a:pt x="633" y="111"/>
                      <a:pt x="633" y="108"/>
                    </a:cubicBezTo>
                    <a:cubicBezTo>
                      <a:pt x="633" y="105"/>
                      <a:pt x="633" y="102"/>
                      <a:pt x="624" y="102"/>
                    </a:cubicBezTo>
                    <a:cubicBezTo>
                      <a:pt x="615" y="102"/>
                      <a:pt x="609" y="99"/>
                      <a:pt x="612" y="96"/>
                    </a:cubicBezTo>
                    <a:cubicBezTo>
                      <a:pt x="615" y="90"/>
                      <a:pt x="603" y="87"/>
                      <a:pt x="606" y="84"/>
                    </a:cubicBezTo>
                    <a:cubicBezTo>
                      <a:pt x="612" y="81"/>
                      <a:pt x="597" y="75"/>
                      <a:pt x="600" y="81"/>
                    </a:cubicBezTo>
                    <a:cubicBezTo>
                      <a:pt x="600" y="87"/>
                      <a:pt x="591" y="84"/>
                      <a:pt x="588" y="78"/>
                    </a:cubicBezTo>
                    <a:cubicBezTo>
                      <a:pt x="588" y="72"/>
                      <a:pt x="567" y="69"/>
                      <a:pt x="552" y="57"/>
                    </a:cubicBezTo>
                    <a:cubicBezTo>
                      <a:pt x="540" y="45"/>
                      <a:pt x="525" y="54"/>
                      <a:pt x="534" y="54"/>
                    </a:cubicBezTo>
                    <a:cubicBezTo>
                      <a:pt x="540" y="57"/>
                      <a:pt x="540" y="60"/>
                      <a:pt x="534" y="60"/>
                    </a:cubicBezTo>
                    <a:cubicBezTo>
                      <a:pt x="528" y="60"/>
                      <a:pt x="516" y="60"/>
                      <a:pt x="528" y="66"/>
                    </a:cubicBezTo>
                    <a:cubicBezTo>
                      <a:pt x="537" y="69"/>
                      <a:pt x="525" y="69"/>
                      <a:pt x="516" y="69"/>
                    </a:cubicBezTo>
                    <a:cubicBezTo>
                      <a:pt x="510" y="69"/>
                      <a:pt x="507" y="81"/>
                      <a:pt x="519" y="84"/>
                    </a:cubicBezTo>
                    <a:cubicBezTo>
                      <a:pt x="531" y="84"/>
                      <a:pt x="522" y="90"/>
                      <a:pt x="513" y="87"/>
                    </a:cubicBezTo>
                    <a:cubicBezTo>
                      <a:pt x="504" y="87"/>
                      <a:pt x="501" y="90"/>
                      <a:pt x="510" y="93"/>
                    </a:cubicBezTo>
                    <a:close/>
                    <a:moveTo>
                      <a:pt x="570" y="45"/>
                    </a:moveTo>
                    <a:cubicBezTo>
                      <a:pt x="576" y="39"/>
                      <a:pt x="582" y="42"/>
                      <a:pt x="576" y="45"/>
                    </a:cubicBezTo>
                    <a:cubicBezTo>
                      <a:pt x="570" y="48"/>
                      <a:pt x="573" y="51"/>
                      <a:pt x="582" y="51"/>
                    </a:cubicBezTo>
                    <a:cubicBezTo>
                      <a:pt x="588" y="51"/>
                      <a:pt x="576" y="54"/>
                      <a:pt x="576" y="57"/>
                    </a:cubicBezTo>
                    <a:cubicBezTo>
                      <a:pt x="576" y="63"/>
                      <a:pt x="588" y="60"/>
                      <a:pt x="588" y="66"/>
                    </a:cubicBezTo>
                    <a:cubicBezTo>
                      <a:pt x="588" y="69"/>
                      <a:pt x="609" y="72"/>
                      <a:pt x="615" y="66"/>
                    </a:cubicBezTo>
                    <a:cubicBezTo>
                      <a:pt x="624" y="60"/>
                      <a:pt x="621" y="69"/>
                      <a:pt x="621" y="72"/>
                    </a:cubicBezTo>
                    <a:cubicBezTo>
                      <a:pt x="618" y="75"/>
                      <a:pt x="651" y="78"/>
                      <a:pt x="651" y="75"/>
                    </a:cubicBezTo>
                    <a:cubicBezTo>
                      <a:pt x="654" y="69"/>
                      <a:pt x="657" y="72"/>
                      <a:pt x="663" y="72"/>
                    </a:cubicBezTo>
                    <a:cubicBezTo>
                      <a:pt x="669" y="75"/>
                      <a:pt x="699" y="66"/>
                      <a:pt x="699" y="60"/>
                    </a:cubicBezTo>
                    <a:cubicBezTo>
                      <a:pt x="699" y="54"/>
                      <a:pt x="708" y="63"/>
                      <a:pt x="699" y="72"/>
                    </a:cubicBezTo>
                    <a:cubicBezTo>
                      <a:pt x="690" y="78"/>
                      <a:pt x="672" y="75"/>
                      <a:pt x="663" y="78"/>
                    </a:cubicBezTo>
                    <a:cubicBezTo>
                      <a:pt x="654" y="81"/>
                      <a:pt x="669" y="87"/>
                      <a:pt x="678" y="93"/>
                    </a:cubicBezTo>
                    <a:cubicBezTo>
                      <a:pt x="684" y="99"/>
                      <a:pt x="666" y="96"/>
                      <a:pt x="657" y="87"/>
                    </a:cubicBezTo>
                    <a:cubicBezTo>
                      <a:pt x="651" y="81"/>
                      <a:pt x="633" y="81"/>
                      <a:pt x="621" y="81"/>
                    </a:cubicBezTo>
                    <a:cubicBezTo>
                      <a:pt x="612" y="81"/>
                      <a:pt x="615" y="99"/>
                      <a:pt x="624" y="99"/>
                    </a:cubicBezTo>
                    <a:cubicBezTo>
                      <a:pt x="630" y="99"/>
                      <a:pt x="636" y="102"/>
                      <a:pt x="645" y="111"/>
                    </a:cubicBezTo>
                    <a:cubicBezTo>
                      <a:pt x="651" y="123"/>
                      <a:pt x="666" y="120"/>
                      <a:pt x="666" y="126"/>
                    </a:cubicBezTo>
                    <a:cubicBezTo>
                      <a:pt x="666" y="129"/>
                      <a:pt x="645" y="120"/>
                      <a:pt x="636" y="120"/>
                    </a:cubicBezTo>
                    <a:cubicBezTo>
                      <a:pt x="624" y="117"/>
                      <a:pt x="606" y="123"/>
                      <a:pt x="606" y="132"/>
                    </a:cubicBezTo>
                    <a:cubicBezTo>
                      <a:pt x="606" y="141"/>
                      <a:pt x="621" y="138"/>
                      <a:pt x="633" y="132"/>
                    </a:cubicBezTo>
                    <a:cubicBezTo>
                      <a:pt x="645" y="126"/>
                      <a:pt x="636" y="135"/>
                      <a:pt x="630" y="141"/>
                    </a:cubicBezTo>
                    <a:cubicBezTo>
                      <a:pt x="624" y="144"/>
                      <a:pt x="645" y="150"/>
                      <a:pt x="645" y="156"/>
                    </a:cubicBezTo>
                    <a:cubicBezTo>
                      <a:pt x="645" y="162"/>
                      <a:pt x="630" y="159"/>
                      <a:pt x="630" y="153"/>
                    </a:cubicBezTo>
                    <a:cubicBezTo>
                      <a:pt x="627" y="147"/>
                      <a:pt x="621" y="141"/>
                      <a:pt x="609" y="144"/>
                    </a:cubicBezTo>
                    <a:cubicBezTo>
                      <a:pt x="597" y="144"/>
                      <a:pt x="600" y="153"/>
                      <a:pt x="609" y="153"/>
                    </a:cubicBezTo>
                    <a:cubicBezTo>
                      <a:pt x="615" y="156"/>
                      <a:pt x="615" y="162"/>
                      <a:pt x="606" y="162"/>
                    </a:cubicBezTo>
                    <a:cubicBezTo>
                      <a:pt x="597" y="162"/>
                      <a:pt x="579" y="168"/>
                      <a:pt x="585" y="174"/>
                    </a:cubicBezTo>
                    <a:cubicBezTo>
                      <a:pt x="591" y="180"/>
                      <a:pt x="618" y="174"/>
                      <a:pt x="621" y="177"/>
                    </a:cubicBezTo>
                    <a:cubicBezTo>
                      <a:pt x="627" y="180"/>
                      <a:pt x="639" y="183"/>
                      <a:pt x="642" y="177"/>
                    </a:cubicBezTo>
                    <a:cubicBezTo>
                      <a:pt x="645" y="174"/>
                      <a:pt x="654" y="174"/>
                      <a:pt x="663" y="174"/>
                    </a:cubicBezTo>
                    <a:cubicBezTo>
                      <a:pt x="675" y="174"/>
                      <a:pt x="678" y="177"/>
                      <a:pt x="681" y="180"/>
                    </a:cubicBezTo>
                    <a:cubicBezTo>
                      <a:pt x="687" y="186"/>
                      <a:pt x="693" y="183"/>
                      <a:pt x="699" y="180"/>
                    </a:cubicBezTo>
                    <a:cubicBezTo>
                      <a:pt x="705" y="174"/>
                      <a:pt x="705" y="174"/>
                      <a:pt x="711" y="174"/>
                    </a:cubicBezTo>
                    <a:cubicBezTo>
                      <a:pt x="720" y="174"/>
                      <a:pt x="720" y="171"/>
                      <a:pt x="717" y="165"/>
                    </a:cubicBezTo>
                    <a:cubicBezTo>
                      <a:pt x="714" y="159"/>
                      <a:pt x="705" y="168"/>
                      <a:pt x="702" y="165"/>
                    </a:cubicBezTo>
                    <a:cubicBezTo>
                      <a:pt x="702" y="159"/>
                      <a:pt x="693" y="159"/>
                      <a:pt x="681" y="162"/>
                    </a:cubicBezTo>
                    <a:cubicBezTo>
                      <a:pt x="666" y="162"/>
                      <a:pt x="672" y="153"/>
                      <a:pt x="681" y="153"/>
                    </a:cubicBezTo>
                    <a:cubicBezTo>
                      <a:pt x="690" y="156"/>
                      <a:pt x="699" y="156"/>
                      <a:pt x="711" y="153"/>
                    </a:cubicBezTo>
                    <a:cubicBezTo>
                      <a:pt x="720" y="150"/>
                      <a:pt x="711" y="147"/>
                      <a:pt x="711" y="141"/>
                    </a:cubicBezTo>
                    <a:cubicBezTo>
                      <a:pt x="711" y="138"/>
                      <a:pt x="723" y="141"/>
                      <a:pt x="732" y="141"/>
                    </a:cubicBezTo>
                    <a:cubicBezTo>
                      <a:pt x="741" y="141"/>
                      <a:pt x="756" y="126"/>
                      <a:pt x="756" y="117"/>
                    </a:cubicBezTo>
                    <a:cubicBezTo>
                      <a:pt x="756" y="108"/>
                      <a:pt x="735" y="111"/>
                      <a:pt x="726" y="111"/>
                    </a:cubicBezTo>
                    <a:cubicBezTo>
                      <a:pt x="714" y="111"/>
                      <a:pt x="732" y="105"/>
                      <a:pt x="750" y="105"/>
                    </a:cubicBezTo>
                    <a:cubicBezTo>
                      <a:pt x="771" y="105"/>
                      <a:pt x="762" y="96"/>
                      <a:pt x="765" y="93"/>
                    </a:cubicBezTo>
                    <a:cubicBezTo>
                      <a:pt x="768" y="90"/>
                      <a:pt x="777" y="99"/>
                      <a:pt x="786" y="96"/>
                    </a:cubicBezTo>
                    <a:cubicBezTo>
                      <a:pt x="795" y="93"/>
                      <a:pt x="789" y="87"/>
                      <a:pt x="795" y="87"/>
                    </a:cubicBezTo>
                    <a:cubicBezTo>
                      <a:pt x="801" y="87"/>
                      <a:pt x="810" y="78"/>
                      <a:pt x="831" y="66"/>
                    </a:cubicBezTo>
                    <a:cubicBezTo>
                      <a:pt x="852" y="57"/>
                      <a:pt x="867" y="57"/>
                      <a:pt x="870" y="51"/>
                    </a:cubicBezTo>
                    <a:cubicBezTo>
                      <a:pt x="870" y="45"/>
                      <a:pt x="840" y="51"/>
                      <a:pt x="837" y="48"/>
                    </a:cubicBezTo>
                    <a:cubicBezTo>
                      <a:pt x="831" y="48"/>
                      <a:pt x="855" y="42"/>
                      <a:pt x="861" y="42"/>
                    </a:cubicBezTo>
                    <a:cubicBezTo>
                      <a:pt x="867" y="45"/>
                      <a:pt x="876" y="42"/>
                      <a:pt x="897" y="33"/>
                    </a:cubicBezTo>
                    <a:cubicBezTo>
                      <a:pt x="918" y="24"/>
                      <a:pt x="909" y="21"/>
                      <a:pt x="900" y="21"/>
                    </a:cubicBezTo>
                    <a:cubicBezTo>
                      <a:pt x="891" y="24"/>
                      <a:pt x="882" y="21"/>
                      <a:pt x="882" y="15"/>
                    </a:cubicBezTo>
                    <a:cubicBezTo>
                      <a:pt x="882" y="9"/>
                      <a:pt x="870" y="15"/>
                      <a:pt x="870" y="12"/>
                    </a:cubicBezTo>
                    <a:cubicBezTo>
                      <a:pt x="870" y="9"/>
                      <a:pt x="858" y="9"/>
                      <a:pt x="843" y="15"/>
                    </a:cubicBezTo>
                    <a:cubicBezTo>
                      <a:pt x="831" y="21"/>
                      <a:pt x="843" y="9"/>
                      <a:pt x="849" y="9"/>
                    </a:cubicBezTo>
                    <a:cubicBezTo>
                      <a:pt x="855" y="6"/>
                      <a:pt x="816" y="9"/>
                      <a:pt x="810" y="3"/>
                    </a:cubicBezTo>
                    <a:cubicBezTo>
                      <a:pt x="801" y="0"/>
                      <a:pt x="795" y="12"/>
                      <a:pt x="789" y="6"/>
                    </a:cubicBezTo>
                    <a:cubicBezTo>
                      <a:pt x="783" y="0"/>
                      <a:pt x="768" y="3"/>
                      <a:pt x="768" y="9"/>
                    </a:cubicBezTo>
                    <a:cubicBezTo>
                      <a:pt x="771" y="12"/>
                      <a:pt x="768" y="12"/>
                      <a:pt x="762" y="9"/>
                    </a:cubicBezTo>
                    <a:cubicBezTo>
                      <a:pt x="756" y="3"/>
                      <a:pt x="744" y="9"/>
                      <a:pt x="732" y="6"/>
                    </a:cubicBezTo>
                    <a:cubicBezTo>
                      <a:pt x="723" y="6"/>
                      <a:pt x="726" y="15"/>
                      <a:pt x="714" y="12"/>
                    </a:cubicBezTo>
                    <a:cubicBezTo>
                      <a:pt x="705" y="6"/>
                      <a:pt x="690" y="9"/>
                      <a:pt x="696" y="9"/>
                    </a:cubicBezTo>
                    <a:cubicBezTo>
                      <a:pt x="699" y="12"/>
                      <a:pt x="693" y="15"/>
                      <a:pt x="690" y="12"/>
                    </a:cubicBezTo>
                    <a:cubicBezTo>
                      <a:pt x="684" y="12"/>
                      <a:pt x="678" y="12"/>
                      <a:pt x="681" y="18"/>
                    </a:cubicBezTo>
                    <a:cubicBezTo>
                      <a:pt x="684" y="24"/>
                      <a:pt x="663" y="18"/>
                      <a:pt x="663" y="21"/>
                    </a:cubicBezTo>
                    <a:cubicBezTo>
                      <a:pt x="663" y="27"/>
                      <a:pt x="657" y="30"/>
                      <a:pt x="651" y="27"/>
                    </a:cubicBezTo>
                    <a:cubicBezTo>
                      <a:pt x="645" y="21"/>
                      <a:pt x="624" y="18"/>
                      <a:pt x="630" y="24"/>
                    </a:cubicBezTo>
                    <a:cubicBezTo>
                      <a:pt x="636" y="27"/>
                      <a:pt x="612" y="27"/>
                      <a:pt x="618" y="30"/>
                    </a:cubicBezTo>
                    <a:cubicBezTo>
                      <a:pt x="624" y="36"/>
                      <a:pt x="612" y="39"/>
                      <a:pt x="612" y="36"/>
                    </a:cubicBezTo>
                    <a:cubicBezTo>
                      <a:pt x="612" y="33"/>
                      <a:pt x="600" y="30"/>
                      <a:pt x="594" y="33"/>
                    </a:cubicBezTo>
                    <a:cubicBezTo>
                      <a:pt x="588" y="39"/>
                      <a:pt x="588" y="42"/>
                      <a:pt x="585" y="39"/>
                    </a:cubicBezTo>
                    <a:cubicBezTo>
                      <a:pt x="582" y="36"/>
                      <a:pt x="573" y="39"/>
                      <a:pt x="561" y="42"/>
                    </a:cubicBezTo>
                    <a:cubicBezTo>
                      <a:pt x="552" y="45"/>
                      <a:pt x="564" y="48"/>
                      <a:pt x="570" y="45"/>
                    </a:cubicBezTo>
                    <a:close/>
                    <a:moveTo>
                      <a:pt x="696" y="477"/>
                    </a:moveTo>
                    <a:cubicBezTo>
                      <a:pt x="699" y="477"/>
                      <a:pt x="705" y="462"/>
                      <a:pt x="696" y="465"/>
                    </a:cubicBezTo>
                    <a:cubicBezTo>
                      <a:pt x="687" y="465"/>
                      <a:pt x="690" y="477"/>
                      <a:pt x="696" y="477"/>
                    </a:cubicBezTo>
                    <a:close/>
                    <a:moveTo>
                      <a:pt x="651" y="465"/>
                    </a:moveTo>
                    <a:cubicBezTo>
                      <a:pt x="660" y="471"/>
                      <a:pt x="672" y="456"/>
                      <a:pt x="672" y="453"/>
                    </a:cubicBezTo>
                    <a:cubicBezTo>
                      <a:pt x="669" y="450"/>
                      <a:pt x="642" y="459"/>
                      <a:pt x="651" y="465"/>
                    </a:cubicBezTo>
                    <a:close/>
                    <a:moveTo>
                      <a:pt x="687" y="438"/>
                    </a:moveTo>
                    <a:cubicBezTo>
                      <a:pt x="690" y="432"/>
                      <a:pt x="672" y="432"/>
                      <a:pt x="672" y="426"/>
                    </a:cubicBezTo>
                    <a:cubicBezTo>
                      <a:pt x="672" y="420"/>
                      <a:pt x="657" y="414"/>
                      <a:pt x="651" y="411"/>
                    </a:cubicBezTo>
                    <a:cubicBezTo>
                      <a:pt x="645" y="408"/>
                      <a:pt x="636" y="408"/>
                      <a:pt x="636" y="402"/>
                    </a:cubicBezTo>
                    <a:cubicBezTo>
                      <a:pt x="636" y="396"/>
                      <a:pt x="624" y="399"/>
                      <a:pt x="624" y="408"/>
                    </a:cubicBezTo>
                    <a:cubicBezTo>
                      <a:pt x="624" y="417"/>
                      <a:pt x="618" y="417"/>
                      <a:pt x="621" y="426"/>
                    </a:cubicBezTo>
                    <a:cubicBezTo>
                      <a:pt x="624" y="432"/>
                      <a:pt x="609" y="435"/>
                      <a:pt x="612" y="441"/>
                    </a:cubicBezTo>
                    <a:cubicBezTo>
                      <a:pt x="612" y="444"/>
                      <a:pt x="618" y="438"/>
                      <a:pt x="624" y="438"/>
                    </a:cubicBezTo>
                    <a:cubicBezTo>
                      <a:pt x="630" y="438"/>
                      <a:pt x="624" y="447"/>
                      <a:pt x="630" y="447"/>
                    </a:cubicBezTo>
                    <a:cubicBezTo>
                      <a:pt x="636" y="450"/>
                      <a:pt x="648" y="441"/>
                      <a:pt x="651" y="438"/>
                    </a:cubicBezTo>
                    <a:cubicBezTo>
                      <a:pt x="654" y="435"/>
                      <a:pt x="657" y="432"/>
                      <a:pt x="666" y="438"/>
                    </a:cubicBezTo>
                    <a:cubicBezTo>
                      <a:pt x="672" y="441"/>
                      <a:pt x="687" y="444"/>
                      <a:pt x="687" y="438"/>
                    </a:cubicBezTo>
                    <a:close/>
                    <a:moveTo>
                      <a:pt x="852" y="393"/>
                    </a:moveTo>
                    <a:cubicBezTo>
                      <a:pt x="858" y="393"/>
                      <a:pt x="858" y="402"/>
                      <a:pt x="867" y="411"/>
                    </a:cubicBezTo>
                    <a:cubicBezTo>
                      <a:pt x="876" y="417"/>
                      <a:pt x="879" y="411"/>
                      <a:pt x="879" y="408"/>
                    </a:cubicBezTo>
                    <a:cubicBezTo>
                      <a:pt x="882" y="402"/>
                      <a:pt x="891" y="405"/>
                      <a:pt x="891" y="399"/>
                    </a:cubicBezTo>
                    <a:cubicBezTo>
                      <a:pt x="891" y="396"/>
                      <a:pt x="900" y="387"/>
                      <a:pt x="906" y="387"/>
                    </a:cubicBezTo>
                    <a:cubicBezTo>
                      <a:pt x="912" y="384"/>
                      <a:pt x="900" y="378"/>
                      <a:pt x="894" y="378"/>
                    </a:cubicBezTo>
                    <a:cubicBezTo>
                      <a:pt x="885" y="378"/>
                      <a:pt x="882" y="372"/>
                      <a:pt x="882" y="369"/>
                    </a:cubicBezTo>
                    <a:cubicBezTo>
                      <a:pt x="882" y="366"/>
                      <a:pt x="867" y="357"/>
                      <a:pt x="864" y="360"/>
                    </a:cubicBezTo>
                    <a:cubicBezTo>
                      <a:pt x="858" y="360"/>
                      <a:pt x="849" y="351"/>
                      <a:pt x="843" y="351"/>
                    </a:cubicBezTo>
                    <a:cubicBezTo>
                      <a:pt x="837" y="351"/>
                      <a:pt x="828" y="345"/>
                      <a:pt x="828" y="339"/>
                    </a:cubicBezTo>
                    <a:cubicBezTo>
                      <a:pt x="828" y="333"/>
                      <a:pt x="840" y="342"/>
                      <a:pt x="843" y="336"/>
                    </a:cubicBezTo>
                    <a:cubicBezTo>
                      <a:pt x="846" y="330"/>
                      <a:pt x="831" y="333"/>
                      <a:pt x="831" y="330"/>
                    </a:cubicBezTo>
                    <a:cubicBezTo>
                      <a:pt x="831" y="324"/>
                      <a:pt x="834" y="327"/>
                      <a:pt x="837" y="324"/>
                    </a:cubicBezTo>
                    <a:cubicBezTo>
                      <a:pt x="840" y="321"/>
                      <a:pt x="834" y="318"/>
                      <a:pt x="831" y="315"/>
                    </a:cubicBezTo>
                    <a:cubicBezTo>
                      <a:pt x="828" y="312"/>
                      <a:pt x="828" y="318"/>
                      <a:pt x="822" y="318"/>
                    </a:cubicBezTo>
                    <a:cubicBezTo>
                      <a:pt x="819" y="318"/>
                      <a:pt x="822" y="312"/>
                      <a:pt x="825" y="309"/>
                    </a:cubicBezTo>
                    <a:cubicBezTo>
                      <a:pt x="828" y="306"/>
                      <a:pt x="813" y="303"/>
                      <a:pt x="807" y="303"/>
                    </a:cubicBezTo>
                    <a:cubicBezTo>
                      <a:pt x="801" y="306"/>
                      <a:pt x="801" y="303"/>
                      <a:pt x="801" y="300"/>
                    </a:cubicBezTo>
                    <a:cubicBezTo>
                      <a:pt x="801" y="294"/>
                      <a:pt x="789" y="300"/>
                      <a:pt x="786" y="303"/>
                    </a:cubicBezTo>
                    <a:cubicBezTo>
                      <a:pt x="780" y="306"/>
                      <a:pt x="777" y="300"/>
                      <a:pt x="780" y="297"/>
                    </a:cubicBezTo>
                    <a:cubicBezTo>
                      <a:pt x="786" y="297"/>
                      <a:pt x="792" y="294"/>
                      <a:pt x="792" y="288"/>
                    </a:cubicBezTo>
                    <a:cubicBezTo>
                      <a:pt x="789" y="285"/>
                      <a:pt x="777" y="285"/>
                      <a:pt x="774" y="291"/>
                    </a:cubicBezTo>
                    <a:cubicBezTo>
                      <a:pt x="771" y="294"/>
                      <a:pt x="762" y="285"/>
                      <a:pt x="762" y="279"/>
                    </a:cubicBezTo>
                    <a:cubicBezTo>
                      <a:pt x="762" y="276"/>
                      <a:pt x="744" y="279"/>
                      <a:pt x="747" y="270"/>
                    </a:cubicBezTo>
                    <a:cubicBezTo>
                      <a:pt x="750" y="264"/>
                      <a:pt x="729" y="261"/>
                      <a:pt x="723" y="261"/>
                    </a:cubicBezTo>
                    <a:cubicBezTo>
                      <a:pt x="717" y="261"/>
                      <a:pt x="708" y="267"/>
                      <a:pt x="711" y="270"/>
                    </a:cubicBezTo>
                    <a:cubicBezTo>
                      <a:pt x="711" y="276"/>
                      <a:pt x="705" y="273"/>
                      <a:pt x="702" y="270"/>
                    </a:cubicBezTo>
                    <a:cubicBezTo>
                      <a:pt x="702" y="264"/>
                      <a:pt x="690" y="276"/>
                      <a:pt x="684" y="276"/>
                    </a:cubicBezTo>
                    <a:cubicBezTo>
                      <a:pt x="681" y="276"/>
                      <a:pt x="687" y="261"/>
                      <a:pt x="684" y="255"/>
                    </a:cubicBezTo>
                    <a:cubicBezTo>
                      <a:pt x="684" y="252"/>
                      <a:pt x="681" y="249"/>
                      <a:pt x="678" y="243"/>
                    </a:cubicBezTo>
                    <a:cubicBezTo>
                      <a:pt x="675" y="234"/>
                      <a:pt x="660" y="237"/>
                      <a:pt x="654" y="243"/>
                    </a:cubicBezTo>
                    <a:cubicBezTo>
                      <a:pt x="651" y="246"/>
                      <a:pt x="639" y="246"/>
                      <a:pt x="630" y="252"/>
                    </a:cubicBezTo>
                    <a:cubicBezTo>
                      <a:pt x="624" y="258"/>
                      <a:pt x="633" y="267"/>
                      <a:pt x="636" y="267"/>
                    </a:cubicBezTo>
                    <a:cubicBezTo>
                      <a:pt x="639" y="270"/>
                      <a:pt x="624" y="276"/>
                      <a:pt x="630" y="279"/>
                    </a:cubicBezTo>
                    <a:cubicBezTo>
                      <a:pt x="633" y="282"/>
                      <a:pt x="639" y="282"/>
                      <a:pt x="642" y="288"/>
                    </a:cubicBezTo>
                    <a:cubicBezTo>
                      <a:pt x="642" y="294"/>
                      <a:pt x="624" y="285"/>
                      <a:pt x="621" y="279"/>
                    </a:cubicBezTo>
                    <a:cubicBezTo>
                      <a:pt x="618" y="273"/>
                      <a:pt x="624" y="270"/>
                      <a:pt x="618" y="264"/>
                    </a:cubicBezTo>
                    <a:cubicBezTo>
                      <a:pt x="615" y="261"/>
                      <a:pt x="618" y="255"/>
                      <a:pt x="624" y="249"/>
                    </a:cubicBezTo>
                    <a:cubicBezTo>
                      <a:pt x="633" y="243"/>
                      <a:pt x="636" y="243"/>
                      <a:pt x="636" y="240"/>
                    </a:cubicBezTo>
                    <a:cubicBezTo>
                      <a:pt x="636" y="234"/>
                      <a:pt x="609" y="234"/>
                      <a:pt x="591" y="249"/>
                    </a:cubicBezTo>
                    <a:cubicBezTo>
                      <a:pt x="576" y="264"/>
                      <a:pt x="582" y="285"/>
                      <a:pt x="582" y="288"/>
                    </a:cubicBezTo>
                    <a:cubicBezTo>
                      <a:pt x="582" y="294"/>
                      <a:pt x="597" y="291"/>
                      <a:pt x="606" y="294"/>
                    </a:cubicBezTo>
                    <a:cubicBezTo>
                      <a:pt x="615" y="297"/>
                      <a:pt x="609" y="300"/>
                      <a:pt x="603" y="300"/>
                    </a:cubicBezTo>
                    <a:cubicBezTo>
                      <a:pt x="597" y="297"/>
                      <a:pt x="585" y="297"/>
                      <a:pt x="585" y="300"/>
                    </a:cubicBezTo>
                    <a:cubicBezTo>
                      <a:pt x="588" y="306"/>
                      <a:pt x="600" y="312"/>
                      <a:pt x="609" y="312"/>
                    </a:cubicBezTo>
                    <a:cubicBezTo>
                      <a:pt x="615" y="309"/>
                      <a:pt x="615" y="309"/>
                      <a:pt x="621" y="315"/>
                    </a:cubicBezTo>
                    <a:cubicBezTo>
                      <a:pt x="624" y="318"/>
                      <a:pt x="633" y="318"/>
                      <a:pt x="642" y="318"/>
                    </a:cubicBezTo>
                    <a:cubicBezTo>
                      <a:pt x="651" y="318"/>
                      <a:pt x="663" y="321"/>
                      <a:pt x="666" y="321"/>
                    </a:cubicBezTo>
                    <a:cubicBezTo>
                      <a:pt x="672" y="321"/>
                      <a:pt x="678" y="318"/>
                      <a:pt x="678" y="318"/>
                    </a:cubicBezTo>
                    <a:cubicBezTo>
                      <a:pt x="681" y="315"/>
                      <a:pt x="699" y="321"/>
                      <a:pt x="705" y="321"/>
                    </a:cubicBezTo>
                    <a:cubicBezTo>
                      <a:pt x="711" y="321"/>
                      <a:pt x="705" y="315"/>
                      <a:pt x="702" y="312"/>
                    </a:cubicBezTo>
                    <a:cubicBezTo>
                      <a:pt x="699" y="312"/>
                      <a:pt x="702" y="306"/>
                      <a:pt x="705" y="309"/>
                    </a:cubicBezTo>
                    <a:cubicBezTo>
                      <a:pt x="711" y="309"/>
                      <a:pt x="717" y="312"/>
                      <a:pt x="720" y="315"/>
                    </a:cubicBezTo>
                    <a:cubicBezTo>
                      <a:pt x="720" y="321"/>
                      <a:pt x="723" y="318"/>
                      <a:pt x="726" y="321"/>
                    </a:cubicBezTo>
                    <a:cubicBezTo>
                      <a:pt x="726" y="324"/>
                      <a:pt x="741" y="330"/>
                      <a:pt x="741" y="333"/>
                    </a:cubicBezTo>
                    <a:cubicBezTo>
                      <a:pt x="741" y="336"/>
                      <a:pt x="726" y="339"/>
                      <a:pt x="732" y="342"/>
                    </a:cubicBezTo>
                    <a:cubicBezTo>
                      <a:pt x="735" y="345"/>
                      <a:pt x="741" y="339"/>
                      <a:pt x="747" y="339"/>
                    </a:cubicBezTo>
                    <a:cubicBezTo>
                      <a:pt x="753" y="336"/>
                      <a:pt x="753" y="351"/>
                      <a:pt x="759" y="348"/>
                    </a:cubicBezTo>
                    <a:cubicBezTo>
                      <a:pt x="765" y="345"/>
                      <a:pt x="771" y="351"/>
                      <a:pt x="777" y="360"/>
                    </a:cubicBezTo>
                    <a:cubicBezTo>
                      <a:pt x="783" y="369"/>
                      <a:pt x="774" y="375"/>
                      <a:pt x="777" y="378"/>
                    </a:cubicBezTo>
                    <a:cubicBezTo>
                      <a:pt x="777" y="381"/>
                      <a:pt x="789" y="381"/>
                      <a:pt x="795" y="378"/>
                    </a:cubicBezTo>
                    <a:cubicBezTo>
                      <a:pt x="801" y="375"/>
                      <a:pt x="807" y="381"/>
                      <a:pt x="813" y="387"/>
                    </a:cubicBezTo>
                    <a:cubicBezTo>
                      <a:pt x="816" y="390"/>
                      <a:pt x="792" y="399"/>
                      <a:pt x="795" y="393"/>
                    </a:cubicBezTo>
                    <a:cubicBezTo>
                      <a:pt x="798" y="390"/>
                      <a:pt x="780" y="378"/>
                      <a:pt x="768" y="384"/>
                    </a:cubicBezTo>
                    <a:cubicBezTo>
                      <a:pt x="753" y="390"/>
                      <a:pt x="762" y="399"/>
                      <a:pt x="765" y="402"/>
                    </a:cubicBezTo>
                    <a:cubicBezTo>
                      <a:pt x="765" y="408"/>
                      <a:pt x="750" y="414"/>
                      <a:pt x="738" y="408"/>
                    </a:cubicBezTo>
                    <a:cubicBezTo>
                      <a:pt x="723" y="405"/>
                      <a:pt x="729" y="411"/>
                      <a:pt x="723" y="411"/>
                    </a:cubicBezTo>
                    <a:cubicBezTo>
                      <a:pt x="717" y="411"/>
                      <a:pt x="711" y="420"/>
                      <a:pt x="717" y="426"/>
                    </a:cubicBezTo>
                    <a:cubicBezTo>
                      <a:pt x="720" y="432"/>
                      <a:pt x="732" y="426"/>
                      <a:pt x="741" y="426"/>
                    </a:cubicBezTo>
                    <a:cubicBezTo>
                      <a:pt x="750" y="426"/>
                      <a:pt x="750" y="429"/>
                      <a:pt x="753" y="423"/>
                    </a:cubicBezTo>
                    <a:cubicBezTo>
                      <a:pt x="753" y="420"/>
                      <a:pt x="762" y="423"/>
                      <a:pt x="768" y="423"/>
                    </a:cubicBezTo>
                    <a:cubicBezTo>
                      <a:pt x="774" y="426"/>
                      <a:pt x="774" y="435"/>
                      <a:pt x="783" y="435"/>
                    </a:cubicBezTo>
                    <a:cubicBezTo>
                      <a:pt x="789" y="435"/>
                      <a:pt x="783" y="444"/>
                      <a:pt x="789" y="450"/>
                    </a:cubicBezTo>
                    <a:cubicBezTo>
                      <a:pt x="792" y="456"/>
                      <a:pt x="810" y="453"/>
                      <a:pt x="816" y="459"/>
                    </a:cubicBezTo>
                    <a:cubicBezTo>
                      <a:pt x="822" y="465"/>
                      <a:pt x="846" y="474"/>
                      <a:pt x="849" y="471"/>
                    </a:cubicBezTo>
                    <a:cubicBezTo>
                      <a:pt x="855" y="465"/>
                      <a:pt x="828" y="444"/>
                      <a:pt x="822" y="441"/>
                    </a:cubicBezTo>
                    <a:cubicBezTo>
                      <a:pt x="813" y="438"/>
                      <a:pt x="828" y="438"/>
                      <a:pt x="837" y="444"/>
                    </a:cubicBezTo>
                    <a:cubicBezTo>
                      <a:pt x="846" y="453"/>
                      <a:pt x="861" y="456"/>
                      <a:pt x="867" y="447"/>
                    </a:cubicBezTo>
                    <a:cubicBezTo>
                      <a:pt x="876" y="438"/>
                      <a:pt x="861" y="441"/>
                      <a:pt x="861" y="432"/>
                    </a:cubicBezTo>
                    <a:cubicBezTo>
                      <a:pt x="861" y="426"/>
                      <a:pt x="858" y="417"/>
                      <a:pt x="852" y="417"/>
                    </a:cubicBezTo>
                    <a:cubicBezTo>
                      <a:pt x="843" y="417"/>
                      <a:pt x="825" y="405"/>
                      <a:pt x="831" y="402"/>
                    </a:cubicBezTo>
                    <a:cubicBezTo>
                      <a:pt x="840" y="399"/>
                      <a:pt x="831" y="393"/>
                      <a:pt x="834" y="387"/>
                    </a:cubicBezTo>
                    <a:cubicBezTo>
                      <a:pt x="840" y="384"/>
                      <a:pt x="846" y="393"/>
                      <a:pt x="852" y="393"/>
                    </a:cubicBezTo>
                    <a:close/>
                    <a:moveTo>
                      <a:pt x="747" y="369"/>
                    </a:moveTo>
                    <a:cubicBezTo>
                      <a:pt x="753" y="369"/>
                      <a:pt x="750" y="360"/>
                      <a:pt x="747" y="354"/>
                    </a:cubicBezTo>
                    <a:cubicBezTo>
                      <a:pt x="744" y="351"/>
                      <a:pt x="738" y="351"/>
                      <a:pt x="732" y="351"/>
                    </a:cubicBezTo>
                    <a:cubicBezTo>
                      <a:pt x="726" y="351"/>
                      <a:pt x="717" y="360"/>
                      <a:pt x="723" y="369"/>
                    </a:cubicBezTo>
                    <a:cubicBezTo>
                      <a:pt x="729" y="378"/>
                      <a:pt x="741" y="372"/>
                      <a:pt x="747" y="369"/>
                    </a:cubicBezTo>
                    <a:close/>
                    <a:moveTo>
                      <a:pt x="684" y="240"/>
                    </a:moveTo>
                    <a:cubicBezTo>
                      <a:pt x="681" y="246"/>
                      <a:pt x="690" y="246"/>
                      <a:pt x="690" y="255"/>
                    </a:cubicBezTo>
                    <a:cubicBezTo>
                      <a:pt x="690" y="261"/>
                      <a:pt x="699" y="264"/>
                      <a:pt x="708" y="258"/>
                    </a:cubicBezTo>
                    <a:cubicBezTo>
                      <a:pt x="714" y="255"/>
                      <a:pt x="735" y="261"/>
                      <a:pt x="735" y="255"/>
                    </a:cubicBezTo>
                    <a:cubicBezTo>
                      <a:pt x="735" y="249"/>
                      <a:pt x="714" y="240"/>
                      <a:pt x="705" y="240"/>
                    </a:cubicBezTo>
                    <a:cubicBezTo>
                      <a:pt x="699" y="243"/>
                      <a:pt x="687" y="234"/>
                      <a:pt x="684" y="240"/>
                    </a:cubicBezTo>
                    <a:close/>
                    <a:moveTo>
                      <a:pt x="870" y="666"/>
                    </a:moveTo>
                    <a:cubicBezTo>
                      <a:pt x="873" y="669"/>
                      <a:pt x="900" y="681"/>
                      <a:pt x="903" y="675"/>
                    </a:cubicBezTo>
                    <a:cubicBezTo>
                      <a:pt x="903" y="669"/>
                      <a:pt x="870" y="663"/>
                      <a:pt x="870" y="666"/>
                    </a:cubicBezTo>
                    <a:close/>
                    <a:moveTo>
                      <a:pt x="999" y="696"/>
                    </a:moveTo>
                    <a:cubicBezTo>
                      <a:pt x="996" y="699"/>
                      <a:pt x="993" y="693"/>
                      <a:pt x="996" y="690"/>
                    </a:cubicBezTo>
                    <a:cubicBezTo>
                      <a:pt x="1002" y="687"/>
                      <a:pt x="996" y="684"/>
                      <a:pt x="993" y="687"/>
                    </a:cubicBezTo>
                    <a:cubicBezTo>
                      <a:pt x="987" y="687"/>
                      <a:pt x="990" y="678"/>
                      <a:pt x="993" y="675"/>
                    </a:cubicBezTo>
                    <a:cubicBezTo>
                      <a:pt x="996" y="672"/>
                      <a:pt x="984" y="669"/>
                      <a:pt x="984" y="672"/>
                    </a:cubicBezTo>
                    <a:cubicBezTo>
                      <a:pt x="984" y="678"/>
                      <a:pt x="975" y="675"/>
                      <a:pt x="975" y="672"/>
                    </a:cubicBezTo>
                    <a:cubicBezTo>
                      <a:pt x="972" y="669"/>
                      <a:pt x="966" y="666"/>
                      <a:pt x="969" y="663"/>
                    </a:cubicBezTo>
                    <a:cubicBezTo>
                      <a:pt x="972" y="663"/>
                      <a:pt x="960" y="660"/>
                      <a:pt x="960" y="666"/>
                    </a:cubicBezTo>
                    <a:cubicBezTo>
                      <a:pt x="960" y="669"/>
                      <a:pt x="957" y="663"/>
                      <a:pt x="960" y="657"/>
                    </a:cubicBezTo>
                    <a:cubicBezTo>
                      <a:pt x="966" y="651"/>
                      <a:pt x="966" y="648"/>
                      <a:pt x="969" y="645"/>
                    </a:cubicBezTo>
                    <a:cubicBezTo>
                      <a:pt x="975" y="642"/>
                      <a:pt x="969" y="639"/>
                      <a:pt x="963" y="639"/>
                    </a:cubicBezTo>
                    <a:cubicBezTo>
                      <a:pt x="960" y="642"/>
                      <a:pt x="945" y="660"/>
                      <a:pt x="945" y="666"/>
                    </a:cubicBezTo>
                    <a:cubicBezTo>
                      <a:pt x="945" y="672"/>
                      <a:pt x="945" y="678"/>
                      <a:pt x="942" y="675"/>
                    </a:cubicBezTo>
                    <a:cubicBezTo>
                      <a:pt x="936" y="675"/>
                      <a:pt x="930" y="681"/>
                      <a:pt x="933" y="684"/>
                    </a:cubicBezTo>
                    <a:cubicBezTo>
                      <a:pt x="939" y="687"/>
                      <a:pt x="924" y="693"/>
                      <a:pt x="930" y="696"/>
                    </a:cubicBezTo>
                    <a:cubicBezTo>
                      <a:pt x="936" y="699"/>
                      <a:pt x="942" y="696"/>
                      <a:pt x="948" y="696"/>
                    </a:cubicBezTo>
                    <a:cubicBezTo>
                      <a:pt x="954" y="696"/>
                      <a:pt x="960" y="696"/>
                      <a:pt x="963" y="693"/>
                    </a:cubicBezTo>
                    <a:cubicBezTo>
                      <a:pt x="969" y="690"/>
                      <a:pt x="969" y="696"/>
                      <a:pt x="975" y="696"/>
                    </a:cubicBezTo>
                    <a:cubicBezTo>
                      <a:pt x="981" y="696"/>
                      <a:pt x="972" y="702"/>
                      <a:pt x="972" y="705"/>
                    </a:cubicBezTo>
                    <a:cubicBezTo>
                      <a:pt x="972" y="708"/>
                      <a:pt x="978" y="702"/>
                      <a:pt x="981" y="699"/>
                    </a:cubicBezTo>
                    <a:cubicBezTo>
                      <a:pt x="987" y="699"/>
                      <a:pt x="990" y="699"/>
                      <a:pt x="990" y="705"/>
                    </a:cubicBezTo>
                    <a:cubicBezTo>
                      <a:pt x="987" y="708"/>
                      <a:pt x="999" y="711"/>
                      <a:pt x="1002" y="705"/>
                    </a:cubicBezTo>
                    <a:cubicBezTo>
                      <a:pt x="1005" y="699"/>
                      <a:pt x="999" y="690"/>
                      <a:pt x="999" y="696"/>
                    </a:cubicBezTo>
                    <a:close/>
                    <a:moveTo>
                      <a:pt x="93" y="603"/>
                    </a:moveTo>
                    <a:cubicBezTo>
                      <a:pt x="84" y="609"/>
                      <a:pt x="108" y="630"/>
                      <a:pt x="111" y="627"/>
                    </a:cubicBezTo>
                    <a:cubicBezTo>
                      <a:pt x="114" y="627"/>
                      <a:pt x="105" y="615"/>
                      <a:pt x="105" y="609"/>
                    </a:cubicBezTo>
                    <a:cubicBezTo>
                      <a:pt x="105" y="603"/>
                      <a:pt x="102" y="597"/>
                      <a:pt x="93" y="603"/>
                    </a:cubicBezTo>
                    <a:close/>
                    <a:moveTo>
                      <a:pt x="918" y="717"/>
                    </a:moveTo>
                    <a:cubicBezTo>
                      <a:pt x="915" y="717"/>
                      <a:pt x="918" y="711"/>
                      <a:pt x="918" y="708"/>
                    </a:cubicBezTo>
                    <a:cubicBezTo>
                      <a:pt x="918" y="708"/>
                      <a:pt x="909" y="711"/>
                      <a:pt x="909" y="714"/>
                    </a:cubicBezTo>
                    <a:cubicBezTo>
                      <a:pt x="909" y="717"/>
                      <a:pt x="903" y="717"/>
                      <a:pt x="903" y="720"/>
                    </a:cubicBezTo>
                    <a:cubicBezTo>
                      <a:pt x="903" y="726"/>
                      <a:pt x="903" y="723"/>
                      <a:pt x="900" y="726"/>
                    </a:cubicBezTo>
                    <a:cubicBezTo>
                      <a:pt x="894" y="726"/>
                      <a:pt x="879" y="726"/>
                      <a:pt x="879" y="723"/>
                    </a:cubicBezTo>
                    <a:cubicBezTo>
                      <a:pt x="879" y="717"/>
                      <a:pt x="867" y="717"/>
                      <a:pt x="867" y="711"/>
                    </a:cubicBezTo>
                    <a:cubicBezTo>
                      <a:pt x="867" y="708"/>
                      <a:pt x="861" y="705"/>
                      <a:pt x="867" y="699"/>
                    </a:cubicBezTo>
                    <a:cubicBezTo>
                      <a:pt x="870" y="696"/>
                      <a:pt x="864" y="693"/>
                      <a:pt x="861" y="696"/>
                    </a:cubicBezTo>
                    <a:cubicBezTo>
                      <a:pt x="855" y="699"/>
                      <a:pt x="855" y="693"/>
                      <a:pt x="861" y="693"/>
                    </a:cubicBezTo>
                    <a:cubicBezTo>
                      <a:pt x="864" y="690"/>
                      <a:pt x="876" y="687"/>
                      <a:pt x="870" y="678"/>
                    </a:cubicBezTo>
                    <a:cubicBezTo>
                      <a:pt x="864" y="666"/>
                      <a:pt x="831" y="681"/>
                      <a:pt x="822" y="684"/>
                    </a:cubicBezTo>
                    <a:cubicBezTo>
                      <a:pt x="813" y="690"/>
                      <a:pt x="801" y="705"/>
                      <a:pt x="798" y="705"/>
                    </a:cubicBezTo>
                    <a:cubicBezTo>
                      <a:pt x="792" y="705"/>
                      <a:pt x="807" y="699"/>
                      <a:pt x="807" y="696"/>
                    </a:cubicBezTo>
                    <a:cubicBezTo>
                      <a:pt x="810" y="690"/>
                      <a:pt x="807" y="687"/>
                      <a:pt x="810" y="690"/>
                    </a:cubicBezTo>
                    <a:cubicBezTo>
                      <a:pt x="813" y="690"/>
                      <a:pt x="819" y="678"/>
                      <a:pt x="825" y="675"/>
                    </a:cubicBezTo>
                    <a:cubicBezTo>
                      <a:pt x="831" y="672"/>
                      <a:pt x="837" y="675"/>
                      <a:pt x="837" y="672"/>
                    </a:cubicBezTo>
                    <a:cubicBezTo>
                      <a:pt x="837" y="669"/>
                      <a:pt x="840" y="666"/>
                      <a:pt x="846" y="660"/>
                    </a:cubicBezTo>
                    <a:cubicBezTo>
                      <a:pt x="852" y="657"/>
                      <a:pt x="909" y="657"/>
                      <a:pt x="915" y="657"/>
                    </a:cubicBezTo>
                    <a:cubicBezTo>
                      <a:pt x="921" y="657"/>
                      <a:pt x="933" y="651"/>
                      <a:pt x="936" y="645"/>
                    </a:cubicBezTo>
                    <a:cubicBezTo>
                      <a:pt x="939" y="639"/>
                      <a:pt x="945" y="639"/>
                      <a:pt x="951" y="642"/>
                    </a:cubicBezTo>
                    <a:cubicBezTo>
                      <a:pt x="960" y="642"/>
                      <a:pt x="963" y="633"/>
                      <a:pt x="969" y="630"/>
                    </a:cubicBezTo>
                    <a:cubicBezTo>
                      <a:pt x="972" y="627"/>
                      <a:pt x="969" y="627"/>
                      <a:pt x="966" y="627"/>
                    </a:cubicBezTo>
                    <a:cubicBezTo>
                      <a:pt x="963" y="627"/>
                      <a:pt x="960" y="624"/>
                      <a:pt x="963" y="624"/>
                    </a:cubicBezTo>
                    <a:cubicBezTo>
                      <a:pt x="966" y="624"/>
                      <a:pt x="969" y="621"/>
                      <a:pt x="969" y="615"/>
                    </a:cubicBezTo>
                    <a:cubicBezTo>
                      <a:pt x="972" y="612"/>
                      <a:pt x="969" y="615"/>
                      <a:pt x="963" y="609"/>
                    </a:cubicBezTo>
                    <a:cubicBezTo>
                      <a:pt x="960" y="600"/>
                      <a:pt x="957" y="609"/>
                      <a:pt x="951" y="609"/>
                    </a:cubicBezTo>
                    <a:cubicBezTo>
                      <a:pt x="948" y="609"/>
                      <a:pt x="954" y="603"/>
                      <a:pt x="951" y="600"/>
                    </a:cubicBezTo>
                    <a:cubicBezTo>
                      <a:pt x="948" y="597"/>
                      <a:pt x="939" y="600"/>
                      <a:pt x="933" y="603"/>
                    </a:cubicBezTo>
                    <a:cubicBezTo>
                      <a:pt x="927" y="609"/>
                      <a:pt x="927" y="603"/>
                      <a:pt x="924" y="609"/>
                    </a:cubicBezTo>
                    <a:cubicBezTo>
                      <a:pt x="918" y="615"/>
                      <a:pt x="918" y="606"/>
                      <a:pt x="921" y="606"/>
                    </a:cubicBezTo>
                    <a:cubicBezTo>
                      <a:pt x="924" y="603"/>
                      <a:pt x="924" y="606"/>
                      <a:pt x="927" y="603"/>
                    </a:cubicBezTo>
                    <a:cubicBezTo>
                      <a:pt x="930" y="600"/>
                      <a:pt x="930" y="603"/>
                      <a:pt x="936" y="597"/>
                    </a:cubicBezTo>
                    <a:cubicBezTo>
                      <a:pt x="942" y="594"/>
                      <a:pt x="948" y="597"/>
                      <a:pt x="951" y="594"/>
                    </a:cubicBezTo>
                    <a:cubicBezTo>
                      <a:pt x="951" y="591"/>
                      <a:pt x="948" y="588"/>
                      <a:pt x="942" y="588"/>
                    </a:cubicBezTo>
                    <a:cubicBezTo>
                      <a:pt x="936" y="588"/>
                      <a:pt x="933" y="582"/>
                      <a:pt x="930" y="582"/>
                    </a:cubicBezTo>
                    <a:cubicBezTo>
                      <a:pt x="924" y="585"/>
                      <a:pt x="927" y="579"/>
                      <a:pt x="921" y="582"/>
                    </a:cubicBezTo>
                    <a:cubicBezTo>
                      <a:pt x="918" y="585"/>
                      <a:pt x="915" y="582"/>
                      <a:pt x="915" y="576"/>
                    </a:cubicBezTo>
                    <a:cubicBezTo>
                      <a:pt x="912" y="573"/>
                      <a:pt x="900" y="564"/>
                      <a:pt x="894" y="561"/>
                    </a:cubicBezTo>
                    <a:cubicBezTo>
                      <a:pt x="888" y="561"/>
                      <a:pt x="894" y="555"/>
                      <a:pt x="897" y="558"/>
                    </a:cubicBezTo>
                    <a:cubicBezTo>
                      <a:pt x="900" y="561"/>
                      <a:pt x="903" y="555"/>
                      <a:pt x="906" y="555"/>
                    </a:cubicBezTo>
                    <a:cubicBezTo>
                      <a:pt x="906" y="552"/>
                      <a:pt x="903" y="549"/>
                      <a:pt x="900" y="549"/>
                    </a:cubicBezTo>
                    <a:cubicBezTo>
                      <a:pt x="900" y="549"/>
                      <a:pt x="900" y="546"/>
                      <a:pt x="900" y="543"/>
                    </a:cubicBezTo>
                    <a:cubicBezTo>
                      <a:pt x="900" y="540"/>
                      <a:pt x="891" y="537"/>
                      <a:pt x="891" y="534"/>
                    </a:cubicBezTo>
                    <a:cubicBezTo>
                      <a:pt x="891" y="531"/>
                      <a:pt x="888" y="531"/>
                      <a:pt x="888" y="528"/>
                    </a:cubicBezTo>
                    <a:cubicBezTo>
                      <a:pt x="888" y="525"/>
                      <a:pt x="882" y="522"/>
                      <a:pt x="882" y="519"/>
                    </a:cubicBezTo>
                    <a:cubicBezTo>
                      <a:pt x="882" y="516"/>
                      <a:pt x="876" y="510"/>
                      <a:pt x="876" y="507"/>
                    </a:cubicBezTo>
                    <a:cubicBezTo>
                      <a:pt x="876" y="504"/>
                      <a:pt x="870" y="501"/>
                      <a:pt x="870" y="498"/>
                    </a:cubicBezTo>
                    <a:cubicBezTo>
                      <a:pt x="867" y="492"/>
                      <a:pt x="867" y="495"/>
                      <a:pt x="864" y="501"/>
                    </a:cubicBezTo>
                    <a:cubicBezTo>
                      <a:pt x="864" y="507"/>
                      <a:pt x="858" y="507"/>
                      <a:pt x="861" y="507"/>
                    </a:cubicBezTo>
                    <a:cubicBezTo>
                      <a:pt x="864" y="513"/>
                      <a:pt x="861" y="513"/>
                      <a:pt x="858" y="516"/>
                    </a:cubicBezTo>
                    <a:cubicBezTo>
                      <a:pt x="855" y="519"/>
                      <a:pt x="861" y="522"/>
                      <a:pt x="855" y="522"/>
                    </a:cubicBezTo>
                    <a:cubicBezTo>
                      <a:pt x="852" y="522"/>
                      <a:pt x="855" y="528"/>
                      <a:pt x="852" y="525"/>
                    </a:cubicBezTo>
                    <a:cubicBezTo>
                      <a:pt x="849" y="522"/>
                      <a:pt x="846" y="522"/>
                      <a:pt x="846" y="528"/>
                    </a:cubicBezTo>
                    <a:cubicBezTo>
                      <a:pt x="846" y="531"/>
                      <a:pt x="837" y="534"/>
                      <a:pt x="834" y="534"/>
                    </a:cubicBezTo>
                    <a:cubicBezTo>
                      <a:pt x="831" y="534"/>
                      <a:pt x="831" y="525"/>
                      <a:pt x="828" y="528"/>
                    </a:cubicBezTo>
                    <a:cubicBezTo>
                      <a:pt x="825" y="531"/>
                      <a:pt x="825" y="522"/>
                      <a:pt x="822" y="522"/>
                    </a:cubicBezTo>
                    <a:cubicBezTo>
                      <a:pt x="816" y="522"/>
                      <a:pt x="813" y="522"/>
                      <a:pt x="816" y="519"/>
                    </a:cubicBezTo>
                    <a:cubicBezTo>
                      <a:pt x="816" y="516"/>
                      <a:pt x="807" y="513"/>
                      <a:pt x="810" y="510"/>
                    </a:cubicBezTo>
                    <a:cubicBezTo>
                      <a:pt x="813" y="510"/>
                      <a:pt x="810" y="504"/>
                      <a:pt x="810" y="498"/>
                    </a:cubicBezTo>
                    <a:cubicBezTo>
                      <a:pt x="810" y="492"/>
                      <a:pt x="813" y="492"/>
                      <a:pt x="813" y="489"/>
                    </a:cubicBezTo>
                    <a:cubicBezTo>
                      <a:pt x="813" y="486"/>
                      <a:pt x="810" y="486"/>
                      <a:pt x="807" y="489"/>
                    </a:cubicBezTo>
                    <a:cubicBezTo>
                      <a:pt x="804" y="489"/>
                      <a:pt x="804" y="486"/>
                      <a:pt x="801" y="486"/>
                    </a:cubicBezTo>
                    <a:cubicBezTo>
                      <a:pt x="798" y="486"/>
                      <a:pt x="789" y="486"/>
                      <a:pt x="789" y="480"/>
                    </a:cubicBezTo>
                    <a:cubicBezTo>
                      <a:pt x="786" y="477"/>
                      <a:pt x="783" y="480"/>
                      <a:pt x="783" y="474"/>
                    </a:cubicBezTo>
                    <a:cubicBezTo>
                      <a:pt x="780" y="471"/>
                      <a:pt x="777" y="474"/>
                      <a:pt x="777" y="471"/>
                    </a:cubicBezTo>
                    <a:cubicBezTo>
                      <a:pt x="777" y="468"/>
                      <a:pt x="774" y="465"/>
                      <a:pt x="771" y="465"/>
                    </a:cubicBezTo>
                    <a:cubicBezTo>
                      <a:pt x="768" y="465"/>
                      <a:pt x="768" y="462"/>
                      <a:pt x="765" y="462"/>
                    </a:cubicBezTo>
                    <a:cubicBezTo>
                      <a:pt x="759" y="462"/>
                      <a:pt x="756" y="465"/>
                      <a:pt x="753" y="465"/>
                    </a:cubicBezTo>
                    <a:cubicBezTo>
                      <a:pt x="750" y="468"/>
                      <a:pt x="744" y="462"/>
                      <a:pt x="744" y="465"/>
                    </a:cubicBezTo>
                    <a:cubicBezTo>
                      <a:pt x="741" y="465"/>
                      <a:pt x="741" y="462"/>
                      <a:pt x="735" y="462"/>
                    </a:cubicBezTo>
                    <a:cubicBezTo>
                      <a:pt x="726" y="459"/>
                      <a:pt x="720" y="459"/>
                      <a:pt x="720" y="462"/>
                    </a:cubicBezTo>
                    <a:cubicBezTo>
                      <a:pt x="717" y="462"/>
                      <a:pt x="714" y="465"/>
                      <a:pt x="714" y="468"/>
                    </a:cubicBezTo>
                    <a:cubicBezTo>
                      <a:pt x="714" y="474"/>
                      <a:pt x="720" y="474"/>
                      <a:pt x="720" y="477"/>
                    </a:cubicBezTo>
                    <a:cubicBezTo>
                      <a:pt x="723" y="480"/>
                      <a:pt x="720" y="480"/>
                      <a:pt x="717" y="483"/>
                    </a:cubicBezTo>
                    <a:cubicBezTo>
                      <a:pt x="717" y="486"/>
                      <a:pt x="714" y="486"/>
                      <a:pt x="714" y="489"/>
                    </a:cubicBezTo>
                    <a:cubicBezTo>
                      <a:pt x="714" y="489"/>
                      <a:pt x="717" y="489"/>
                      <a:pt x="717" y="495"/>
                    </a:cubicBezTo>
                    <a:cubicBezTo>
                      <a:pt x="720" y="498"/>
                      <a:pt x="723" y="498"/>
                      <a:pt x="723" y="504"/>
                    </a:cubicBezTo>
                    <a:cubicBezTo>
                      <a:pt x="723" y="510"/>
                      <a:pt x="720" y="510"/>
                      <a:pt x="717" y="510"/>
                    </a:cubicBezTo>
                    <a:cubicBezTo>
                      <a:pt x="717" y="510"/>
                      <a:pt x="720" y="513"/>
                      <a:pt x="714" y="516"/>
                    </a:cubicBezTo>
                    <a:cubicBezTo>
                      <a:pt x="711" y="522"/>
                      <a:pt x="708" y="525"/>
                      <a:pt x="711" y="528"/>
                    </a:cubicBezTo>
                    <a:cubicBezTo>
                      <a:pt x="714" y="531"/>
                      <a:pt x="723" y="534"/>
                      <a:pt x="729" y="543"/>
                    </a:cubicBezTo>
                    <a:cubicBezTo>
                      <a:pt x="732" y="549"/>
                      <a:pt x="732" y="558"/>
                      <a:pt x="732" y="567"/>
                    </a:cubicBezTo>
                    <a:cubicBezTo>
                      <a:pt x="729" y="573"/>
                      <a:pt x="720" y="576"/>
                      <a:pt x="714" y="582"/>
                    </a:cubicBezTo>
                    <a:cubicBezTo>
                      <a:pt x="708" y="588"/>
                      <a:pt x="702" y="588"/>
                      <a:pt x="699" y="588"/>
                    </a:cubicBezTo>
                    <a:cubicBezTo>
                      <a:pt x="696" y="588"/>
                      <a:pt x="699" y="594"/>
                      <a:pt x="702" y="600"/>
                    </a:cubicBezTo>
                    <a:cubicBezTo>
                      <a:pt x="705" y="603"/>
                      <a:pt x="702" y="606"/>
                      <a:pt x="705" y="609"/>
                    </a:cubicBezTo>
                    <a:cubicBezTo>
                      <a:pt x="708" y="615"/>
                      <a:pt x="705" y="618"/>
                      <a:pt x="708" y="624"/>
                    </a:cubicBezTo>
                    <a:cubicBezTo>
                      <a:pt x="711" y="627"/>
                      <a:pt x="711" y="630"/>
                      <a:pt x="705" y="633"/>
                    </a:cubicBezTo>
                    <a:cubicBezTo>
                      <a:pt x="702" y="636"/>
                      <a:pt x="708" y="636"/>
                      <a:pt x="708" y="639"/>
                    </a:cubicBezTo>
                    <a:cubicBezTo>
                      <a:pt x="708" y="642"/>
                      <a:pt x="705" y="642"/>
                      <a:pt x="702" y="639"/>
                    </a:cubicBezTo>
                    <a:cubicBezTo>
                      <a:pt x="699" y="636"/>
                      <a:pt x="696" y="642"/>
                      <a:pt x="696" y="645"/>
                    </a:cubicBezTo>
                    <a:cubicBezTo>
                      <a:pt x="696" y="648"/>
                      <a:pt x="690" y="642"/>
                      <a:pt x="687" y="642"/>
                    </a:cubicBezTo>
                    <a:cubicBezTo>
                      <a:pt x="684" y="642"/>
                      <a:pt x="687" y="639"/>
                      <a:pt x="684" y="633"/>
                    </a:cubicBezTo>
                    <a:cubicBezTo>
                      <a:pt x="678" y="630"/>
                      <a:pt x="675" y="630"/>
                      <a:pt x="675" y="627"/>
                    </a:cubicBezTo>
                    <a:cubicBezTo>
                      <a:pt x="675" y="624"/>
                      <a:pt x="666" y="621"/>
                      <a:pt x="666" y="615"/>
                    </a:cubicBezTo>
                    <a:cubicBezTo>
                      <a:pt x="666" y="612"/>
                      <a:pt x="669" y="603"/>
                      <a:pt x="666" y="600"/>
                    </a:cubicBezTo>
                    <a:cubicBezTo>
                      <a:pt x="666" y="597"/>
                      <a:pt x="666" y="594"/>
                      <a:pt x="669" y="591"/>
                    </a:cubicBezTo>
                    <a:cubicBezTo>
                      <a:pt x="669" y="588"/>
                      <a:pt x="666" y="582"/>
                      <a:pt x="660" y="582"/>
                    </a:cubicBezTo>
                    <a:cubicBezTo>
                      <a:pt x="657" y="582"/>
                      <a:pt x="651" y="582"/>
                      <a:pt x="645" y="582"/>
                    </a:cubicBezTo>
                    <a:cubicBezTo>
                      <a:pt x="639" y="582"/>
                      <a:pt x="636" y="582"/>
                      <a:pt x="633" y="579"/>
                    </a:cubicBezTo>
                    <a:cubicBezTo>
                      <a:pt x="630" y="579"/>
                      <a:pt x="624" y="573"/>
                      <a:pt x="618" y="573"/>
                    </a:cubicBezTo>
                    <a:cubicBezTo>
                      <a:pt x="609" y="570"/>
                      <a:pt x="606" y="567"/>
                      <a:pt x="606" y="564"/>
                    </a:cubicBezTo>
                    <a:cubicBezTo>
                      <a:pt x="603" y="561"/>
                      <a:pt x="597" y="561"/>
                      <a:pt x="594" y="558"/>
                    </a:cubicBezTo>
                    <a:cubicBezTo>
                      <a:pt x="594" y="555"/>
                      <a:pt x="585" y="555"/>
                      <a:pt x="582" y="555"/>
                    </a:cubicBezTo>
                    <a:cubicBezTo>
                      <a:pt x="579" y="555"/>
                      <a:pt x="573" y="549"/>
                      <a:pt x="567" y="549"/>
                    </a:cubicBezTo>
                    <a:cubicBezTo>
                      <a:pt x="564" y="549"/>
                      <a:pt x="552" y="555"/>
                      <a:pt x="552" y="555"/>
                    </a:cubicBezTo>
                    <a:cubicBezTo>
                      <a:pt x="549" y="555"/>
                      <a:pt x="552" y="549"/>
                      <a:pt x="552" y="549"/>
                    </a:cubicBezTo>
                    <a:cubicBezTo>
                      <a:pt x="555" y="546"/>
                      <a:pt x="549" y="540"/>
                      <a:pt x="546" y="534"/>
                    </a:cubicBezTo>
                    <a:cubicBezTo>
                      <a:pt x="546" y="528"/>
                      <a:pt x="543" y="525"/>
                      <a:pt x="540" y="525"/>
                    </a:cubicBezTo>
                    <a:cubicBezTo>
                      <a:pt x="534" y="525"/>
                      <a:pt x="528" y="522"/>
                      <a:pt x="528" y="522"/>
                    </a:cubicBezTo>
                    <a:cubicBezTo>
                      <a:pt x="525" y="519"/>
                      <a:pt x="525" y="507"/>
                      <a:pt x="525" y="501"/>
                    </a:cubicBezTo>
                    <a:cubicBezTo>
                      <a:pt x="528" y="495"/>
                      <a:pt x="534" y="486"/>
                      <a:pt x="534" y="480"/>
                    </a:cubicBezTo>
                    <a:cubicBezTo>
                      <a:pt x="534" y="477"/>
                      <a:pt x="537" y="477"/>
                      <a:pt x="543" y="474"/>
                    </a:cubicBezTo>
                    <a:cubicBezTo>
                      <a:pt x="546" y="474"/>
                      <a:pt x="543" y="468"/>
                      <a:pt x="546" y="465"/>
                    </a:cubicBezTo>
                    <a:cubicBezTo>
                      <a:pt x="549" y="465"/>
                      <a:pt x="549" y="465"/>
                      <a:pt x="552" y="462"/>
                    </a:cubicBezTo>
                    <a:cubicBezTo>
                      <a:pt x="552" y="459"/>
                      <a:pt x="555" y="459"/>
                      <a:pt x="555" y="459"/>
                    </a:cubicBezTo>
                    <a:cubicBezTo>
                      <a:pt x="552" y="456"/>
                      <a:pt x="552" y="453"/>
                      <a:pt x="558" y="453"/>
                    </a:cubicBezTo>
                    <a:cubicBezTo>
                      <a:pt x="564" y="453"/>
                      <a:pt x="573" y="453"/>
                      <a:pt x="573" y="447"/>
                    </a:cubicBezTo>
                    <a:cubicBezTo>
                      <a:pt x="570" y="441"/>
                      <a:pt x="555" y="444"/>
                      <a:pt x="555" y="441"/>
                    </a:cubicBezTo>
                    <a:cubicBezTo>
                      <a:pt x="555" y="435"/>
                      <a:pt x="537" y="435"/>
                      <a:pt x="537" y="432"/>
                    </a:cubicBezTo>
                    <a:cubicBezTo>
                      <a:pt x="540" y="429"/>
                      <a:pt x="558" y="435"/>
                      <a:pt x="564" y="438"/>
                    </a:cubicBezTo>
                    <a:cubicBezTo>
                      <a:pt x="570" y="441"/>
                      <a:pt x="573" y="438"/>
                      <a:pt x="576" y="438"/>
                    </a:cubicBezTo>
                    <a:cubicBezTo>
                      <a:pt x="582" y="438"/>
                      <a:pt x="579" y="432"/>
                      <a:pt x="579" y="429"/>
                    </a:cubicBezTo>
                    <a:cubicBezTo>
                      <a:pt x="582" y="426"/>
                      <a:pt x="591" y="435"/>
                      <a:pt x="597" y="432"/>
                    </a:cubicBezTo>
                    <a:cubicBezTo>
                      <a:pt x="603" y="432"/>
                      <a:pt x="609" y="420"/>
                      <a:pt x="612" y="417"/>
                    </a:cubicBezTo>
                    <a:cubicBezTo>
                      <a:pt x="618" y="411"/>
                      <a:pt x="612" y="408"/>
                      <a:pt x="603" y="411"/>
                    </a:cubicBezTo>
                    <a:cubicBezTo>
                      <a:pt x="594" y="411"/>
                      <a:pt x="588" y="408"/>
                      <a:pt x="585" y="405"/>
                    </a:cubicBezTo>
                    <a:cubicBezTo>
                      <a:pt x="579" y="399"/>
                      <a:pt x="579" y="396"/>
                      <a:pt x="585" y="396"/>
                    </a:cubicBezTo>
                    <a:cubicBezTo>
                      <a:pt x="591" y="399"/>
                      <a:pt x="603" y="408"/>
                      <a:pt x="609" y="408"/>
                    </a:cubicBezTo>
                    <a:cubicBezTo>
                      <a:pt x="612" y="408"/>
                      <a:pt x="621" y="399"/>
                      <a:pt x="624" y="396"/>
                    </a:cubicBezTo>
                    <a:cubicBezTo>
                      <a:pt x="630" y="393"/>
                      <a:pt x="621" y="393"/>
                      <a:pt x="618" y="390"/>
                    </a:cubicBezTo>
                    <a:cubicBezTo>
                      <a:pt x="615" y="387"/>
                      <a:pt x="624" y="387"/>
                      <a:pt x="627" y="387"/>
                    </a:cubicBezTo>
                    <a:cubicBezTo>
                      <a:pt x="630" y="387"/>
                      <a:pt x="633" y="390"/>
                      <a:pt x="633" y="390"/>
                    </a:cubicBezTo>
                    <a:cubicBezTo>
                      <a:pt x="636" y="393"/>
                      <a:pt x="642" y="390"/>
                      <a:pt x="645" y="390"/>
                    </a:cubicBezTo>
                    <a:cubicBezTo>
                      <a:pt x="651" y="390"/>
                      <a:pt x="645" y="384"/>
                      <a:pt x="639" y="381"/>
                    </a:cubicBezTo>
                    <a:cubicBezTo>
                      <a:pt x="633" y="381"/>
                      <a:pt x="639" y="375"/>
                      <a:pt x="642" y="378"/>
                    </a:cubicBezTo>
                    <a:cubicBezTo>
                      <a:pt x="645" y="381"/>
                      <a:pt x="648" y="381"/>
                      <a:pt x="651" y="387"/>
                    </a:cubicBezTo>
                    <a:cubicBezTo>
                      <a:pt x="654" y="390"/>
                      <a:pt x="654" y="387"/>
                      <a:pt x="660" y="387"/>
                    </a:cubicBezTo>
                    <a:cubicBezTo>
                      <a:pt x="663" y="384"/>
                      <a:pt x="666" y="381"/>
                      <a:pt x="669" y="378"/>
                    </a:cubicBezTo>
                    <a:cubicBezTo>
                      <a:pt x="672" y="375"/>
                      <a:pt x="672" y="378"/>
                      <a:pt x="675" y="375"/>
                    </a:cubicBezTo>
                    <a:cubicBezTo>
                      <a:pt x="678" y="369"/>
                      <a:pt x="675" y="366"/>
                      <a:pt x="672" y="363"/>
                    </a:cubicBezTo>
                    <a:cubicBezTo>
                      <a:pt x="666" y="360"/>
                      <a:pt x="672" y="357"/>
                      <a:pt x="666" y="354"/>
                    </a:cubicBezTo>
                    <a:cubicBezTo>
                      <a:pt x="663" y="351"/>
                      <a:pt x="663" y="348"/>
                      <a:pt x="666" y="348"/>
                    </a:cubicBezTo>
                    <a:cubicBezTo>
                      <a:pt x="672" y="351"/>
                      <a:pt x="675" y="348"/>
                      <a:pt x="678" y="345"/>
                    </a:cubicBezTo>
                    <a:cubicBezTo>
                      <a:pt x="681" y="342"/>
                      <a:pt x="672" y="342"/>
                      <a:pt x="675" y="339"/>
                    </a:cubicBezTo>
                    <a:cubicBezTo>
                      <a:pt x="681" y="336"/>
                      <a:pt x="675" y="333"/>
                      <a:pt x="672" y="333"/>
                    </a:cubicBezTo>
                    <a:cubicBezTo>
                      <a:pt x="666" y="333"/>
                      <a:pt x="663" y="330"/>
                      <a:pt x="663" y="327"/>
                    </a:cubicBezTo>
                    <a:cubicBezTo>
                      <a:pt x="663" y="324"/>
                      <a:pt x="654" y="327"/>
                      <a:pt x="651" y="324"/>
                    </a:cubicBezTo>
                    <a:cubicBezTo>
                      <a:pt x="645" y="321"/>
                      <a:pt x="636" y="321"/>
                      <a:pt x="633" y="321"/>
                    </a:cubicBezTo>
                    <a:cubicBezTo>
                      <a:pt x="630" y="321"/>
                      <a:pt x="630" y="333"/>
                      <a:pt x="633" y="333"/>
                    </a:cubicBezTo>
                    <a:cubicBezTo>
                      <a:pt x="636" y="333"/>
                      <a:pt x="639" y="336"/>
                      <a:pt x="636" y="339"/>
                    </a:cubicBezTo>
                    <a:cubicBezTo>
                      <a:pt x="633" y="339"/>
                      <a:pt x="639" y="345"/>
                      <a:pt x="636" y="342"/>
                    </a:cubicBezTo>
                    <a:cubicBezTo>
                      <a:pt x="633" y="342"/>
                      <a:pt x="630" y="342"/>
                      <a:pt x="627" y="348"/>
                    </a:cubicBezTo>
                    <a:cubicBezTo>
                      <a:pt x="627" y="354"/>
                      <a:pt x="627" y="357"/>
                      <a:pt x="621" y="360"/>
                    </a:cubicBezTo>
                    <a:cubicBezTo>
                      <a:pt x="618" y="363"/>
                      <a:pt x="621" y="351"/>
                      <a:pt x="618" y="354"/>
                    </a:cubicBezTo>
                    <a:cubicBezTo>
                      <a:pt x="612" y="354"/>
                      <a:pt x="612" y="360"/>
                      <a:pt x="615" y="360"/>
                    </a:cubicBezTo>
                    <a:cubicBezTo>
                      <a:pt x="618" y="363"/>
                      <a:pt x="618" y="366"/>
                      <a:pt x="621" y="369"/>
                    </a:cubicBezTo>
                    <a:cubicBezTo>
                      <a:pt x="621" y="372"/>
                      <a:pt x="615" y="369"/>
                      <a:pt x="612" y="375"/>
                    </a:cubicBezTo>
                    <a:cubicBezTo>
                      <a:pt x="609" y="378"/>
                      <a:pt x="609" y="372"/>
                      <a:pt x="606" y="369"/>
                    </a:cubicBezTo>
                    <a:cubicBezTo>
                      <a:pt x="603" y="366"/>
                      <a:pt x="597" y="360"/>
                      <a:pt x="597" y="357"/>
                    </a:cubicBezTo>
                    <a:cubicBezTo>
                      <a:pt x="600" y="354"/>
                      <a:pt x="600" y="354"/>
                      <a:pt x="603" y="351"/>
                    </a:cubicBezTo>
                    <a:cubicBezTo>
                      <a:pt x="606" y="351"/>
                      <a:pt x="603" y="348"/>
                      <a:pt x="603" y="345"/>
                    </a:cubicBezTo>
                    <a:cubicBezTo>
                      <a:pt x="603" y="339"/>
                      <a:pt x="600" y="342"/>
                      <a:pt x="594" y="336"/>
                    </a:cubicBezTo>
                    <a:cubicBezTo>
                      <a:pt x="591" y="333"/>
                      <a:pt x="588" y="333"/>
                      <a:pt x="585" y="333"/>
                    </a:cubicBezTo>
                    <a:cubicBezTo>
                      <a:pt x="582" y="336"/>
                      <a:pt x="585" y="342"/>
                      <a:pt x="582" y="342"/>
                    </a:cubicBezTo>
                    <a:cubicBezTo>
                      <a:pt x="576" y="345"/>
                      <a:pt x="579" y="351"/>
                      <a:pt x="576" y="351"/>
                    </a:cubicBezTo>
                    <a:cubicBezTo>
                      <a:pt x="573" y="351"/>
                      <a:pt x="573" y="339"/>
                      <a:pt x="573" y="339"/>
                    </a:cubicBezTo>
                    <a:cubicBezTo>
                      <a:pt x="570" y="336"/>
                      <a:pt x="570" y="333"/>
                      <a:pt x="573" y="333"/>
                    </a:cubicBezTo>
                    <a:cubicBezTo>
                      <a:pt x="576" y="333"/>
                      <a:pt x="579" y="330"/>
                      <a:pt x="576" y="330"/>
                    </a:cubicBezTo>
                    <a:cubicBezTo>
                      <a:pt x="573" y="330"/>
                      <a:pt x="567" y="324"/>
                      <a:pt x="564" y="324"/>
                    </a:cubicBezTo>
                    <a:cubicBezTo>
                      <a:pt x="564" y="324"/>
                      <a:pt x="558" y="327"/>
                      <a:pt x="555" y="327"/>
                    </a:cubicBezTo>
                    <a:cubicBezTo>
                      <a:pt x="555" y="324"/>
                      <a:pt x="558" y="318"/>
                      <a:pt x="558" y="318"/>
                    </a:cubicBezTo>
                    <a:cubicBezTo>
                      <a:pt x="558" y="315"/>
                      <a:pt x="561" y="318"/>
                      <a:pt x="564" y="315"/>
                    </a:cubicBezTo>
                    <a:cubicBezTo>
                      <a:pt x="567" y="312"/>
                      <a:pt x="555" y="312"/>
                      <a:pt x="555" y="306"/>
                    </a:cubicBezTo>
                    <a:cubicBezTo>
                      <a:pt x="555" y="303"/>
                      <a:pt x="549" y="303"/>
                      <a:pt x="546" y="300"/>
                    </a:cubicBezTo>
                    <a:cubicBezTo>
                      <a:pt x="543" y="300"/>
                      <a:pt x="549" y="294"/>
                      <a:pt x="546" y="291"/>
                    </a:cubicBezTo>
                    <a:cubicBezTo>
                      <a:pt x="546" y="288"/>
                      <a:pt x="537" y="279"/>
                      <a:pt x="531" y="282"/>
                    </a:cubicBezTo>
                    <a:cubicBezTo>
                      <a:pt x="528" y="282"/>
                      <a:pt x="528" y="276"/>
                      <a:pt x="531" y="276"/>
                    </a:cubicBezTo>
                    <a:cubicBezTo>
                      <a:pt x="531" y="276"/>
                      <a:pt x="534" y="276"/>
                      <a:pt x="537" y="270"/>
                    </a:cubicBezTo>
                    <a:cubicBezTo>
                      <a:pt x="543" y="264"/>
                      <a:pt x="543" y="264"/>
                      <a:pt x="540" y="264"/>
                    </a:cubicBezTo>
                    <a:cubicBezTo>
                      <a:pt x="537" y="261"/>
                      <a:pt x="534" y="258"/>
                      <a:pt x="540" y="258"/>
                    </a:cubicBezTo>
                    <a:cubicBezTo>
                      <a:pt x="546" y="258"/>
                      <a:pt x="555" y="264"/>
                      <a:pt x="558" y="261"/>
                    </a:cubicBezTo>
                    <a:cubicBezTo>
                      <a:pt x="561" y="258"/>
                      <a:pt x="570" y="243"/>
                      <a:pt x="573" y="237"/>
                    </a:cubicBezTo>
                    <a:cubicBezTo>
                      <a:pt x="579" y="234"/>
                      <a:pt x="570" y="234"/>
                      <a:pt x="561" y="234"/>
                    </a:cubicBezTo>
                    <a:cubicBezTo>
                      <a:pt x="552" y="234"/>
                      <a:pt x="552" y="231"/>
                      <a:pt x="543" y="228"/>
                    </a:cubicBezTo>
                    <a:cubicBezTo>
                      <a:pt x="537" y="228"/>
                      <a:pt x="522" y="231"/>
                      <a:pt x="519" y="234"/>
                    </a:cubicBezTo>
                    <a:cubicBezTo>
                      <a:pt x="519" y="234"/>
                      <a:pt x="525" y="237"/>
                      <a:pt x="522" y="240"/>
                    </a:cubicBezTo>
                    <a:cubicBezTo>
                      <a:pt x="522" y="243"/>
                      <a:pt x="519" y="237"/>
                      <a:pt x="516" y="240"/>
                    </a:cubicBezTo>
                    <a:cubicBezTo>
                      <a:pt x="513" y="240"/>
                      <a:pt x="516" y="243"/>
                      <a:pt x="516" y="252"/>
                    </a:cubicBezTo>
                    <a:cubicBezTo>
                      <a:pt x="516" y="261"/>
                      <a:pt x="519" y="261"/>
                      <a:pt x="519" y="264"/>
                    </a:cubicBezTo>
                    <a:cubicBezTo>
                      <a:pt x="522" y="267"/>
                      <a:pt x="522" y="273"/>
                      <a:pt x="522" y="279"/>
                    </a:cubicBezTo>
                    <a:cubicBezTo>
                      <a:pt x="522" y="282"/>
                      <a:pt x="516" y="282"/>
                      <a:pt x="516" y="285"/>
                    </a:cubicBezTo>
                    <a:cubicBezTo>
                      <a:pt x="513" y="285"/>
                      <a:pt x="519" y="288"/>
                      <a:pt x="519" y="291"/>
                    </a:cubicBezTo>
                    <a:cubicBezTo>
                      <a:pt x="519" y="294"/>
                      <a:pt x="513" y="288"/>
                      <a:pt x="510" y="291"/>
                    </a:cubicBezTo>
                    <a:cubicBezTo>
                      <a:pt x="507" y="291"/>
                      <a:pt x="504" y="300"/>
                      <a:pt x="507" y="303"/>
                    </a:cubicBezTo>
                    <a:cubicBezTo>
                      <a:pt x="510" y="306"/>
                      <a:pt x="513" y="303"/>
                      <a:pt x="510" y="309"/>
                    </a:cubicBezTo>
                    <a:cubicBezTo>
                      <a:pt x="507" y="312"/>
                      <a:pt x="504" y="315"/>
                      <a:pt x="510" y="321"/>
                    </a:cubicBezTo>
                    <a:cubicBezTo>
                      <a:pt x="516" y="324"/>
                      <a:pt x="528" y="324"/>
                      <a:pt x="534" y="327"/>
                    </a:cubicBezTo>
                    <a:cubicBezTo>
                      <a:pt x="540" y="333"/>
                      <a:pt x="531" y="330"/>
                      <a:pt x="534" y="333"/>
                    </a:cubicBezTo>
                    <a:cubicBezTo>
                      <a:pt x="534" y="339"/>
                      <a:pt x="528" y="339"/>
                      <a:pt x="528" y="342"/>
                    </a:cubicBezTo>
                    <a:cubicBezTo>
                      <a:pt x="528" y="345"/>
                      <a:pt x="531" y="345"/>
                      <a:pt x="534" y="339"/>
                    </a:cubicBezTo>
                    <a:cubicBezTo>
                      <a:pt x="537" y="333"/>
                      <a:pt x="540" y="342"/>
                      <a:pt x="540" y="345"/>
                    </a:cubicBezTo>
                    <a:cubicBezTo>
                      <a:pt x="540" y="351"/>
                      <a:pt x="534" y="348"/>
                      <a:pt x="531" y="351"/>
                    </a:cubicBezTo>
                    <a:cubicBezTo>
                      <a:pt x="528" y="357"/>
                      <a:pt x="525" y="357"/>
                      <a:pt x="522" y="357"/>
                    </a:cubicBezTo>
                    <a:cubicBezTo>
                      <a:pt x="516" y="357"/>
                      <a:pt x="519" y="363"/>
                      <a:pt x="522" y="369"/>
                    </a:cubicBezTo>
                    <a:cubicBezTo>
                      <a:pt x="522" y="372"/>
                      <a:pt x="519" y="372"/>
                      <a:pt x="516" y="372"/>
                    </a:cubicBezTo>
                    <a:cubicBezTo>
                      <a:pt x="510" y="369"/>
                      <a:pt x="507" y="366"/>
                      <a:pt x="510" y="363"/>
                    </a:cubicBezTo>
                    <a:cubicBezTo>
                      <a:pt x="513" y="357"/>
                      <a:pt x="513" y="354"/>
                      <a:pt x="510" y="354"/>
                    </a:cubicBezTo>
                    <a:cubicBezTo>
                      <a:pt x="507" y="354"/>
                      <a:pt x="501" y="354"/>
                      <a:pt x="498" y="351"/>
                    </a:cubicBezTo>
                    <a:cubicBezTo>
                      <a:pt x="495" y="348"/>
                      <a:pt x="498" y="348"/>
                      <a:pt x="507" y="348"/>
                    </a:cubicBezTo>
                    <a:cubicBezTo>
                      <a:pt x="513" y="351"/>
                      <a:pt x="507" y="345"/>
                      <a:pt x="513" y="345"/>
                    </a:cubicBezTo>
                    <a:cubicBezTo>
                      <a:pt x="516" y="345"/>
                      <a:pt x="519" y="348"/>
                      <a:pt x="525" y="342"/>
                    </a:cubicBezTo>
                    <a:cubicBezTo>
                      <a:pt x="528" y="339"/>
                      <a:pt x="522" y="333"/>
                      <a:pt x="519" y="333"/>
                    </a:cubicBezTo>
                    <a:cubicBezTo>
                      <a:pt x="516" y="336"/>
                      <a:pt x="510" y="336"/>
                      <a:pt x="510" y="333"/>
                    </a:cubicBezTo>
                    <a:cubicBezTo>
                      <a:pt x="510" y="330"/>
                      <a:pt x="516" y="333"/>
                      <a:pt x="519" y="330"/>
                    </a:cubicBezTo>
                    <a:cubicBezTo>
                      <a:pt x="522" y="330"/>
                      <a:pt x="516" y="327"/>
                      <a:pt x="513" y="327"/>
                    </a:cubicBezTo>
                    <a:cubicBezTo>
                      <a:pt x="507" y="327"/>
                      <a:pt x="504" y="330"/>
                      <a:pt x="498" y="324"/>
                    </a:cubicBezTo>
                    <a:cubicBezTo>
                      <a:pt x="495" y="321"/>
                      <a:pt x="489" y="318"/>
                      <a:pt x="486" y="327"/>
                    </a:cubicBezTo>
                    <a:cubicBezTo>
                      <a:pt x="486" y="336"/>
                      <a:pt x="477" y="333"/>
                      <a:pt x="474" y="336"/>
                    </a:cubicBezTo>
                    <a:cubicBezTo>
                      <a:pt x="471" y="339"/>
                      <a:pt x="477" y="342"/>
                      <a:pt x="486" y="342"/>
                    </a:cubicBezTo>
                    <a:cubicBezTo>
                      <a:pt x="492" y="342"/>
                      <a:pt x="498" y="348"/>
                      <a:pt x="492" y="348"/>
                    </a:cubicBezTo>
                    <a:cubicBezTo>
                      <a:pt x="489" y="348"/>
                      <a:pt x="492" y="351"/>
                      <a:pt x="489" y="351"/>
                    </a:cubicBezTo>
                    <a:cubicBezTo>
                      <a:pt x="486" y="348"/>
                      <a:pt x="480" y="351"/>
                      <a:pt x="483" y="354"/>
                    </a:cubicBezTo>
                    <a:cubicBezTo>
                      <a:pt x="486" y="357"/>
                      <a:pt x="483" y="357"/>
                      <a:pt x="483" y="360"/>
                    </a:cubicBezTo>
                    <a:cubicBezTo>
                      <a:pt x="483" y="363"/>
                      <a:pt x="477" y="360"/>
                      <a:pt x="471" y="360"/>
                    </a:cubicBezTo>
                    <a:cubicBezTo>
                      <a:pt x="468" y="360"/>
                      <a:pt x="456" y="363"/>
                      <a:pt x="450" y="363"/>
                    </a:cubicBezTo>
                    <a:cubicBezTo>
                      <a:pt x="444" y="366"/>
                      <a:pt x="435" y="363"/>
                      <a:pt x="432" y="360"/>
                    </a:cubicBezTo>
                    <a:cubicBezTo>
                      <a:pt x="429" y="357"/>
                      <a:pt x="426" y="357"/>
                      <a:pt x="420" y="357"/>
                    </a:cubicBezTo>
                    <a:cubicBezTo>
                      <a:pt x="417" y="357"/>
                      <a:pt x="417" y="351"/>
                      <a:pt x="411" y="351"/>
                    </a:cubicBezTo>
                    <a:cubicBezTo>
                      <a:pt x="405" y="351"/>
                      <a:pt x="405" y="345"/>
                      <a:pt x="405" y="342"/>
                    </a:cubicBezTo>
                    <a:cubicBezTo>
                      <a:pt x="405" y="339"/>
                      <a:pt x="390" y="339"/>
                      <a:pt x="387" y="342"/>
                    </a:cubicBezTo>
                    <a:cubicBezTo>
                      <a:pt x="381" y="345"/>
                      <a:pt x="372" y="345"/>
                      <a:pt x="369" y="351"/>
                    </a:cubicBezTo>
                    <a:cubicBezTo>
                      <a:pt x="366" y="357"/>
                      <a:pt x="372" y="354"/>
                      <a:pt x="375" y="354"/>
                    </a:cubicBezTo>
                    <a:cubicBezTo>
                      <a:pt x="378" y="354"/>
                      <a:pt x="378" y="351"/>
                      <a:pt x="384" y="351"/>
                    </a:cubicBezTo>
                    <a:cubicBezTo>
                      <a:pt x="393" y="351"/>
                      <a:pt x="396" y="345"/>
                      <a:pt x="399" y="348"/>
                    </a:cubicBezTo>
                    <a:cubicBezTo>
                      <a:pt x="402" y="351"/>
                      <a:pt x="387" y="357"/>
                      <a:pt x="381" y="357"/>
                    </a:cubicBezTo>
                    <a:cubicBezTo>
                      <a:pt x="375" y="357"/>
                      <a:pt x="378" y="363"/>
                      <a:pt x="384" y="372"/>
                    </a:cubicBezTo>
                    <a:cubicBezTo>
                      <a:pt x="390" y="381"/>
                      <a:pt x="381" y="375"/>
                      <a:pt x="381" y="381"/>
                    </a:cubicBezTo>
                    <a:cubicBezTo>
                      <a:pt x="381" y="384"/>
                      <a:pt x="369" y="378"/>
                      <a:pt x="372" y="378"/>
                    </a:cubicBezTo>
                    <a:cubicBezTo>
                      <a:pt x="378" y="375"/>
                      <a:pt x="375" y="372"/>
                      <a:pt x="372" y="369"/>
                    </a:cubicBezTo>
                    <a:cubicBezTo>
                      <a:pt x="369" y="366"/>
                      <a:pt x="366" y="369"/>
                      <a:pt x="366" y="366"/>
                    </a:cubicBezTo>
                    <a:cubicBezTo>
                      <a:pt x="366" y="363"/>
                      <a:pt x="363" y="366"/>
                      <a:pt x="360" y="363"/>
                    </a:cubicBezTo>
                    <a:cubicBezTo>
                      <a:pt x="354" y="360"/>
                      <a:pt x="354" y="357"/>
                      <a:pt x="348" y="360"/>
                    </a:cubicBezTo>
                    <a:cubicBezTo>
                      <a:pt x="345" y="363"/>
                      <a:pt x="339" y="363"/>
                      <a:pt x="327" y="363"/>
                    </a:cubicBezTo>
                    <a:cubicBezTo>
                      <a:pt x="318" y="366"/>
                      <a:pt x="297" y="366"/>
                      <a:pt x="294" y="363"/>
                    </a:cubicBezTo>
                    <a:cubicBezTo>
                      <a:pt x="291" y="357"/>
                      <a:pt x="303" y="351"/>
                      <a:pt x="309" y="354"/>
                    </a:cubicBezTo>
                    <a:cubicBezTo>
                      <a:pt x="312" y="354"/>
                      <a:pt x="309" y="348"/>
                      <a:pt x="303" y="345"/>
                    </a:cubicBezTo>
                    <a:cubicBezTo>
                      <a:pt x="297" y="339"/>
                      <a:pt x="285" y="336"/>
                      <a:pt x="285" y="339"/>
                    </a:cubicBezTo>
                    <a:cubicBezTo>
                      <a:pt x="285" y="342"/>
                      <a:pt x="279" y="339"/>
                      <a:pt x="270" y="339"/>
                    </a:cubicBezTo>
                    <a:cubicBezTo>
                      <a:pt x="258" y="336"/>
                      <a:pt x="258" y="333"/>
                      <a:pt x="252" y="333"/>
                    </a:cubicBezTo>
                    <a:cubicBezTo>
                      <a:pt x="246" y="333"/>
                      <a:pt x="237" y="330"/>
                      <a:pt x="231" y="327"/>
                    </a:cubicBezTo>
                    <a:cubicBezTo>
                      <a:pt x="222" y="321"/>
                      <a:pt x="207" y="321"/>
                      <a:pt x="204" y="327"/>
                    </a:cubicBezTo>
                    <a:cubicBezTo>
                      <a:pt x="204" y="333"/>
                      <a:pt x="198" y="330"/>
                      <a:pt x="192" y="330"/>
                    </a:cubicBezTo>
                    <a:cubicBezTo>
                      <a:pt x="186" y="330"/>
                      <a:pt x="195" y="324"/>
                      <a:pt x="192" y="324"/>
                    </a:cubicBezTo>
                    <a:cubicBezTo>
                      <a:pt x="189" y="324"/>
                      <a:pt x="192" y="315"/>
                      <a:pt x="189" y="315"/>
                    </a:cubicBezTo>
                    <a:cubicBezTo>
                      <a:pt x="183" y="315"/>
                      <a:pt x="180" y="333"/>
                      <a:pt x="174" y="330"/>
                    </a:cubicBezTo>
                    <a:cubicBezTo>
                      <a:pt x="165" y="330"/>
                      <a:pt x="162" y="312"/>
                      <a:pt x="156" y="309"/>
                    </a:cubicBezTo>
                    <a:cubicBezTo>
                      <a:pt x="150" y="303"/>
                      <a:pt x="144" y="303"/>
                      <a:pt x="150" y="312"/>
                    </a:cubicBezTo>
                    <a:cubicBezTo>
                      <a:pt x="156" y="318"/>
                      <a:pt x="144" y="312"/>
                      <a:pt x="144" y="318"/>
                    </a:cubicBezTo>
                    <a:cubicBezTo>
                      <a:pt x="147" y="321"/>
                      <a:pt x="138" y="327"/>
                      <a:pt x="138" y="324"/>
                    </a:cubicBezTo>
                    <a:cubicBezTo>
                      <a:pt x="138" y="321"/>
                      <a:pt x="132" y="318"/>
                      <a:pt x="126" y="327"/>
                    </a:cubicBezTo>
                    <a:cubicBezTo>
                      <a:pt x="120" y="333"/>
                      <a:pt x="117" y="333"/>
                      <a:pt x="114" y="330"/>
                    </a:cubicBezTo>
                    <a:cubicBezTo>
                      <a:pt x="114" y="327"/>
                      <a:pt x="96" y="336"/>
                      <a:pt x="99" y="339"/>
                    </a:cubicBezTo>
                    <a:cubicBezTo>
                      <a:pt x="99" y="342"/>
                      <a:pt x="96" y="345"/>
                      <a:pt x="90" y="345"/>
                    </a:cubicBezTo>
                    <a:cubicBezTo>
                      <a:pt x="87" y="345"/>
                      <a:pt x="90" y="339"/>
                      <a:pt x="93" y="339"/>
                    </a:cubicBezTo>
                    <a:cubicBezTo>
                      <a:pt x="96" y="336"/>
                      <a:pt x="108" y="327"/>
                      <a:pt x="114" y="327"/>
                    </a:cubicBezTo>
                    <a:cubicBezTo>
                      <a:pt x="120" y="324"/>
                      <a:pt x="132" y="321"/>
                      <a:pt x="132" y="318"/>
                    </a:cubicBezTo>
                    <a:cubicBezTo>
                      <a:pt x="132" y="315"/>
                      <a:pt x="126" y="318"/>
                      <a:pt x="123" y="315"/>
                    </a:cubicBezTo>
                    <a:cubicBezTo>
                      <a:pt x="120" y="315"/>
                      <a:pt x="111" y="321"/>
                      <a:pt x="105" y="324"/>
                    </a:cubicBezTo>
                    <a:cubicBezTo>
                      <a:pt x="99" y="327"/>
                      <a:pt x="90" y="324"/>
                      <a:pt x="93" y="330"/>
                    </a:cubicBezTo>
                    <a:cubicBezTo>
                      <a:pt x="96" y="333"/>
                      <a:pt x="87" y="327"/>
                      <a:pt x="84" y="330"/>
                    </a:cubicBezTo>
                    <a:cubicBezTo>
                      <a:pt x="84" y="333"/>
                      <a:pt x="81" y="330"/>
                      <a:pt x="81" y="330"/>
                    </a:cubicBezTo>
                    <a:cubicBezTo>
                      <a:pt x="84" y="327"/>
                      <a:pt x="75" y="324"/>
                      <a:pt x="75" y="327"/>
                    </a:cubicBezTo>
                    <a:cubicBezTo>
                      <a:pt x="75" y="327"/>
                      <a:pt x="75" y="330"/>
                      <a:pt x="69" y="330"/>
                    </a:cubicBezTo>
                    <a:cubicBezTo>
                      <a:pt x="63" y="330"/>
                      <a:pt x="57" y="336"/>
                      <a:pt x="60" y="339"/>
                    </a:cubicBezTo>
                    <a:cubicBezTo>
                      <a:pt x="66" y="342"/>
                      <a:pt x="66" y="342"/>
                      <a:pt x="66" y="345"/>
                    </a:cubicBezTo>
                    <a:cubicBezTo>
                      <a:pt x="63" y="345"/>
                      <a:pt x="57" y="339"/>
                      <a:pt x="48" y="339"/>
                    </a:cubicBezTo>
                    <a:cubicBezTo>
                      <a:pt x="39" y="342"/>
                      <a:pt x="21" y="330"/>
                      <a:pt x="21" y="327"/>
                    </a:cubicBezTo>
                    <a:cubicBezTo>
                      <a:pt x="21" y="324"/>
                      <a:pt x="9" y="327"/>
                      <a:pt x="0" y="327"/>
                    </a:cubicBezTo>
                    <a:cubicBezTo>
                      <a:pt x="0" y="498"/>
                      <a:pt x="0" y="498"/>
                      <a:pt x="0" y="498"/>
                    </a:cubicBezTo>
                    <a:cubicBezTo>
                      <a:pt x="6" y="501"/>
                      <a:pt x="6" y="501"/>
                      <a:pt x="6" y="501"/>
                    </a:cubicBezTo>
                    <a:cubicBezTo>
                      <a:pt x="9" y="498"/>
                      <a:pt x="12" y="501"/>
                      <a:pt x="18" y="498"/>
                    </a:cubicBezTo>
                    <a:cubicBezTo>
                      <a:pt x="24" y="495"/>
                      <a:pt x="24" y="501"/>
                      <a:pt x="24" y="504"/>
                    </a:cubicBezTo>
                    <a:cubicBezTo>
                      <a:pt x="24" y="507"/>
                      <a:pt x="33" y="510"/>
                      <a:pt x="36" y="516"/>
                    </a:cubicBezTo>
                    <a:cubicBezTo>
                      <a:pt x="39" y="519"/>
                      <a:pt x="42" y="522"/>
                      <a:pt x="45" y="522"/>
                    </a:cubicBezTo>
                    <a:cubicBezTo>
                      <a:pt x="48" y="519"/>
                      <a:pt x="54" y="516"/>
                      <a:pt x="54" y="513"/>
                    </a:cubicBezTo>
                    <a:cubicBezTo>
                      <a:pt x="54" y="507"/>
                      <a:pt x="72" y="507"/>
                      <a:pt x="72" y="513"/>
                    </a:cubicBezTo>
                    <a:cubicBezTo>
                      <a:pt x="72" y="519"/>
                      <a:pt x="87" y="525"/>
                      <a:pt x="96" y="540"/>
                    </a:cubicBezTo>
                    <a:cubicBezTo>
                      <a:pt x="105" y="555"/>
                      <a:pt x="102" y="561"/>
                      <a:pt x="114" y="564"/>
                    </a:cubicBezTo>
                    <a:cubicBezTo>
                      <a:pt x="129" y="570"/>
                      <a:pt x="126" y="573"/>
                      <a:pt x="126" y="576"/>
                    </a:cubicBezTo>
                    <a:cubicBezTo>
                      <a:pt x="123" y="582"/>
                      <a:pt x="132" y="582"/>
                      <a:pt x="129" y="588"/>
                    </a:cubicBezTo>
                    <a:cubicBezTo>
                      <a:pt x="126" y="588"/>
                      <a:pt x="123" y="591"/>
                      <a:pt x="120" y="591"/>
                    </a:cubicBezTo>
                    <a:cubicBezTo>
                      <a:pt x="120" y="594"/>
                      <a:pt x="123" y="597"/>
                      <a:pt x="126" y="597"/>
                    </a:cubicBezTo>
                    <a:cubicBezTo>
                      <a:pt x="129" y="600"/>
                      <a:pt x="120" y="600"/>
                      <a:pt x="123" y="603"/>
                    </a:cubicBezTo>
                    <a:cubicBezTo>
                      <a:pt x="126" y="606"/>
                      <a:pt x="123" y="609"/>
                      <a:pt x="123" y="612"/>
                    </a:cubicBezTo>
                    <a:cubicBezTo>
                      <a:pt x="126" y="615"/>
                      <a:pt x="132" y="612"/>
                      <a:pt x="135" y="612"/>
                    </a:cubicBezTo>
                    <a:cubicBezTo>
                      <a:pt x="138" y="609"/>
                      <a:pt x="138" y="615"/>
                      <a:pt x="135" y="618"/>
                    </a:cubicBezTo>
                    <a:cubicBezTo>
                      <a:pt x="135" y="621"/>
                      <a:pt x="138" y="624"/>
                      <a:pt x="141" y="621"/>
                    </a:cubicBezTo>
                    <a:cubicBezTo>
                      <a:pt x="144" y="618"/>
                      <a:pt x="147" y="627"/>
                      <a:pt x="150" y="627"/>
                    </a:cubicBezTo>
                    <a:cubicBezTo>
                      <a:pt x="153" y="627"/>
                      <a:pt x="156" y="633"/>
                      <a:pt x="150" y="633"/>
                    </a:cubicBezTo>
                    <a:cubicBezTo>
                      <a:pt x="147" y="633"/>
                      <a:pt x="147" y="639"/>
                      <a:pt x="150" y="639"/>
                    </a:cubicBezTo>
                    <a:cubicBezTo>
                      <a:pt x="153" y="639"/>
                      <a:pt x="153" y="642"/>
                      <a:pt x="153" y="645"/>
                    </a:cubicBezTo>
                    <a:cubicBezTo>
                      <a:pt x="153" y="648"/>
                      <a:pt x="162" y="651"/>
                      <a:pt x="165" y="648"/>
                    </a:cubicBezTo>
                    <a:cubicBezTo>
                      <a:pt x="168" y="648"/>
                      <a:pt x="171" y="651"/>
                      <a:pt x="174" y="654"/>
                    </a:cubicBezTo>
                    <a:cubicBezTo>
                      <a:pt x="174" y="657"/>
                      <a:pt x="180" y="660"/>
                      <a:pt x="183" y="657"/>
                    </a:cubicBezTo>
                    <a:cubicBezTo>
                      <a:pt x="186" y="654"/>
                      <a:pt x="186" y="660"/>
                      <a:pt x="186" y="663"/>
                    </a:cubicBezTo>
                    <a:cubicBezTo>
                      <a:pt x="186" y="666"/>
                      <a:pt x="192" y="666"/>
                      <a:pt x="195" y="666"/>
                    </a:cubicBezTo>
                    <a:cubicBezTo>
                      <a:pt x="198" y="666"/>
                      <a:pt x="201" y="669"/>
                      <a:pt x="201" y="669"/>
                    </a:cubicBezTo>
                    <a:cubicBezTo>
                      <a:pt x="207" y="666"/>
                      <a:pt x="207" y="675"/>
                      <a:pt x="210" y="678"/>
                    </a:cubicBezTo>
                    <a:cubicBezTo>
                      <a:pt x="522" y="678"/>
                      <a:pt x="522" y="678"/>
                      <a:pt x="522" y="678"/>
                    </a:cubicBezTo>
                    <a:cubicBezTo>
                      <a:pt x="522" y="678"/>
                      <a:pt x="522" y="669"/>
                      <a:pt x="525" y="672"/>
                    </a:cubicBezTo>
                    <a:cubicBezTo>
                      <a:pt x="528" y="675"/>
                      <a:pt x="525" y="678"/>
                      <a:pt x="531" y="681"/>
                    </a:cubicBezTo>
                    <a:cubicBezTo>
                      <a:pt x="534" y="681"/>
                      <a:pt x="537" y="684"/>
                      <a:pt x="540" y="684"/>
                    </a:cubicBezTo>
                    <a:cubicBezTo>
                      <a:pt x="543" y="684"/>
                      <a:pt x="546" y="681"/>
                      <a:pt x="549" y="684"/>
                    </a:cubicBezTo>
                    <a:cubicBezTo>
                      <a:pt x="555" y="690"/>
                      <a:pt x="558" y="684"/>
                      <a:pt x="558" y="687"/>
                    </a:cubicBezTo>
                    <a:cubicBezTo>
                      <a:pt x="561" y="690"/>
                      <a:pt x="567" y="693"/>
                      <a:pt x="570" y="690"/>
                    </a:cubicBezTo>
                    <a:cubicBezTo>
                      <a:pt x="570" y="687"/>
                      <a:pt x="582" y="690"/>
                      <a:pt x="585" y="693"/>
                    </a:cubicBezTo>
                    <a:cubicBezTo>
                      <a:pt x="591" y="687"/>
                      <a:pt x="594" y="678"/>
                      <a:pt x="600" y="678"/>
                    </a:cubicBezTo>
                    <a:cubicBezTo>
                      <a:pt x="606" y="678"/>
                      <a:pt x="624" y="681"/>
                      <a:pt x="624" y="687"/>
                    </a:cubicBezTo>
                    <a:cubicBezTo>
                      <a:pt x="624" y="696"/>
                      <a:pt x="636" y="690"/>
                      <a:pt x="636" y="696"/>
                    </a:cubicBezTo>
                    <a:cubicBezTo>
                      <a:pt x="636" y="702"/>
                      <a:pt x="642" y="708"/>
                      <a:pt x="642" y="711"/>
                    </a:cubicBezTo>
                    <a:cubicBezTo>
                      <a:pt x="645" y="714"/>
                      <a:pt x="648" y="714"/>
                      <a:pt x="648" y="717"/>
                    </a:cubicBezTo>
                    <a:cubicBezTo>
                      <a:pt x="651" y="717"/>
                      <a:pt x="660" y="717"/>
                      <a:pt x="666" y="720"/>
                    </a:cubicBezTo>
                    <a:cubicBezTo>
                      <a:pt x="672" y="723"/>
                      <a:pt x="684" y="717"/>
                      <a:pt x="687" y="726"/>
                    </a:cubicBezTo>
                    <a:cubicBezTo>
                      <a:pt x="690" y="732"/>
                      <a:pt x="699" y="738"/>
                      <a:pt x="690" y="741"/>
                    </a:cubicBezTo>
                    <a:cubicBezTo>
                      <a:pt x="684" y="741"/>
                      <a:pt x="675" y="732"/>
                      <a:pt x="675" y="738"/>
                    </a:cubicBezTo>
                    <a:cubicBezTo>
                      <a:pt x="678" y="741"/>
                      <a:pt x="672" y="738"/>
                      <a:pt x="672" y="747"/>
                    </a:cubicBezTo>
                    <a:cubicBezTo>
                      <a:pt x="672" y="753"/>
                      <a:pt x="669" y="765"/>
                      <a:pt x="666" y="765"/>
                    </a:cubicBezTo>
                    <a:cubicBezTo>
                      <a:pt x="666" y="765"/>
                      <a:pt x="666" y="765"/>
                      <a:pt x="666" y="765"/>
                    </a:cubicBezTo>
                    <a:cubicBezTo>
                      <a:pt x="663" y="768"/>
                      <a:pt x="663" y="771"/>
                      <a:pt x="666" y="774"/>
                    </a:cubicBezTo>
                    <a:cubicBezTo>
                      <a:pt x="669" y="771"/>
                      <a:pt x="675" y="765"/>
                      <a:pt x="681" y="765"/>
                    </a:cubicBezTo>
                    <a:cubicBezTo>
                      <a:pt x="687" y="765"/>
                      <a:pt x="690" y="771"/>
                      <a:pt x="696" y="768"/>
                    </a:cubicBezTo>
                    <a:cubicBezTo>
                      <a:pt x="699" y="765"/>
                      <a:pt x="702" y="762"/>
                      <a:pt x="702" y="765"/>
                    </a:cubicBezTo>
                    <a:cubicBezTo>
                      <a:pt x="702" y="765"/>
                      <a:pt x="702" y="765"/>
                      <a:pt x="702" y="765"/>
                    </a:cubicBezTo>
                    <a:cubicBezTo>
                      <a:pt x="705" y="765"/>
                      <a:pt x="705" y="765"/>
                      <a:pt x="705" y="762"/>
                    </a:cubicBezTo>
                    <a:cubicBezTo>
                      <a:pt x="705" y="759"/>
                      <a:pt x="705" y="759"/>
                      <a:pt x="705" y="759"/>
                    </a:cubicBezTo>
                    <a:cubicBezTo>
                      <a:pt x="699" y="759"/>
                      <a:pt x="699" y="759"/>
                      <a:pt x="696" y="756"/>
                    </a:cubicBezTo>
                    <a:cubicBezTo>
                      <a:pt x="693" y="750"/>
                      <a:pt x="711" y="747"/>
                      <a:pt x="720" y="747"/>
                    </a:cubicBezTo>
                    <a:cubicBezTo>
                      <a:pt x="726" y="747"/>
                      <a:pt x="732" y="744"/>
                      <a:pt x="735" y="747"/>
                    </a:cubicBezTo>
                    <a:cubicBezTo>
                      <a:pt x="741" y="741"/>
                      <a:pt x="747" y="735"/>
                      <a:pt x="750" y="735"/>
                    </a:cubicBezTo>
                    <a:cubicBezTo>
                      <a:pt x="753" y="735"/>
                      <a:pt x="789" y="735"/>
                      <a:pt x="789" y="735"/>
                    </a:cubicBezTo>
                    <a:cubicBezTo>
                      <a:pt x="789" y="735"/>
                      <a:pt x="801" y="726"/>
                      <a:pt x="804" y="720"/>
                    </a:cubicBezTo>
                    <a:cubicBezTo>
                      <a:pt x="804" y="714"/>
                      <a:pt x="813" y="696"/>
                      <a:pt x="816" y="699"/>
                    </a:cubicBezTo>
                    <a:cubicBezTo>
                      <a:pt x="822" y="702"/>
                      <a:pt x="831" y="702"/>
                      <a:pt x="831" y="705"/>
                    </a:cubicBezTo>
                    <a:cubicBezTo>
                      <a:pt x="831" y="708"/>
                      <a:pt x="828" y="717"/>
                      <a:pt x="843" y="735"/>
                    </a:cubicBezTo>
                    <a:cubicBezTo>
                      <a:pt x="846" y="732"/>
                      <a:pt x="852" y="729"/>
                      <a:pt x="852" y="729"/>
                    </a:cubicBezTo>
                    <a:cubicBezTo>
                      <a:pt x="858" y="732"/>
                      <a:pt x="864" y="726"/>
                      <a:pt x="867" y="720"/>
                    </a:cubicBezTo>
                    <a:cubicBezTo>
                      <a:pt x="870" y="717"/>
                      <a:pt x="870" y="723"/>
                      <a:pt x="867" y="726"/>
                    </a:cubicBezTo>
                    <a:cubicBezTo>
                      <a:pt x="864" y="726"/>
                      <a:pt x="870" y="729"/>
                      <a:pt x="879" y="729"/>
                    </a:cubicBezTo>
                    <a:cubicBezTo>
                      <a:pt x="885" y="729"/>
                      <a:pt x="873" y="732"/>
                      <a:pt x="870" y="732"/>
                    </a:cubicBezTo>
                    <a:cubicBezTo>
                      <a:pt x="864" y="732"/>
                      <a:pt x="861" y="732"/>
                      <a:pt x="855" y="738"/>
                    </a:cubicBezTo>
                    <a:cubicBezTo>
                      <a:pt x="849" y="747"/>
                      <a:pt x="849" y="747"/>
                      <a:pt x="852" y="753"/>
                    </a:cubicBezTo>
                    <a:cubicBezTo>
                      <a:pt x="858" y="756"/>
                      <a:pt x="864" y="753"/>
                      <a:pt x="867" y="750"/>
                    </a:cubicBezTo>
                    <a:cubicBezTo>
                      <a:pt x="873" y="744"/>
                      <a:pt x="873" y="741"/>
                      <a:pt x="879" y="741"/>
                    </a:cubicBezTo>
                    <a:cubicBezTo>
                      <a:pt x="885" y="741"/>
                      <a:pt x="900" y="735"/>
                      <a:pt x="906" y="732"/>
                    </a:cubicBezTo>
                    <a:cubicBezTo>
                      <a:pt x="912" y="732"/>
                      <a:pt x="906" y="729"/>
                      <a:pt x="906" y="726"/>
                    </a:cubicBezTo>
                    <a:cubicBezTo>
                      <a:pt x="906" y="723"/>
                      <a:pt x="918" y="723"/>
                      <a:pt x="921" y="723"/>
                    </a:cubicBezTo>
                    <a:cubicBezTo>
                      <a:pt x="927" y="720"/>
                      <a:pt x="921" y="717"/>
                      <a:pt x="918" y="717"/>
                    </a:cubicBezTo>
                    <a:close/>
                    <a:moveTo>
                      <a:pt x="267" y="393"/>
                    </a:moveTo>
                    <a:cubicBezTo>
                      <a:pt x="261" y="402"/>
                      <a:pt x="258" y="402"/>
                      <a:pt x="252" y="402"/>
                    </a:cubicBezTo>
                    <a:cubicBezTo>
                      <a:pt x="246" y="399"/>
                      <a:pt x="240" y="402"/>
                      <a:pt x="243" y="405"/>
                    </a:cubicBezTo>
                    <a:cubicBezTo>
                      <a:pt x="249" y="408"/>
                      <a:pt x="249" y="411"/>
                      <a:pt x="240" y="411"/>
                    </a:cubicBezTo>
                    <a:cubicBezTo>
                      <a:pt x="234" y="414"/>
                      <a:pt x="228" y="420"/>
                      <a:pt x="225" y="417"/>
                    </a:cubicBezTo>
                    <a:cubicBezTo>
                      <a:pt x="225" y="417"/>
                      <a:pt x="237" y="408"/>
                      <a:pt x="234" y="405"/>
                    </a:cubicBezTo>
                    <a:cubicBezTo>
                      <a:pt x="231" y="402"/>
                      <a:pt x="222" y="408"/>
                      <a:pt x="222" y="411"/>
                    </a:cubicBezTo>
                    <a:cubicBezTo>
                      <a:pt x="222" y="417"/>
                      <a:pt x="216" y="417"/>
                      <a:pt x="210" y="417"/>
                    </a:cubicBezTo>
                    <a:cubicBezTo>
                      <a:pt x="207" y="414"/>
                      <a:pt x="201" y="411"/>
                      <a:pt x="207" y="411"/>
                    </a:cubicBezTo>
                    <a:cubicBezTo>
                      <a:pt x="210" y="411"/>
                      <a:pt x="207" y="408"/>
                      <a:pt x="213" y="405"/>
                    </a:cubicBezTo>
                    <a:cubicBezTo>
                      <a:pt x="219" y="402"/>
                      <a:pt x="213" y="399"/>
                      <a:pt x="213" y="399"/>
                    </a:cubicBezTo>
                    <a:cubicBezTo>
                      <a:pt x="216" y="396"/>
                      <a:pt x="225" y="399"/>
                      <a:pt x="225" y="396"/>
                    </a:cubicBezTo>
                    <a:cubicBezTo>
                      <a:pt x="225" y="393"/>
                      <a:pt x="216" y="390"/>
                      <a:pt x="210" y="390"/>
                    </a:cubicBezTo>
                    <a:cubicBezTo>
                      <a:pt x="207" y="393"/>
                      <a:pt x="198" y="399"/>
                      <a:pt x="189" y="396"/>
                    </a:cubicBezTo>
                    <a:cubicBezTo>
                      <a:pt x="186" y="393"/>
                      <a:pt x="216" y="390"/>
                      <a:pt x="219" y="387"/>
                    </a:cubicBezTo>
                    <a:cubicBezTo>
                      <a:pt x="225" y="381"/>
                      <a:pt x="246" y="375"/>
                      <a:pt x="246" y="381"/>
                    </a:cubicBezTo>
                    <a:cubicBezTo>
                      <a:pt x="249" y="384"/>
                      <a:pt x="237" y="387"/>
                      <a:pt x="243" y="390"/>
                    </a:cubicBezTo>
                    <a:cubicBezTo>
                      <a:pt x="249" y="393"/>
                      <a:pt x="258" y="393"/>
                      <a:pt x="261" y="387"/>
                    </a:cubicBezTo>
                    <a:cubicBezTo>
                      <a:pt x="264" y="384"/>
                      <a:pt x="273" y="384"/>
                      <a:pt x="267" y="393"/>
                    </a:cubicBezTo>
                    <a:close/>
                    <a:moveTo>
                      <a:pt x="330" y="474"/>
                    </a:moveTo>
                    <a:cubicBezTo>
                      <a:pt x="324" y="480"/>
                      <a:pt x="324" y="477"/>
                      <a:pt x="318" y="480"/>
                    </a:cubicBezTo>
                    <a:cubicBezTo>
                      <a:pt x="309" y="480"/>
                      <a:pt x="315" y="486"/>
                      <a:pt x="306" y="489"/>
                    </a:cubicBezTo>
                    <a:cubicBezTo>
                      <a:pt x="300" y="489"/>
                      <a:pt x="279" y="489"/>
                      <a:pt x="276" y="486"/>
                    </a:cubicBezTo>
                    <a:cubicBezTo>
                      <a:pt x="276" y="483"/>
                      <a:pt x="288" y="483"/>
                      <a:pt x="288" y="480"/>
                    </a:cubicBezTo>
                    <a:cubicBezTo>
                      <a:pt x="288" y="477"/>
                      <a:pt x="291" y="471"/>
                      <a:pt x="297" y="471"/>
                    </a:cubicBezTo>
                    <a:cubicBezTo>
                      <a:pt x="303" y="471"/>
                      <a:pt x="300" y="465"/>
                      <a:pt x="294" y="462"/>
                    </a:cubicBezTo>
                    <a:cubicBezTo>
                      <a:pt x="285" y="459"/>
                      <a:pt x="306" y="456"/>
                      <a:pt x="309" y="462"/>
                    </a:cubicBezTo>
                    <a:cubicBezTo>
                      <a:pt x="315" y="468"/>
                      <a:pt x="321" y="471"/>
                      <a:pt x="327" y="468"/>
                    </a:cubicBezTo>
                    <a:cubicBezTo>
                      <a:pt x="330" y="462"/>
                      <a:pt x="357" y="450"/>
                      <a:pt x="357" y="456"/>
                    </a:cubicBezTo>
                    <a:cubicBezTo>
                      <a:pt x="357" y="462"/>
                      <a:pt x="339" y="468"/>
                      <a:pt x="330" y="474"/>
                    </a:cubicBezTo>
                    <a:close/>
                    <a:moveTo>
                      <a:pt x="504" y="654"/>
                    </a:moveTo>
                    <a:cubicBezTo>
                      <a:pt x="498" y="657"/>
                      <a:pt x="504" y="642"/>
                      <a:pt x="495" y="636"/>
                    </a:cubicBezTo>
                    <a:cubicBezTo>
                      <a:pt x="483" y="630"/>
                      <a:pt x="477" y="618"/>
                      <a:pt x="477" y="609"/>
                    </a:cubicBezTo>
                    <a:cubicBezTo>
                      <a:pt x="477" y="603"/>
                      <a:pt x="489" y="600"/>
                      <a:pt x="492" y="606"/>
                    </a:cubicBezTo>
                    <a:cubicBezTo>
                      <a:pt x="495" y="612"/>
                      <a:pt x="501" y="630"/>
                      <a:pt x="504" y="639"/>
                    </a:cubicBezTo>
                    <a:cubicBezTo>
                      <a:pt x="510" y="645"/>
                      <a:pt x="510" y="654"/>
                      <a:pt x="504" y="65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3" name="Freeform 133">
                <a:extLst>
                  <a:ext uri="{FF2B5EF4-FFF2-40B4-BE49-F238E27FC236}">
                    <a16:creationId xmlns:a16="http://schemas.microsoft.com/office/drawing/2014/main" id="{7B6BFCD0-F682-2D3F-267C-00644E3D21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8873" y="1343141"/>
                <a:ext cx="2200698" cy="1496420"/>
              </a:xfrm>
              <a:custGeom>
                <a:avLst/>
                <a:gdLst>
                  <a:gd name="T0" fmla="*/ 351 w 1149"/>
                  <a:gd name="T1" fmla="*/ 231 h 780"/>
                  <a:gd name="T2" fmla="*/ 306 w 1149"/>
                  <a:gd name="T3" fmla="*/ 36 h 780"/>
                  <a:gd name="T4" fmla="*/ 186 w 1149"/>
                  <a:gd name="T5" fmla="*/ 21 h 780"/>
                  <a:gd name="T6" fmla="*/ 135 w 1149"/>
                  <a:gd name="T7" fmla="*/ 9 h 780"/>
                  <a:gd name="T8" fmla="*/ 93 w 1149"/>
                  <a:gd name="T9" fmla="*/ 21 h 780"/>
                  <a:gd name="T10" fmla="*/ 21 w 1149"/>
                  <a:gd name="T11" fmla="*/ 60 h 780"/>
                  <a:gd name="T12" fmla="*/ 72 w 1149"/>
                  <a:gd name="T13" fmla="*/ 102 h 780"/>
                  <a:gd name="T14" fmla="*/ 18 w 1149"/>
                  <a:gd name="T15" fmla="*/ 105 h 780"/>
                  <a:gd name="T16" fmla="*/ 60 w 1149"/>
                  <a:gd name="T17" fmla="*/ 135 h 780"/>
                  <a:gd name="T18" fmla="*/ 45 w 1149"/>
                  <a:gd name="T19" fmla="*/ 159 h 780"/>
                  <a:gd name="T20" fmla="*/ 45 w 1149"/>
                  <a:gd name="T21" fmla="*/ 219 h 780"/>
                  <a:gd name="T22" fmla="*/ 96 w 1149"/>
                  <a:gd name="T23" fmla="*/ 237 h 780"/>
                  <a:gd name="T24" fmla="*/ 102 w 1149"/>
                  <a:gd name="T25" fmla="*/ 270 h 780"/>
                  <a:gd name="T26" fmla="*/ 84 w 1149"/>
                  <a:gd name="T27" fmla="*/ 288 h 780"/>
                  <a:gd name="T28" fmla="*/ 147 w 1149"/>
                  <a:gd name="T29" fmla="*/ 249 h 780"/>
                  <a:gd name="T30" fmla="*/ 174 w 1149"/>
                  <a:gd name="T31" fmla="*/ 213 h 780"/>
                  <a:gd name="T32" fmla="*/ 192 w 1149"/>
                  <a:gd name="T33" fmla="*/ 201 h 780"/>
                  <a:gd name="T34" fmla="*/ 228 w 1149"/>
                  <a:gd name="T35" fmla="*/ 216 h 780"/>
                  <a:gd name="T36" fmla="*/ 249 w 1149"/>
                  <a:gd name="T37" fmla="*/ 201 h 780"/>
                  <a:gd name="T38" fmla="*/ 276 w 1149"/>
                  <a:gd name="T39" fmla="*/ 213 h 780"/>
                  <a:gd name="T40" fmla="*/ 342 w 1149"/>
                  <a:gd name="T41" fmla="*/ 231 h 780"/>
                  <a:gd name="T42" fmla="*/ 375 w 1149"/>
                  <a:gd name="T43" fmla="*/ 249 h 780"/>
                  <a:gd name="T44" fmla="*/ 378 w 1149"/>
                  <a:gd name="T45" fmla="*/ 261 h 780"/>
                  <a:gd name="T46" fmla="*/ 390 w 1149"/>
                  <a:gd name="T47" fmla="*/ 264 h 780"/>
                  <a:gd name="T48" fmla="*/ 402 w 1149"/>
                  <a:gd name="T49" fmla="*/ 273 h 780"/>
                  <a:gd name="T50" fmla="*/ 396 w 1149"/>
                  <a:gd name="T51" fmla="*/ 300 h 780"/>
                  <a:gd name="T52" fmla="*/ 423 w 1149"/>
                  <a:gd name="T53" fmla="*/ 300 h 780"/>
                  <a:gd name="T54" fmla="*/ 15 w 1149"/>
                  <a:gd name="T55" fmla="*/ 312 h 780"/>
                  <a:gd name="T56" fmla="*/ 180 w 1149"/>
                  <a:gd name="T57" fmla="*/ 240 h 780"/>
                  <a:gd name="T58" fmla="*/ 177 w 1149"/>
                  <a:gd name="T59" fmla="*/ 255 h 780"/>
                  <a:gd name="T60" fmla="*/ 27 w 1149"/>
                  <a:gd name="T61" fmla="*/ 219 h 780"/>
                  <a:gd name="T62" fmla="*/ 141 w 1149"/>
                  <a:gd name="T63" fmla="*/ 762 h 780"/>
                  <a:gd name="T64" fmla="*/ 93 w 1149"/>
                  <a:gd name="T65" fmla="*/ 741 h 780"/>
                  <a:gd name="T66" fmla="*/ 1110 w 1149"/>
                  <a:gd name="T67" fmla="*/ 429 h 780"/>
                  <a:gd name="T68" fmla="*/ 1011 w 1149"/>
                  <a:gd name="T69" fmla="*/ 468 h 780"/>
                  <a:gd name="T70" fmla="*/ 972 w 1149"/>
                  <a:gd name="T71" fmla="*/ 483 h 780"/>
                  <a:gd name="T72" fmla="*/ 930 w 1149"/>
                  <a:gd name="T73" fmla="*/ 447 h 780"/>
                  <a:gd name="T74" fmla="*/ 954 w 1149"/>
                  <a:gd name="T75" fmla="*/ 426 h 780"/>
                  <a:gd name="T76" fmla="*/ 906 w 1149"/>
                  <a:gd name="T77" fmla="*/ 417 h 780"/>
                  <a:gd name="T78" fmla="*/ 876 w 1149"/>
                  <a:gd name="T79" fmla="*/ 399 h 780"/>
                  <a:gd name="T80" fmla="*/ 828 w 1149"/>
                  <a:gd name="T81" fmla="*/ 387 h 780"/>
                  <a:gd name="T82" fmla="*/ 513 w 1149"/>
                  <a:gd name="T83" fmla="*/ 399 h 780"/>
                  <a:gd name="T84" fmla="*/ 504 w 1149"/>
                  <a:gd name="T85" fmla="*/ 426 h 780"/>
                  <a:gd name="T86" fmla="*/ 507 w 1149"/>
                  <a:gd name="T87" fmla="*/ 528 h 780"/>
                  <a:gd name="T88" fmla="*/ 543 w 1149"/>
                  <a:gd name="T89" fmla="*/ 585 h 780"/>
                  <a:gd name="T90" fmla="*/ 618 w 1149"/>
                  <a:gd name="T91" fmla="*/ 615 h 780"/>
                  <a:gd name="T92" fmla="*/ 720 w 1149"/>
                  <a:gd name="T93" fmla="*/ 639 h 780"/>
                  <a:gd name="T94" fmla="*/ 780 w 1149"/>
                  <a:gd name="T95" fmla="*/ 678 h 780"/>
                  <a:gd name="T96" fmla="*/ 813 w 1149"/>
                  <a:gd name="T97" fmla="*/ 660 h 780"/>
                  <a:gd name="T98" fmla="*/ 852 w 1149"/>
                  <a:gd name="T99" fmla="*/ 645 h 780"/>
                  <a:gd name="T100" fmla="*/ 891 w 1149"/>
                  <a:gd name="T101" fmla="*/ 648 h 780"/>
                  <a:gd name="T102" fmla="*/ 939 w 1149"/>
                  <a:gd name="T103" fmla="*/ 642 h 780"/>
                  <a:gd name="T104" fmla="*/ 978 w 1149"/>
                  <a:gd name="T105" fmla="*/ 690 h 780"/>
                  <a:gd name="T106" fmla="*/ 981 w 1149"/>
                  <a:gd name="T107" fmla="*/ 633 h 780"/>
                  <a:gd name="T108" fmla="*/ 1035 w 1149"/>
                  <a:gd name="T109" fmla="*/ 576 h 780"/>
                  <a:gd name="T110" fmla="*/ 1041 w 1149"/>
                  <a:gd name="T111" fmla="*/ 549 h 780"/>
                  <a:gd name="T112" fmla="*/ 1044 w 1149"/>
                  <a:gd name="T113" fmla="*/ 543 h 780"/>
                  <a:gd name="T114" fmla="*/ 1071 w 1149"/>
                  <a:gd name="T115" fmla="*/ 504 h 780"/>
                  <a:gd name="T116" fmla="*/ 1101 w 1149"/>
                  <a:gd name="T117" fmla="*/ 480 h 780"/>
                  <a:gd name="T118" fmla="*/ 1149 w 1149"/>
                  <a:gd name="T119" fmla="*/ 444 h 7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49" h="780">
                    <a:moveTo>
                      <a:pt x="432" y="285"/>
                    </a:moveTo>
                    <a:cubicBezTo>
                      <a:pt x="432" y="282"/>
                      <a:pt x="435" y="279"/>
                      <a:pt x="420" y="273"/>
                    </a:cubicBezTo>
                    <a:cubicBezTo>
                      <a:pt x="408" y="270"/>
                      <a:pt x="411" y="264"/>
                      <a:pt x="402" y="249"/>
                    </a:cubicBezTo>
                    <a:cubicBezTo>
                      <a:pt x="393" y="234"/>
                      <a:pt x="378" y="228"/>
                      <a:pt x="378" y="222"/>
                    </a:cubicBezTo>
                    <a:cubicBezTo>
                      <a:pt x="378" y="216"/>
                      <a:pt x="360" y="216"/>
                      <a:pt x="360" y="222"/>
                    </a:cubicBezTo>
                    <a:cubicBezTo>
                      <a:pt x="360" y="225"/>
                      <a:pt x="354" y="228"/>
                      <a:pt x="351" y="231"/>
                    </a:cubicBezTo>
                    <a:cubicBezTo>
                      <a:pt x="348" y="231"/>
                      <a:pt x="345" y="228"/>
                      <a:pt x="342" y="225"/>
                    </a:cubicBezTo>
                    <a:cubicBezTo>
                      <a:pt x="339" y="219"/>
                      <a:pt x="330" y="216"/>
                      <a:pt x="330" y="213"/>
                    </a:cubicBezTo>
                    <a:cubicBezTo>
                      <a:pt x="330" y="210"/>
                      <a:pt x="330" y="204"/>
                      <a:pt x="324" y="207"/>
                    </a:cubicBezTo>
                    <a:cubicBezTo>
                      <a:pt x="318" y="210"/>
                      <a:pt x="315" y="207"/>
                      <a:pt x="312" y="210"/>
                    </a:cubicBezTo>
                    <a:cubicBezTo>
                      <a:pt x="306" y="207"/>
                      <a:pt x="306" y="207"/>
                      <a:pt x="306" y="207"/>
                    </a:cubicBezTo>
                    <a:cubicBezTo>
                      <a:pt x="306" y="36"/>
                      <a:pt x="306" y="36"/>
                      <a:pt x="306" y="36"/>
                    </a:cubicBezTo>
                    <a:cubicBezTo>
                      <a:pt x="303" y="33"/>
                      <a:pt x="303" y="33"/>
                      <a:pt x="303" y="33"/>
                    </a:cubicBezTo>
                    <a:cubicBezTo>
                      <a:pt x="294" y="30"/>
                      <a:pt x="285" y="27"/>
                      <a:pt x="279" y="27"/>
                    </a:cubicBezTo>
                    <a:cubicBezTo>
                      <a:pt x="273" y="30"/>
                      <a:pt x="261" y="30"/>
                      <a:pt x="258" y="27"/>
                    </a:cubicBezTo>
                    <a:cubicBezTo>
                      <a:pt x="252" y="27"/>
                      <a:pt x="246" y="24"/>
                      <a:pt x="240" y="27"/>
                    </a:cubicBezTo>
                    <a:cubicBezTo>
                      <a:pt x="231" y="27"/>
                      <a:pt x="225" y="21"/>
                      <a:pt x="216" y="18"/>
                    </a:cubicBezTo>
                    <a:cubicBezTo>
                      <a:pt x="204" y="15"/>
                      <a:pt x="189" y="18"/>
                      <a:pt x="186" y="21"/>
                    </a:cubicBezTo>
                    <a:cubicBezTo>
                      <a:pt x="183" y="21"/>
                      <a:pt x="183" y="18"/>
                      <a:pt x="180" y="18"/>
                    </a:cubicBezTo>
                    <a:cubicBezTo>
                      <a:pt x="174" y="18"/>
                      <a:pt x="177" y="15"/>
                      <a:pt x="177" y="12"/>
                    </a:cubicBezTo>
                    <a:cubicBezTo>
                      <a:pt x="174" y="9"/>
                      <a:pt x="162" y="12"/>
                      <a:pt x="156" y="12"/>
                    </a:cubicBezTo>
                    <a:cubicBezTo>
                      <a:pt x="153" y="12"/>
                      <a:pt x="150" y="9"/>
                      <a:pt x="150" y="6"/>
                    </a:cubicBezTo>
                    <a:cubicBezTo>
                      <a:pt x="150" y="6"/>
                      <a:pt x="147" y="6"/>
                      <a:pt x="144" y="9"/>
                    </a:cubicBezTo>
                    <a:cubicBezTo>
                      <a:pt x="144" y="12"/>
                      <a:pt x="138" y="12"/>
                      <a:pt x="135" y="9"/>
                    </a:cubicBezTo>
                    <a:cubicBezTo>
                      <a:pt x="135" y="9"/>
                      <a:pt x="141" y="9"/>
                      <a:pt x="141" y="6"/>
                    </a:cubicBezTo>
                    <a:cubicBezTo>
                      <a:pt x="141" y="3"/>
                      <a:pt x="135" y="3"/>
                      <a:pt x="132" y="0"/>
                    </a:cubicBezTo>
                    <a:cubicBezTo>
                      <a:pt x="129" y="0"/>
                      <a:pt x="126" y="3"/>
                      <a:pt x="120" y="9"/>
                    </a:cubicBezTo>
                    <a:cubicBezTo>
                      <a:pt x="114" y="12"/>
                      <a:pt x="108" y="12"/>
                      <a:pt x="102" y="12"/>
                    </a:cubicBezTo>
                    <a:cubicBezTo>
                      <a:pt x="96" y="12"/>
                      <a:pt x="90" y="12"/>
                      <a:pt x="93" y="15"/>
                    </a:cubicBezTo>
                    <a:cubicBezTo>
                      <a:pt x="93" y="18"/>
                      <a:pt x="99" y="18"/>
                      <a:pt x="93" y="21"/>
                    </a:cubicBezTo>
                    <a:cubicBezTo>
                      <a:pt x="90" y="24"/>
                      <a:pt x="90" y="18"/>
                      <a:pt x="87" y="21"/>
                    </a:cubicBezTo>
                    <a:cubicBezTo>
                      <a:pt x="81" y="24"/>
                      <a:pt x="72" y="24"/>
                      <a:pt x="69" y="24"/>
                    </a:cubicBezTo>
                    <a:cubicBezTo>
                      <a:pt x="66" y="24"/>
                      <a:pt x="60" y="33"/>
                      <a:pt x="57" y="33"/>
                    </a:cubicBezTo>
                    <a:cubicBezTo>
                      <a:pt x="54" y="36"/>
                      <a:pt x="57" y="39"/>
                      <a:pt x="51" y="45"/>
                    </a:cubicBezTo>
                    <a:cubicBezTo>
                      <a:pt x="45" y="54"/>
                      <a:pt x="27" y="51"/>
                      <a:pt x="24" y="51"/>
                    </a:cubicBezTo>
                    <a:cubicBezTo>
                      <a:pt x="18" y="51"/>
                      <a:pt x="21" y="57"/>
                      <a:pt x="21" y="60"/>
                    </a:cubicBezTo>
                    <a:cubicBezTo>
                      <a:pt x="18" y="63"/>
                      <a:pt x="21" y="63"/>
                      <a:pt x="33" y="66"/>
                    </a:cubicBezTo>
                    <a:cubicBezTo>
                      <a:pt x="42" y="69"/>
                      <a:pt x="51" y="84"/>
                      <a:pt x="51" y="87"/>
                    </a:cubicBezTo>
                    <a:cubicBezTo>
                      <a:pt x="51" y="90"/>
                      <a:pt x="66" y="87"/>
                      <a:pt x="69" y="87"/>
                    </a:cubicBezTo>
                    <a:cubicBezTo>
                      <a:pt x="75" y="87"/>
                      <a:pt x="69" y="96"/>
                      <a:pt x="75" y="96"/>
                    </a:cubicBezTo>
                    <a:cubicBezTo>
                      <a:pt x="78" y="99"/>
                      <a:pt x="84" y="96"/>
                      <a:pt x="87" y="99"/>
                    </a:cubicBezTo>
                    <a:cubicBezTo>
                      <a:pt x="87" y="102"/>
                      <a:pt x="78" y="99"/>
                      <a:pt x="72" y="102"/>
                    </a:cubicBezTo>
                    <a:cubicBezTo>
                      <a:pt x="66" y="108"/>
                      <a:pt x="66" y="108"/>
                      <a:pt x="63" y="105"/>
                    </a:cubicBezTo>
                    <a:cubicBezTo>
                      <a:pt x="60" y="102"/>
                      <a:pt x="51" y="105"/>
                      <a:pt x="48" y="105"/>
                    </a:cubicBezTo>
                    <a:cubicBezTo>
                      <a:pt x="45" y="105"/>
                      <a:pt x="48" y="99"/>
                      <a:pt x="48" y="99"/>
                    </a:cubicBezTo>
                    <a:cubicBezTo>
                      <a:pt x="48" y="96"/>
                      <a:pt x="42" y="93"/>
                      <a:pt x="33" y="99"/>
                    </a:cubicBezTo>
                    <a:cubicBezTo>
                      <a:pt x="27" y="102"/>
                      <a:pt x="30" y="102"/>
                      <a:pt x="27" y="105"/>
                    </a:cubicBezTo>
                    <a:cubicBezTo>
                      <a:pt x="27" y="108"/>
                      <a:pt x="24" y="102"/>
                      <a:pt x="18" y="105"/>
                    </a:cubicBezTo>
                    <a:cubicBezTo>
                      <a:pt x="12" y="108"/>
                      <a:pt x="3" y="111"/>
                      <a:pt x="3" y="114"/>
                    </a:cubicBezTo>
                    <a:cubicBezTo>
                      <a:pt x="0" y="117"/>
                      <a:pt x="15" y="120"/>
                      <a:pt x="18" y="120"/>
                    </a:cubicBezTo>
                    <a:cubicBezTo>
                      <a:pt x="24" y="123"/>
                      <a:pt x="12" y="126"/>
                      <a:pt x="18" y="126"/>
                    </a:cubicBezTo>
                    <a:cubicBezTo>
                      <a:pt x="21" y="129"/>
                      <a:pt x="18" y="132"/>
                      <a:pt x="27" y="135"/>
                    </a:cubicBezTo>
                    <a:cubicBezTo>
                      <a:pt x="33" y="138"/>
                      <a:pt x="45" y="135"/>
                      <a:pt x="51" y="135"/>
                    </a:cubicBezTo>
                    <a:cubicBezTo>
                      <a:pt x="54" y="135"/>
                      <a:pt x="57" y="138"/>
                      <a:pt x="60" y="135"/>
                    </a:cubicBezTo>
                    <a:cubicBezTo>
                      <a:pt x="63" y="132"/>
                      <a:pt x="75" y="123"/>
                      <a:pt x="81" y="129"/>
                    </a:cubicBezTo>
                    <a:cubicBezTo>
                      <a:pt x="87" y="135"/>
                      <a:pt x="75" y="135"/>
                      <a:pt x="78" y="138"/>
                    </a:cubicBezTo>
                    <a:cubicBezTo>
                      <a:pt x="81" y="141"/>
                      <a:pt x="84" y="147"/>
                      <a:pt x="78" y="153"/>
                    </a:cubicBezTo>
                    <a:cubicBezTo>
                      <a:pt x="72" y="156"/>
                      <a:pt x="66" y="153"/>
                      <a:pt x="63" y="153"/>
                    </a:cubicBezTo>
                    <a:cubicBezTo>
                      <a:pt x="60" y="153"/>
                      <a:pt x="63" y="159"/>
                      <a:pt x="57" y="162"/>
                    </a:cubicBezTo>
                    <a:cubicBezTo>
                      <a:pt x="54" y="165"/>
                      <a:pt x="51" y="159"/>
                      <a:pt x="45" y="159"/>
                    </a:cubicBezTo>
                    <a:cubicBezTo>
                      <a:pt x="39" y="159"/>
                      <a:pt x="39" y="165"/>
                      <a:pt x="39" y="171"/>
                    </a:cubicBezTo>
                    <a:cubicBezTo>
                      <a:pt x="39" y="174"/>
                      <a:pt x="30" y="168"/>
                      <a:pt x="27" y="177"/>
                    </a:cubicBezTo>
                    <a:cubicBezTo>
                      <a:pt x="27" y="186"/>
                      <a:pt x="15" y="180"/>
                      <a:pt x="24" y="189"/>
                    </a:cubicBezTo>
                    <a:cubicBezTo>
                      <a:pt x="30" y="198"/>
                      <a:pt x="27" y="192"/>
                      <a:pt x="33" y="195"/>
                    </a:cubicBezTo>
                    <a:cubicBezTo>
                      <a:pt x="39" y="198"/>
                      <a:pt x="27" y="204"/>
                      <a:pt x="33" y="204"/>
                    </a:cubicBezTo>
                    <a:cubicBezTo>
                      <a:pt x="36" y="207"/>
                      <a:pt x="42" y="216"/>
                      <a:pt x="45" y="219"/>
                    </a:cubicBezTo>
                    <a:cubicBezTo>
                      <a:pt x="51" y="222"/>
                      <a:pt x="54" y="216"/>
                      <a:pt x="60" y="216"/>
                    </a:cubicBezTo>
                    <a:cubicBezTo>
                      <a:pt x="66" y="216"/>
                      <a:pt x="63" y="210"/>
                      <a:pt x="66" y="213"/>
                    </a:cubicBezTo>
                    <a:cubicBezTo>
                      <a:pt x="69" y="216"/>
                      <a:pt x="72" y="222"/>
                      <a:pt x="69" y="225"/>
                    </a:cubicBezTo>
                    <a:cubicBezTo>
                      <a:pt x="66" y="228"/>
                      <a:pt x="69" y="234"/>
                      <a:pt x="69" y="237"/>
                    </a:cubicBezTo>
                    <a:cubicBezTo>
                      <a:pt x="69" y="240"/>
                      <a:pt x="81" y="237"/>
                      <a:pt x="81" y="234"/>
                    </a:cubicBezTo>
                    <a:cubicBezTo>
                      <a:pt x="81" y="231"/>
                      <a:pt x="90" y="231"/>
                      <a:pt x="96" y="237"/>
                    </a:cubicBezTo>
                    <a:cubicBezTo>
                      <a:pt x="102" y="240"/>
                      <a:pt x="105" y="243"/>
                      <a:pt x="105" y="237"/>
                    </a:cubicBezTo>
                    <a:cubicBezTo>
                      <a:pt x="105" y="234"/>
                      <a:pt x="108" y="228"/>
                      <a:pt x="108" y="231"/>
                    </a:cubicBezTo>
                    <a:cubicBezTo>
                      <a:pt x="108" y="237"/>
                      <a:pt x="114" y="237"/>
                      <a:pt x="120" y="234"/>
                    </a:cubicBezTo>
                    <a:cubicBezTo>
                      <a:pt x="129" y="231"/>
                      <a:pt x="126" y="234"/>
                      <a:pt x="120" y="240"/>
                    </a:cubicBezTo>
                    <a:cubicBezTo>
                      <a:pt x="114" y="246"/>
                      <a:pt x="120" y="255"/>
                      <a:pt x="117" y="258"/>
                    </a:cubicBezTo>
                    <a:cubicBezTo>
                      <a:pt x="114" y="258"/>
                      <a:pt x="111" y="267"/>
                      <a:pt x="102" y="270"/>
                    </a:cubicBezTo>
                    <a:cubicBezTo>
                      <a:pt x="96" y="270"/>
                      <a:pt x="87" y="282"/>
                      <a:pt x="84" y="285"/>
                    </a:cubicBezTo>
                    <a:cubicBezTo>
                      <a:pt x="84" y="285"/>
                      <a:pt x="69" y="279"/>
                      <a:pt x="66" y="285"/>
                    </a:cubicBezTo>
                    <a:cubicBezTo>
                      <a:pt x="66" y="291"/>
                      <a:pt x="57" y="294"/>
                      <a:pt x="57" y="297"/>
                    </a:cubicBezTo>
                    <a:cubicBezTo>
                      <a:pt x="60" y="300"/>
                      <a:pt x="72" y="294"/>
                      <a:pt x="72" y="291"/>
                    </a:cubicBezTo>
                    <a:cubicBezTo>
                      <a:pt x="72" y="288"/>
                      <a:pt x="75" y="288"/>
                      <a:pt x="75" y="291"/>
                    </a:cubicBezTo>
                    <a:cubicBezTo>
                      <a:pt x="78" y="291"/>
                      <a:pt x="84" y="288"/>
                      <a:pt x="84" y="288"/>
                    </a:cubicBezTo>
                    <a:cubicBezTo>
                      <a:pt x="87" y="285"/>
                      <a:pt x="90" y="285"/>
                      <a:pt x="93" y="285"/>
                    </a:cubicBezTo>
                    <a:cubicBezTo>
                      <a:pt x="96" y="285"/>
                      <a:pt x="96" y="282"/>
                      <a:pt x="102" y="282"/>
                    </a:cubicBezTo>
                    <a:cubicBezTo>
                      <a:pt x="111" y="282"/>
                      <a:pt x="108" y="279"/>
                      <a:pt x="111" y="276"/>
                    </a:cubicBezTo>
                    <a:cubicBezTo>
                      <a:pt x="111" y="273"/>
                      <a:pt x="129" y="264"/>
                      <a:pt x="132" y="264"/>
                    </a:cubicBezTo>
                    <a:cubicBezTo>
                      <a:pt x="135" y="264"/>
                      <a:pt x="132" y="258"/>
                      <a:pt x="135" y="258"/>
                    </a:cubicBezTo>
                    <a:cubicBezTo>
                      <a:pt x="138" y="258"/>
                      <a:pt x="144" y="252"/>
                      <a:pt x="147" y="249"/>
                    </a:cubicBezTo>
                    <a:cubicBezTo>
                      <a:pt x="153" y="246"/>
                      <a:pt x="153" y="249"/>
                      <a:pt x="156" y="246"/>
                    </a:cubicBezTo>
                    <a:cubicBezTo>
                      <a:pt x="159" y="246"/>
                      <a:pt x="156" y="240"/>
                      <a:pt x="159" y="237"/>
                    </a:cubicBezTo>
                    <a:cubicBezTo>
                      <a:pt x="162" y="237"/>
                      <a:pt x="165" y="234"/>
                      <a:pt x="165" y="234"/>
                    </a:cubicBezTo>
                    <a:cubicBezTo>
                      <a:pt x="165" y="231"/>
                      <a:pt x="159" y="231"/>
                      <a:pt x="156" y="228"/>
                    </a:cubicBezTo>
                    <a:cubicBezTo>
                      <a:pt x="156" y="225"/>
                      <a:pt x="162" y="219"/>
                      <a:pt x="165" y="219"/>
                    </a:cubicBezTo>
                    <a:cubicBezTo>
                      <a:pt x="168" y="219"/>
                      <a:pt x="174" y="216"/>
                      <a:pt x="174" y="213"/>
                    </a:cubicBezTo>
                    <a:cubicBezTo>
                      <a:pt x="174" y="210"/>
                      <a:pt x="177" y="210"/>
                      <a:pt x="180" y="204"/>
                    </a:cubicBezTo>
                    <a:cubicBezTo>
                      <a:pt x="183" y="201"/>
                      <a:pt x="183" y="198"/>
                      <a:pt x="186" y="198"/>
                    </a:cubicBezTo>
                    <a:cubicBezTo>
                      <a:pt x="189" y="198"/>
                      <a:pt x="192" y="195"/>
                      <a:pt x="198" y="192"/>
                    </a:cubicBezTo>
                    <a:cubicBezTo>
                      <a:pt x="201" y="189"/>
                      <a:pt x="198" y="195"/>
                      <a:pt x="204" y="195"/>
                    </a:cubicBezTo>
                    <a:cubicBezTo>
                      <a:pt x="210" y="195"/>
                      <a:pt x="210" y="201"/>
                      <a:pt x="204" y="198"/>
                    </a:cubicBezTo>
                    <a:cubicBezTo>
                      <a:pt x="198" y="195"/>
                      <a:pt x="195" y="198"/>
                      <a:pt x="192" y="201"/>
                    </a:cubicBezTo>
                    <a:cubicBezTo>
                      <a:pt x="186" y="204"/>
                      <a:pt x="192" y="207"/>
                      <a:pt x="186" y="210"/>
                    </a:cubicBezTo>
                    <a:cubicBezTo>
                      <a:pt x="183" y="216"/>
                      <a:pt x="183" y="219"/>
                      <a:pt x="189" y="219"/>
                    </a:cubicBezTo>
                    <a:cubicBezTo>
                      <a:pt x="192" y="219"/>
                      <a:pt x="189" y="222"/>
                      <a:pt x="183" y="225"/>
                    </a:cubicBezTo>
                    <a:cubicBezTo>
                      <a:pt x="180" y="225"/>
                      <a:pt x="183" y="228"/>
                      <a:pt x="189" y="228"/>
                    </a:cubicBezTo>
                    <a:cubicBezTo>
                      <a:pt x="195" y="228"/>
                      <a:pt x="204" y="219"/>
                      <a:pt x="210" y="216"/>
                    </a:cubicBezTo>
                    <a:cubicBezTo>
                      <a:pt x="219" y="213"/>
                      <a:pt x="225" y="216"/>
                      <a:pt x="228" y="216"/>
                    </a:cubicBezTo>
                    <a:cubicBezTo>
                      <a:pt x="228" y="213"/>
                      <a:pt x="225" y="210"/>
                      <a:pt x="228" y="210"/>
                    </a:cubicBezTo>
                    <a:cubicBezTo>
                      <a:pt x="231" y="207"/>
                      <a:pt x="225" y="207"/>
                      <a:pt x="222" y="204"/>
                    </a:cubicBezTo>
                    <a:cubicBezTo>
                      <a:pt x="222" y="198"/>
                      <a:pt x="225" y="201"/>
                      <a:pt x="225" y="198"/>
                    </a:cubicBezTo>
                    <a:cubicBezTo>
                      <a:pt x="228" y="192"/>
                      <a:pt x="231" y="195"/>
                      <a:pt x="231" y="198"/>
                    </a:cubicBezTo>
                    <a:cubicBezTo>
                      <a:pt x="234" y="198"/>
                      <a:pt x="237" y="195"/>
                      <a:pt x="240" y="201"/>
                    </a:cubicBezTo>
                    <a:cubicBezTo>
                      <a:pt x="243" y="204"/>
                      <a:pt x="246" y="198"/>
                      <a:pt x="249" y="201"/>
                    </a:cubicBezTo>
                    <a:cubicBezTo>
                      <a:pt x="252" y="204"/>
                      <a:pt x="249" y="204"/>
                      <a:pt x="243" y="204"/>
                    </a:cubicBezTo>
                    <a:cubicBezTo>
                      <a:pt x="240" y="207"/>
                      <a:pt x="243" y="213"/>
                      <a:pt x="246" y="210"/>
                    </a:cubicBezTo>
                    <a:cubicBezTo>
                      <a:pt x="249" y="207"/>
                      <a:pt x="252" y="204"/>
                      <a:pt x="255" y="207"/>
                    </a:cubicBezTo>
                    <a:cubicBezTo>
                      <a:pt x="258" y="210"/>
                      <a:pt x="258" y="210"/>
                      <a:pt x="261" y="207"/>
                    </a:cubicBezTo>
                    <a:cubicBezTo>
                      <a:pt x="264" y="204"/>
                      <a:pt x="264" y="207"/>
                      <a:pt x="264" y="210"/>
                    </a:cubicBezTo>
                    <a:cubicBezTo>
                      <a:pt x="264" y="210"/>
                      <a:pt x="270" y="213"/>
                      <a:pt x="276" y="213"/>
                    </a:cubicBezTo>
                    <a:cubicBezTo>
                      <a:pt x="285" y="213"/>
                      <a:pt x="297" y="213"/>
                      <a:pt x="300" y="213"/>
                    </a:cubicBezTo>
                    <a:cubicBezTo>
                      <a:pt x="306" y="213"/>
                      <a:pt x="303" y="216"/>
                      <a:pt x="312" y="219"/>
                    </a:cubicBezTo>
                    <a:cubicBezTo>
                      <a:pt x="318" y="219"/>
                      <a:pt x="321" y="210"/>
                      <a:pt x="324" y="213"/>
                    </a:cubicBezTo>
                    <a:cubicBezTo>
                      <a:pt x="330" y="219"/>
                      <a:pt x="324" y="219"/>
                      <a:pt x="324" y="222"/>
                    </a:cubicBezTo>
                    <a:cubicBezTo>
                      <a:pt x="321" y="225"/>
                      <a:pt x="324" y="225"/>
                      <a:pt x="327" y="225"/>
                    </a:cubicBezTo>
                    <a:cubicBezTo>
                      <a:pt x="330" y="228"/>
                      <a:pt x="339" y="228"/>
                      <a:pt x="342" y="231"/>
                    </a:cubicBezTo>
                    <a:cubicBezTo>
                      <a:pt x="345" y="234"/>
                      <a:pt x="348" y="240"/>
                      <a:pt x="354" y="243"/>
                    </a:cubicBezTo>
                    <a:cubicBezTo>
                      <a:pt x="363" y="246"/>
                      <a:pt x="354" y="234"/>
                      <a:pt x="360" y="237"/>
                    </a:cubicBezTo>
                    <a:cubicBezTo>
                      <a:pt x="366" y="243"/>
                      <a:pt x="366" y="237"/>
                      <a:pt x="369" y="243"/>
                    </a:cubicBezTo>
                    <a:cubicBezTo>
                      <a:pt x="375" y="246"/>
                      <a:pt x="372" y="240"/>
                      <a:pt x="372" y="231"/>
                    </a:cubicBezTo>
                    <a:cubicBezTo>
                      <a:pt x="369" y="225"/>
                      <a:pt x="372" y="231"/>
                      <a:pt x="375" y="234"/>
                    </a:cubicBezTo>
                    <a:cubicBezTo>
                      <a:pt x="378" y="237"/>
                      <a:pt x="378" y="243"/>
                      <a:pt x="375" y="249"/>
                    </a:cubicBezTo>
                    <a:cubicBezTo>
                      <a:pt x="375" y="252"/>
                      <a:pt x="366" y="249"/>
                      <a:pt x="369" y="246"/>
                    </a:cubicBezTo>
                    <a:cubicBezTo>
                      <a:pt x="369" y="243"/>
                      <a:pt x="360" y="246"/>
                      <a:pt x="360" y="249"/>
                    </a:cubicBezTo>
                    <a:cubicBezTo>
                      <a:pt x="360" y="252"/>
                      <a:pt x="366" y="258"/>
                      <a:pt x="369" y="258"/>
                    </a:cubicBezTo>
                    <a:cubicBezTo>
                      <a:pt x="375" y="261"/>
                      <a:pt x="372" y="267"/>
                      <a:pt x="372" y="267"/>
                    </a:cubicBezTo>
                    <a:cubicBezTo>
                      <a:pt x="378" y="267"/>
                      <a:pt x="375" y="276"/>
                      <a:pt x="378" y="273"/>
                    </a:cubicBezTo>
                    <a:cubicBezTo>
                      <a:pt x="381" y="273"/>
                      <a:pt x="381" y="264"/>
                      <a:pt x="378" y="261"/>
                    </a:cubicBezTo>
                    <a:cubicBezTo>
                      <a:pt x="375" y="258"/>
                      <a:pt x="375" y="252"/>
                      <a:pt x="378" y="255"/>
                    </a:cubicBezTo>
                    <a:cubicBezTo>
                      <a:pt x="381" y="255"/>
                      <a:pt x="378" y="261"/>
                      <a:pt x="381" y="261"/>
                    </a:cubicBezTo>
                    <a:cubicBezTo>
                      <a:pt x="381" y="264"/>
                      <a:pt x="384" y="261"/>
                      <a:pt x="387" y="258"/>
                    </a:cubicBezTo>
                    <a:cubicBezTo>
                      <a:pt x="390" y="255"/>
                      <a:pt x="387" y="249"/>
                      <a:pt x="387" y="246"/>
                    </a:cubicBezTo>
                    <a:cubicBezTo>
                      <a:pt x="387" y="243"/>
                      <a:pt x="393" y="249"/>
                      <a:pt x="393" y="255"/>
                    </a:cubicBezTo>
                    <a:cubicBezTo>
                      <a:pt x="396" y="261"/>
                      <a:pt x="390" y="261"/>
                      <a:pt x="390" y="264"/>
                    </a:cubicBezTo>
                    <a:cubicBezTo>
                      <a:pt x="390" y="267"/>
                      <a:pt x="384" y="264"/>
                      <a:pt x="384" y="267"/>
                    </a:cubicBezTo>
                    <a:cubicBezTo>
                      <a:pt x="381" y="267"/>
                      <a:pt x="384" y="276"/>
                      <a:pt x="384" y="279"/>
                    </a:cubicBezTo>
                    <a:cubicBezTo>
                      <a:pt x="387" y="279"/>
                      <a:pt x="387" y="270"/>
                      <a:pt x="390" y="273"/>
                    </a:cubicBezTo>
                    <a:cubicBezTo>
                      <a:pt x="390" y="279"/>
                      <a:pt x="396" y="267"/>
                      <a:pt x="396" y="273"/>
                    </a:cubicBezTo>
                    <a:cubicBezTo>
                      <a:pt x="399" y="276"/>
                      <a:pt x="405" y="282"/>
                      <a:pt x="405" y="279"/>
                    </a:cubicBezTo>
                    <a:cubicBezTo>
                      <a:pt x="408" y="279"/>
                      <a:pt x="405" y="273"/>
                      <a:pt x="402" y="273"/>
                    </a:cubicBezTo>
                    <a:cubicBezTo>
                      <a:pt x="399" y="273"/>
                      <a:pt x="399" y="267"/>
                      <a:pt x="402" y="267"/>
                    </a:cubicBezTo>
                    <a:cubicBezTo>
                      <a:pt x="405" y="267"/>
                      <a:pt x="411" y="276"/>
                      <a:pt x="411" y="279"/>
                    </a:cubicBezTo>
                    <a:cubicBezTo>
                      <a:pt x="411" y="282"/>
                      <a:pt x="408" y="282"/>
                      <a:pt x="405" y="285"/>
                    </a:cubicBezTo>
                    <a:cubicBezTo>
                      <a:pt x="402" y="288"/>
                      <a:pt x="399" y="279"/>
                      <a:pt x="396" y="279"/>
                    </a:cubicBezTo>
                    <a:cubicBezTo>
                      <a:pt x="393" y="279"/>
                      <a:pt x="396" y="285"/>
                      <a:pt x="396" y="288"/>
                    </a:cubicBezTo>
                    <a:cubicBezTo>
                      <a:pt x="399" y="291"/>
                      <a:pt x="393" y="297"/>
                      <a:pt x="396" y="300"/>
                    </a:cubicBezTo>
                    <a:cubicBezTo>
                      <a:pt x="402" y="303"/>
                      <a:pt x="399" y="297"/>
                      <a:pt x="402" y="297"/>
                    </a:cubicBezTo>
                    <a:cubicBezTo>
                      <a:pt x="402" y="294"/>
                      <a:pt x="405" y="297"/>
                      <a:pt x="408" y="297"/>
                    </a:cubicBezTo>
                    <a:cubicBezTo>
                      <a:pt x="408" y="300"/>
                      <a:pt x="411" y="294"/>
                      <a:pt x="411" y="291"/>
                    </a:cubicBezTo>
                    <a:cubicBezTo>
                      <a:pt x="411" y="291"/>
                      <a:pt x="414" y="291"/>
                      <a:pt x="414" y="294"/>
                    </a:cubicBezTo>
                    <a:cubicBezTo>
                      <a:pt x="417" y="297"/>
                      <a:pt x="417" y="291"/>
                      <a:pt x="420" y="291"/>
                    </a:cubicBezTo>
                    <a:cubicBezTo>
                      <a:pt x="423" y="291"/>
                      <a:pt x="423" y="297"/>
                      <a:pt x="423" y="300"/>
                    </a:cubicBezTo>
                    <a:cubicBezTo>
                      <a:pt x="423" y="303"/>
                      <a:pt x="426" y="297"/>
                      <a:pt x="426" y="300"/>
                    </a:cubicBezTo>
                    <a:cubicBezTo>
                      <a:pt x="426" y="300"/>
                      <a:pt x="426" y="300"/>
                      <a:pt x="426" y="300"/>
                    </a:cubicBezTo>
                    <a:cubicBezTo>
                      <a:pt x="429" y="300"/>
                      <a:pt x="432" y="297"/>
                      <a:pt x="435" y="297"/>
                    </a:cubicBezTo>
                    <a:cubicBezTo>
                      <a:pt x="438" y="291"/>
                      <a:pt x="429" y="291"/>
                      <a:pt x="432" y="285"/>
                    </a:cubicBezTo>
                    <a:close/>
                    <a:moveTo>
                      <a:pt x="9" y="321"/>
                    </a:moveTo>
                    <a:cubicBezTo>
                      <a:pt x="15" y="318"/>
                      <a:pt x="18" y="315"/>
                      <a:pt x="15" y="312"/>
                    </a:cubicBezTo>
                    <a:cubicBezTo>
                      <a:pt x="12" y="309"/>
                      <a:pt x="6" y="324"/>
                      <a:pt x="9" y="321"/>
                    </a:cubicBezTo>
                    <a:close/>
                    <a:moveTo>
                      <a:pt x="51" y="300"/>
                    </a:moveTo>
                    <a:cubicBezTo>
                      <a:pt x="48" y="297"/>
                      <a:pt x="33" y="306"/>
                      <a:pt x="36" y="306"/>
                    </a:cubicBezTo>
                    <a:cubicBezTo>
                      <a:pt x="42" y="306"/>
                      <a:pt x="42" y="303"/>
                      <a:pt x="45" y="303"/>
                    </a:cubicBezTo>
                    <a:cubicBezTo>
                      <a:pt x="51" y="303"/>
                      <a:pt x="57" y="300"/>
                      <a:pt x="51" y="300"/>
                    </a:cubicBezTo>
                    <a:close/>
                    <a:moveTo>
                      <a:pt x="180" y="240"/>
                    </a:moveTo>
                    <a:cubicBezTo>
                      <a:pt x="180" y="237"/>
                      <a:pt x="174" y="237"/>
                      <a:pt x="171" y="243"/>
                    </a:cubicBezTo>
                    <a:cubicBezTo>
                      <a:pt x="165" y="249"/>
                      <a:pt x="162" y="252"/>
                      <a:pt x="159" y="255"/>
                    </a:cubicBezTo>
                    <a:cubicBezTo>
                      <a:pt x="159" y="258"/>
                      <a:pt x="153" y="255"/>
                      <a:pt x="153" y="258"/>
                    </a:cubicBezTo>
                    <a:cubicBezTo>
                      <a:pt x="150" y="261"/>
                      <a:pt x="153" y="270"/>
                      <a:pt x="156" y="267"/>
                    </a:cubicBezTo>
                    <a:cubicBezTo>
                      <a:pt x="159" y="264"/>
                      <a:pt x="162" y="267"/>
                      <a:pt x="162" y="267"/>
                    </a:cubicBezTo>
                    <a:cubicBezTo>
                      <a:pt x="165" y="267"/>
                      <a:pt x="174" y="258"/>
                      <a:pt x="177" y="255"/>
                    </a:cubicBezTo>
                    <a:cubicBezTo>
                      <a:pt x="180" y="252"/>
                      <a:pt x="174" y="252"/>
                      <a:pt x="174" y="249"/>
                    </a:cubicBezTo>
                    <a:cubicBezTo>
                      <a:pt x="174" y="246"/>
                      <a:pt x="180" y="246"/>
                      <a:pt x="180" y="246"/>
                    </a:cubicBezTo>
                    <a:cubicBezTo>
                      <a:pt x="183" y="243"/>
                      <a:pt x="180" y="243"/>
                      <a:pt x="180" y="240"/>
                    </a:cubicBezTo>
                    <a:close/>
                    <a:moveTo>
                      <a:pt x="21" y="210"/>
                    </a:moveTo>
                    <a:cubicBezTo>
                      <a:pt x="18" y="207"/>
                      <a:pt x="9" y="210"/>
                      <a:pt x="9" y="213"/>
                    </a:cubicBezTo>
                    <a:cubicBezTo>
                      <a:pt x="12" y="219"/>
                      <a:pt x="21" y="219"/>
                      <a:pt x="27" y="219"/>
                    </a:cubicBezTo>
                    <a:cubicBezTo>
                      <a:pt x="30" y="216"/>
                      <a:pt x="30" y="213"/>
                      <a:pt x="27" y="210"/>
                    </a:cubicBezTo>
                    <a:cubicBezTo>
                      <a:pt x="24" y="207"/>
                      <a:pt x="21" y="213"/>
                      <a:pt x="21" y="210"/>
                    </a:cubicBezTo>
                    <a:close/>
                    <a:moveTo>
                      <a:pt x="141" y="762"/>
                    </a:moveTo>
                    <a:cubicBezTo>
                      <a:pt x="135" y="762"/>
                      <a:pt x="138" y="780"/>
                      <a:pt x="141" y="777"/>
                    </a:cubicBezTo>
                    <a:cubicBezTo>
                      <a:pt x="144" y="774"/>
                      <a:pt x="150" y="774"/>
                      <a:pt x="150" y="771"/>
                    </a:cubicBezTo>
                    <a:cubicBezTo>
                      <a:pt x="153" y="768"/>
                      <a:pt x="147" y="762"/>
                      <a:pt x="141" y="762"/>
                    </a:cubicBezTo>
                    <a:close/>
                    <a:moveTo>
                      <a:pt x="132" y="753"/>
                    </a:moveTo>
                    <a:cubicBezTo>
                      <a:pt x="129" y="753"/>
                      <a:pt x="132" y="759"/>
                      <a:pt x="135" y="759"/>
                    </a:cubicBezTo>
                    <a:cubicBezTo>
                      <a:pt x="138" y="756"/>
                      <a:pt x="138" y="753"/>
                      <a:pt x="132" y="753"/>
                    </a:cubicBezTo>
                    <a:close/>
                    <a:moveTo>
                      <a:pt x="93" y="741"/>
                    </a:moveTo>
                    <a:cubicBezTo>
                      <a:pt x="99" y="744"/>
                      <a:pt x="99" y="744"/>
                      <a:pt x="102" y="738"/>
                    </a:cubicBezTo>
                    <a:cubicBezTo>
                      <a:pt x="102" y="735"/>
                      <a:pt x="90" y="735"/>
                      <a:pt x="93" y="741"/>
                    </a:cubicBezTo>
                    <a:close/>
                    <a:moveTo>
                      <a:pt x="111" y="747"/>
                    </a:moveTo>
                    <a:cubicBezTo>
                      <a:pt x="114" y="750"/>
                      <a:pt x="117" y="753"/>
                      <a:pt x="120" y="750"/>
                    </a:cubicBezTo>
                    <a:cubicBezTo>
                      <a:pt x="120" y="744"/>
                      <a:pt x="108" y="744"/>
                      <a:pt x="111" y="747"/>
                    </a:cubicBezTo>
                    <a:close/>
                    <a:moveTo>
                      <a:pt x="1137" y="414"/>
                    </a:moveTo>
                    <a:cubicBezTo>
                      <a:pt x="1137" y="411"/>
                      <a:pt x="1128" y="411"/>
                      <a:pt x="1122" y="408"/>
                    </a:cubicBezTo>
                    <a:cubicBezTo>
                      <a:pt x="1119" y="405"/>
                      <a:pt x="1110" y="423"/>
                      <a:pt x="1110" y="429"/>
                    </a:cubicBezTo>
                    <a:cubicBezTo>
                      <a:pt x="1107" y="435"/>
                      <a:pt x="1095" y="444"/>
                      <a:pt x="1095" y="444"/>
                    </a:cubicBezTo>
                    <a:cubicBezTo>
                      <a:pt x="1095" y="444"/>
                      <a:pt x="1059" y="444"/>
                      <a:pt x="1056" y="444"/>
                    </a:cubicBezTo>
                    <a:cubicBezTo>
                      <a:pt x="1053" y="444"/>
                      <a:pt x="1047" y="450"/>
                      <a:pt x="1041" y="456"/>
                    </a:cubicBezTo>
                    <a:cubicBezTo>
                      <a:pt x="1041" y="456"/>
                      <a:pt x="1041" y="456"/>
                      <a:pt x="1041" y="456"/>
                    </a:cubicBezTo>
                    <a:cubicBezTo>
                      <a:pt x="1044" y="462"/>
                      <a:pt x="1032" y="465"/>
                      <a:pt x="1020" y="468"/>
                    </a:cubicBezTo>
                    <a:cubicBezTo>
                      <a:pt x="1017" y="468"/>
                      <a:pt x="1014" y="468"/>
                      <a:pt x="1011" y="468"/>
                    </a:cubicBezTo>
                    <a:cubicBezTo>
                      <a:pt x="1011" y="471"/>
                      <a:pt x="1011" y="471"/>
                      <a:pt x="1011" y="471"/>
                    </a:cubicBezTo>
                    <a:cubicBezTo>
                      <a:pt x="1011" y="474"/>
                      <a:pt x="1011" y="474"/>
                      <a:pt x="1008" y="474"/>
                    </a:cubicBezTo>
                    <a:cubicBezTo>
                      <a:pt x="1005" y="480"/>
                      <a:pt x="990" y="486"/>
                      <a:pt x="981" y="492"/>
                    </a:cubicBezTo>
                    <a:cubicBezTo>
                      <a:pt x="972" y="495"/>
                      <a:pt x="960" y="492"/>
                      <a:pt x="960" y="486"/>
                    </a:cubicBezTo>
                    <a:cubicBezTo>
                      <a:pt x="960" y="477"/>
                      <a:pt x="966" y="480"/>
                      <a:pt x="969" y="483"/>
                    </a:cubicBezTo>
                    <a:cubicBezTo>
                      <a:pt x="969" y="483"/>
                      <a:pt x="969" y="483"/>
                      <a:pt x="972" y="483"/>
                    </a:cubicBezTo>
                    <a:cubicBezTo>
                      <a:pt x="969" y="480"/>
                      <a:pt x="969" y="477"/>
                      <a:pt x="972" y="474"/>
                    </a:cubicBezTo>
                    <a:cubicBezTo>
                      <a:pt x="969" y="471"/>
                      <a:pt x="972" y="459"/>
                      <a:pt x="966" y="459"/>
                    </a:cubicBezTo>
                    <a:cubicBezTo>
                      <a:pt x="960" y="456"/>
                      <a:pt x="954" y="468"/>
                      <a:pt x="954" y="462"/>
                    </a:cubicBezTo>
                    <a:cubicBezTo>
                      <a:pt x="954" y="453"/>
                      <a:pt x="963" y="450"/>
                      <a:pt x="960" y="441"/>
                    </a:cubicBezTo>
                    <a:cubicBezTo>
                      <a:pt x="954" y="432"/>
                      <a:pt x="942" y="432"/>
                      <a:pt x="942" y="438"/>
                    </a:cubicBezTo>
                    <a:cubicBezTo>
                      <a:pt x="939" y="444"/>
                      <a:pt x="933" y="441"/>
                      <a:pt x="930" y="447"/>
                    </a:cubicBezTo>
                    <a:cubicBezTo>
                      <a:pt x="927" y="453"/>
                      <a:pt x="924" y="462"/>
                      <a:pt x="927" y="471"/>
                    </a:cubicBezTo>
                    <a:cubicBezTo>
                      <a:pt x="930" y="480"/>
                      <a:pt x="927" y="483"/>
                      <a:pt x="918" y="486"/>
                    </a:cubicBezTo>
                    <a:cubicBezTo>
                      <a:pt x="912" y="492"/>
                      <a:pt x="906" y="480"/>
                      <a:pt x="909" y="465"/>
                    </a:cubicBezTo>
                    <a:cubicBezTo>
                      <a:pt x="912" y="456"/>
                      <a:pt x="918" y="447"/>
                      <a:pt x="912" y="447"/>
                    </a:cubicBezTo>
                    <a:cubicBezTo>
                      <a:pt x="909" y="447"/>
                      <a:pt x="918" y="435"/>
                      <a:pt x="930" y="432"/>
                    </a:cubicBezTo>
                    <a:cubicBezTo>
                      <a:pt x="939" y="429"/>
                      <a:pt x="954" y="429"/>
                      <a:pt x="954" y="426"/>
                    </a:cubicBezTo>
                    <a:cubicBezTo>
                      <a:pt x="954" y="426"/>
                      <a:pt x="954" y="426"/>
                      <a:pt x="954" y="426"/>
                    </a:cubicBezTo>
                    <a:cubicBezTo>
                      <a:pt x="954" y="423"/>
                      <a:pt x="951" y="423"/>
                      <a:pt x="948" y="420"/>
                    </a:cubicBezTo>
                    <a:cubicBezTo>
                      <a:pt x="948" y="423"/>
                      <a:pt x="948" y="423"/>
                      <a:pt x="948" y="423"/>
                    </a:cubicBezTo>
                    <a:cubicBezTo>
                      <a:pt x="942" y="426"/>
                      <a:pt x="945" y="420"/>
                      <a:pt x="936" y="420"/>
                    </a:cubicBezTo>
                    <a:cubicBezTo>
                      <a:pt x="930" y="420"/>
                      <a:pt x="921" y="426"/>
                      <a:pt x="915" y="423"/>
                    </a:cubicBezTo>
                    <a:cubicBezTo>
                      <a:pt x="909" y="420"/>
                      <a:pt x="912" y="417"/>
                      <a:pt x="906" y="417"/>
                    </a:cubicBezTo>
                    <a:cubicBezTo>
                      <a:pt x="900" y="417"/>
                      <a:pt x="912" y="405"/>
                      <a:pt x="903" y="411"/>
                    </a:cubicBezTo>
                    <a:cubicBezTo>
                      <a:pt x="894" y="414"/>
                      <a:pt x="882" y="426"/>
                      <a:pt x="876" y="420"/>
                    </a:cubicBezTo>
                    <a:cubicBezTo>
                      <a:pt x="873" y="414"/>
                      <a:pt x="867" y="423"/>
                      <a:pt x="864" y="417"/>
                    </a:cubicBezTo>
                    <a:cubicBezTo>
                      <a:pt x="858" y="414"/>
                      <a:pt x="876" y="402"/>
                      <a:pt x="885" y="402"/>
                    </a:cubicBezTo>
                    <a:cubicBezTo>
                      <a:pt x="888" y="402"/>
                      <a:pt x="888" y="402"/>
                      <a:pt x="891" y="402"/>
                    </a:cubicBezTo>
                    <a:cubicBezTo>
                      <a:pt x="888" y="399"/>
                      <a:pt x="876" y="396"/>
                      <a:pt x="876" y="399"/>
                    </a:cubicBezTo>
                    <a:cubicBezTo>
                      <a:pt x="873" y="402"/>
                      <a:pt x="867" y="399"/>
                      <a:pt x="864" y="396"/>
                    </a:cubicBezTo>
                    <a:cubicBezTo>
                      <a:pt x="864" y="393"/>
                      <a:pt x="861" y="399"/>
                      <a:pt x="855" y="393"/>
                    </a:cubicBezTo>
                    <a:cubicBezTo>
                      <a:pt x="852" y="390"/>
                      <a:pt x="849" y="393"/>
                      <a:pt x="846" y="393"/>
                    </a:cubicBezTo>
                    <a:cubicBezTo>
                      <a:pt x="843" y="393"/>
                      <a:pt x="840" y="390"/>
                      <a:pt x="837" y="390"/>
                    </a:cubicBezTo>
                    <a:cubicBezTo>
                      <a:pt x="831" y="387"/>
                      <a:pt x="834" y="384"/>
                      <a:pt x="831" y="381"/>
                    </a:cubicBezTo>
                    <a:cubicBezTo>
                      <a:pt x="828" y="378"/>
                      <a:pt x="828" y="387"/>
                      <a:pt x="828" y="387"/>
                    </a:cubicBezTo>
                    <a:cubicBezTo>
                      <a:pt x="516" y="387"/>
                      <a:pt x="516" y="387"/>
                      <a:pt x="516" y="387"/>
                    </a:cubicBezTo>
                    <a:cubicBezTo>
                      <a:pt x="519" y="390"/>
                      <a:pt x="519" y="390"/>
                      <a:pt x="519" y="390"/>
                    </a:cubicBezTo>
                    <a:cubicBezTo>
                      <a:pt x="522" y="393"/>
                      <a:pt x="519" y="396"/>
                      <a:pt x="519" y="402"/>
                    </a:cubicBezTo>
                    <a:cubicBezTo>
                      <a:pt x="522" y="405"/>
                      <a:pt x="519" y="411"/>
                      <a:pt x="516" y="411"/>
                    </a:cubicBezTo>
                    <a:cubicBezTo>
                      <a:pt x="513" y="411"/>
                      <a:pt x="513" y="408"/>
                      <a:pt x="516" y="408"/>
                    </a:cubicBezTo>
                    <a:cubicBezTo>
                      <a:pt x="519" y="405"/>
                      <a:pt x="516" y="399"/>
                      <a:pt x="513" y="399"/>
                    </a:cubicBezTo>
                    <a:cubicBezTo>
                      <a:pt x="513" y="399"/>
                      <a:pt x="510" y="399"/>
                      <a:pt x="510" y="396"/>
                    </a:cubicBezTo>
                    <a:cubicBezTo>
                      <a:pt x="507" y="396"/>
                      <a:pt x="501" y="396"/>
                      <a:pt x="492" y="396"/>
                    </a:cubicBezTo>
                    <a:cubicBezTo>
                      <a:pt x="495" y="396"/>
                      <a:pt x="495" y="396"/>
                      <a:pt x="495" y="396"/>
                    </a:cubicBezTo>
                    <a:cubicBezTo>
                      <a:pt x="495" y="399"/>
                      <a:pt x="495" y="405"/>
                      <a:pt x="498" y="411"/>
                    </a:cubicBezTo>
                    <a:cubicBezTo>
                      <a:pt x="504" y="417"/>
                      <a:pt x="501" y="420"/>
                      <a:pt x="504" y="423"/>
                    </a:cubicBezTo>
                    <a:cubicBezTo>
                      <a:pt x="507" y="423"/>
                      <a:pt x="507" y="426"/>
                      <a:pt x="504" y="426"/>
                    </a:cubicBezTo>
                    <a:cubicBezTo>
                      <a:pt x="501" y="426"/>
                      <a:pt x="504" y="429"/>
                      <a:pt x="501" y="435"/>
                    </a:cubicBezTo>
                    <a:cubicBezTo>
                      <a:pt x="501" y="444"/>
                      <a:pt x="501" y="459"/>
                      <a:pt x="501" y="465"/>
                    </a:cubicBezTo>
                    <a:cubicBezTo>
                      <a:pt x="501" y="468"/>
                      <a:pt x="495" y="477"/>
                      <a:pt x="498" y="480"/>
                    </a:cubicBezTo>
                    <a:cubicBezTo>
                      <a:pt x="501" y="486"/>
                      <a:pt x="504" y="492"/>
                      <a:pt x="501" y="498"/>
                    </a:cubicBezTo>
                    <a:cubicBezTo>
                      <a:pt x="498" y="507"/>
                      <a:pt x="501" y="510"/>
                      <a:pt x="501" y="513"/>
                    </a:cubicBezTo>
                    <a:cubicBezTo>
                      <a:pt x="504" y="519"/>
                      <a:pt x="504" y="528"/>
                      <a:pt x="507" y="528"/>
                    </a:cubicBezTo>
                    <a:cubicBezTo>
                      <a:pt x="510" y="531"/>
                      <a:pt x="513" y="534"/>
                      <a:pt x="513" y="540"/>
                    </a:cubicBezTo>
                    <a:cubicBezTo>
                      <a:pt x="516" y="543"/>
                      <a:pt x="519" y="540"/>
                      <a:pt x="519" y="546"/>
                    </a:cubicBezTo>
                    <a:cubicBezTo>
                      <a:pt x="522" y="549"/>
                      <a:pt x="522" y="549"/>
                      <a:pt x="525" y="552"/>
                    </a:cubicBezTo>
                    <a:cubicBezTo>
                      <a:pt x="528" y="555"/>
                      <a:pt x="525" y="558"/>
                      <a:pt x="525" y="561"/>
                    </a:cubicBezTo>
                    <a:cubicBezTo>
                      <a:pt x="525" y="564"/>
                      <a:pt x="531" y="567"/>
                      <a:pt x="537" y="573"/>
                    </a:cubicBezTo>
                    <a:cubicBezTo>
                      <a:pt x="543" y="579"/>
                      <a:pt x="540" y="585"/>
                      <a:pt x="543" y="585"/>
                    </a:cubicBezTo>
                    <a:cubicBezTo>
                      <a:pt x="549" y="585"/>
                      <a:pt x="552" y="588"/>
                      <a:pt x="558" y="591"/>
                    </a:cubicBezTo>
                    <a:cubicBezTo>
                      <a:pt x="561" y="594"/>
                      <a:pt x="564" y="591"/>
                      <a:pt x="567" y="591"/>
                    </a:cubicBezTo>
                    <a:cubicBezTo>
                      <a:pt x="570" y="591"/>
                      <a:pt x="576" y="600"/>
                      <a:pt x="579" y="603"/>
                    </a:cubicBezTo>
                    <a:cubicBezTo>
                      <a:pt x="579" y="606"/>
                      <a:pt x="579" y="609"/>
                      <a:pt x="579" y="612"/>
                    </a:cubicBezTo>
                    <a:cubicBezTo>
                      <a:pt x="606" y="609"/>
                      <a:pt x="606" y="609"/>
                      <a:pt x="606" y="609"/>
                    </a:cubicBezTo>
                    <a:cubicBezTo>
                      <a:pt x="606" y="609"/>
                      <a:pt x="615" y="612"/>
                      <a:pt x="618" y="615"/>
                    </a:cubicBezTo>
                    <a:cubicBezTo>
                      <a:pt x="624" y="615"/>
                      <a:pt x="648" y="624"/>
                      <a:pt x="648" y="624"/>
                    </a:cubicBezTo>
                    <a:cubicBezTo>
                      <a:pt x="681" y="624"/>
                      <a:pt x="681" y="624"/>
                      <a:pt x="681" y="624"/>
                    </a:cubicBezTo>
                    <a:cubicBezTo>
                      <a:pt x="684" y="618"/>
                      <a:pt x="684" y="618"/>
                      <a:pt x="684" y="618"/>
                    </a:cubicBezTo>
                    <a:cubicBezTo>
                      <a:pt x="702" y="618"/>
                      <a:pt x="702" y="618"/>
                      <a:pt x="702" y="618"/>
                    </a:cubicBezTo>
                    <a:cubicBezTo>
                      <a:pt x="702" y="618"/>
                      <a:pt x="711" y="630"/>
                      <a:pt x="714" y="630"/>
                    </a:cubicBezTo>
                    <a:cubicBezTo>
                      <a:pt x="717" y="633"/>
                      <a:pt x="720" y="636"/>
                      <a:pt x="720" y="639"/>
                    </a:cubicBezTo>
                    <a:cubicBezTo>
                      <a:pt x="720" y="642"/>
                      <a:pt x="723" y="645"/>
                      <a:pt x="726" y="648"/>
                    </a:cubicBezTo>
                    <a:cubicBezTo>
                      <a:pt x="729" y="648"/>
                      <a:pt x="738" y="654"/>
                      <a:pt x="738" y="654"/>
                    </a:cubicBezTo>
                    <a:cubicBezTo>
                      <a:pt x="741" y="654"/>
                      <a:pt x="741" y="642"/>
                      <a:pt x="747" y="642"/>
                    </a:cubicBezTo>
                    <a:cubicBezTo>
                      <a:pt x="753" y="645"/>
                      <a:pt x="765" y="648"/>
                      <a:pt x="768" y="654"/>
                    </a:cubicBezTo>
                    <a:cubicBezTo>
                      <a:pt x="768" y="663"/>
                      <a:pt x="777" y="669"/>
                      <a:pt x="777" y="669"/>
                    </a:cubicBezTo>
                    <a:cubicBezTo>
                      <a:pt x="780" y="672"/>
                      <a:pt x="780" y="675"/>
                      <a:pt x="780" y="678"/>
                    </a:cubicBezTo>
                    <a:cubicBezTo>
                      <a:pt x="783" y="681"/>
                      <a:pt x="783" y="684"/>
                      <a:pt x="783" y="684"/>
                    </a:cubicBezTo>
                    <a:cubicBezTo>
                      <a:pt x="786" y="684"/>
                      <a:pt x="795" y="690"/>
                      <a:pt x="798" y="690"/>
                    </a:cubicBezTo>
                    <a:cubicBezTo>
                      <a:pt x="801" y="690"/>
                      <a:pt x="801" y="693"/>
                      <a:pt x="804" y="693"/>
                    </a:cubicBezTo>
                    <a:cubicBezTo>
                      <a:pt x="804" y="684"/>
                      <a:pt x="795" y="681"/>
                      <a:pt x="801" y="678"/>
                    </a:cubicBezTo>
                    <a:cubicBezTo>
                      <a:pt x="807" y="675"/>
                      <a:pt x="801" y="669"/>
                      <a:pt x="804" y="669"/>
                    </a:cubicBezTo>
                    <a:cubicBezTo>
                      <a:pt x="807" y="666"/>
                      <a:pt x="813" y="663"/>
                      <a:pt x="813" y="660"/>
                    </a:cubicBezTo>
                    <a:cubicBezTo>
                      <a:pt x="813" y="657"/>
                      <a:pt x="816" y="657"/>
                      <a:pt x="819" y="657"/>
                    </a:cubicBezTo>
                    <a:cubicBezTo>
                      <a:pt x="822" y="660"/>
                      <a:pt x="831" y="651"/>
                      <a:pt x="831" y="648"/>
                    </a:cubicBezTo>
                    <a:cubicBezTo>
                      <a:pt x="828" y="645"/>
                      <a:pt x="831" y="645"/>
                      <a:pt x="834" y="648"/>
                    </a:cubicBezTo>
                    <a:cubicBezTo>
                      <a:pt x="840" y="648"/>
                      <a:pt x="840" y="642"/>
                      <a:pt x="843" y="642"/>
                    </a:cubicBezTo>
                    <a:cubicBezTo>
                      <a:pt x="846" y="642"/>
                      <a:pt x="849" y="645"/>
                      <a:pt x="849" y="642"/>
                    </a:cubicBezTo>
                    <a:cubicBezTo>
                      <a:pt x="849" y="639"/>
                      <a:pt x="852" y="642"/>
                      <a:pt x="852" y="645"/>
                    </a:cubicBezTo>
                    <a:cubicBezTo>
                      <a:pt x="855" y="648"/>
                      <a:pt x="861" y="648"/>
                      <a:pt x="864" y="645"/>
                    </a:cubicBezTo>
                    <a:cubicBezTo>
                      <a:pt x="864" y="642"/>
                      <a:pt x="867" y="645"/>
                      <a:pt x="870" y="648"/>
                    </a:cubicBezTo>
                    <a:cubicBezTo>
                      <a:pt x="873" y="651"/>
                      <a:pt x="876" y="651"/>
                      <a:pt x="879" y="651"/>
                    </a:cubicBezTo>
                    <a:cubicBezTo>
                      <a:pt x="885" y="651"/>
                      <a:pt x="885" y="648"/>
                      <a:pt x="885" y="645"/>
                    </a:cubicBezTo>
                    <a:cubicBezTo>
                      <a:pt x="885" y="642"/>
                      <a:pt x="891" y="654"/>
                      <a:pt x="894" y="654"/>
                    </a:cubicBezTo>
                    <a:cubicBezTo>
                      <a:pt x="900" y="654"/>
                      <a:pt x="897" y="651"/>
                      <a:pt x="891" y="648"/>
                    </a:cubicBezTo>
                    <a:cubicBezTo>
                      <a:pt x="888" y="645"/>
                      <a:pt x="894" y="645"/>
                      <a:pt x="891" y="642"/>
                    </a:cubicBezTo>
                    <a:cubicBezTo>
                      <a:pt x="888" y="639"/>
                      <a:pt x="894" y="636"/>
                      <a:pt x="900" y="636"/>
                    </a:cubicBezTo>
                    <a:cubicBezTo>
                      <a:pt x="906" y="636"/>
                      <a:pt x="906" y="639"/>
                      <a:pt x="909" y="636"/>
                    </a:cubicBezTo>
                    <a:cubicBezTo>
                      <a:pt x="909" y="630"/>
                      <a:pt x="912" y="636"/>
                      <a:pt x="912" y="639"/>
                    </a:cubicBezTo>
                    <a:cubicBezTo>
                      <a:pt x="912" y="642"/>
                      <a:pt x="921" y="636"/>
                      <a:pt x="927" y="636"/>
                    </a:cubicBezTo>
                    <a:cubicBezTo>
                      <a:pt x="933" y="636"/>
                      <a:pt x="936" y="639"/>
                      <a:pt x="939" y="642"/>
                    </a:cubicBezTo>
                    <a:cubicBezTo>
                      <a:pt x="939" y="645"/>
                      <a:pt x="942" y="648"/>
                      <a:pt x="945" y="645"/>
                    </a:cubicBezTo>
                    <a:cubicBezTo>
                      <a:pt x="948" y="642"/>
                      <a:pt x="951" y="639"/>
                      <a:pt x="957" y="642"/>
                    </a:cubicBezTo>
                    <a:cubicBezTo>
                      <a:pt x="960" y="645"/>
                      <a:pt x="963" y="648"/>
                      <a:pt x="966" y="654"/>
                    </a:cubicBezTo>
                    <a:cubicBezTo>
                      <a:pt x="972" y="657"/>
                      <a:pt x="966" y="663"/>
                      <a:pt x="966" y="666"/>
                    </a:cubicBezTo>
                    <a:cubicBezTo>
                      <a:pt x="969" y="669"/>
                      <a:pt x="966" y="675"/>
                      <a:pt x="972" y="678"/>
                    </a:cubicBezTo>
                    <a:cubicBezTo>
                      <a:pt x="978" y="681"/>
                      <a:pt x="972" y="687"/>
                      <a:pt x="978" y="690"/>
                    </a:cubicBezTo>
                    <a:cubicBezTo>
                      <a:pt x="981" y="690"/>
                      <a:pt x="984" y="696"/>
                      <a:pt x="984" y="699"/>
                    </a:cubicBezTo>
                    <a:cubicBezTo>
                      <a:pt x="984" y="702"/>
                      <a:pt x="993" y="705"/>
                      <a:pt x="993" y="702"/>
                    </a:cubicBezTo>
                    <a:cubicBezTo>
                      <a:pt x="993" y="696"/>
                      <a:pt x="996" y="690"/>
                      <a:pt x="999" y="687"/>
                    </a:cubicBezTo>
                    <a:cubicBezTo>
                      <a:pt x="999" y="684"/>
                      <a:pt x="996" y="669"/>
                      <a:pt x="993" y="666"/>
                    </a:cubicBezTo>
                    <a:cubicBezTo>
                      <a:pt x="987" y="660"/>
                      <a:pt x="993" y="660"/>
                      <a:pt x="987" y="654"/>
                    </a:cubicBezTo>
                    <a:cubicBezTo>
                      <a:pt x="984" y="648"/>
                      <a:pt x="981" y="639"/>
                      <a:pt x="981" y="633"/>
                    </a:cubicBezTo>
                    <a:cubicBezTo>
                      <a:pt x="981" y="624"/>
                      <a:pt x="990" y="612"/>
                      <a:pt x="996" y="609"/>
                    </a:cubicBezTo>
                    <a:cubicBezTo>
                      <a:pt x="999" y="606"/>
                      <a:pt x="1005" y="606"/>
                      <a:pt x="1005" y="603"/>
                    </a:cubicBezTo>
                    <a:cubicBezTo>
                      <a:pt x="1005" y="600"/>
                      <a:pt x="1011" y="594"/>
                      <a:pt x="1014" y="594"/>
                    </a:cubicBezTo>
                    <a:cubicBezTo>
                      <a:pt x="1017" y="594"/>
                      <a:pt x="1020" y="594"/>
                      <a:pt x="1020" y="591"/>
                    </a:cubicBezTo>
                    <a:cubicBezTo>
                      <a:pt x="1023" y="588"/>
                      <a:pt x="1026" y="585"/>
                      <a:pt x="1032" y="582"/>
                    </a:cubicBezTo>
                    <a:cubicBezTo>
                      <a:pt x="1041" y="582"/>
                      <a:pt x="1035" y="579"/>
                      <a:pt x="1035" y="576"/>
                    </a:cubicBezTo>
                    <a:cubicBezTo>
                      <a:pt x="1032" y="573"/>
                      <a:pt x="1035" y="570"/>
                      <a:pt x="1038" y="570"/>
                    </a:cubicBezTo>
                    <a:cubicBezTo>
                      <a:pt x="1038" y="573"/>
                      <a:pt x="1041" y="573"/>
                      <a:pt x="1044" y="573"/>
                    </a:cubicBezTo>
                    <a:cubicBezTo>
                      <a:pt x="1047" y="570"/>
                      <a:pt x="1053" y="564"/>
                      <a:pt x="1047" y="564"/>
                    </a:cubicBezTo>
                    <a:cubicBezTo>
                      <a:pt x="1041" y="564"/>
                      <a:pt x="1041" y="564"/>
                      <a:pt x="1044" y="561"/>
                    </a:cubicBezTo>
                    <a:cubicBezTo>
                      <a:pt x="1047" y="561"/>
                      <a:pt x="1044" y="555"/>
                      <a:pt x="1041" y="555"/>
                    </a:cubicBezTo>
                    <a:cubicBezTo>
                      <a:pt x="1035" y="552"/>
                      <a:pt x="1038" y="552"/>
                      <a:pt x="1041" y="549"/>
                    </a:cubicBezTo>
                    <a:cubicBezTo>
                      <a:pt x="1044" y="546"/>
                      <a:pt x="1035" y="540"/>
                      <a:pt x="1032" y="540"/>
                    </a:cubicBezTo>
                    <a:cubicBezTo>
                      <a:pt x="1029" y="537"/>
                      <a:pt x="1035" y="534"/>
                      <a:pt x="1038" y="534"/>
                    </a:cubicBezTo>
                    <a:cubicBezTo>
                      <a:pt x="1041" y="534"/>
                      <a:pt x="1038" y="522"/>
                      <a:pt x="1038" y="519"/>
                    </a:cubicBezTo>
                    <a:cubicBezTo>
                      <a:pt x="1041" y="516"/>
                      <a:pt x="1044" y="516"/>
                      <a:pt x="1044" y="519"/>
                    </a:cubicBezTo>
                    <a:cubicBezTo>
                      <a:pt x="1041" y="522"/>
                      <a:pt x="1038" y="528"/>
                      <a:pt x="1041" y="531"/>
                    </a:cubicBezTo>
                    <a:cubicBezTo>
                      <a:pt x="1044" y="534"/>
                      <a:pt x="1047" y="540"/>
                      <a:pt x="1044" y="543"/>
                    </a:cubicBezTo>
                    <a:cubicBezTo>
                      <a:pt x="1044" y="549"/>
                      <a:pt x="1047" y="549"/>
                      <a:pt x="1050" y="540"/>
                    </a:cubicBezTo>
                    <a:cubicBezTo>
                      <a:pt x="1053" y="534"/>
                      <a:pt x="1053" y="528"/>
                      <a:pt x="1050" y="525"/>
                    </a:cubicBezTo>
                    <a:cubicBezTo>
                      <a:pt x="1050" y="525"/>
                      <a:pt x="1050" y="519"/>
                      <a:pt x="1053" y="522"/>
                    </a:cubicBezTo>
                    <a:cubicBezTo>
                      <a:pt x="1056" y="525"/>
                      <a:pt x="1056" y="525"/>
                      <a:pt x="1059" y="522"/>
                    </a:cubicBezTo>
                    <a:cubicBezTo>
                      <a:pt x="1065" y="516"/>
                      <a:pt x="1068" y="510"/>
                      <a:pt x="1065" y="507"/>
                    </a:cubicBezTo>
                    <a:cubicBezTo>
                      <a:pt x="1062" y="504"/>
                      <a:pt x="1068" y="504"/>
                      <a:pt x="1071" y="504"/>
                    </a:cubicBezTo>
                    <a:cubicBezTo>
                      <a:pt x="1077" y="504"/>
                      <a:pt x="1089" y="501"/>
                      <a:pt x="1089" y="498"/>
                    </a:cubicBezTo>
                    <a:cubicBezTo>
                      <a:pt x="1092" y="495"/>
                      <a:pt x="1071" y="501"/>
                      <a:pt x="1071" y="498"/>
                    </a:cubicBezTo>
                    <a:cubicBezTo>
                      <a:pt x="1071" y="495"/>
                      <a:pt x="1083" y="492"/>
                      <a:pt x="1089" y="492"/>
                    </a:cubicBezTo>
                    <a:cubicBezTo>
                      <a:pt x="1095" y="492"/>
                      <a:pt x="1092" y="486"/>
                      <a:pt x="1095" y="489"/>
                    </a:cubicBezTo>
                    <a:cubicBezTo>
                      <a:pt x="1098" y="492"/>
                      <a:pt x="1101" y="492"/>
                      <a:pt x="1104" y="489"/>
                    </a:cubicBezTo>
                    <a:cubicBezTo>
                      <a:pt x="1107" y="486"/>
                      <a:pt x="1104" y="480"/>
                      <a:pt x="1101" y="480"/>
                    </a:cubicBezTo>
                    <a:cubicBezTo>
                      <a:pt x="1098" y="480"/>
                      <a:pt x="1104" y="477"/>
                      <a:pt x="1104" y="474"/>
                    </a:cubicBezTo>
                    <a:cubicBezTo>
                      <a:pt x="1101" y="471"/>
                      <a:pt x="1107" y="462"/>
                      <a:pt x="1110" y="462"/>
                    </a:cubicBezTo>
                    <a:cubicBezTo>
                      <a:pt x="1116" y="462"/>
                      <a:pt x="1113" y="459"/>
                      <a:pt x="1116" y="459"/>
                    </a:cubicBezTo>
                    <a:cubicBezTo>
                      <a:pt x="1122" y="459"/>
                      <a:pt x="1122" y="453"/>
                      <a:pt x="1125" y="450"/>
                    </a:cubicBezTo>
                    <a:cubicBezTo>
                      <a:pt x="1128" y="447"/>
                      <a:pt x="1134" y="456"/>
                      <a:pt x="1140" y="450"/>
                    </a:cubicBezTo>
                    <a:cubicBezTo>
                      <a:pt x="1140" y="447"/>
                      <a:pt x="1143" y="447"/>
                      <a:pt x="1149" y="444"/>
                    </a:cubicBezTo>
                    <a:cubicBezTo>
                      <a:pt x="1134" y="426"/>
                      <a:pt x="1137" y="417"/>
                      <a:pt x="1137" y="41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4" name="Freeform 134">
                <a:extLst>
                  <a:ext uri="{FF2B5EF4-FFF2-40B4-BE49-F238E27FC236}">
                    <a16:creationId xmlns:a16="http://schemas.microsoft.com/office/drawing/2014/main" id="{BAF6F88D-6880-6811-33B3-53D9D3B5F0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32671" y="2229909"/>
                <a:ext cx="275763" cy="194656"/>
              </a:xfrm>
              <a:custGeom>
                <a:avLst/>
                <a:gdLst>
                  <a:gd name="T0" fmla="*/ 144 w 144"/>
                  <a:gd name="T1" fmla="*/ 18 h 102"/>
                  <a:gd name="T2" fmla="*/ 132 w 144"/>
                  <a:gd name="T3" fmla="*/ 18 h 102"/>
                  <a:gd name="T4" fmla="*/ 117 w 144"/>
                  <a:gd name="T5" fmla="*/ 15 h 102"/>
                  <a:gd name="T6" fmla="*/ 114 w 144"/>
                  <a:gd name="T7" fmla="*/ 12 h 102"/>
                  <a:gd name="T8" fmla="*/ 105 w 144"/>
                  <a:gd name="T9" fmla="*/ 12 h 102"/>
                  <a:gd name="T10" fmla="*/ 93 w 144"/>
                  <a:gd name="T11" fmla="*/ 9 h 102"/>
                  <a:gd name="T12" fmla="*/ 87 w 144"/>
                  <a:gd name="T13" fmla="*/ 6 h 102"/>
                  <a:gd name="T14" fmla="*/ 66 w 144"/>
                  <a:gd name="T15" fmla="*/ 3 h 102"/>
                  <a:gd name="T16" fmla="*/ 30 w 144"/>
                  <a:gd name="T17" fmla="*/ 3 h 102"/>
                  <a:gd name="T18" fmla="*/ 15 w 144"/>
                  <a:gd name="T19" fmla="*/ 0 h 102"/>
                  <a:gd name="T20" fmla="*/ 6 w 144"/>
                  <a:gd name="T21" fmla="*/ 6 h 102"/>
                  <a:gd name="T22" fmla="*/ 6 w 144"/>
                  <a:gd name="T23" fmla="*/ 12 h 102"/>
                  <a:gd name="T24" fmla="*/ 6 w 144"/>
                  <a:gd name="T25" fmla="*/ 24 h 102"/>
                  <a:gd name="T26" fmla="*/ 9 w 144"/>
                  <a:gd name="T27" fmla="*/ 21 h 102"/>
                  <a:gd name="T28" fmla="*/ 15 w 144"/>
                  <a:gd name="T29" fmla="*/ 24 h 102"/>
                  <a:gd name="T30" fmla="*/ 21 w 144"/>
                  <a:gd name="T31" fmla="*/ 24 h 102"/>
                  <a:gd name="T32" fmla="*/ 24 w 144"/>
                  <a:gd name="T33" fmla="*/ 24 h 102"/>
                  <a:gd name="T34" fmla="*/ 33 w 144"/>
                  <a:gd name="T35" fmla="*/ 27 h 102"/>
                  <a:gd name="T36" fmla="*/ 36 w 144"/>
                  <a:gd name="T37" fmla="*/ 30 h 102"/>
                  <a:gd name="T38" fmla="*/ 27 w 144"/>
                  <a:gd name="T39" fmla="*/ 36 h 102"/>
                  <a:gd name="T40" fmla="*/ 27 w 144"/>
                  <a:gd name="T41" fmla="*/ 48 h 102"/>
                  <a:gd name="T42" fmla="*/ 27 w 144"/>
                  <a:gd name="T43" fmla="*/ 54 h 102"/>
                  <a:gd name="T44" fmla="*/ 24 w 144"/>
                  <a:gd name="T45" fmla="*/ 60 h 102"/>
                  <a:gd name="T46" fmla="*/ 27 w 144"/>
                  <a:gd name="T47" fmla="*/ 66 h 102"/>
                  <a:gd name="T48" fmla="*/ 24 w 144"/>
                  <a:gd name="T49" fmla="*/ 72 h 102"/>
                  <a:gd name="T50" fmla="*/ 27 w 144"/>
                  <a:gd name="T51" fmla="*/ 78 h 102"/>
                  <a:gd name="T52" fmla="*/ 21 w 144"/>
                  <a:gd name="T53" fmla="*/ 84 h 102"/>
                  <a:gd name="T54" fmla="*/ 24 w 144"/>
                  <a:gd name="T55" fmla="*/ 87 h 102"/>
                  <a:gd name="T56" fmla="*/ 30 w 144"/>
                  <a:gd name="T57" fmla="*/ 87 h 102"/>
                  <a:gd name="T58" fmla="*/ 42 w 144"/>
                  <a:gd name="T59" fmla="*/ 102 h 102"/>
                  <a:gd name="T60" fmla="*/ 45 w 144"/>
                  <a:gd name="T61" fmla="*/ 99 h 102"/>
                  <a:gd name="T62" fmla="*/ 51 w 144"/>
                  <a:gd name="T63" fmla="*/ 96 h 102"/>
                  <a:gd name="T64" fmla="*/ 63 w 144"/>
                  <a:gd name="T65" fmla="*/ 93 h 102"/>
                  <a:gd name="T66" fmla="*/ 78 w 144"/>
                  <a:gd name="T67" fmla="*/ 93 h 102"/>
                  <a:gd name="T68" fmla="*/ 84 w 144"/>
                  <a:gd name="T69" fmla="*/ 90 h 102"/>
                  <a:gd name="T70" fmla="*/ 93 w 144"/>
                  <a:gd name="T71" fmla="*/ 84 h 102"/>
                  <a:gd name="T72" fmla="*/ 99 w 144"/>
                  <a:gd name="T73" fmla="*/ 75 h 102"/>
                  <a:gd name="T74" fmla="*/ 105 w 144"/>
                  <a:gd name="T75" fmla="*/ 66 h 102"/>
                  <a:gd name="T76" fmla="*/ 108 w 144"/>
                  <a:gd name="T77" fmla="*/ 51 h 102"/>
                  <a:gd name="T78" fmla="*/ 117 w 144"/>
                  <a:gd name="T79" fmla="*/ 39 h 102"/>
                  <a:gd name="T80" fmla="*/ 126 w 144"/>
                  <a:gd name="T81" fmla="*/ 33 h 102"/>
                  <a:gd name="T82" fmla="*/ 138 w 144"/>
                  <a:gd name="T83" fmla="*/ 27 h 102"/>
                  <a:gd name="T84" fmla="*/ 144 w 144"/>
                  <a:gd name="T85" fmla="*/ 18 h 102"/>
                  <a:gd name="T86" fmla="*/ 144 w 144"/>
                  <a:gd name="T87" fmla="*/ 54 h 102"/>
                  <a:gd name="T88" fmla="*/ 135 w 144"/>
                  <a:gd name="T89" fmla="*/ 57 h 102"/>
                  <a:gd name="T90" fmla="*/ 144 w 144"/>
                  <a:gd name="T91" fmla="*/ 5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4" h="102">
                    <a:moveTo>
                      <a:pt x="144" y="18"/>
                    </a:moveTo>
                    <a:cubicBezTo>
                      <a:pt x="138" y="18"/>
                      <a:pt x="135" y="18"/>
                      <a:pt x="132" y="18"/>
                    </a:cubicBezTo>
                    <a:cubicBezTo>
                      <a:pt x="129" y="15"/>
                      <a:pt x="120" y="15"/>
                      <a:pt x="117" y="15"/>
                    </a:cubicBezTo>
                    <a:cubicBezTo>
                      <a:pt x="117" y="12"/>
                      <a:pt x="114" y="9"/>
                      <a:pt x="114" y="12"/>
                    </a:cubicBezTo>
                    <a:cubicBezTo>
                      <a:pt x="114" y="15"/>
                      <a:pt x="108" y="15"/>
                      <a:pt x="105" y="12"/>
                    </a:cubicBezTo>
                    <a:cubicBezTo>
                      <a:pt x="102" y="12"/>
                      <a:pt x="96" y="9"/>
                      <a:pt x="93" y="9"/>
                    </a:cubicBezTo>
                    <a:cubicBezTo>
                      <a:pt x="93" y="6"/>
                      <a:pt x="90" y="6"/>
                      <a:pt x="87" y="6"/>
                    </a:cubicBezTo>
                    <a:cubicBezTo>
                      <a:pt x="84" y="6"/>
                      <a:pt x="75" y="3"/>
                      <a:pt x="66" y="3"/>
                    </a:cubicBezTo>
                    <a:cubicBezTo>
                      <a:pt x="60" y="3"/>
                      <a:pt x="39" y="3"/>
                      <a:pt x="30" y="3"/>
                    </a:cubicBezTo>
                    <a:cubicBezTo>
                      <a:pt x="21" y="3"/>
                      <a:pt x="21" y="0"/>
                      <a:pt x="15" y="0"/>
                    </a:cubicBezTo>
                    <a:cubicBezTo>
                      <a:pt x="12" y="0"/>
                      <a:pt x="15" y="3"/>
                      <a:pt x="6" y="6"/>
                    </a:cubicBezTo>
                    <a:cubicBezTo>
                      <a:pt x="0" y="6"/>
                      <a:pt x="0" y="9"/>
                      <a:pt x="6" y="12"/>
                    </a:cubicBezTo>
                    <a:cubicBezTo>
                      <a:pt x="6" y="15"/>
                      <a:pt x="6" y="18"/>
                      <a:pt x="6" y="24"/>
                    </a:cubicBezTo>
                    <a:cubicBezTo>
                      <a:pt x="9" y="24"/>
                      <a:pt x="9" y="24"/>
                      <a:pt x="9" y="21"/>
                    </a:cubicBezTo>
                    <a:cubicBezTo>
                      <a:pt x="12" y="21"/>
                      <a:pt x="15" y="21"/>
                      <a:pt x="15" y="24"/>
                    </a:cubicBezTo>
                    <a:cubicBezTo>
                      <a:pt x="15" y="24"/>
                      <a:pt x="18" y="24"/>
                      <a:pt x="21" y="24"/>
                    </a:cubicBezTo>
                    <a:cubicBezTo>
                      <a:pt x="24" y="24"/>
                      <a:pt x="21" y="27"/>
                      <a:pt x="24" y="24"/>
                    </a:cubicBezTo>
                    <a:cubicBezTo>
                      <a:pt x="27" y="21"/>
                      <a:pt x="33" y="24"/>
                      <a:pt x="33" y="27"/>
                    </a:cubicBezTo>
                    <a:cubicBezTo>
                      <a:pt x="33" y="27"/>
                      <a:pt x="39" y="27"/>
                      <a:pt x="36" y="30"/>
                    </a:cubicBezTo>
                    <a:cubicBezTo>
                      <a:pt x="30" y="33"/>
                      <a:pt x="27" y="33"/>
                      <a:pt x="27" y="36"/>
                    </a:cubicBezTo>
                    <a:cubicBezTo>
                      <a:pt x="27" y="39"/>
                      <a:pt x="30" y="45"/>
                      <a:pt x="27" y="48"/>
                    </a:cubicBezTo>
                    <a:cubicBezTo>
                      <a:pt x="24" y="51"/>
                      <a:pt x="30" y="54"/>
                      <a:pt x="27" y="54"/>
                    </a:cubicBezTo>
                    <a:cubicBezTo>
                      <a:pt x="24" y="54"/>
                      <a:pt x="21" y="57"/>
                      <a:pt x="24" y="60"/>
                    </a:cubicBezTo>
                    <a:cubicBezTo>
                      <a:pt x="27" y="63"/>
                      <a:pt x="30" y="66"/>
                      <a:pt x="27" y="66"/>
                    </a:cubicBezTo>
                    <a:cubicBezTo>
                      <a:pt x="24" y="66"/>
                      <a:pt x="24" y="69"/>
                      <a:pt x="24" y="72"/>
                    </a:cubicBezTo>
                    <a:cubicBezTo>
                      <a:pt x="24" y="72"/>
                      <a:pt x="30" y="75"/>
                      <a:pt x="27" y="78"/>
                    </a:cubicBezTo>
                    <a:cubicBezTo>
                      <a:pt x="21" y="78"/>
                      <a:pt x="21" y="81"/>
                      <a:pt x="21" y="84"/>
                    </a:cubicBezTo>
                    <a:cubicBezTo>
                      <a:pt x="21" y="84"/>
                      <a:pt x="21" y="87"/>
                      <a:pt x="24" y="87"/>
                    </a:cubicBezTo>
                    <a:cubicBezTo>
                      <a:pt x="24" y="87"/>
                      <a:pt x="27" y="87"/>
                      <a:pt x="30" y="87"/>
                    </a:cubicBezTo>
                    <a:cubicBezTo>
                      <a:pt x="33" y="90"/>
                      <a:pt x="36" y="102"/>
                      <a:pt x="42" y="102"/>
                    </a:cubicBezTo>
                    <a:cubicBezTo>
                      <a:pt x="45" y="102"/>
                      <a:pt x="45" y="99"/>
                      <a:pt x="45" y="99"/>
                    </a:cubicBezTo>
                    <a:cubicBezTo>
                      <a:pt x="48" y="96"/>
                      <a:pt x="51" y="96"/>
                      <a:pt x="51" y="96"/>
                    </a:cubicBezTo>
                    <a:cubicBezTo>
                      <a:pt x="54" y="96"/>
                      <a:pt x="57" y="93"/>
                      <a:pt x="63" y="93"/>
                    </a:cubicBezTo>
                    <a:cubicBezTo>
                      <a:pt x="69" y="93"/>
                      <a:pt x="72" y="93"/>
                      <a:pt x="78" y="93"/>
                    </a:cubicBezTo>
                    <a:cubicBezTo>
                      <a:pt x="81" y="93"/>
                      <a:pt x="84" y="93"/>
                      <a:pt x="84" y="90"/>
                    </a:cubicBezTo>
                    <a:cubicBezTo>
                      <a:pt x="87" y="87"/>
                      <a:pt x="90" y="84"/>
                      <a:pt x="93" y="84"/>
                    </a:cubicBezTo>
                    <a:cubicBezTo>
                      <a:pt x="99" y="81"/>
                      <a:pt x="99" y="78"/>
                      <a:pt x="99" y="75"/>
                    </a:cubicBezTo>
                    <a:cubicBezTo>
                      <a:pt x="99" y="72"/>
                      <a:pt x="105" y="69"/>
                      <a:pt x="105" y="66"/>
                    </a:cubicBezTo>
                    <a:cubicBezTo>
                      <a:pt x="108" y="63"/>
                      <a:pt x="102" y="57"/>
                      <a:pt x="108" y="51"/>
                    </a:cubicBezTo>
                    <a:cubicBezTo>
                      <a:pt x="111" y="42"/>
                      <a:pt x="117" y="42"/>
                      <a:pt x="117" y="39"/>
                    </a:cubicBezTo>
                    <a:cubicBezTo>
                      <a:pt x="117" y="36"/>
                      <a:pt x="120" y="33"/>
                      <a:pt x="126" y="33"/>
                    </a:cubicBezTo>
                    <a:cubicBezTo>
                      <a:pt x="132" y="33"/>
                      <a:pt x="135" y="30"/>
                      <a:pt x="138" y="27"/>
                    </a:cubicBezTo>
                    <a:cubicBezTo>
                      <a:pt x="144" y="24"/>
                      <a:pt x="144" y="21"/>
                      <a:pt x="144" y="18"/>
                    </a:cubicBezTo>
                    <a:close/>
                    <a:moveTo>
                      <a:pt x="144" y="54"/>
                    </a:moveTo>
                    <a:cubicBezTo>
                      <a:pt x="144" y="48"/>
                      <a:pt x="132" y="54"/>
                      <a:pt x="135" y="57"/>
                    </a:cubicBezTo>
                    <a:cubicBezTo>
                      <a:pt x="138" y="60"/>
                      <a:pt x="144" y="60"/>
                      <a:pt x="144" y="5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5" name="Freeform 135">
                <a:extLst>
                  <a:ext uri="{FF2B5EF4-FFF2-40B4-BE49-F238E27FC236}">
                    <a16:creationId xmlns:a16="http://schemas.microsoft.com/office/drawing/2014/main" id="{08611D94-E3B8-3BF8-AAA7-D2BD087AA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5257" y="2143395"/>
                <a:ext cx="74348" cy="40553"/>
              </a:xfrm>
              <a:custGeom>
                <a:avLst/>
                <a:gdLst>
                  <a:gd name="T0" fmla="*/ 0 w 39"/>
                  <a:gd name="T1" fmla="*/ 18 h 21"/>
                  <a:gd name="T2" fmla="*/ 6 w 39"/>
                  <a:gd name="T3" fmla="*/ 18 h 21"/>
                  <a:gd name="T4" fmla="*/ 9 w 39"/>
                  <a:gd name="T5" fmla="*/ 21 h 21"/>
                  <a:gd name="T6" fmla="*/ 18 w 39"/>
                  <a:gd name="T7" fmla="*/ 18 h 21"/>
                  <a:gd name="T8" fmla="*/ 24 w 39"/>
                  <a:gd name="T9" fmla="*/ 18 h 21"/>
                  <a:gd name="T10" fmla="*/ 27 w 39"/>
                  <a:gd name="T11" fmla="*/ 15 h 21"/>
                  <a:gd name="T12" fmla="*/ 30 w 39"/>
                  <a:gd name="T13" fmla="*/ 9 h 21"/>
                  <a:gd name="T14" fmla="*/ 39 w 39"/>
                  <a:gd name="T15" fmla="*/ 3 h 21"/>
                  <a:gd name="T16" fmla="*/ 36 w 39"/>
                  <a:gd name="T17" fmla="*/ 0 h 21"/>
                  <a:gd name="T18" fmla="*/ 27 w 39"/>
                  <a:gd name="T19" fmla="*/ 3 h 21"/>
                  <a:gd name="T20" fmla="*/ 18 w 39"/>
                  <a:gd name="T21" fmla="*/ 6 h 21"/>
                  <a:gd name="T22" fmla="*/ 6 w 39"/>
                  <a:gd name="T23" fmla="*/ 3 h 21"/>
                  <a:gd name="T24" fmla="*/ 0 w 39"/>
                  <a:gd name="T25" fmla="*/ 3 h 21"/>
                  <a:gd name="T26" fmla="*/ 0 w 39"/>
                  <a:gd name="T27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9" h="21">
                    <a:moveTo>
                      <a:pt x="0" y="18"/>
                    </a:moveTo>
                    <a:cubicBezTo>
                      <a:pt x="3" y="18"/>
                      <a:pt x="6" y="15"/>
                      <a:pt x="6" y="18"/>
                    </a:cubicBezTo>
                    <a:cubicBezTo>
                      <a:pt x="9" y="18"/>
                      <a:pt x="9" y="18"/>
                      <a:pt x="9" y="21"/>
                    </a:cubicBezTo>
                    <a:cubicBezTo>
                      <a:pt x="12" y="21"/>
                      <a:pt x="15" y="18"/>
                      <a:pt x="18" y="18"/>
                    </a:cubicBezTo>
                    <a:cubicBezTo>
                      <a:pt x="18" y="18"/>
                      <a:pt x="24" y="21"/>
                      <a:pt x="24" y="18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30" y="15"/>
                      <a:pt x="30" y="9"/>
                      <a:pt x="30" y="9"/>
                    </a:cubicBezTo>
                    <a:cubicBezTo>
                      <a:pt x="33" y="9"/>
                      <a:pt x="39" y="3"/>
                      <a:pt x="39" y="3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3" y="0"/>
                      <a:pt x="33" y="3"/>
                      <a:pt x="27" y="3"/>
                    </a:cubicBezTo>
                    <a:cubicBezTo>
                      <a:pt x="24" y="3"/>
                      <a:pt x="21" y="6"/>
                      <a:pt x="18" y="6"/>
                    </a:cubicBezTo>
                    <a:cubicBezTo>
                      <a:pt x="15" y="6"/>
                      <a:pt x="9" y="3"/>
                      <a:pt x="6" y="3"/>
                    </a:cubicBezTo>
                    <a:cubicBezTo>
                      <a:pt x="3" y="3"/>
                      <a:pt x="3" y="3"/>
                      <a:pt x="0" y="3"/>
                    </a:cubicBezTo>
                    <a:cubicBezTo>
                      <a:pt x="0" y="6"/>
                      <a:pt x="0" y="12"/>
                      <a:pt x="0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6" name="Freeform 136">
                <a:extLst>
                  <a:ext uri="{FF2B5EF4-FFF2-40B4-BE49-F238E27FC236}">
                    <a16:creationId xmlns:a16="http://schemas.microsoft.com/office/drawing/2014/main" id="{EE81FAA6-1FF4-0B48-D12A-563F650E4F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3953" y="2281277"/>
                <a:ext cx="137882" cy="166269"/>
              </a:xfrm>
              <a:custGeom>
                <a:avLst/>
                <a:gdLst>
                  <a:gd name="T0" fmla="*/ 69 w 72"/>
                  <a:gd name="T1" fmla="*/ 0 h 87"/>
                  <a:gd name="T2" fmla="*/ 66 w 72"/>
                  <a:gd name="T3" fmla="*/ 0 h 87"/>
                  <a:gd name="T4" fmla="*/ 60 w 72"/>
                  <a:gd name="T5" fmla="*/ 3 h 87"/>
                  <a:gd name="T6" fmla="*/ 48 w 72"/>
                  <a:gd name="T7" fmla="*/ 3 h 87"/>
                  <a:gd name="T8" fmla="*/ 33 w 72"/>
                  <a:gd name="T9" fmla="*/ 3 h 87"/>
                  <a:gd name="T10" fmla="*/ 33 w 72"/>
                  <a:gd name="T11" fmla="*/ 3 h 87"/>
                  <a:gd name="T12" fmla="*/ 24 w 72"/>
                  <a:gd name="T13" fmla="*/ 6 h 87"/>
                  <a:gd name="T14" fmla="*/ 18 w 72"/>
                  <a:gd name="T15" fmla="*/ 9 h 87"/>
                  <a:gd name="T16" fmla="*/ 9 w 72"/>
                  <a:gd name="T17" fmla="*/ 12 h 87"/>
                  <a:gd name="T18" fmla="*/ 6 w 72"/>
                  <a:gd name="T19" fmla="*/ 18 h 87"/>
                  <a:gd name="T20" fmla="*/ 3 w 72"/>
                  <a:gd name="T21" fmla="*/ 21 h 87"/>
                  <a:gd name="T22" fmla="*/ 0 w 72"/>
                  <a:gd name="T23" fmla="*/ 27 h 87"/>
                  <a:gd name="T24" fmla="*/ 0 w 72"/>
                  <a:gd name="T25" fmla="*/ 27 h 87"/>
                  <a:gd name="T26" fmla="*/ 6 w 72"/>
                  <a:gd name="T27" fmla="*/ 39 h 87"/>
                  <a:gd name="T28" fmla="*/ 15 w 72"/>
                  <a:gd name="T29" fmla="*/ 42 h 87"/>
                  <a:gd name="T30" fmla="*/ 24 w 72"/>
                  <a:gd name="T31" fmla="*/ 45 h 87"/>
                  <a:gd name="T32" fmla="*/ 12 w 72"/>
                  <a:gd name="T33" fmla="*/ 45 h 87"/>
                  <a:gd name="T34" fmla="*/ 15 w 72"/>
                  <a:gd name="T35" fmla="*/ 54 h 87"/>
                  <a:gd name="T36" fmla="*/ 21 w 72"/>
                  <a:gd name="T37" fmla="*/ 63 h 87"/>
                  <a:gd name="T38" fmla="*/ 30 w 72"/>
                  <a:gd name="T39" fmla="*/ 69 h 87"/>
                  <a:gd name="T40" fmla="*/ 30 w 72"/>
                  <a:gd name="T41" fmla="*/ 57 h 87"/>
                  <a:gd name="T42" fmla="*/ 36 w 72"/>
                  <a:gd name="T43" fmla="*/ 57 h 87"/>
                  <a:gd name="T44" fmla="*/ 33 w 72"/>
                  <a:gd name="T45" fmla="*/ 51 h 87"/>
                  <a:gd name="T46" fmla="*/ 36 w 72"/>
                  <a:gd name="T47" fmla="*/ 48 h 87"/>
                  <a:gd name="T48" fmla="*/ 45 w 72"/>
                  <a:gd name="T49" fmla="*/ 48 h 87"/>
                  <a:gd name="T50" fmla="*/ 39 w 72"/>
                  <a:gd name="T51" fmla="*/ 39 h 87"/>
                  <a:gd name="T52" fmla="*/ 30 w 72"/>
                  <a:gd name="T53" fmla="*/ 39 h 87"/>
                  <a:gd name="T54" fmla="*/ 36 w 72"/>
                  <a:gd name="T55" fmla="*/ 33 h 87"/>
                  <a:gd name="T56" fmla="*/ 27 w 72"/>
                  <a:gd name="T57" fmla="*/ 21 h 87"/>
                  <a:gd name="T58" fmla="*/ 30 w 72"/>
                  <a:gd name="T59" fmla="*/ 18 h 87"/>
                  <a:gd name="T60" fmla="*/ 39 w 72"/>
                  <a:gd name="T61" fmla="*/ 18 h 87"/>
                  <a:gd name="T62" fmla="*/ 42 w 72"/>
                  <a:gd name="T63" fmla="*/ 12 h 87"/>
                  <a:gd name="T64" fmla="*/ 48 w 72"/>
                  <a:gd name="T65" fmla="*/ 12 h 87"/>
                  <a:gd name="T66" fmla="*/ 57 w 72"/>
                  <a:gd name="T67" fmla="*/ 9 h 87"/>
                  <a:gd name="T68" fmla="*/ 66 w 72"/>
                  <a:gd name="T69" fmla="*/ 12 h 87"/>
                  <a:gd name="T70" fmla="*/ 69 w 72"/>
                  <a:gd name="T71" fmla="*/ 9 h 87"/>
                  <a:gd name="T72" fmla="*/ 72 w 72"/>
                  <a:gd name="T73" fmla="*/ 3 h 87"/>
                  <a:gd name="T74" fmla="*/ 69 w 72"/>
                  <a:gd name="T75" fmla="*/ 0 h 87"/>
                  <a:gd name="T76" fmla="*/ 60 w 72"/>
                  <a:gd name="T77" fmla="*/ 84 h 87"/>
                  <a:gd name="T78" fmla="*/ 42 w 72"/>
                  <a:gd name="T79" fmla="*/ 81 h 87"/>
                  <a:gd name="T80" fmla="*/ 36 w 72"/>
                  <a:gd name="T81" fmla="*/ 84 h 87"/>
                  <a:gd name="T82" fmla="*/ 54 w 72"/>
                  <a:gd name="T83" fmla="*/ 87 h 87"/>
                  <a:gd name="T84" fmla="*/ 69 w 72"/>
                  <a:gd name="T85" fmla="*/ 84 h 87"/>
                  <a:gd name="T86" fmla="*/ 60 w 72"/>
                  <a:gd name="T87" fmla="*/ 8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2" h="87">
                    <a:moveTo>
                      <a:pt x="69" y="0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66" y="3"/>
                      <a:pt x="63" y="3"/>
                      <a:pt x="60" y="3"/>
                    </a:cubicBezTo>
                    <a:cubicBezTo>
                      <a:pt x="60" y="3"/>
                      <a:pt x="51" y="3"/>
                      <a:pt x="48" y="3"/>
                    </a:cubicBezTo>
                    <a:cubicBezTo>
                      <a:pt x="48" y="0"/>
                      <a:pt x="39" y="0"/>
                      <a:pt x="33" y="3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3"/>
                      <a:pt x="24" y="9"/>
                      <a:pt x="24" y="6"/>
                    </a:cubicBezTo>
                    <a:cubicBezTo>
                      <a:pt x="21" y="6"/>
                      <a:pt x="21" y="9"/>
                      <a:pt x="18" y="9"/>
                    </a:cubicBezTo>
                    <a:cubicBezTo>
                      <a:pt x="15" y="12"/>
                      <a:pt x="9" y="9"/>
                      <a:pt x="9" y="12"/>
                    </a:cubicBezTo>
                    <a:cubicBezTo>
                      <a:pt x="9" y="12"/>
                      <a:pt x="9" y="15"/>
                      <a:pt x="6" y="18"/>
                    </a:cubicBezTo>
                    <a:cubicBezTo>
                      <a:pt x="3" y="21"/>
                      <a:pt x="6" y="21"/>
                      <a:pt x="3" y="21"/>
                    </a:cubicBezTo>
                    <a:cubicBezTo>
                      <a:pt x="0" y="21"/>
                      <a:pt x="0" y="24"/>
                      <a:pt x="0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3" y="30"/>
                      <a:pt x="6" y="33"/>
                      <a:pt x="6" y="39"/>
                    </a:cubicBezTo>
                    <a:cubicBezTo>
                      <a:pt x="6" y="42"/>
                      <a:pt x="12" y="45"/>
                      <a:pt x="15" y="42"/>
                    </a:cubicBezTo>
                    <a:cubicBezTo>
                      <a:pt x="18" y="39"/>
                      <a:pt x="24" y="42"/>
                      <a:pt x="24" y="45"/>
                    </a:cubicBezTo>
                    <a:cubicBezTo>
                      <a:pt x="24" y="45"/>
                      <a:pt x="18" y="42"/>
                      <a:pt x="12" y="45"/>
                    </a:cubicBezTo>
                    <a:cubicBezTo>
                      <a:pt x="9" y="48"/>
                      <a:pt x="15" y="51"/>
                      <a:pt x="15" y="54"/>
                    </a:cubicBezTo>
                    <a:cubicBezTo>
                      <a:pt x="15" y="57"/>
                      <a:pt x="18" y="63"/>
                      <a:pt x="21" y="63"/>
                    </a:cubicBezTo>
                    <a:cubicBezTo>
                      <a:pt x="24" y="63"/>
                      <a:pt x="30" y="69"/>
                      <a:pt x="30" y="69"/>
                    </a:cubicBezTo>
                    <a:cubicBezTo>
                      <a:pt x="33" y="66"/>
                      <a:pt x="27" y="57"/>
                      <a:pt x="30" y="57"/>
                    </a:cubicBezTo>
                    <a:cubicBezTo>
                      <a:pt x="30" y="54"/>
                      <a:pt x="36" y="60"/>
                      <a:pt x="36" y="57"/>
                    </a:cubicBezTo>
                    <a:cubicBezTo>
                      <a:pt x="39" y="54"/>
                      <a:pt x="36" y="51"/>
                      <a:pt x="33" y="51"/>
                    </a:cubicBezTo>
                    <a:cubicBezTo>
                      <a:pt x="27" y="51"/>
                      <a:pt x="33" y="48"/>
                      <a:pt x="36" y="48"/>
                    </a:cubicBezTo>
                    <a:cubicBezTo>
                      <a:pt x="39" y="51"/>
                      <a:pt x="42" y="48"/>
                      <a:pt x="45" y="48"/>
                    </a:cubicBezTo>
                    <a:cubicBezTo>
                      <a:pt x="45" y="48"/>
                      <a:pt x="48" y="42"/>
                      <a:pt x="39" y="39"/>
                    </a:cubicBezTo>
                    <a:cubicBezTo>
                      <a:pt x="33" y="39"/>
                      <a:pt x="36" y="45"/>
                      <a:pt x="30" y="39"/>
                    </a:cubicBezTo>
                    <a:cubicBezTo>
                      <a:pt x="27" y="36"/>
                      <a:pt x="36" y="36"/>
                      <a:pt x="36" y="33"/>
                    </a:cubicBezTo>
                    <a:cubicBezTo>
                      <a:pt x="36" y="30"/>
                      <a:pt x="30" y="24"/>
                      <a:pt x="27" y="21"/>
                    </a:cubicBezTo>
                    <a:cubicBezTo>
                      <a:pt x="24" y="18"/>
                      <a:pt x="30" y="15"/>
                      <a:pt x="30" y="18"/>
                    </a:cubicBezTo>
                    <a:cubicBezTo>
                      <a:pt x="33" y="21"/>
                      <a:pt x="39" y="21"/>
                      <a:pt x="39" y="18"/>
                    </a:cubicBezTo>
                    <a:cubicBezTo>
                      <a:pt x="42" y="18"/>
                      <a:pt x="36" y="12"/>
                      <a:pt x="42" y="12"/>
                    </a:cubicBezTo>
                    <a:cubicBezTo>
                      <a:pt x="48" y="9"/>
                      <a:pt x="48" y="12"/>
                      <a:pt x="48" y="12"/>
                    </a:cubicBezTo>
                    <a:cubicBezTo>
                      <a:pt x="51" y="12"/>
                      <a:pt x="54" y="9"/>
                      <a:pt x="57" y="9"/>
                    </a:cubicBezTo>
                    <a:cubicBezTo>
                      <a:pt x="60" y="9"/>
                      <a:pt x="63" y="9"/>
                      <a:pt x="66" y="12"/>
                    </a:cubicBezTo>
                    <a:cubicBezTo>
                      <a:pt x="69" y="9"/>
                      <a:pt x="69" y="9"/>
                      <a:pt x="69" y="9"/>
                    </a:cubicBezTo>
                    <a:cubicBezTo>
                      <a:pt x="69" y="6"/>
                      <a:pt x="72" y="6"/>
                      <a:pt x="72" y="3"/>
                    </a:cubicBezTo>
                    <a:cubicBezTo>
                      <a:pt x="72" y="3"/>
                      <a:pt x="72" y="0"/>
                      <a:pt x="69" y="0"/>
                    </a:cubicBezTo>
                    <a:close/>
                    <a:moveTo>
                      <a:pt x="60" y="84"/>
                    </a:moveTo>
                    <a:cubicBezTo>
                      <a:pt x="57" y="81"/>
                      <a:pt x="45" y="84"/>
                      <a:pt x="42" y="81"/>
                    </a:cubicBezTo>
                    <a:cubicBezTo>
                      <a:pt x="39" y="78"/>
                      <a:pt x="33" y="84"/>
                      <a:pt x="36" y="84"/>
                    </a:cubicBezTo>
                    <a:cubicBezTo>
                      <a:pt x="39" y="84"/>
                      <a:pt x="45" y="87"/>
                      <a:pt x="54" y="87"/>
                    </a:cubicBezTo>
                    <a:cubicBezTo>
                      <a:pt x="60" y="87"/>
                      <a:pt x="69" y="84"/>
                      <a:pt x="69" y="84"/>
                    </a:cubicBezTo>
                    <a:cubicBezTo>
                      <a:pt x="69" y="81"/>
                      <a:pt x="63" y="84"/>
                      <a:pt x="60" y="8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7" name="Freeform 137">
                <a:extLst>
                  <a:ext uri="{FF2B5EF4-FFF2-40B4-BE49-F238E27FC236}">
                    <a16:creationId xmlns:a16="http://schemas.microsoft.com/office/drawing/2014/main" id="{AB434662-29AF-64B9-237B-67F101842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6736" y="2424565"/>
                <a:ext cx="58127" cy="35146"/>
              </a:xfrm>
              <a:custGeom>
                <a:avLst/>
                <a:gdLst>
                  <a:gd name="T0" fmla="*/ 21 w 30"/>
                  <a:gd name="T1" fmla="*/ 12 h 18"/>
                  <a:gd name="T2" fmla="*/ 27 w 30"/>
                  <a:gd name="T3" fmla="*/ 6 h 18"/>
                  <a:gd name="T4" fmla="*/ 27 w 30"/>
                  <a:gd name="T5" fmla="*/ 3 h 18"/>
                  <a:gd name="T6" fmla="*/ 9 w 30"/>
                  <a:gd name="T7" fmla="*/ 9 h 18"/>
                  <a:gd name="T8" fmla="*/ 6 w 30"/>
                  <a:gd name="T9" fmla="*/ 15 h 18"/>
                  <a:gd name="T10" fmla="*/ 21 w 30"/>
                  <a:gd name="T11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18">
                    <a:moveTo>
                      <a:pt x="21" y="12"/>
                    </a:moveTo>
                    <a:cubicBezTo>
                      <a:pt x="21" y="12"/>
                      <a:pt x="24" y="6"/>
                      <a:pt x="27" y="6"/>
                    </a:cubicBezTo>
                    <a:cubicBezTo>
                      <a:pt x="30" y="3"/>
                      <a:pt x="30" y="0"/>
                      <a:pt x="27" y="3"/>
                    </a:cubicBezTo>
                    <a:cubicBezTo>
                      <a:pt x="24" y="6"/>
                      <a:pt x="18" y="9"/>
                      <a:pt x="9" y="9"/>
                    </a:cubicBezTo>
                    <a:cubicBezTo>
                      <a:pt x="3" y="9"/>
                      <a:pt x="0" y="12"/>
                      <a:pt x="6" y="15"/>
                    </a:cubicBezTo>
                    <a:cubicBezTo>
                      <a:pt x="12" y="18"/>
                      <a:pt x="21" y="15"/>
                      <a:pt x="21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8" name="Freeform 138">
                <a:extLst>
                  <a:ext uri="{FF2B5EF4-FFF2-40B4-BE49-F238E27FC236}">
                    <a16:creationId xmlns:a16="http://schemas.microsoft.com/office/drawing/2014/main" id="{5630BA39-DD50-3104-F135-9F83AF0B0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948" y="1521576"/>
                <a:ext cx="229803" cy="121660"/>
              </a:xfrm>
              <a:custGeom>
                <a:avLst/>
                <a:gdLst>
                  <a:gd name="T0" fmla="*/ 102 w 120"/>
                  <a:gd name="T1" fmla="*/ 45 h 63"/>
                  <a:gd name="T2" fmla="*/ 111 w 120"/>
                  <a:gd name="T3" fmla="*/ 36 h 63"/>
                  <a:gd name="T4" fmla="*/ 120 w 120"/>
                  <a:gd name="T5" fmla="*/ 30 h 63"/>
                  <a:gd name="T6" fmla="*/ 114 w 120"/>
                  <a:gd name="T7" fmla="*/ 21 h 63"/>
                  <a:gd name="T8" fmla="*/ 108 w 120"/>
                  <a:gd name="T9" fmla="*/ 15 h 63"/>
                  <a:gd name="T10" fmla="*/ 105 w 120"/>
                  <a:gd name="T11" fmla="*/ 6 h 63"/>
                  <a:gd name="T12" fmla="*/ 99 w 120"/>
                  <a:gd name="T13" fmla="*/ 9 h 63"/>
                  <a:gd name="T14" fmla="*/ 87 w 120"/>
                  <a:gd name="T15" fmla="*/ 3 h 63"/>
                  <a:gd name="T16" fmla="*/ 87 w 120"/>
                  <a:gd name="T17" fmla="*/ 9 h 63"/>
                  <a:gd name="T18" fmla="*/ 78 w 120"/>
                  <a:gd name="T19" fmla="*/ 9 h 63"/>
                  <a:gd name="T20" fmla="*/ 75 w 120"/>
                  <a:gd name="T21" fmla="*/ 9 h 63"/>
                  <a:gd name="T22" fmla="*/ 69 w 120"/>
                  <a:gd name="T23" fmla="*/ 12 h 63"/>
                  <a:gd name="T24" fmla="*/ 63 w 120"/>
                  <a:gd name="T25" fmla="*/ 9 h 63"/>
                  <a:gd name="T26" fmla="*/ 54 w 120"/>
                  <a:gd name="T27" fmla="*/ 15 h 63"/>
                  <a:gd name="T28" fmla="*/ 51 w 120"/>
                  <a:gd name="T29" fmla="*/ 12 h 63"/>
                  <a:gd name="T30" fmla="*/ 45 w 120"/>
                  <a:gd name="T31" fmla="*/ 15 h 63"/>
                  <a:gd name="T32" fmla="*/ 45 w 120"/>
                  <a:gd name="T33" fmla="*/ 21 h 63"/>
                  <a:gd name="T34" fmla="*/ 36 w 120"/>
                  <a:gd name="T35" fmla="*/ 24 h 63"/>
                  <a:gd name="T36" fmla="*/ 33 w 120"/>
                  <a:gd name="T37" fmla="*/ 15 h 63"/>
                  <a:gd name="T38" fmla="*/ 15 w 120"/>
                  <a:gd name="T39" fmla="*/ 3 h 63"/>
                  <a:gd name="T40" fmla="*/ 18 w 120"/>
                  <a:gd name="T41" fmla="*/ 9 h 63"/>
                  <a:gd name="T42" fmla="*/ 15 w 120"/>
                  <a:gd name="T43" fmla="*/ 9 h 63"/>
                  <a:gd name="T44" fmla="*/ 6 w 120"/>
                  <a:gd name="T45" fmla="*/ 12 h 63"/>
                  <a:gd name="T46" fmla="*/ 0 w 120"/>
                  <a:gd name="T47" fmla="*/ 21 h 63"/>
                  <a:gd name="T48" fmla="*/ 12 w 120"/>
                  <a:gd name="T49" fmla="*/ 24 h 63"/>
                  <a:gd name="T50" fmla="*/ 24 w 120"/>
                  <a:gd name="T51" fmla="*/ 24 h 63"/>
                  <a:gd name="T52" fmla="*/ 24 w 120"/>
                  <a:gd name="T53" fmla="*/ 27 h 63"/>
                  <a:gd name="T54" fmla="*/ 18 w 120"/>
                  <a:gd name="T55" fmla="*/ 30 h 63"/>
                  <a:gd name="T56" fmla="*/ 3 w 120"/>
                  <a:gd name="T57" fmla="*/ 36 h 63"/>
                  <a:gd name="T58" fmla="*/ 21 w 120"/>
                  <a:gd name="T59" fmla="*/ 36 h 63"/>
                  <a:gd name="T60" fmla="*/ 24 w 120"/>
                  <a:gd name="T61" fmla="*/ 39 h 63"/>
                  <a:gd name="T62" fmla="*/ 27 w 120"/>
                  <a:gd name="T63" fmla="*/ 42 h 63"/>
                  <a:gd name="T64" fmla="*/ 24 w 120"/>
                  <a:gd name="T65" fmla="*/ 48 h 63"/>
                  <a:gd name="T66" fmla="*/ 18 w 120"/>
                  <a:gd name="T67" fmla="*/ 51 h 63"/>
                  <a:gd name="T68" fmla="*/ 33 w 120"/>
                  <a:gd name="T69" fmla="*/ 51 h 63"/>
                  <a:gd name="T70" fmla="*/ 54 w 120"/>
                  <a:gd name="T71" fmla="*/ 60 h 63"/>
                  <a:gd name="T72" fmla="*/ 72 w 120"/>
                  <a:gd name="T73" fmla="*/ 54 h 63"/>
                  <a:gd name="T74" fmla="*/ 87 w 120"/>
                  <a:gd name="T75" fmla="*/ 51 h 63"/>
                  <a:gd name="T76" fmla="*/ 102 w 120"/>
                  <a:gd name="T77" fmla="*/ 45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0" h="63">
                    <a:moveTo>
                      <a:pt x="102" y="45"/>
                    </a:moveTo>
                    <a:cubicBezTo>
                      <a:pt x="108" y="45"/>
                      <a:pt x="108" y="36"/>
                      <a:pt x="111" y="36"/>
                    </a:cubicBezTo>
                    <a:cubicBezTo>
                      <a:pt x="114" y="39"/>
                      <a:pt x="117" y="33"/>
                      <a:pt x="120" y="30"/>
                    </a:cubicBezTo>
                    <a:cubicBezTo>
                      <a:pt x="120" y="27"/>
                      <a:pt x="117" y="21"/>
                      <a:pt x="114" y="21"/>
                    </a:cubicBezTo>
                    <a:cubicBezTo>
                      <a:pt x="111" y="21"/>
                      <a:pt x="108" y="18"/>
                      <a:pt x="108" y="15"/>
                    </a:cubicBezTo>
                    <a:cubicBezTo>
                      <a:pt x="108" y="12"/>
                      <a:pt x="105" y="9"/>
                      <a:pt x="105" y="6"/>
                    </a:cubicBezTo>
                    <a:cubicBezTo>
                      <a:pt x="105" y="6"/>
                      <a:pt x="102" y="6"/>
                      <a:pt x="99" y="9"/>
                    </a:cubicBezTo>
                    <a:cubicBezTo>
                      <a:pt x="96" y="9"/>
                      <a:pt x="90" y="0"/>
                      <a:pt x="87" y="3"/>
                    </a:cubicBezTo>
                    <a:cubicBezTo>
                      <a:pt x="84" y="3"/>
                      <a:pt x="87" y="6"/>
                      <a:pt x="87" y="9"/>
                    </a:cubicBezTo>
                    <a:cubicBezTo>
                      <a:pt x="84" y="12"/>
                      <a:pt x="78" y="9"/>
                      <a:pt x="78" y="9"/>
                    </a:cubicBezTo>
                    <a:cubicBezTo>
                      <a:pt x="78" y="12"/>
                      <a:pt x="78" y="12"/>
                      <a:pt x="75" y="9"/>
                    </a:cubicBezTo>
                    <a:cubicBezTo>
                      <a:pt x="72" y="9"/>
                      <a:pt x="69" y="9"/>
                      <a:pt x="69" y="12"/>
                    </a:cubicBezTo>
                    <a:cubicBezTo>
                      <a:pt x="69" y="12"/>
                      <a:pt x="66" y="12"/>
                      <a:pt x="63" y="9"/>
                    </a:cubicBezTo>
                    <a:cubicBezTo>
                      <a:pt x="60" y="6"/>
                      <a:pt x="54" y="12"/>
                      <a:pt x="54" y="15"/>
                    </a:cubicBezTo>
                    <a:cubicBezTo>
                      <a:pt x="54" y="18"/>
                      <a:pt x="54" y="18"/>
                      <a:pt x="51" y="12"/>
                    </a:cubicBezTo>
                    <a:cubicBezTo>
                      <a:pt x="48" y="6"/>
                      <a:pt x="45" y="12"/>
                      <a:pt x="45" y="15"/>
                    </a:cubicBezTo>
                    <a:cubicBezTo>
                      <a:pt x="48" y="18"/>
                      <a:pt x="45" y="21"/>
                      <a:pt x="45" y="21"/>
                    </a:cubicBezTo>
                    <a:cubicBezTo>
                      <a:pt x="42" y="18"/>
                      <a:pt x="39" y="21"/>
                      <a:pt x="36" y="24"/>
                    </a:cubicBezTo>
                    <a:cubicBezTo>
                      <a:pt x="36" y="27"/>
                      <a:pt x="30" y="18"/>
                      <a:pt x="33" y="15"/>
                    </a:cubicBezTo>
                    <a:cubicBezTo>
                      <a:pt x="36" y="12"/>
                      <a:pt x="21" y="3"/>
                      <a:pt x="15" y="3"/>
                    </a:cubicBezTo>
                    <a:cubicBezTo>
                      <a:pt x="12" y="3"/>
                      <a:pt x="15" y="6"/>
                      <a:pt x="18" y="9"/>
                    </a:cubicBezTo>
                    <a:cubicBezTo>
                      <a:pt x="21" y="12"/>
                      <a:pt x="15" y="12"/>
                      <a:pt x="15" y="9"/>
                    </a:cubicBezTo>
                    <a:cubicBezTo>
                      <a:pt x="12" y="6"/>
                      <a:pt x="9" y="9"/>
                      <a:pt x="6" y="12"/>
                    </a:cubicBezTo>
                    <a:cubicBezTo>
                      <a:pt x="3" y="15"/>
                      <a:pt x="0" y="18"/>
                      <a:pt x="0" y="21"/>
                    </a:cubicBezTo>
                    <a:cubicBezTo>
                      <a:pt x="0" y="21"/>
                      <a:pt x="6" y="24"/>
                      <a:pt x="12" y="24"/>
                    </a:cubicBezTo>
                    <a:cubicBezTo>
                      <a:pt x="18" y="21"/>
                      <a:pt x="24" y="21"/>
                      <a:pt x="24" y="24"/>
                    </a:cubicBezTo>
                    <a:cubicBezTo>
                      <a:pt x="27" y="24"/>
                      <a:pt x="21" y="27"/>
                      <a:pt x="24" y="27"/>
                    </a:cubicBezTo>
                    <a:cubicBezTo>
                      <a:pt x="27" y="30"/>
                      <a:pt x="24" y="33"/>
                      <a:pt x="18" y="30"/>
                    </a:cubicBezTo>
                    <a:cubicBezTo>
                      <a:pt x="12" y="30"/>
                      <a:pt x="3" y="33"/>
                      <a:pt x="3" y="36"/>
                    </a:cubicBezTo>
                    <a:cubicBezTo>
                      <a:pt x="6" y="36"/>
                      <a:pt x="21" y="33"/>
                      <a:pt x="21" y="36"/>
                    </a:cubicBezTo>
                    <a:cubicBezTo>
                      <a:pt x="21" y="36"/>
                      <a:pt x="21" y="42"/>
                      <a:pt x="24" y="39"/>
                    </a:cubicBezTo>
                    <a:cubicBezTo>
                      <a:pt x="30" y="39"/>
                      <a:pt x="27" y="42"/>
                      <a:pt x="27" y="42"/>
                    </a:cubicBezTo>
                    <a:cubicBezTo>
                      <a:pt x="30" y="45"/>
                      <a:pt x="30" y="48"/>
                      <a:pt x="24" y="48"/>
                    </a:cubicBezTo>
                    <a:cubicBezTo>
                      <a:pt x="18" y="48"/>
                      <a:pt x="15" y="51"/>
                      <a:pt x="18" y="51"/>
                    </a:cubicBezTo>
                    <a:cubicBezTo>
                      <a:pt x="21" y="54"/>
                      <a:pt x="27" y="54"/>
                      <a:pt x="33" y="51"/>
                    </a:cubicBezTo>
                    <a:cubicBezTo>
                      <a:pt x="39" y="51"/>
                      <a:pt x="48" y="57"/>
                      <a:pt x="54" y="60"/>
                    </a:cubicBezTo>
                    <a:cubicBezTo>
                      <a:pt x="60" y="63"/>
                      <a:pt x="72" y="60"/>
                      <a:pt x="72" y="54"/>
                    </a:cubicBezTo>
                    <a:cubicBezTo>
                      <a:pt x="75" y="51"/>
                      <a:pt x="84" y="54"/>
                      <a:pt x="87" y="51"/>
                    </a:cubicBezTo>
                    <a:cubicBezTo>
                      <a:pt x="90" y="48"/>
                      <a:pt x="96" y="45"/>
                      <a:pt x="102" y="4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9" name="Freeform 139">
                <a:extLst>
                  <a:ext uri="{FF2B5EF4-FFF2-40B4-BE49-F238E27FC236}">
                    <a16:creationId xmlns:a16="http://schemas.microsoft.com/office/drawing/2014/main" id="{46265AA6-C333-98D2-5BC5-088C13B75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691" y="1901426"/>
                <a:ext cx="97328" cy="109494"/>
              </a:xfrm>
              <a:custGeom>
                <a:avLst/>
                <a:gdLst>
                  <a:gd name="T0" fmla="*/ 45 w 51"/>
                  <a:gd name="T1" fmla="*/ 18 h 57"/>
                  <a:gd name="T2" fmla="*/ 42 w 51"/>
                  <a:gd name="T3" fmla="*/ 15 h 57"/>
                  <a:gd name="T4" fmla="*/ 36 w 51"/>
                  <a:gd name="T5" fmla="*/ 18 h 57"/>
                  <a:gd name="T6" fmla="*/ 27 w 51"/>
                  <a:gd name="T7" fmla="*/ 15 h 57"/>
                  <a:gd name="T8" fmla="*/ 30 w 51"/>
                  <a:gd name="T9" fmla="*/ 9 h 57"/>
                  <a:gd name="T10" fmla="*/ 33 w 51"/>
                  <a:gd name="T11" fmla="*/ 3 h 57"/>
                  <a:gd name="T12" fmla="*/ 33 w 51"/>
                  <a:gd name="T13" fmla="*/ 3 h 57"/>
                  <a:gd name="T14" fmla="*/ 21 w 51"/>
                  <a:gd name="T15" fmla="*/ 6 h 57"/>
                  <a:gd name="T16" fmla="*/ 27 w 51"/>
                  <a:gd name="T17" fmla="*/ 9 h 57"/>
                  <a:gd name="T18" fmla="*/ 18 w 51"/>
                  <a:gd name="T19" fmla="*/ 15 h 57"/>
                  <a:gd name="T20" fmla="*/ 6 w 51"/>
                  <a:gd name="T21" fmla="*/ 15 h 57"/>
                  <a:gd name="T22" fmla="*/ 6 w 51"/>
                  <a:gd name="T23" fmla="*/ 24 h 57"/>
                  <a:gd name="T24" fmla="*/ 12 w 51"/>
                  <a:gd name="T25" fmla="*/ 30 h 57"/>
                  <a:gd name="T26" fmla="*/ 9 w 51"/>
                  <a:gd name="T27" fmla="*/ 42 h 57"/>
                  <a:gd name="T28" fmla="*/ 0 w 51"/>
                  <a:gd name="T29" fmla="*/ 48 h 57"/>
                  <a:gd name="T30" fmla="*/ 12 w 51"/>
                  <a:gd name="T31" fmla="*/ 57 h 57"/>
                  <a:gd name="T32" fmla="*/ 33 w 51"/>
                  <a:gd name="T33" fmla="*/ 48 h 57"/>
                  <a:gd name="T34" fmla="*/ 45 w 51"/>
                  <a:gd name="T35" fmla="*/ 45 h 57"/>
                  <a:gd name="T36" fmla="*/ 45 w 51"/>
                  <a:gd name="T37" fmla="*/ 21 h 57"/>
                  <a:gd name="T38" fmla="*/ 45 w 51"/>
                  <a:gd name="T39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1" h="57">
                    <a:moveTo>
                      <a:pt x="45" y="18"/>
                    </a:moveTo>
                    <a:cubicBezTo>
                      <a:pt x="42" y="15"/>
                      <a:pt x="42" y="15"/>
                      <a:pt x="42" y="15"/>
                    </a:cubicBezTo>
                    <a:cubicBezTo>
                      <a:pt x="36" y="9"/>
                      <a:pt x="36" y="15"/>
                      <a:pt x="36" y="18"/>
                    </a:cubicBezTo>
                    <a:cubicBezTo>
                      <a:pt x="36" y="21"/>
                      <a:pt x="30" y="15"/>
                      <a:pt x="27" y="15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3" y="9"/>
                      <a:pt x="33" y="6"/>
                      <a:pt x="33" y="3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27" y="0"/>
                      <a:pt x="21" y="0"/>
                      <a:pt x="21" y="6"/>
                    </a:cubicBezTo>
                    <a:cubicBezTo>
                      <a:pt x="21" y="9"/>
                      <a:pt x="27" y="6"/>
                      <a:pt x="27" y="9"/>
                    </a:cubicBezTo>
                    <a:cubicBezTo>
                      <a:pt x="27" y="12"/>
                      <a:pt x="21" y="12"/>
                      <a:pt x="18" y="15"/>
                    </a:cubicBezTo>
                    <a:cubicBezTo>
                      <a:pt x="12" y="18"/>
                      <a:pt x="9" y="12"/>
                      <a:pt x="6" y="15"/>
                    </a:cubicBezTo>
                    <a:cubicBezTo>
                      <a:pt x="0" y="18"/>
                      <a:pt x="9" y="18"/>
                      <a:pt x="6" y="24"/>
                    </a:cubicBezTo>
                    <a:cubicBezTo>
                      <a:pt x="3" y="27"/>
                      <a:pt x="6" y="27"/>
                      <a:pt x="12" y="30"/>
                    </a:cubicBezTo>
                    <a:cubicBezTo>
                      <a:pt x="18" y="36"/>
                      <a:pt x="9" y="36"/>
                      <a:pt x="9" y="42"/>
                    </a:cubicBezTo>
                    <a:cubicBezTo>
                      <a:pt x="9" y="45"/>
                      <a:pt x="3" y="45"/>
                      <a:pt x="0" y="48"/>
                    </a:cubicBezTo>
                    <a:cubicBezTo>
                      <a:pt x="0" y="51"/>
                      <a:pt x="6" y="57"/>
                      <a:pt x="12" y="57"/>
                    </a:cubicBezTo>
                    <a:cubicBezTo>
                      <a:pt x="15" y="57"/>
                      <a:pt x="27" y="54"/>
                      <a:pt x="33" y="48"/>
                    </a:cubicBezTo>
                    <a:cubicBezTo>
                      <a:pt x="36" y="45"/>
                      <a:pt x="39" y="48"/>
                      <a:pt x="45" y="45"/>
                    </a:cubicBezTo>
                    <a:cubicBezTo>
                      <a:pt x="51" y="45"/>
                      <a:pt x="48" y="24"/>
                      <a:pt x="45" y="21"/>
                    </a:cubicBezTo>
                    <a:cubicBezTo>
                      <a:pt x="45" y="18"/>
                      <a:pt x="45" y="18"/>
                      <a:pt x="45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0" name="Freeform 140">
                <a:extLst>
                  <a:ext uri="{FF2B5EF4-FFF2-40B4-BE49-F238E27FC236}">
                    <a16:creationId xmlns:a16="http://schemas.microsoft.com/office/drawing/2014/main" id="{BF172638-7D71-AB8B-84EB-8392979240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1059" y="1722991"/>
                <a:ext cx="212229" cy="333890"/>
              </a:xfrm>
              <a:custGeom>
                <a:avLst/>
                <a:gdLst>
                  <a:gd name="T0" fmla="*/ 6 w 111"/>
                  <a:gd name="T1" fmla="*/ 96 h 174"/>
                  <a:gd name="T2" fmla="*/ 0 w 111"/>
                  <a:gd name="T3" fmla="*/ 108 h 174"/>
                  <a:gd name="T4" fmla="*/ 15 w 111"/>
                  <a:gd name="T5" fmla="*/ 108 h 174"/>
                  <a:gd name="T6" fmla="*/ 27 w 111"/>
                  <a:gd name="T7" fmla="*/ 105 h 174"/>
                  <a:gd name="T8" fmla="*/ 111 w 111"/>
                  <a:gd name="T9" fmla="*/ 135 h 174"/>
                  <a:gd name="T10" fmla="*/ 96 w 111"/>
                  <a:gd name="T11" fmla="*/ 129 h 174"/>
                  <a:gd name="T12" fmla="*/ 90 w 111"/>
                  <a:gd name="T13" fmla="*/ 117 h 174"/>
                  <a:gd name="T14" fmla="*/ 75 w 111"/>
                  <a:gd name="T15" fmla="*/ 90 h 174"/>
                  <a:gd name="T16" fmla="*/ 57 w 111"/>
                  <a:gd name="T17" fmla="*/ 81 h 174"/>
                  <a:gd name="T18" fmla="*/ 69 w 111"/>
                  <a:gd name="T19" fmla="*/ 54 h 174"/>
                  <a:gd name="T20" fmla="*/ 45 w 111"/>
                  <a:gd name="T21" fmla="*/ 51 h 174"/>
                  <a:gd name="T22" fmla="*/ 54 w 111"/>
                  <a:gd name="T23" fmla="*/ 33 h 174"/>
                  <a:gd name="T24" fmla="*/ 39 w 111"/>
                  <a:gd name="T25" fmla="*/ 39 h 174"/>
                  <a:gd name="T26" fmla="*/ 27 w 111"/>
                  <a:gd name="T27" fmla="*/ 54 h 174"/>
                  <a:gd name="T28" fmla="*/ 15 w 111"/>
                  <a:gd name="T29" fmla="*/ 57 h 174"/>
                  <a:gd name="T30" fmla="*/ 21 w 111"/>
                  <a:gd name="T31" fmla="*/ 72 h 174"/>
                  <a:gd name="T32" fmla="*/ 18 w 111"/>
                  <a:gd name="T33" fmla="*/ 84 h 174"/>
                  <a:gd name="T34" fmla="*/ 30 w 111"/>
                  <a:gd name="T35" fmla="*/ 87 h 174"/>
                  <a:gd name="T36" fmla="*/ 36 w 111"/>
                  <a:gd name="T37" fmla="*/ 87 h 174"/>
                  <a:gd name="T38" fmla="*/ 48 w 111"/>
                  <a:gd name="T39" fmla="*/ 96 h 174"/>
                  <a:gd name="T40" fmla="*/ 54 w 111"/>
                  <a:gd name="T41" fmla="*/ 108 h 174"/>
                  <a:gd name="T42" fmla="*/ 57 w 111"/>
                  <a:gd name="T43" fmla="*/ 123 h 174"/>
                  <a:gd name="T44" fmla="*/ 42 w 111"/>
                  <a:gd name="T45" fmla="*/ 123 h 174"/>
                  <a:gd name="T46" fmla="*/ 45 w 111"/>
                  <a:gd name="T47" fmla="*/ 135 h 174"/>
                  <a:gd name="T48" fmla="*/ 39 w 111"/>
                  <a:gd name="T49" fmla="*/ 147 h 174"/>
                  <a:gd name="T50" fmla="*/ 57 w 111"/>
                  <a:gd name="T51" fmla="*/ 150 h 174"/>
                  <a:gd name="T52" fmla="*/ 45 w 111"/>
                  <a:gd name="T53" fmla="*/ 156 h 174"/>
                  <a:gd name="T54" fmla="*/ 39 w 111"/>
                  <a:gd name="T55" fmla="*/ 168 h 174"/>
                  <a:gd name="T56" fmla="*/ 51 w 111"/>
                  <a:gd name="T57" fmla="*/ 165 h 174"/>
                  <a:gd name="T58" fmla="*/ 69 w 111"/>
                  <a:gd name="T59" fmla="*/ 162 h 174"/>
                  <a:gd name="T60" fmla="*/ 90 w 111"/>
                  <a:gd name="T61" fmla="*/ 162 h 174"/>
                  <a:gd name="T62" fmla="*/ 102 w 111"/>
                  <a:gd name="T63" fmla="*/ 153 h 174"/>
                  <a:gd name="T64" fmla="*/ 111 w 111"/>
                  <a:gd name="T65" fmla="*/ 135 h 174"/>
                  <a:gd name="T66" fmla="*/ 18 w 111"/>
                  <a:gd name="T67" fmla="*/ 42 h 174"/>
                  <a:gd name="T68" fmla="*/ 75 w 111"/>
                  <a:gd name="T69" fmla="*/ 15 h 174"/>
                  <a:gd name="T70" fmla="*/ 75 w 111"/>
                  <a:gd name="T71" fmla="*/ 15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1" h="174">
                    <a:moveTo>
                      <a:pt x="21" y="93"/>
                    </a:moveTo>
                    <a:cubicBezTo>
                      <a:pt x="18" y="90"/>
                      <a:pt x="12" y="96"/>
                      <a:pt x="6" y="96"/>
                    </a:cubicBezTo>
                    <a:cubicBezTo>
                      <a:pt x="6" y="99"/>
                      <a:pt x="6" y="102"/>
                      <a:pt x="3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3" y="108"/>
                      <a:pt x="9" y="114"/>
                      <a:pt x="9" y="111"/>
                    </a:cubicBezTo>
                    <a:cubicBezTo>
                      <a:pt x="9" y="108"/>
                      <a:pt x="9" y="102"/>
                      <a:pt x="15" y="108"/>
                    </a:cubicBezTo>
                    <a:cubicBezTo>
                      <a:pt x="18" y="111"/>
                      <a:pt x="18" y="111"/>
                      <a:pt x="18" y="111"/>
                    </a:cubicBezTo>
                    <a:cubicBezTo>
                      <a:pt x="18" y="108"/>
                      <a:pt x="24" y="108"/>
                      <a:pt x="27" y="105"/>
                    </a:cubicBezTo>
                    <a:cubicBezTo>
                      <a:pt x="30" y="102"/>
                      <a:pt x="24" y="99"/>
                      <a:pt x="21" y="93"/>
                    </a:cubicBezTo>
                    <a:close/>
                    <a:moveTo>
                      <a:pt x="111" y="135"/>
                    </a:moveTo>
                    <a:cubicBezTo>
                      <a:pt x="111" y="129"/>
                      <a:pt x="102" y="126"/>
                      <a:pt x="99" y="129"/>
                    </a:cubicBezTo>
                    <a:cubicBezTo>
                      <a:pt x="99" y="132"/>
                      <a:pt x="96" y="132"/>
                      <a:pt x="96" y="129"/>
                    </a:cubicBezTo>
                    <a:cubicBezTo>
                      <a:pt x="93" y="126"/>
                      <a:pt x="96" y="123"/>
                      <a:pt x="93" y="123"/>
                    </a:cubicBezTo>
                    <a:cubicBezTo>
                      <a:pt x="90" y="117"/>
                      <a:pt x="90" y="117"/>
                      <a:pt x="90" y="117"/>
                    </a:cubicBezTo>
                    <a:cubicBezTo>
                      <a:pt x="90" y="114"/>
                      <a:pt x="87" y="105"/>
                      <a:pt x="81" y="102"/>
                    </a:cubicBezTo>
                    <a:cubicBezTo>
                      <a:pt x="78" y="102"/>
                      <a:pt x="75" y="93"/>
                      <a:pt x="75" y="90"/>
                    </a:cubicBezTo>
                    <a:cubicBezTo>
                      <a:pt x="75" y="84"/>
                      <a:pt x="69" y="87"/>
                      <a:pt x="66" y="84"/>
                    </a:cubicBezTo>
                    <a:cubicBezTo>
                      <a:pt x="63" y="78"/>
                      <a:pt x="60" y="81"/>
                      <a:pt x="57" y="81"/>
                    </a:cubicBezTo>
                    <a:cubicBezTo>
                      <a:pt x="54" y="81"/>
                      <a:pt x="57" y="78"/>
                      <a:pt x="60" y="75"/>
                    </a:cubicBezTo>
                    <a:cubicBezTo>
                      <a:pt x="66" y="72"/>
                      <a:pt x="69" y="57"/>
                      <a:pt x="69" y="54"/>
                    </a:cubicBezTo>
                    <a:cubicBezTo>
                      <a:pt x="69" y="51"/>
                      <a:pt x="51" y="51"/>
                      <a:pt x="48" y="54"/>
                    </a:cubicBezTo>
                    <a:cubicBezTo>
                      <a:pt x="45" y="54"/>
                      <a:pt x="42" y="51"/>
                      <a:pt x="45" y="51"/>
                    </a:cubicBezTo>
                    <a:cubicBezTo>
                      <a:pt x="48" y="48"/>
                      <a:pt x="54" y="42"/>
                      <a:pt x="54" y="39"/>
                    </a:cubicBezTo>
                    <a:cubicBezTo>
                      <a:pt x="54" y="39"/>
                      <a:pt x="57" y="36"/>
                      <a:pt x="54" y="33"/>
                    </a:cubicBezTo>
                    <a:cubicBezTo>
                      <a:pt x="54" y="30"/>
                      <a:pt x="51" y="36"/>
                      <a:pt x="51" y="39"/>
                    </a:cubicBezTo>
                    <a:cubicBezTo>
                      <a:pt x="48" y="39"/>
                      <a:pt x="42" y="39"/>
                      <a:pt x="39" y="39"/>
                    </a:cubicBezTo>
                    <a:cubicBezTo>
                      <a:pt x="33" y="36"/>
                      <a:pt x="30" y="45"/>
                      <a:pt x="30" y="48"/>
                    </a:cubicBezTo>
                    <a:cubicBezTo>
                      <a:pt x="30" y="51"/>
                      <a:pt x="24" y="54"/>
                      <a:pt x="27" y="54"/>
                    </a:cubicBezTo>
                    <a:cubicBezTo>
                      <a:pt x="27" y="57"/>
                      <a:pt x="24" y="60"/>
                      <a:pt x="24" y="60"/>
                    </a:cubicBezTo>
                    <a:cubicBezTo>
                      <a:pt x="21" y="57"/>
                      <a:pt x="21" y="54"/>
                      <a:pt x="15" y="57"/>
                    </a:cubicBezTo>
                    <a:cubicBezTo>
                      <a:pt x="12" y="60"/>
                      <a:pt x="21" y="63"/>
                      <a:pt x="24" y="63"/>
                    </a:cubicBezTo>
                    <a:cubicBezTo>
                      <a:pt x="30" y="63"/>
                      <a:pt x="21" y="66"/>
                      <a:pt x="21" y="72"/>
                    </a:cubicBezTo>
                    <a:cubicBezTo>
                      <a:pt x="21" y="75"/>
                      <a:pt x="27" y="75"/>
                      <a:pt x="27" y="78"/>
                    </a:cubicBezTo>
                    <a:cubicBezTo>
                      <a:pt x="27" y="81"/>
                      <a:pt x="18" y="81"/>
                      <a:pt x="18" y="84"/>
                    </a:cubicBezTo>
                    <a:cubicBezTo>
                      <a:pt x="18" y="87"/>
                      <a:pt x="24" y="84"/>
                      <a:pt x="24" y="81"/>
                    </a:cubicBezTo>
                    <a:cubicBezTo>
                      <a:pt x="27" y="81"/>
                      <a:pt x="24" y="90"/>
                      <a:pt x="30" y="87"/>
                    </a:cubicBezTo>
                    <a:cubicBezTo>
                      <a:pt x="36" y="87"/>
                      <a:pt x="33" y="78"/>
                      <a:pt x="36" y="78"/>
                    </a:cubicBezTo>
                    <a:cubicBezTo>
                      <a:pt x="39" y="81"/>
                      <a:pt x="36" y="84"/>
                      <a:pt x="36" y="87"/>
                    </a:cubicBezTo>
                    <a:cubicBezTo>
                      <a:pt x="39" y="90"/>
                      <a:pt x="33" y="96"/>
                      <a:pt x="33" y="99"/>
                    </a:cubicBezTo>
                    <a:cubicBezTo>
                      <a:pt x="33" y="102"/>
                      <a:pt x="45" y="102"/>
                      <a:pt x="48" y="96"/>
                    </a:cubicBezTo>
                    <a:cubicBezTo>
                      <a:pt x="54" y="93"/>
                      <a:pt x="54" y="96"/>
                      <a:pt x="51" y="99"/>
                    </a:cubicBezTo>
                    <a:cubicBezTo>
                      <a:pt x="51" y="102"/>
                      <a:pt x="51" y="105"/>
                      <a:pt x="54" y="108"/>
                    </a:cubicBezTo>
                    <a:cubicBezTo>
                      <a:pt x="57" y="108"/>
                      <a:pt x="60" y="108"/>
                      <a:pt x="57" y="111"/>
                    </a:cubicBezTo>
                    <a:cubicBezTo>
                      <a:pt x="57" y="114"/>
                      <a:pt x="57" y="120"/>
                      <a:pt x="57" y="123"/>
                    </a:cubicBezTo>
                    <a:cubicBezTo>
                      <a:pt x="54" y="123"/>
                      <a:pt x="45" y="123"/>
                      <a:pt x="45" y="123"/>
                    </a:cubicBezTo>
                    <a:cubicBezTo>
                      <a:pt x="45" y="120"/>
                      <a:pt x="39" y="123"/>
                      <a:pt x="42" y="123"/>
                    </a:cubicBezTo>
                    <a:cubicBezTo>
                      <a:pt x="42" y="126"/>
                      <a:pt x="36" y="129"/>
                      <a:pt x="39" y="132"/>
                    </a:cubicBezTo>
                    <a:cubicBezTo>
                      <a:pt x="39" y="132"/>
                      <a:pt x="45" y="132"/>
                      <a:pt x="45" y="135"/>
                    </a:cubicBezTo>
                    <a:cubicBezTo>
                      <a:pt x="45" y="138"/>
                      <a:pt x="39" y="141"/>
                      <a:pt x="33" y="144"/>
                    </a:cubicBezTo>
                    <a:cubicBezTo>
                      <a:pt x="27" y="144"/>
                      <a:pt x="36" y="150"/>
                      <a:pt x="39" y="147"/>
                    </a:cubicBezTo>
                    <a:cubicBezTo>
                      <a:pt x="42" y="144"/>
                      <a:pt x="39" y="150"/>
                      <a:pt x="45" y="150"/>
                    </a:cubicBezTo>
                    <a:cubicBezTo>
                      <a:pt x="48" y="150"/>
                      <a:pt x="51" y="153"/>
                      <a:pt x="57" y="150"/>
                    </a:cubicBezTo>
                    <a:cubicBezTo>
                      <a:pt x="60" y="150"/>
                      <a:pt x="60" y="150"/>
                      <a:pt x="57" y="153"/>
                    </a:cubicBezTo>
                    <a:cubicBezTo>
                      <a:pt x="54" y="156"/>
                      <a:pt x="48" y="153"/>
                      <a:pt x="45" y="156"/>
                    </a:cubicBezTo>
                    <a:cubicBezTo>
                      <a:pt x="42" y="156"/>
                      <a:pt x="27" y="171"/>
                      <a:pt x="30" y="174"/>
                    </a:cubicBezTo>
                    <a:cubicBezTo>
                      <a:pt x="33" y="174"/>
                      <a:pt x="33" y="171"/>
                      <a:pt x="39" y="168"/>
                    </a:cubicBezTo>
                    <a:cubicBezTo>
                      <a:pt x="45" y="165"/>
                      <a:pt x="45" y="171"/>
                      <a:pt x="48" y="171"/>
                    </a:cubicBezTo>
                    <a:cubicBezTo>
                      <a:pt x="51" y="171"/>
                      <a:pt x="51" y="165"/>
                      <a:pt x="51" y="165"/>
                    </a:cubicBezTo>
                    <a:cubicBezTo>
                      <a:pt x="54" y="165"/>
                      <a:pt x="57" y="162"/>
                      <a:pt x="60" y="165"/>
                    </a:cubicBezTo>
                    <a:cubicBezTo>
                      <a:pt x="63" y="165"/>
                      <a:pt x="66" y="162"/>
                      <a:pt x="69" y="162"/>
                    </a:cubicBezTo>
                    <a:cubicBezTo>
                      <a:pt x="72" y="159"/>
                      <a:pt x="78" y="165"/>
                      <a:pt x="78" y="162"/>
                    </a:cubicBezTo>
                    <a:cubicBezTo>
                      <a:pt x="81" y="162"/>
                      <a:pt x="87" y="162"/>
                      <a:pt x="90" y="162"/>
                    </a:cubicBezTo>
                    <a:cubicBezTo>
                      <a:pt x="96" y="162"/>
                      <a:pt x="105" y="156"/>
                      <a:pt x="108" y="156"/>
                    </a:cubicBezTo>
                    <a:cubicBezTo>
                      <a:pt x="108" y="153"/>
                      <a:pt x="105" y="153"/>
                      <a:pt x="102" y="153"/>
                    </a:cubicBezTo>
                    <a:cubicBezTo>
                      <a:pt x="99" y="153"/>
                      <a:pt x="99" y="150"/>
                      <a:pt x="102" y="147"/>
                    </a:cubicBezTo>
                    <a:cubicBezTo>
                      <a:pt x="105" y="141"/>
                      <a:pt x="111" y="141"/>
                      <a:pt x="111" y="135"/>
                    </a:cubicBezTo>
                    <a:close/>
                    <a:moveTo>
                      <a:pt x="12" y="51"/>
                    </a:moveTo>
                    <a:cubicBezTo>
                      <a:pt x="15" y="51"/>
                      <a:pt x="21" y="42"/>
                      <a:pt x="18" y="42"/>
                    </a:cubicBezTo>
                    <a:cubicBezTo>
                      <a:pt x="18" y="39"/>
                      <a:pt x="9" y="51"/>
                      <a:pt x="12" y="51"/>
                    </a:cubicBezTo>
                    <a:close/>
                    <a:moveTo>
                      <a:pt x="75" y="15"/>
                    </a:moveTo>
                    <a:cubicBezTo>
                      <a:pt x="78" y="12"/>
                      <a:pt x="81" y="0"/>
                      <a:pt x="78" y="3"/>
                    </a:cubicBezTo>
                    <a:cubicBezTo>
                      <a:pt x="75" y="3"/>
                      <a:pt x="75" y="15"/>
                      <a:pt x="75" y="15"/>
                    </a:cubicBezTo>
                    <a:close/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1" name="Freeform 141">
                <a:extLst>
                  <a:ext uri="{FF2B5EF4-FFF2-40B4-BE49-F238E27FC236}">
                    <a16:creationId xmlns:a16="http://schemas.microsoft.com/office/drawing/2014/main" id="{08A681BD-85FF-F017-B621-5287A31B63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1059" y="1722991"/>
                <a:ext cx="212229" cy="333890"/>
              </a:xfrm>
              <a:custGeom>
                <a:avLst/>
                <a:gdLst>
                  <a:gd name="T0" fmla="*/ 6 w 111"/>
                  <a:gd name="T1" fmla="*/ 96 h 174"/>
                  <a:gd name="T2" fmla="*/ 0 w 111"/>
                  <a:gd name="T3" fmla="*/ 108 h 174"/>
                  <a:gd name="T4" fmla="*/ 15 w 111"/>
                  <a:gd name="T5" fmla="*/ 108 h 174"/>
                  <a:gd name="T6" fmla="*/ 27 w 111"/>
                  <a:gd name="T7" fmla="*/ 105 h 174"/>
                  <a:gd name="T8" fmla="*/ 111 w 111"/>
                  <a:gd name="T9" fmla="*/ 135 h 174"/>
                  <a:gd name="T10" fmla="*/ 96 w 111"/>
                  <a:gd name="T11" fmla="*/ 129 h 174"/>
                  <a:gd name="T12" fmla="*/ 90 w 111"/>
                  <a:gd name="T13" fmla="*/ 117 h 174"/>
                  <a:gd name="T14" fmla="*/ 75 w 111"/>
                  <a:gd name="T15" fmla="*/ 90 h 174"/>
                  <a:gd name="T16" fmla="*/ 57 w 111"/>
                  <a:gd name="T17" fmla="*/ 81 h 174"/>
                  <a:gd name="T18" fmla="*/ 69 w 111"/>
                  <a:gd name="T19" fmla="*/ 54 h 174"/>
                  <a:gd name="T20" fmla="*/ 45 w 111"/>
                  <a:gd name="T21" fmla="*/ 51 h 174"/>
                  <a:gd name="T22" fmla="*/ 54 w 111"/>
                  <a:gd name="T23" fmla="*/ 33 h 174"/>
                  <a:gd name="T24" fmla="*/ 39 w 111"/>
                  <a:gd name="T25" fmla="*/ 39 h 174"/>
                  <a:gd name="T26" fmla="*/ 27 w 111"/>
                  <a:gd name="T27" fmla="*/ 54 h 174"/>
                  <a:gd name="T28" fmla="*/ 15 w 111"/>
                  <a:gd name="T29" fmla="*/ 57 h 174"/>
                  <a:gd name="T30" fmla="*/ 21 w 111"/>
                  <a:gd name="T31" fmla="*/ 72 h 174"/>
                  <a:gd name="T32" fmla="*/ 18 w 111"/>
                  <a:gd name="T33" fmla="*/ 84 h 174"/>
                  <a:gd name="T34" fmla="*/ 30 w 111"/>
                  <a:gd name="T35" fmla="*/ 87 h 174"/>
                  <a:gd name="T36" fmla="*/ 36 w 111"/>
                  <a:gd name="T37" fmla="*/ 87 h 174"/>
                  <a:gd name="T38" fmla="*/ 48 w 111"/>
                  <a:gd name="T39" fmla="*/ 96 h 174"/>
                  <a:gd name="T40" fmla="*/ 54 w 111"/>
                  <a:gd name="T41" fmla="*/ 108 h 174"/>
                  <a:gd name="T42" fmla="*/ 57 w 111"/>
                  <a:gd name="T43" fmla="*/ 123 h 174"/>
                  <a:gd name="T44" fmla="*/ 42 w 111"/>
                  <a:gd name="T45" fmla="*/ 123 h 174"/>
                  <a:gd name="T46" fmla="*/ 45 w 111"/>
                  <a:gd name="T47" fmla="*/ 135 h 174"/>
                  <a:gd name="T48" fmla="*/ 39 w 111"/>
                  <a:gd name="T49" fmla="*/ 147 h 174"/>
                  <a:gd name="T50" fmla="*/ 57 w 111"/>
                  <a:gd name="T51" fmla="*/ 150 h 174"/>
                  <a:gd name="T52" fmla="*/ 45 w 111"/>
                  <a:gd name="T53" fmla="*/ 156 h 174"/>
                  <a:gd name="T54" fmla="*/ 39 w 111"/>
                  <a:gd name="T55" fmla="*/ 168 h 174"/>
                  <a:gd name="T56" fmla="*/ 51 w 111"/>
                  <a:gd name="T57" fmla="*/ 165 h 174"/>
                  <a:gd name="T58" fmla="*/ 69 w 111"/>
                  <a:gd name="T59" fmla="*/ 162 h 174"/>
                  <a:gd name="T60" fmla="*/ 90 w 111"/>
                  <a:gd name="T61" fmla="*/ 162 h 174"/>
                  <a:gd name="T62" fmla="*/ 102 w 111"/>
                  <a:gd name="T63" fmla="*/ 153 h 174"/>
                  <a:gd name="T64" fmla="*/ 111 w 111"/>
                  <a:gd name="T65" fmla="*/ 135 h 174"/>
                  <a:gd name="T66" fmla="*/ 18 w 111"/>
                  <a:gd name="T67" fmla="*/ 42 h 174"/>
                  <a:gd name="T68" fmla="*/ 75 w 111"/>
                  <a:gd name="T69" fmla="*/ 15 h 174"/>
                  <a:gd name="T70" fmla="*/ 75 w 111"/>
                  <a:gd name="T71" fmla="*/ 15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1" h="174">
                    <a:moveTo>
                      <a:pt x="21" y="93"/>
                    </a:moveTo>
                    <a:cubicBezTo>
                      <a:pt x="18" y="90"/>
                      <a:pt x="12" y="96"/>
                      <a:pt x="6" y="96"/>
                    </a:cubicBezTo>
                    <a:cubicBezTo>
                      <a:pt x="6" y="99"/>
                      <a:pt x="6" y="102"/>
                      <a:pt x="3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3" y="108"/>
                      <a:pt x="9" y="114"/>
                      <a:pt x="9" y="111"/>
                    </a:cubicBezTo>
                    <a:cubicBezTo>
                      <a:pt x="9" y="108"/>
                      <a:pt x="9" y="102"/>
                      <a:pt x="15" y="108"/>
                    </a:cubicBezTo>
                    <a:cubicBezTo>
                      <a:pt x="18" y="111"/>
                      <a:pt x="18" y="111"/>
                      <a:pt x="18" y="111"/>
                    </a:cubicBezTo>
                    <a:cubicBezTo>
                      <a:pt x="18" y="108"/>
                      <a:pt x="24" y="108"/>
                      <a:pt x="27" y="105"/>
                    </a:cubicBezTo>
                    <a:cubicBezTo>
                      <a:pt x="30" y="102"/>
                      <a:pt x="24" y="99"/>
                      <a:pt x="21" y="93"/>
                    </a:cubicBezTo>
                    <a:close/>
                    <a:moveTo>
                      <a:pt x="111" y="135"/>
                    </a:moveTo>
                    <a:cubicBezTo>
                      <a:pt x="111" y="129"/>
                      <a:pt x="102" y="126"/>
                      <a:pt x="99" y="129"/>
                    </a:cubicBezTo>
                    <a:cubicBezTo>
                      <a:pt x="99" y="132"/>
                      <a:pt x="96" y="132"/>
                      <a:pt x="96" y="129"/>
                    </a:cubicBezTo>
                    <a:cubicBezTo>
                      <a:pt x="93" y="126"/>
                      <a:pt x="96" y="123"/>
                      <a:pt x="93" y="123"/>
                    </a:cubicBezTo>
                    <a:cubicBezTo>
                      <a:pt x="90" y="117"/>
                      <a:pt x="90" y="117"/>
                      <a:pt x="90" y="117"/>
                    </a:cubicBezTo>
                    <a:cubicBezTo>
                      <a:pt x="90" y="114"/>
                      <a:pt x="87" y="105"/>
                      <a:pt x="81" y="102"/>
                    </a:cubicBezTo>
                    <a:cubicBezTo>
                      <a:pt x="78" y="102"/>
                      <a:pt x="75" y="93"/>
                      <a:pt x="75" y="90"/>
                    </a:cubicBezTo>
                    <a:cubicBezTo>
                      <a:pt x="75" y="84"/>
                      <a:pt x="69" y="87"/>
                      <a:pt x="66" y="84"/>
                    </a:cubicBezTo>
                    <a:cubicBezTo>
                      <a:pt x="63" y="78"/>
                      <a:pt x="60" y="81"/>
                      <a:pt x="57" y="81"/>
                    </a:cubicBezTo>
                    <a:cubicBezTo>
                      <a:pt x="54" y="81"/>
                      <a:pt x="57" y="78"/>
                      <a:pt x="60" y="75"/>
                    </a:cubicBezTo>
                    <a:cubicBezTo>
                      <a:pt x="66" y="72"/>
                      <a:pt x="69" y="57"/>
                      <a:pt x="69" y="54"/>
                    </a:cubicBezTo>
                    <a:cubicBezTo>
                      <a:pt x="69" y="51"/>
                      <a:pt x="51" y="51"/>
                      <a:pt x="48" y="54"/>
                    </a:cubicBezTo>
                    <a:cubicBezTo>
                      <a:pt x="45" y="54"/>
                      <a:pt x="42" y="51"/>
                      <a:pt x="45" y="51"/>
                    </a:cubicBezTo>
                    <a:cubicBezTo>
                      <a:pt x="48" y="48"/>
                      <a:pt x="54" y="42"/>
                      <a:pt x="54" y="39"/>
                    </a:cubicBezTo>
                    <a:cubicBezTo>
                      <a:pt x="54" y="39"/>
                      <a:pt x="57" y="36"/>
                      <a:pt x="54" y="33"/>
                    </a:cubicBezTo>
                    <a:cubicBezTo>
                      <a:pt x="54" y="30"/>
                      <a:pt x="51" y="36"/>
                      <a:pt x="51" y="39"/>
                    </a:cubicBezTo>
                    <a:cubicBezTo>
                      <a:pt x="48" y="39"/>
                      <a:pt x="42" y="39"/>
                      <a:pt x="39" y="39"/>
                    </a:cubicBezTo>
                    <a:cubicBezTo>
                      <a:pt x="33" y="36"/>
                      <a:pt x="30" y="45"/>
                      <a:pt x="30" y="48"/>
                    </a:cubicBezTo>
                    <a:cubicBezTo>
                      <a:pt x="30" y="51"/>
                      <a:pt x="24" y="54"/>
                      <a:pt x="27" y="54"/>
                    </a:cubicBezTo>
                    <a:cubicBezTo>
                      <a:pt x="27" y="57"/>
                      <a:pt x="24" y="60"/>
                      <a:pt x="24" y="60"/>
                    </a:cubicBezTo>
                    <a:cubicBezTo>
                      <a:pt x="21" y="57"/>
                      <a:pt x="21" y="54"/>
                      <a:pt x="15" y="57"/>
                    </a:cubicBezTo>
                    <a:cubicBezTo>
                      <a:pt x="12" y="60"/>
                      <a:pt x="21" y="63"/>
                      <a:pt x="24" y="63"/>
                    </a:cubicBezTo>
                    <a:cubicBezTo>
                      <a:pt x="30" y="63"/>
                      <a:pt x="21" y="66"/>
                      <a:pt x="21" y="72"/>
                    </a:cubicBezTo>
                    <a:cubicBezTo>
                      <a:pt x="21" y="75"/>
                      <a:pt x="27" y="75"/>
                      <a:pt x="27" y="78"/>
                    </a:cubicBezTo>
                    <a:cubicBezTo>
                      <a:pt x="27" y="81"/>
                      <a:pt x="18" y="81"/>
                      <a:pt x="18" y="84"/>
                    </a:cubicBezTo>
                    <a:cubicBezTo>
                      <a:pt x="18" y="87"/>
                      <a:pt x="24" y="84"/>
                      <a:pt x="24" y="81"/>
                    </a:cubicBezTo>
                    <a:cubicBezTo>
                      <a:pt x="27" y="81"/>
                      <a:pt x="24" y="90"/>
                      <a:pt x="30" y="87"/>
                    </a:cubicBezTo>
                    <a:cubicBezTo>
                      <a:pt x="36" y="87"/>
                      <a:pt x="33" y="78"/>
                      <a:pt x="36" y="78"/>
                    </a:cubicBezTo>
                    <a:cubicBezTo>
                      <a:pt x="39" y="81"/>
                      <a:pt x="36" y="84"/>
                      <a:pt x="36" y="87"/>
                    </a:cubicBezTo>
                    <a:cubicBezTo>
                      <a:pt x="39" y="90"/>
                      <a:pt x="33" y="96"/>
                      <a:pt x="33" y="99"/>
                    </a:cubicBezTo>
                    <a:cubicBezTo>
                      <a:pt x="33" y="102"/>
                      <a:pt x="45" y="102"/>
                      <a:pt x="48" y="96"/>
                    </a:cubicBezTo>
                    <a:cubicBezTo>
                      <a:pt x="54" y="93"/>
                      <a:pt x="54" y="96"/>
                      <a:pt x="51" y="99"/>
                    </a:cubicBezTo>
                    <a:cubicBezTo>
                      <a:pt x="51" y="102"/>
                      <a:pt x="51" y="105"/>
                      <a:pt x="54" y="108"/>
                    </a:cubicBezTo>
                    <a:cubicBezTo>
                      <a:pt x="57" y="108"/>
                      <a:pt x="60" y="108"/>
                      <a:pt x="57" y="111"/>
                    </a:cubicBezTo>
                    <a:cubicBezTo>
                      <a:pt x="57" y="114"/>
                      <a:pt x="57" y="120"/>
                      <a:pt x="57" y="123"/>
                    </a:cubicBezTo>
                    <a:cubicBezTo>
                      <a:pt x="54" y="123"/>
                      <a:pt x="45" y="123"/>
                      <a:pt x="45" y="123"/>
                    </a:cubicBezTo>
                    <a:cubicBezTo>
                      <a:pt x="45" y="120"/>
                      <a:pt x="39" y="123"/>
                      <a:pt x="42" y="123"/>
                    </a:cubicBezTo>
                    <a:cubicBezTo>
                      <a:pt x="42" y="126"/>
                      <a:pt x="36" y="129"/>
                      <a:pt x="39" y="132"/>
                    </a:cubicBezTo>
                    <a:cubicBezTo>
                      <a:pt x="39" y="132"/>
                      <a:pt x="45" y="132"/>
                      <a:pt x="45" y="135"/>
                    </a:cubicBezTo>
                    <a:cubicBezTo>
                      <a:pt x="45" y="138"/>
                      <a:pt x="39" y="141"/>
                      <a:pt x="33" y="144"/>
                    </a:cubicBezTo>
                    <a:cubicBezTo>
                      <a:pt x="27" y="144"/>
                      <a:pt x="36" y="150"/>
                      <a:pt x="39" y="147"/>
                    </a:cubicBezTo>
                    <a:cubicBezTo>
                      <a:pt x="42" y="144"/>
                      <a:pt x="39" y="150"/>
                      <a:pt x="45" y="150"/>
                    </a:cubicBezTo>
                    <a:cubicBezTo>
                      <a:pt x="48" y="150"/>
                      <a:pt x="51" y="153"/>
                      <a:pt x="57" y="150"/>
                    </a:cubicBezTo>
                    <a:cubicBezTo>
                      <a:pt x="60" y="150"/>
                      <a:pt x="60" y="150"/>
                      <a:pt x="57" y="153"/>
                    </a:cubicBezTo>
                    <a:cubicBezTo>
                      <a:pt x="54" y="156"/>
                      <a:pt x="48" y="153"/>
                      <a:pt x="45" y="156"/>
                    </a:cubicBezTo>
                    <a:cubicBezTo>
                      <a:pt x="42" y="156"/>
                      <a:pt x="27" y="171"/>
                      <a:pt x="30" y="174"/>
                    </a:cubicBezTo>
                    <a:cubicBezTo>
                      <a:pt x="33" y="174"/>
                      <a:pt x="33" y="171"/>
                      <a:pt x="39" y="168"/>
                    </a:cubicBezTo>
                    <a:cubicBezTo>
                      <a:pt x="45" y="165"/>
                      <a:pt x="45" y="171"/>
                      <a:pt x="48" y="171"/>
                    </a:cubicBezTo>
                    <a:cubicBezTo>
                      <a:pt x="51" y="171"/>
                      <a:pt x="51" y="165"/>
                      <a:pt x="51" y="165"/>
                    </a:cubicBezTo>
                    <a:cubicBezTo>
                      <a:pt x="54" y="165"/>
                      <a:pt x="57" y="162"/>
                      <a:pt x="60" y="165"/>
                    </a:cubicBezTo>
                    <a:cubicBezTo>
                      <a:pt x="63" y="165"/>
                      <a:pt x="66" y="162"/>
                      <a:pt x="69" y="162"/>
                    </a:cubicBezTo>
                    <a:cubicBezTo>
                      <a:pt x="72" y="159"/>
                      <a:pt x="78" y="165"/>
                      <a:pt x="78" y="162"/>
                    </a:cubicBezTo>
                    <a:cubicBezTo>
                      <a:pt x="81" y="162"/>
                      <a:pt x="87" y="162"/>
                      <a:pt x="90" y="162"/>
                    </a:cubicBezTo>
                    <a:cubicBezTo>
                      <a:pt x="96" y="162"/>
                      <a:pt x="105" y="156"/>
                      <a:pt x="108" y="156"/>
                    </a:cubicBezTo>
                    <a:cubicBezTo>
                      <a:pt x="108" y="153"/>
                      <a:pt x="105" y="153"/>
                      <a:pt x="102" y="153"/>
                    </a:cubicBezTo>
                    <a:cubicBezTo>
                      <a:pt x="99" y="153"/>
                      <a:pt x="99" y="150"/>
                      <a:pt x="102" y="147"/>
                    </a:cubicBezTo>
                    <a:cubicBezTo>
                      <a:pt x="105" y="141"/>
                      <a:pt x="111" y="141"/>
                      <a:pt x="111" y="135"/>
                    </a:cubicBezTo>
                    <a:close/>
                    <a:moveTo>
                      <a:pt x="12" y="51"/>
                    </a:moveTo>
                    <a:cubicBezTo>
                      <a:pt x="15" y="51"/>
                      <a:pt x="21" y="42"/>
                      <a:pt x="18" y="42"/>
                    </a:cubicBezTo>
                    <a:cubicBezTo>
                      <a:pt x="18" y="39"/>
                      <a:pt x="9" y="51"/>
                      <a:pt x="12" y="51"/>
                    </a:cubicBezTo>
                    <a:close/>
                    <a:moveTo>
                      <a:pt x="75" y="15"/>
                    </a:moveTo>
                    <a:cubicBezTo>
                      <a:pt x="78" y="12"/>
                      <a:pt x="81" y="0"/>
                      <a:pt x="78" y="3"/>
                    </a:cubicBezTo>
                    <a:cubicBezTo>
                      <a:pt x="75" y="3"/>
                      <a:pt x="75" y="15"/>
                      <a:pt x="75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2" name="Freeform 142">
                <a:extLst>
                  <a:ext uri="{FF2B5EF4-FFF2-40B4-BE49-F238E27FC236}">
                    <a16:creationId xmlns:a16="http://schemas.microsoft.com/office/drawing/2014/main" id="{9F600562-EEBC-DCC4-C3B9-4A4ED18173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11170" y="1821671"/>
                <a:ext cx="104087" cy="97328"/>
              </a:xfrm>
              <a:custGeom>
                <a:avLst/>
                <a:gdLst>
                  <a:gd name="T0" fmla="*/ 27 w 54"/>
                  <a:gd name="T1" fmla="*/ 21 h 51"/>
                  <a:gd name="T2" fmla="*/ 27 w 54"/>
                  <a:gd name="T3" fmla="*/ 12 h 51"/>
                  <a:gd name="T4" fmla="*/ 27 w 54"/>
                  <a:gd name="T5" fmla="*/ 3 h 51"/>
                  <a:gd name="T6" fmla="*/ 18 w 54"/>
                  <a:gd name="T7" fmla="*/ 6 h 51"/>
                  <a:gd name="T8" fmla="*/ 12 w 54"/>
                  <a:gd name="T9" fmla="*/ 9 h 51"/>
                  <a:gd name="T10" fmla="*/ 12 w 54"/>
                  <a:gd name="T11" fmla="*/ 15 h 51"/>
                  <a:gd name="T12" fmla="*/ 6 w 54"/>
                  <a:gd name="T13" fmla="*/ 12 h 51"/>
                  <a:gd name="T14" fmla="*/ 0 w 54"/>
                  <a:gd name="T15" fmla="*/ 21 h 51"/>
                  <a:gd name="T16" fmla="*/ 0 w 54"/>
                  <a:gd name="T17" fmla="*/ 33 h 51"/>
                  <a:gd name="T18" fmla="*/ 6 w 54"/>
                  <a:gd name="T19" fmla="*/ 42 h 51"/>
                  <a:gd name="T20" fmla="*/ 6 w 54"/>
                  <a:gd name="T21" fmla="*/ 48 h 51"/>
                  <a:gd name="T22" fmla="*/ 18 w 54"/>
                  <a:gd name="T23" fmla="*/ 48 h 51"/>
                  <a:gd name="T24" fmla="*/ 21 w 54"/>
                  <a:gd name="T25" fmla="*/ 48 h 51"/>
                  <a:gd name="T26" fmla="*/ 18 w 54"/>
                  <a:gd name="T27" fmla="*/ 42 h 51"/>
                  <a:gd name="T28" fmla="*/ 24 w 54"/>
                  <a:gd name="T29" fmla="*/ 45 h 51"/>
                  <a:gd name="T30" fmla="*/ 30 w 54"/>
                  <a:gd name="T31" fmla="*/ 42 h 51"/>
                  <a:gd name="T32" fmla="*/ 27 w 54"/>
                  <a:gd name="T33" fmla="*/ 36 h 51"/>
                  <a:gd name="T34" fmla="*/ 21 w 54"/>
                  <a:gd name="T35" fmla="*/ 36 h 51"/>
                  <a:gd name="T36" fmla="*/ 24 w 54"/>
                  <a:gd name="T37" fmla="*/ 30 h 51"/>
                  <a:gd name="T38" fmla="*/ 33 w 54"/>
                  <a:gd name="T39" fmla="*/ 24 h 51"/>
                  <a:gd name="T40" fmla="*/ 27 w 54"/>
                  <a:gd name="T41" fmla="*/ 21 h 51"/>
                  <a:gd name="T42" fmla="*/ 51 w 54"/>
                  <a:gd name="T43" fmla="*/ 30 h 51"/>
                  <a:gd name="T44" fmla="*/ 48 w 54"/>
                  <a:gd name="T45" fmla="*/ 33 h 51"/>
                  <a:gd name="T46" fmla="*/ 45 w 54"/>
                  <a:gd name="T47" fmla="*/ 30 h 51"/>
                  <a:gd name="T48" fmla="*/ 36 w 54"/>
                  <a:gd name="T49" fmla="*/ 33 h 51"/>
                  <a:gd name="T50" fmla="*/ 42 w 54"/>
                  <a:gd name="T51" fmla="*/ 42 h 51"/>
                  <a:gd name="T52" fmla="*/ 39 w 54"/>
                  <a:gd name="T53" fmla="*/ 45 h 51"/>
                  <a:gd name="T54" fmla="*/ 42 w 54"/>
                  <a:gd name="T55" fmla="*/ 51 h 51"/>
                  <a:gd name="T56" fmla="*/ 48 w 54"/>
                  <a:gd name="T57" fmla="*/ 42 h 51"/>
                  <a:gd name="T58" fmla="*/ 51 w 54"/>
                  <a:gd name="T59" fmla="*/ 3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4" h="51">
                    <a:moveTo>
                      <a:pt x="27" y="21"/>
                    </a:moveTo>
                    <a:cubicBezTo>
                      <a:pt x="24" y="18"/>
                      <a:pt x="24" y="12"/>
                      <a:pt x="27" y="12"/>
                    </a:cubicBezTo>
                    <a:cubicBezTo>
                      <a:pt x="27" y="9"/>
                      <a:pt x="30" y="3"/>
                      <a:pt x="27" y="3"/>
                    </a:cubicBezTo>
                    <a:cubicBezTo>
                      <a:pt x="27" y="0"/>
                      <a:pt x="21" y="3"/>
                      <a:pt x="18" y="6"/>
                    </a:cubicBezTo>
                    <a:cubicBezTo>
                      <a:pt x="18" y="12"/>
                      <a:pt x="15" y="9"/>
                      <a:pt x="12" y="9"/>
                    </a:cubicBezTo>
                    <a:cubicBezTo>
                      <a:pt x="12" y="12"/>
                      <a:pt x="15" y="12"/>
                      <a:pt x="12" y="15"/>
                    </a:cubicBezTo>
                    <a:cubicBezTo>
                      <a:pt x="12" y="18"/>
                      <a:pt x="9" y="12"/>
                      <a:pt x="6" y="12"/>
                    </a:cubicBezTo>
                    <a:cubicBezTo>
                      <a:pt x="3" y="12"/>
                      <a:pt x="3" y="18"/>
                      <a:pt x="0" y="21"/>
                    </a:cubicBezTo>
                    <a:cubicBezTo>
                      <a:pt x="0" y="24"/>
                      <a:pt x="0" y="30"/>
                      <a:pt x="0" y="33"/>
                    </a:cubicBezTo>
                    <a:cubicBezTo>
                      <a:pt x="0" y="36"/>
                      <a:pt x="6" y="39"/>
                      <a:pt x="6" y="42"/>
                    </a:cubicBezTo>
                    <a:cubicBezTo>
                      <a:pt x="6" y="45"/>
                      <a:pt x="6" y="45"/>
                      <a:pt x="6" y="48"/>
                    </a:cubicBezTo>
                    <a:cubicBezTo>
                      <a:pt x="12" y="48"/>
                      <a:pt x="15" y="48"/>
                      <a:pt x="18" y="48"/>
                    </a:cubicBezTo>
                    <a:cubicBezTo>
                      <a:pt x="18" y="48"/>
                      <a:pt x="18" y="48"/>
                      <a:pt x="21" y="48"/>
                    </a:cubicBezTo>
                    <a:cubicBezTo>
                      <a:pt x="21" y="45"/>
                      <a:pt x="15" y="45"/>
                      <a:pt x="18" y="42"/>
                    </a:cubicBezTo>
                    <a:cubicBezTo>
                      <a:pt x="18" y="39"/>
                      <a:pt x="21" y="42"/>
                      <a:pt x="24" y="45"/>
                    </a:cubicBezTo>
                    <a:cubicBezTo>
                      <a:pt x="24" y="45"/>
                      <a:pt x="30" y="45"/>
                      <a:pt x="30" y="42"/>
                    </a:cubicBezTo>
                    <a:cubicBezTo>
                      <a:pt x="30" y="42"/>
                      <a:pt x="30" y="36"/>
                      <a:pt x="27" y="36"/>
                    </a:cubicBezTo>
                    <a:cubicBezTo>
                      <a:pt x="24" y="39"/>
                      <a:pt x="24" y="36"/>
                      <a:pt x="21" y="36"/>
                    </a:cubicBezTo>
                    <a:cubicBezTo>
                      <a:pt x="21" y="33"/>
                      <a:pt x="24" y="30"/>
                      <a:pt x="24" y="30"/>
                    </a:cubicBezTo>
                    <a:cubicBezTo>
                      <a:pt x="24" y="27"/>
                      <a:pt x="30" y="27"/>
                      <a:pt x="33" y="24"/>
                    </a:cubicBezTo>
                    <a:cubicBezTo>
                      <a:pt x="27" y="21"/>
                      <a:pt x="27" y="21"/>
                      <a:pt x="27" y="21"/>
                    </a:cubicBezTo>
                    <a:close/>
                    <a:moveTo>
                      <a:pt x="51" y="30"/>
                    </a:moveTo>
                    <a:cubicBezTo>
                      <a:pt x="48" y="33"/>
                      <a:pt x="48" y="33"/>
                      <a:pt x="48" y="33"/>
                    </a:cubicBezTo>
                    <a:cubicBezTo>
                      <a:pt x="45" y="33"/>
                      <a:pt x="45" y="27"/>
                      <a:pt x="45" y="30"/>
                    </a:cubicBezTo>
                    <a:cubicBezTo>
                      <a:pt x="42" y="33"/>
                      <a:pt x="39" y="27"/>
                      <a:pt x="36" y="33"/>
                    </a:cubicBezTo>
                    <a:cubicBezTo>
                      <a:pt x="33" y="39"/>
                      <a:pt x="39" y="42"/>
                      <a:pt x="42" y="42"/>
                    </a:cubicBezTo>
                    <a:cubicBezTo>
                      <a:pt x="42" y="45"/>
                      <a:pt x="42" y="48"/>
                      <a:pt x="39" y="45"/>
                    </a:cubicBezTo>
                    <a:cubicBezTo>
                      <a:pt x="36" y="45"/>
                      <a:pt x="36" y="51"/>
                      <a:pt x="42" y="51"/>
                    </a:cubicBezTo>
                    <a:cubicBezTo>
                      <a:pt x="45" y="51"/>
                      <a:pt x="48" y="45"/>
                      <a:pt x="48" y="42"/>
                    </a:cubicBezTo>
                    <a:cubicBezTo>
                      <a:pt x="48" y="39"/>
                      <a:pt x="54" y="30"/>
                      <a:pt x="51" y="3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3" name="Freeform 143">
                <a:extLst>
                  <a:ext uri="{FF2B5EF4-FFF2-40B4-BE49-F238E27FC236}">
                    <a16:creationId xmlns:a16="http://schemas.microsoft.com/office/drawing/2014/main" id="{1B9160AD-7F71-0F1E-5036-B5D4FB4030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80111" y="1424248"/>
                <a:ext cx="270356" cy="477178"/>
              </a:xfrm>
              <a:custGeom>
                <a:avLst/>
                <a:gdLst>
                  <a:gd name="T0" fmla="*/ 138 w 141"/>
                  <a:gd name="T1" fmla="*/ 54 h 249"/>
                  <a:gd name="T2" fmla="*/ 135 w 141"/>
                  <a:gd name="T3" fmla="*/ 33 h 249"/>
                  <a:gd name="T4" fmla="*/ 117 w 141"/>
                  <a:gd name="T5" fmla="*/ 12 h 249"/>
                  <a:gd name="T6" fmla="*/ 99 w 141"/>
                  <a:gd name="T7" fmla="*/ 12 h 249"/>
                  <a:gd name="T8" fmla="*/ 78 w 141"/>
                  <a:gd name="T9" fmla="*/ 12 h 249"/>
                  <a:gd name="T10" fmla="*/ 69 w 141"/>
                  <a:gd name="T11" fmla="*/ 24 h 249"/>
                  <a:gd name="T12" fmla="*/ 57 w 141"/>
                  <a:gd name="T13" fmla="*/ 39 h 249"/>
                  <a:gd name="T14" fmla="*/ 48 w 141"/>
                  <a:gd name="T15" fmla="*/ 51 h 249"/>
                  <a:gd name="T16" fmla="*/ 36 w 141"/>
                  <a:gd name="T17" fmla="*/ 60 h 249"/>
                  <a:gd name="T18" fmla="*/ 30 w 141"/>
                  <a:gd name="T19" fmla="*/ 87 h 249"/>
                  <a:gd name="T20" fmla="*/ 30 w 141"/>
                  <a:gd name="T21" fmla="*/ 99 h 249"/>
                  <a:gd name="T22" fmla="*/ 12 w 141"/>
                  <a:gd name="T23" fmla="*/ 105 h 249"/>
                  <a:gd name="T24" fmla="*/ 12 w 141"/>
                  <a:gd name="T25" fmla="*/ 129 h 249"/>
                  <a:gd name="T26" fmla="*/ 18 w 141"/>
                  <a:gd name="T27" fmla="*/ 147 h 249"/>
                  <a:gd name="T28" fmla="*/ 15 w 141"/>
                  <a:gd name="T29" fmla="*/ 159 h 249"/>
                  <a:gd name="T30" fmla="*/ 9 w 141"/>
                  <a:gd name="T31" fmla="*/ 171 h 249"/>
                  <a:gd name="T32" fmla="*/ 3 w 141"/>
                  <a:gd name="T33" fmla="*/ 189 h 249"/>
                  <a:gd name="T34" fmla="*/ 0 w 141"/>
                  <a:gd name="T35" fmla="*/ 189 h 249"/>
                  <a:gd name="T36" fmla="*/ 9 w 141"/>
                  <a:gd name="T37" fmla="*/ 213 h 249"/>
                  <a:gd name="T38" fmla="*/ 18 w 141"/>
                  <a:gd name="T39" fmla="*/ 231 h 249"/>
                  <a:gd name="T40" fmla="*/ 21 w 141"/>
                  <a:gd name="T41" fmla="*/ 246 h 249"/>
                  <a:gd name="T42" fmla="*/ 33 w 141"/>
                  <a:gd name="T43" fmla="*/ 240 h 249"/>
                  <a:gd name="T44" fmla="*/ 45 w 141"/>
                  <a:gd name="T45" fmla="*/ 234 h 249"/>
                  <a:gd name="T46" fmla="*/ 57 w 141"/>
                  <a:gd name="T47" fmla="*/ 231 h 249"/>
                  <a:gd name="T48" fmla="*/ 60 w 141"/>
                  <a:gd name="T49" fmla="*/ 222 h 249"/>
                  <a:gd name="T50" fmla="*/ 60 w 141"/>
                  <a:gd name="T51" fmla="*/ 198 h 249"/>
                  <a:gd name="T52" fmla="*/ 78 w 141"/>
                  <a:gd name="T53" fmla="*/ 180 h 249"/>
                  <a:gd name="T54" fmla="*/ 72 w 141"/>
                  <a:gd name="T55" fmla="*/ 159 h 249"/>
                  <a:gd name="T56" fmla="*/ 63 w 141"/>
                  <a:gd name="T57" fmla="*/ 144 h 249"/>
                  <a:gd name="T58" fmla="*/ 72 w 141"/>
                  <a:gd name="T59" fmla="*/ 126 h 249"/>
                  <a:gd name="T60" fmla="*/ 84 w 141"/>
                  <a:gd name="T61" fmla="*/ 111 h 249"/>
                  <a:gd name="T62" fmla="*/ 111 w 141"/>
                  <a:gd name="T63" fmla="*/ 93 h 249"/>
                  <a:gd name="T64" fmla="*/ 114 w 141"/>
                  <a:gd name="T65" fmla="*/ 72 h 249"/>
                  <a:gd name="T66" fmla="*/ 135 w 141"/>
                  <a:gd name="T67" fmla="*/ 66 h 249"/>
                  <a:gd name="T68" fmla="*/ 138 w 141"/>
                  <a:gd name="T69" fmla="*/ 60 h 249"/>
                  <a:gd name="T70" fmla="*/ 75 w 141"/>
                  <a:gd name="T71" fmla="*/ 222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1" h="249">
                    <a:moveTo>
                      <a:pt x="138" y="60"/>
                    </a:moveTo>
                    <a:cubicBezTo>
                      <a:pt x="138" y="57"/>
                      <a:pt x="135" y="54"/>
                      <a:pt x="138" y="54"/>
                    </a:cubicBezTo>
                    <a:cubicBezTo>
                      <a:pt x="138" y="54"/>
                      <a:pt x="141" y="45"/>
                      <a:pt x="138" y="45"/>
                    </a:cubicBezTo>
                    <a:cubicBezTo>
                      <a:pt x="135" y="42"/>
                      <a:pt x="138" y="36"/>
                      <a:pt x="135" y="33"/>
                    </a:cubicBezTo>
                    <a:cubicBezTo>
                      <a:pt x="132" y="33"/>
                      <a:pt x="135" y="27"/>
                      <a:pt x="135" y="24"/>
                    </a:cubicBezTo>
                    <a:cubicBezTo>
                      <a:pt x="135" y="18"/>
                      <a:pt x="123" y="15"/>
                      <a:pt x="117" y="12"/>
                    </a:cubicBezTo>
                    <a:cubicBezTo>
                      <a:pt x="111" y="12"/>
                      <a:pt x="108" y="6"/>
                      <a:pt x="105" y="3"/>
                    </a:cubicBezTo>
                    <a:cubicBezTo>
                      <a:pt x="99" y="0"/>
                      <a:pt x="99" y="9"/>
                      <a:pt x="99" y="12"/>
                    </a:cubicBezTo>
                    <a:cubicBezTo>
                      <a:pt x="99" y="18"/>
                      <a:pt x="93" y="18"/>
                      <a:pt x="90" y="15"/>
                    </a:cubicBezTo>
                    <a:cubicBezTo>
                      <a:pt x="87" y="12"/>
                      <a:pt x="84" y="15"/>
                      <a:pt x="78" y="12"/>
                    </a:cubicBezTo>
                    <a:cubicBezTo>
                      <a:pt x="75" y="9"/>
                      <a:pt x="75" y="18"/>
                      <a:pt x="75" y="21"/>
                    </a:cubicBezTo>
                    <a:cubicBezTo>
                      <a:pt x="75" y="24"/>
                      <a:pt x="72" y="24"/>
                      <a:pt x="69" y="24"/>
                    </a:cubicBezTo>
                    <a:cubicBezTo>
                      <a:pt x="63" y="24"/>
                      <a:pt x="60" y="27"/>
                      <a:pt x="60" y="30"/>
                    </a:cubicBezTo>
                    <a:cubicBezTo>
                      <a:pt x="60" y="33"/>
                      <a:pt x="54" y="36"/>
                      <a:pt x="57" y="39"/>
                    </a:cubicBezTo>
                    <a:cubicBezTo>
                      <a:pt x="57" y="39"/>
                      <a:pt x="54" y="42"/>
                      <a:pt x="54" y="45"/>
                    </a:cubicBezTo>
                    <a:cubicBezTo>
                      <a:pt x="51" y="45"/>
                      <a:pt x="48" y="51"/>
                      <a:pt x="48" y="51"/>
                    </a:cubicBezTo>
                    <a:cubicBezTo>
                      <a:pt x="45" y="54"/>
                      <a:pt x="48" y="57"/>
                      <a:pt x="45" y="60"/>
                    </a:cubicBezTo>
                    <a:cubicBezTo>
                      <a:pt x="42" y="60"/>
                      <a:pt x="39" y="60"/>
                      <a:pt x="36" y="60"/>
                    </a:cubicBezTo>
                    <a:cubicBezTo>
                      <a:pt x="36" y="63"/>
                      <a:pt x="36" y="66"/>
                      <a:pt x="36" y="72"/>
                    </a:cubicBezTo>
                    <a:cubicBezTo>
                      <a:pt x="36" y="75"/>
                      <a:pt x="33" y="81"/>
                      <a:pt x="30" y="87"/>
                    </a:cubicBezTo>
                    <a:cubicBezTo>
                      <a:pt x="24" y="90"/>
                      <a:pt x="30" y="90"/>
                      <a:pt x="30" y="93"/>
                    </a:cubicBezTo>
                    <a:cubicBezTo>
                      <a:pt x="33" y="93"/>
                      <a:pt x="33" y="96"/>
                      <a:pt x="30" y="99"/>
                    </a:cubicBezTo>
                    <a:cubicBezTo>
                      <a:pt x="30" y="102"/>
                      <a:pt x="27" y="99"/>
                      <a:pt x="24" y="99"/>
                    </a:cubicBezTo>
                    <a:cubicBezTo>
                      <a:pt x="21" y="99"/>
                      <a:pt x="15" y="102"/>
                      <a:pt x="12" y="105"/>
                    </a:cubicBezTo>
                    <a:cubicBezTo>
                      <a:pt x="9" y="111"/>
                      <a:pt x="9" y="114"/>
                      <a:pt x="12" y="117"/>
                    </a:cubicBezTo>
                    <a:cubicBezTo>
                      <a:pt x="12" y="120"/>
                      <a:pt x="9" y="123"/>
                      <a:pt x="12" y="129"/>
                    </a:cubicBezTo>
                    <a:cubicBezTo>
                      <a:pt x="15" y="135"/>
                      <a:pt x="9" y="135"/>
                      <a:pt x="12" y="138"/>
                    </a:cubicBezTo>
                    <a:cubicBezTo>
                      <a:pt x="12" y="144"/>
                      <a:pt x="18" y="144"/>
                      <a:pt x="18" y="147"/>
                    </a:cubicBezTo>
                    <a:cubicBezTo>
                      <a:pt x="18" y="153"/>
                      <a:pt x="15" y="153"/>
                      <a:pt x="15" y="153"/>
                    </a:cubicBezTo>
                    <a:cubicBezTo>
                      <a:pt x="12" y="153"/>
                      <a:pt x="12" y="156"/>
                      <a:pt x="15" y="159"/>
                    </a:cubicBezTo>
                    <a:cubicBezTo>
                      <a:pt x="18" y="159"/>
                      <a:pt x="15" y="168"/>
                      <a:pt x="15" y="168"/>
                    </a:cubicBezTo>
                    <a:cubicBezTo>
                      <a:pt x="15" y="171"/>
                      <a:pt x="6" y="168"/>
                      <a:pt x="9" y="171"/>
                    </a:cubicBezTo>
                    <a:cubicBezTo>
                      <a:pt x="9" y="174"/>
                      <a:pt x="6" y="180"/>
                      <a:pt x="6" y="180"/>
                    </a:cubicBezTo>
                    <a:cubicBezTo>
                      <a:pt x="6" y="183"/>
                      <a:pt x="6" y="189"/>
                      <a:pt x="3" y="189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92"/>
                      <a:pt x="0" y="198"/>
                      <a:pt x="6" y="201"/>
                    </a:cubicBezTo>
                    <a:cubicBezTo>
                      <a:pt x="9" y="204"/>
                      <a:pt x="6" y="207"/>
                      <a:pt x="9" y="213"/>
                    </a:cubicBezTo>
                    <a:cubicBezTo>
                      <a:pt x="12" y="216"/>
                      <a:pt x="12" y="219"/>
                      <a:pt x="15" y="222"/>
                    </a:cubicBezTo>
                    <a:cubicBezTo>
                      <a:pt x="18" y="225"/>
                      <a:pt x="18" y="228"/>
                      <a:pt x="18" y="231"/>
                    </a:cubicBezTo>
                    <a:cubicBezTo>
                      <a:pt x="15" y="234"/>
                      <a:pt x="21" y="234"/>
                      <a:pt x="21" y="237"/>
                    </a:cubicBezTo>
                    <a:cubicBezTo>
                      <a:pt x="21" y="237"/>
                      <a:pt x="18" y="243"/>
                      <a:pt x="21" y="246"/>
                    </a:cubicBezTo>
                    <a:cubicBezTo>
                      <a:pt x="21" y="249"/>
                      <a:pt x="24" y="246"/>
                      <a:pt x="30" y="246"/>
                    </a:cubicBezTo>
                    <a:cubicBezTo>
                      <a:pt x="33" y="246"/>
                      <a:pt x="33" y="243"/>
                      <a:pt x="33" y="240"/>
                    </a:cubicBezTo>
                    <a:cubicBezTo>
                      <a:pt x="33" y="234"/>
                      <a:pt x="36" y="237"/>
                      <a:pt x="36" y="234"/>
                    </a:cubicBezTo>
                    <a:cubicBezTo>
                      <a:pt x="36" y="234"/>
                      <a:pt x="42" y="231"/>
                      <a:pt x="45" y="234"/>
                    </a:cubicBezTo>
                    <a:cubicBezTo>
                      <a:pt x="51" y="237"/>
                      <a:pt x="51" y="234"/>
                      <a:pt x="54" y="228"/>
                    </a:cubicBezTo>
                    <a:cubicBezTo>
                      <a:pt x="54" y="225"/>
                      <a:pt x="54" y="231"/>
                      <a:pt x="57" y="231"/>
                    </a:cubicBezTo>
                    <a:cubicBezTo>
                      <a:pt x="57" y="231"/>
                      <a:pt x="60" y="225"/>
                      <a:pt x="63" y="219"/>
                    </a:cubicBezTo>
                    <a:cubicBezTo>
                      <a:pt x="66" y="216"/>
                      <a:pt x="63" y="216"/>
                      <a:pt x="60" y="222"/>
                    </a:cubicBezTo>
                    <a:cubicBezTo>
                      <a:pt x="54" y="225"/>
                      <a:pt x="57" y="216"/>
                      <a:pt x="60" y="213"/>
                    </a:cubicBezTo>
                    <a:cubicBezTo>
                      <a:pt x="60" y="210"/>
                      <a:pt x="60" y="198"/>
                      <a:pt x="60" y="198"/>
                    </a:cubicBezTo>
                    <a:cubicBezTo>
                      <a:pt x="60" y="195"/>
                      <a:pt x="63" y="192"/>
                      <a:pt x="66" y="189"/>
                    </a:cubicBezTo>
                    <a:cubicBezTo>
                      <a:pt x="72" y="189"/>
                      <a:pt x="78" y="183"/>
                      <a:pt x="78" y="180"/>
                    </a:cubicBezTo>
                    <a:cubicBezTo>
                      <a:pt x="75" y="177"/>
                      <a:pt x="84" y="174"/>
                      <a:pt x="84" y="171"/>
                    </a:cubicBezTo>
                    <a:cubicBezTo>
                      <a:pt x="84" y="168"/>
                      <a:pt x="75" y="162"/>
                      <a:pt x="72" y="159"/>
                    </a:cubicBezTo>
                    <a:cubicBezTo>
                      <a:pt x="69" y="159"/>
                      <a:pt x="66" y="159"/>
                      <a:pt x="66" y="156"/>
                    </a:cubicBezTo>
                    <a:cubicBezTo>
                      <a:pt x="66" y="156"/>
                      <a:pt x="63" y="147"/>
                      <a:pt x="63" y="144"/>
                    </a:cubicBezTo>
                    <a:cubicBezTo>
                      <a:pt x="63" y="141"/>
                      <a:pt x="69" y="138"/>
                      <a:pt x="69" y="135"/>
                    </a:cubicBezTo>
                    <a:cubicBezTo>
                      <a:pt x="69" y="129"/>
                      <a:pt x="69" y="126"/>
                      <a:pt x="72" y="126"/>
                    </a:cubicBezTo>
                    <a:cubicBezTo>
                      <a:pt x="75" y="123"/>
                      <a:pt x="72" y="120"/>
                      <a:pt x="75" y="120"/>
                    </a:cubicBezTo>
                    <a:cubicBezTo>
                      <a:pt x="81" y="120"/>
                      <a:pt x="81" y="114"/>
                      <a:pt x="84" y="111"/>
                    </a:cubicBezTo>
                    <a:cubicBezTo>
                      <a:pt x="90" y="108"/>
                      <a:pt x="90" y="108"/>
                      <a:pt x="96" y="105"/>
                    </a:cubicBezTo>
                    <a:cubicBezTo>
                      <a:pt x="102" y="102"/>
                      <a:pt x="111" y="96"/>
                      <a:pt x="111" y="93"/>
                    </a:cubicBezTo>
                    <a:cubicBezTo>
                      <a:pt x="114" y="87"/>
                      <a:pt x="105" y="84"/>
                      <a:pt x="111" y="81"/>
                    </a:cubicBezTo>
                    <a:cubicBezTo>
                      <a:pt x="117" y="78"/>
                      <a:pt x="111" y="72"/>
                      <a:pt x="114" y="72"/>
                    </a:cubicBezTo>
                    <a:cubicBezTo>
                      <a:pt x="120" y="69"/>
                      <a:pt x="120" y="69"/>
                      <a:pt x="123" y="66"/>
                    </a:cubicBezTo>
                    <a:cubicBezTo>
                      <a:pt x="126" y="63"/>
                      <a:pt x="129" y="66"/>
                      <a:pt x="135" y="66"/>
                    </a:cubicBezTo>
                    <a:cubicBezTo>
                      <a:pt x="138" y="63"/>
                      <a:pt x="138" y="66"/>
                      <a:pt x="141" y="66"/>
                    </a:cubicBezTo>
                    <a:cubicBezTo>
                      <a:pt x="141" y="63"/>
                      <a:pt x="141" y="60"/>
                      <a:pt x="138" y="60"/>
                    </a:cubicBezTo>
                    <a:close/>
                    <a:moveTo>
                      <a:pt x="84" y="207"/>
                    </a:moveTo>
                    <a:cubicBezTo>
                      <a:pt x="75" y="207"/>
                      <a:pt x="72" y="219"/>
                      <a:pt x="75" y="222"/>
                    </a:cubicBezTo>
                    <a:cubicBezTo>
                      <a:pt x="75" y="222"/>
                      <a:pt x="90" y="207"/>
                      <a:pt x="84" y="20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4" name="Freeform 144">
                <a:extLst>
                  <a:ext uri="{FF2B5EF4-FFF2-40B4-BE49-F238E27FC236}">
                    <a16:creationId xmlns:a16="http://schemas.microsoft.com/office/drawing/2014/main" id="{D8140920-A8E5-5AB9-100E-BE5247F2D9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4506" y="1758138"/>
                <a:ext cx="132474" cy="68941"/>
              </a:xfrm>
              <a:custGeom>
                <a:avLst/>
                <a:gdLst>
                  <a:gd name="T0" fmla="*/ 63 w 69"/>
                  <a:gd name="T1" fmla="*/ 12 h 36"/>
                  <a:gd name="T2" fmla="*/ 66 w 69"/>
                  <a:gd name="T3" fmla="*/ 3 h 36"/>
                  <a:gd name="T4" fmla="*/ 63 w 69"/>
                  <a:gd name="T5" fmla="*/ 6 h 36"/>
                  <a:gd name="T6" fmla="*/ 42 w 69"/>
                  <a:gd name="T7" fmla="*/ 3 h 36"/>
                  <a:gd name="T8" fmla="*/ 21 w 69"/>
                  <a:gd name="T9" fmla="*/ 6 h 36"/>
                  <a:gd name="T10" fmla="*/ 15 w 69"/>
                  <a:gd name="T11" fmla="*/ 12 h 36"/>
                  <a:gd name="T12" fmla="*/ 18 w 69"/>
                  <a:gd name="T13" fmla="*/ 21 h 36"/>
                  <a:gd name="T14" fmla="*/ 24 w 69"/>
                  <a:gd name="T15" fmla="*/ 24 h 36"/>
                  <a:gd name="T16" fmla="*/ 27 w 69"/>
                  <a:gd name="T17" fmla="*/ 30 h 36"/>
                  <a:gd name="T18" fmla="*/ 27 w 69"/>
                  <a:gd name="T19" fmla="*/ 30 h 36"/>
                  <a:gd name="T20" fmla="*/ 39 w 69"/>
                  <a:gd name="T21" fmla="*/ 30 h 36"/>
                  <a:gd name="T22" fmla="*/ 51 w 69"/>
                  <a:gd name="T23" fmla="*/ 36 h 36"/>
                  <a:gd name="T24" fmla="*/ 60 w 69"/>
                  <a:gd name="T25" fmla="*/ 36 h 36"/>
                  <a:gd name="T26" fmla="*/ 60 w 69"/>
                  <a:gd name="T27" fmla="*/ 33 h 36"/>
                  <a:gd name="T28" fmla="*/ 63 w 69"/>
                  <a:gd name="T29" fmla="*/ 30 h 36"/>
                  <a:gd name="T30" fmla="*/ 60 w 69"/>
                  <a:gd name="T31" fmla="*/ 24 h 36"/>
                  <a:gd name="T32" fmla="*/ 60 w 69"/>
                  <a:gd name="T33" fmla="*/ 18 h 36"/>
                  <a:gd name="T34" fmla="*/ 63 w 69"/>
                  <a:gd name="T35" fmla="*/ 12 h 36"/>
                  <a:gd name="T36" fmla="*/ 6 w 69"/>
                  <a:gd name="T37" fmla="*/ 18 h 36"/>
                  <a:gd name="T38" fmla="*/ 0 w 69"/>
                  <a:gd name="T39" fmla="*/ 30 h 36"/>
                  <a:gd name="T40" fmla="*/ 12 w 69"/>
                  <a:gd name="T41" fmla="*/ 21 h 36"/>
                  <a:gd name="T42" fmla="*/ 6 w 69"/>
                  <a:gd name="T43" fmla="*/ 18 h 36"/>
                  <a:gd name="T44" fmla="*/ 9 w 69"/>
                  <a:gd name="T45" fmla="*/ 15 h 36"/>
                  <a:gd name="T46" fmla="*/ 3 w 69"/>
                  <a:gd name="T47" fmla="*/ 15 h 36"/>
                  <a:gd name="T48" fmla="*/ 9 w 69"/>
                  <a:gd name="T49" fmla="*/ 1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9" h="36">
                    <a:moveTo>
                      <a:pt x="63" y="12"/>
                    </a:moveTo>
                    <a:cubicBezTo>
                      <a:pt x="66" y="9"/>
                      <a:pt x="69" y="6"/>
                      <a:pt x="66" y="3"/>
                    </a:cubicBezTo>
                    <a:cubicBezTo>
                      <a:pt x="66" y="3"/>
                      <a:pt x="66" y="3"/>
                      <a:pt x="63" y="6"/>
                    </a:cubicBezTo>
                    <a:cubicBezTo>
                      <a:pt x="60" y="6"/>
                      <a:pt x="48" y="0"/>
                      <a:pt x="42" y="3"/>
                    </a:cubicBezTo>
                    <a:cubicBezTo>
                      <a:pt x="36" y="3"/>
                      <a:pt x="24" y="3"/>
                      <a:pt x="21" y="6"/>
                    </a:cubicBezTo>
                    <a:cubicBezTo>
                      <a:pt x="18" y="9"/>
                      <a:pt x="12" y="9"/>
                      <a:pt x="15" y="12"/>
                    </a:cubicBezTo>
                    <a:cubicBezTo>
                      <a:pt x="18" y="15"/>
                      <a:pt x="15" y="18"/>
                      <a:pt x="18" y="21"/>
                    </a:cubicBezTo>
                    <a:cubicBezTo>
                      <a:pt x="21" y="24"/>
                      <a:pt x="21" y="24"/>
                      <a:pt x="24" y="24"/>
                    </a:cubicBezTo>
                    <a:cubicBezTo>
                      <a:pt x="27" y="24"/>
                      <a:pt x="30" y="24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33" y="27"/>
                      <a:pt x="39" y="27"/>
                      <a:pt x="39" y="30"/>
                    </a:cubicBezTo>
                    <a:cubicBezTo>
                      <a:pt x="39" y="30"/>
                      <a:pt x="48" y="36"/>
                      <a:pt x="51" y="36"/>
                    </a:cubicBezTo>
                    <a:cubicBezTo>
                      <a:pt x="51" y="36"/>
                      <a:pt x="57" y="36"/>
                      <a:pt x="60" y="36"/>
                    </a:cubicBezTo>
                    <a:cubicBezTo>
                      <a:pt x="60" y="33"/>
                      <a:pt x="60" y="33"/>
                      <a:pt x="60" y="33"/>
                    </a:cubicBezTo>
                    <a:cubicBezTo>
                      <a:pt x="63" y="33"/>
                      <a:pt x="66" y="33"/>
                      <a:pt x="63" y="30"/>
                    </a:cubicBezTo>
                    <a:cubicBezTo>
                      <a:pt x="63" y="27"/>
                      <a:pt x="63" y="27"/>
                      <a:pt x="60" y="24"/>
                    </a:cubicBezTo>
                    <a:cubicBezTo>
                      <a:pt x="60" y="21"/>
                      <a:pt x="60" y="18"/>
                      <a:pt x="60" y="18"/>
                    </a:cubicBezTo>
                    <a:cubicBezTo>
                      <a:pt x="60" y="15"/>
                      <a:pt x="63" y="15"/>
                      <a:pt x="63" y="12"/>
                    </a:cubicBezTo>
                    <a:close/>
                    <a:moveTo>
                      <a:pt x="6" y="18"/>
                    </a:moveTo>
                    <a:cubicBezTo>
                      <a:pt x="0" y="21"/>
                      <a:pt x="0" y="30"/>
                      <a:pt x="0" y="30"/>
                    </a:cubicBezTo>
                    <a:cubicBezTo>
                      <a:pt x="3" y="30"/>
                      <a:pt x="12" y="24"/>
                      <a:pt x="12" y="21"/>
                    </a:cubicBezTo>
                    <a:cubicBezTo>
                      <a:pt x="15" y="18"/>
                      <a:pt x="12" y="18"/>
                      <a:pt x="6" y="18"/>
                    </a:cubicBezTo>
                    <a:close/>
                    <a:moveTo>
                      <a:pt x="9" y="15"/>
                    </a:moveTo>
                    <a:cubicBezTo>
                      <a:pt x="12" y="12"/>
                      <a:pt x="0" y="12"/>
                      <a:pt x="3" y="15"/>
                    </a:cubicBezTo>
                    <a:cubicBezTo>
                      <a:pt x="6" y="18"/>
                      <a:pt x="9" y="18"/>
                      <a:pt x="9" y="1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5" name="Freeform 145">
                <a:extLst>
                  <a:ext uri="{FF2B5EF4-FFF2-40B4-BE49-F238E27FC236}">
                    <a16:creationId xmlns:a16="http://schemas.microsoft.com/office/drawing/2014/main" id="{E8952C0D-D2BB-7A14-5DE6-1FA2E7B0F5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1882" y="3138305"/>
                <a:ext cx="171676" cy="212229"/>
              </a:xfrm>
              <a:custGeom>
                <a:avLst/>
                <a:gdLst>
                  <a:gd name="T0" fmla="*/ 81 w 90"/>
                  <a:gd name="T1" fmla="*/ 24 h 111"/>
                  <a:gd name="T2" fmla="*/ 84 w 90"/>
                  <a:gd name="T3" fmla="*/ 18 h 111"/>
                  <a:gd name="T4" fmla="*/ 90 w 90"/>
                  <a:gd name="T5" fmla="*/ 9 h 111"/>
                  <a:gd name="T6" fmla="*/ 84 w 90"/>
                  <a:gd name="T7" fmla="*/ 12 h 111"/>
                  <a:gd name="T8" fmla="*/ 81 w 90"/>
                  <a:gd name="T9" fmla="*/ 9 h 111"/>
                  <a:gd name="T10" fmla="*/ 69 w 90"/>
                  <a:gd name="T11" fmla="*/ 9 h 111"/>
                  <a:gd name="T12" fmla="*/ 63 w 90"/>
                  <a:gd name="T13" fmla="*/ 15 h 111"/>
                  <a:gd name="T14" fmla="*/ 48 w 90"/>
                  <a:gd name="T15" fmla="*/ 15 h 111"/>
                  <a:gd name="T16" fmla="*/ 36 w 90"/>
                  <a:gd name="T17" fmla="*/ 6 h 111"/>
                  <a:gd name="T18" fmla="*/ 24 w 90"/>
                  <a:gd name="T19" fmla="*/ 3 h 111"/>
                  <a:gd name="T20" fmla="*/ 18 w 90"/>
                  <a:gd name="T21" fmla="*/ 0 h 111"/>
                  <a:gd name="T22" fmla="*/ 12 w 90"/>
                  <a:gd name="T23" fmla="*/ 0 h 111"/>
                  <a:gd name="T24" fmla="*/ 3 w 90"/>
                  <a:gd name="T25" fmla="*/ 6 h 111"/>
                  <a:gd name="T26" fmla="*/ 0 w 90"/>
                  <a:gd name="T27" fmla="*/ 9 h 111"/>
                  <a:gd name="T28" fmla="*/ 6 w 90"/>
                  <a:gd name="T29" fmla="*/ 12 h 111"/>
                  <a:gd name="T30" fmla="*/ 6 w 90"/>
                  <a:gd name="T31" fmla="*/ 21 h 111"/>
                  <a:gd name="T32" fmla="*/ 12 w 90"/>
                  <a:gd name="T33" fmla="*/ 24 h 111"/>
                  <a:gd name="T34" fmla="*/ 12 w 90"/>
                  <a:gd name="T35" fmla="*/ 33 h 111"/>
                  <a:gd name="T36" fmla="*/ 3 w 90"/>
                  <a:gd name="T37" fmla="*/ 48 h 111"/>
                  <a:gd name="T38" fmla="*/ 0 w 90"/>
                  <a:gd name="T39" fmla="*/ 54 h 111"/>
                  <a:gd name="T40" fmla="*/ 9 w 90"/>
                  <a:gd name="T41" fmla="*/ 60 h 111"/>
                  <a:gd name="T42" fmla="*/ 0 w 90"/>
                  <a:gd name="T43" fmla="*/ 66 h 111"/>
                  <a:gd name="T44" fmla="*/ 0 w 90"/>
                  <a:gd name="T45" fmla="*/ 66 h 111"/>
                  <a:gd name="T46" fmla="*/ 42 w 90"/>
                  <a:gd name="T47" fmla="*/ 90 h 111"/>
                  <a:gd name="T48" fmla="*/ 42 w 90"/>
                  <a:gd name="T49" fmla="*/ 96 h 111"/>
                  <a:gd name="T50" fmla="*/ 60 w 90"/>
                  <a:gd name="T51" fmla="*/ 111 h 111"/>
                  <a:gd name="T52" fmla="*/ 72 w 90"/>
                  <a:gd name="T53" fmla="*/ 84 h 111"/>
                  <a:gd name="T54" fmla="*/ 78 w 90"/>
                  <a:gd name="T55" fmla="*/ 81 h 111"/>
                  <a:gd name="T56" fmla="*/ 84 w 90"/>
                  <a:gd name="T57" fmla="*/ 75 h 111"/>
                  <a:gd name="T58" fmla="*/ 87 w 90"/>
                  <a:gd name="T59" fmla="*/ 75 h 111"/>
                  <a:gd name="T60" fmla="*/ 81 w 90"/>
                  <a:gd name="T61" fmla="*/ 66 h 111"/>
                  <a:gd name="T62" fmla="*/ 81 w 90"/>
                  <a:gd name="T63" fmla="*/ 24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90" h="111">
                    <a:moveTo>
                      <a:pt x="81" y="24"/>
                    </a:moveTo>
                    <a:cubicBezTo>
                      <a:pt x="84" y="18"/>
                      <a:pt x="84" y="18"/>
                      <a:pt x="84" y="18"/>
                    </a:cubicBezTo>
                    <a:cubicBezTo>
                      <a:pt x="90" y="9"/>
                      <a:pt x="90" y="9"/>
                      <a:pt x="90" y="9"/>
                    </a:cubicBezTo>
                    <a:cubicBezTo>
                      <a:pt x="87" y="9"/>
                      <a:pt x="87" y="9"/>
                      <a:pt x="84" y="12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78" y="6"/>
                      <a:pt x="75" y="9"/>
                      <a:pt x="69" y="9"/>
                    </a:cubicBezTo>
                    <a:cubicBezTo>
                      <a:pt x="66" y="12"/>
                      <a:pt x="63" y="18"/>
                      <a:pt x="63" y="15"/>
                    </a:cubicBezTo>
                    <a:cubicBezTo>
                      <a:pt x="60" y="15"/>
                      <a:pt x="51" y="15"/>
                      <a:pt x="48" y="15"/>
                    </a:cubicBezTo>
                    <a:cubicBezTo>
                      <a:pt x="48" y="15"/>
                      <a:pt x="39" y="9"/>
                      <a:pt x="36" y="6"/>
                    </a:cubicBezTo>
                    <a:cubicBezTo>
                      <a:pt x="33" y="3"/>
                      <a:pt x="27" y="6"/>
                      <a:pt x="24" y="3"/>
                    </a:cubicBezTo>
                    <a:cubicBezTo>
                      <a:pt x="24" y="3"/>
                      <a:pt x="21" y="3"/>
                      <a:pt x="18" y="0"/>
                    </a:cubicBezTo>
                    <a:cubicBezTo>
                      <a:pt x="18" y="0"/>
                      <a:pt x="15" y="0"/>
                      <a:pt x="12" y="0"/>
                    </a:cubicBezTo>
                    <a:cubicBezTo>
                      <a:pt x="9" y="0"/>
                      <a:pt x="3" y="3"/>
                      <a:pt x="3" y="6"/>
                    </a:cubicBezTo>
                    <a:cubicBezTo>
                      <a:pt x="3" y="6"/>
                      <a:pt x="3" y="9"/>
                      <a:pt x="0" y="9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2" y="30"/>
                      <a:pt x="12" y="33"/>
                    </a:cubicBezTo>
                    <a:cubicBezTo>
                      <a:pt x="12" y="39"/>
                      <a:pt x="6" y="45"/>
                      <a:pt x="3" y="48"/>
                    </a:cubicBezTo>
                    <a:cubicBezTo>
                      <a:pt x="3" y="48"/>
                      <a:pt x="3" y="51"/>
                      <a:pt x="0" y="54"/>
                    </a:cubicBezTo>
                    <a:cubicBezTo>
                      <a:pt x="6" y="57"/>
                      <a:pt x="9" y="57"/>
                      <a:pt x="9" y="60"/>
                    </a:cubicBezTo>
                    <a:cubicBezTo>
                      <a:pt x="9" y="60"/>
                      <a:pt x="0" y="60"/>
                      <a:pt x="0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42" y="90"/>
                      <a:pt x="42" y="90"/>
                      <a:pt x="42" y="90"/>
                    </a:cubicBezTo>
                    <a:cubicBezTo>
                      <a:pt x="42" y="96"/>
                      <a:pt x="42" y="96"/>
                      <a:pt x="42" y="96"/>
                    </a:cubicBezTo>
                    <a:cubicBezTo>
                      <a:pt x="42" y="96"/>
                      <a:pt x="51" y="102"/>
                      <a:pt x="60" y="111"/>
                    </a:cubicBezTo>
                    <a:cubicBezTo>
                      <a:pt x="66" y="99"/>
                      <a:pt x="72" y="87"/>
                      <a:pt x="72" y="84"/>
                    </a:cubicBezTo>
                    <a:cubicBezTo>
                      <a:pt x="75" y="81"/>
                      <a:pt x="78" y="81"/>
                      <a:pt x="78" y="81"/>
                    </a:cubicBezTo>
                    <a:cubicBezTo>
                      <a:pt x="81" y="78"/>
                      <a:pt x="81" y="81"/>
                      <a:pt x="84" y="75"/>
                    </a:cubicBezTo>
                    <a:cubicBezTo>
                      <a:pt x="87" y="75"/>
                      <a:pt x="87" y="75"/>
                      <a:pt x="87" y="75"/>
                    </a:cubicBezTo>
                    <a:cubicBezTo>
                      <a:pt x="81" y="66"/>
                      <a:pt x="81" y="66"/>
                      <a:pt x="81" y="66"/>
                    </a:cubicBezTo>
                    <a:lnTo>
                      <a:pt x="81" y="24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6" name="Freeform 146">
                <a:extLst>
                  <a:ext uri="{FF2B5EF4-FFF2-40B4-BE49-F238E27FC236}">
                    <a16:creationId xmlns:a16="http://schemas.microsoft.com/office/drawing/2014/main" id="{984F3112-CD24-3DF9-D4BB-797F3DFD2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9961" y="3155878"/>
                <a:ext cx="114901" cy="120308"/>
              </a:xfrm>
              <a:custGeom>
                <a:avLst/>
                <a:gdLst>
                  <a:gd name="T0" fmla="*/ 54 w 60"/>
                  <a:gd name="T1" fmla="*/ 12 h 63"/>
                  <a:gd name="T2" fmla="*/ 54 w 60"/>
                  <a:gd name="T3" fmla="*/ 3 h 63"/>
                  <a:gd name="T4" fmla="*/ 48 w 60"/>
                  <a:gd name="T5" fmla="*/ 0 h 63"/>
                  <a:gd name="T6" fmla="*/ 45 w 60"/>
                  <a:gd name="T7" fmla="*/ 3 h 63"/>
                  <a:gd name="T8" fmla="*/ 39 w 60"/>
                  <a:gd name="T9" fmla="*/ 3 h 63"/>
                  <a:gd name="T10" fmla="*/ 30 w 60"/>
                  <a:gd name="T11" fmla="*/ 6 h 63"/>
                  <a:gd name="T12" fmla="*/ 24 w 60"/>
                  <a:gd name="T13" fmla="*/ 3 h 63"/>
                  <a:gd name="T14" fmla="*/ 15 w 60"/>
                  <a:gd name="T15" fmla="*/ 6 h 63"/>
                  <a:gd name="T16" fmla="*/ 15 w 60"/>
                  <a:gd name="T17" fmla="*/ 15 h 63"/>
                  <a:gd name="T18" fmla="*/ 18 w 60"/>
                  <a:gd name="T19" fmla="*/ 21 h 63"/>
                  <a:gd name="T20" fmla="*/ 15 w 60"/>
                  <a:gd name="T21" fmla="*/ 27 h 63"/>
                  <a:gd name="T22" fmla="*/ 9 w 60"/>
                  <a:gd name="T23" fmla="*/ 30 h 63"/>
                  <a:gd name="T24" fmla="*/ 6 w 60"/>
                  <a:gd name="T25" fmla="*/ 36 h 63"/>
                  <a:gd name="T26" fmla="*/ 3 w 60"/>
                  <a:gd name="T27" fmla="*/ 45 h 63"/>
                  <a:gd name="T28" fmla="*/ 0 w 60"/>
                  <a:gd name="T29" fmla="*/ 54 h 63"/>
                  <a:gd name="T30" fmla="*/ 0 w 60"/>
                  <a:gd name="T31" fmla="*/ 63 h 63"/>
                  <a:gd name="T32" fmla="*/ 3 w 60"/>
                  <a:gd name="T33" fmla="*/ 60 h 63"/>
                  <a:gd name="T34" fmla="*/ 15 w 60"/>
                  <a:gd name="T35" fmla="*/ 57 h 63"/>
                  <a:gd name="T36" fmla="*/ 24 w 60"/>
                  <a:gd name="T37" fmla="*/ 57 h 63"/>
                  <a:gd name="T38" fmla="*/ 33 w 60"/>
                  <a:gd name="T39" fmla="*/ 45 h 63"/>
                  <a:gd name="T40" fmla="*/ 48 w 60"/>
                  <a:gd name="T41" fmla="*/ 45 h 63"/>
                  <a:gd name="T42" fmla="*/ 51 w 60"/>
                  <a:gd name="T43" fmla="*/ 39 h 63"/>
                  <a:gd name="T44" fmla="*/ 60 w 60"/>
                  <a:gd name="T45" fmla="*/ 24 h 63"/>
                  <a:gd name="T46" fmla="*/ 60 w 60"/>
                  <a:gd name="T47" fmla="*/ 15 h 63"/>
                  <a:gd name="T48" fmla="*/ 54 w 60"/>
                  <a:gd name="T49" fmla="*/ 1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0" h="63">
                    <a:moveTo>
                      <a:pt x="54" y="12"/>
                    </a:moveTo>
                    <a:cubicBezTo>
                      <a:pt x="54" y="3"/>
                      <a:pt x="54" y="3"/>
                      <a:pt x="54" y="3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5" y="3"/>
                      <a:pt x="45" y="3"/>
                      <a:pt x="45" y="3"/>
                    </a:cubicBezTo>
                    <a:cubicBezTo>
                      <a:pt x="45" y="6"/>
                      <a:pt x="39" y="3"/>
                      <a:pt x="39" y="3"/>
                    </a:cubicBezTo>
                    <a:cubicBezTo>
                      <a:pt x="36" y="3"/>
                      <a:pt x="30" y="6"/>
                      <a:pt x="30" y="6"/>
                    </a:cubicBezTo>
                    <a:cubicBezTo>
                      <a:pt x="30" y="9"/>
                      <a:pt x="27" y="3"/>
                      <a:pt x="24" y="3"/>
                    </a:cubicBezTo>
                    <a:cubicBezTo>
                      <a:pt x="21" y="3"/>
                      <a:pt x="15" y="6"/>
                      <a:pt x="15" y="6"/>
                    </a:cubicBezTo>
                    <a:cubicBezTo>
                      <a:pt x="15" y="6"/>
                      <a:pt x="15" y="12"/>
                      <a:pt x="15" y="15"/>
                    </a:cubicBezTo>
                    <a:cubicBezTo>
                      <a:pt x="15" y="18"/>
                      <a:pt x="18" y="18"/>
                      <a:pt x="18" y="21"/>
                    </a:cubicBezTo>
                    <a:cubicBezTo>
                      <a:pt x="18" y="24"/>
                      <a:pt x="15" y="27"/>
                      <a:pt x="15" y="27"/>
                    </a:cubicBezTo>
                    <a:cubicBezTo>
                      <a:pt x="15" y="30"/>
                      <a:pt x="12" y="30"/>
                      <a:pt x="9" y="30"/>
                    </a:cubicBezTo>
                    <a:cubicBezTo>
                      <a:pt x="6" y="30"/>
                      <a:pt x="6" y="36"/>
                      <a:pt x="6" y="36"/>
                    </a:cubicBezTo>
                    <a:cubicBezTo>
                      <a:pt x="3" y="39"/>
                      <a:pt x="3" y="42"/>
                      <a:pt x="3" y="45"/>
                    </a:cubicBezTo>
                    <a:cubicBezTo>
                      <a:pt x="0" y="48"/>
                      <a:pt x="0" y="51"/>
                      <a:pt x="0" y="54"/>
                    </a:cubicBezTo>
                    <a:cubicBezTo>
                      <a:pt x="0" y="57"/>
                      <a:pt x="0" y="60"/>
                      <a:pt x="0" y="63"/>
                    </a:cubicBezTo>
                    <a:cubicBezTo>
                      <a:pt x="3" y="63"/>
                      <a:pt x="3" y="63"/>
                      <a:pt x="3" y="60"/>
                    </a:cubicBezTo>
                    <a:cubicBezTo>
                      <a:pt x="6" y="60"/>
                      <a:pt x="15" y="57"/>
                      <a:pt x="15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7" y="51"/>
                      <a:pt x="30" y="45"/>
                      <a:pt x="33" y="45"/>
                    </a:cubicBezTo>
                    <a:cubicBezTo>
                      <a:pt x="39" y="45"/>
                      <a:pt x="45" y="45"/>
                      <a:pt x="48" y="45"/>
                    </a:cubicBezTo>
                    <a:cubicBezTo>
                      <a:pt x="51" y="42"/>
                      <a:pt x="51" y="39"/>
                      <a:pt x="51" y="39"/>
                    </a:cubicBezTo>
                    <a:cubicBezTo>
                      <a:pt x="54" y="36"/>
                      <a:pt x="60" y="30"/>
                      <a:pt x="60" y="24"/>
                    </a:cubicBezTo>
                    <a:cubicBezTo>
                      <a:pt x="60" y="21"/>
                      <a:pt x="60" y="15"/>
                      <a:pt x="60" y="15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7" name="Freeform 147">
                <a:extLst>
                  <a:ext uri="{FF2B5EF4-FFF2-40B4-BE49-F238E27FC236}">
                    <a16:creationId xmlns:a16="http://schemas.microsoft.com/office/drawing/2014/main" id="{36B6F752-A34F-8D4E-F698-0FA478B8A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9875" y="2177189"/>
                <a:ext cx="379850" cy="224395"/>
              </a:xfrm>
              <a:custGeom>
                <a:avLst/>
                <a:gdLst>
                  <a:gd name="T0" fmla="*/ 192 w 198"/>
                  <a:gd name="T1" fmla="*/ 66 h 117"/>
                  <a:gd name="T2" fmla="*/ 177 w 198"/>
                  <a:gd name="T3" fmla="*/ 60 h 117"/>
                  <a:gd name="T4" fmla="*/ 168 w 198"/>
                  <a:gd name="T5" fmla="*/ 60 h 117"/>
                  <a:gd name="T6" fmla="*/ 159 w 198"/>
                  <a:gd name="T7" fmla="*/ 57 h 117"/>
                  <a:gd name="T8" fmla="*/ 147 w 198"/>
                  <a:gd name="T9" fmla="*/ 66 h 117"/>
                  <a:gd name="T10" fmla="*/ 141 w 198"/>
                  <a:gd name="T11" fmla="*/ 66 h 117"/>
                  <a:gd name="T12" fmla="*/ 132 w 198"/>
                  <a:gd name="T13" fmla="*/ 60 h 117"/>
                  <a:gd name="T14" fmla="*/ 123 w 198"/>
                  <a:gd name="T15" fmla="*/ 60 h 117"/>
                  <a:gd name="T16" fmla="*/ 117 w 198"/>
                  <a:gd name="T17" fmla="*/ 48 h 117"/>
                  <a:gd name="T18" fmla="*/ 114 w 198"/>
                  <a:gd name="T19" fmla="*/ 36 h 117"/>
                  <a:gd name="T20" fmla="*/ 105 w 198"/>
                  <a:gd name="T21" fmla="*/ 30 h 117"/>
                  <a:gd name="T22" fmla="*/ 81 w 198"/>
                  <a:gd name="T23" fmla="*/ 30 h 117"/>
                  <a:gd name="T24" fmla="*/ 66 w 198"/>
                  <a:gd name="T25" fmla="*/ 30 h 117"/>
                  <a:gd name="T26" fmla="*/ 54 w 198"/>
                  <a:gd name="T27" fmla="*/ 15 h 117"/>
                  <a:gd name="T28" fmla="*/ 51 w 198"/>
                  <a:gd name="T29" fmla="*/ 21 h 117"/>
                  <a:gd name="T30" fmla="*/ 36 w 198"/>
                  <a:gd name="T31" fmla="*/ 18 h 117"/>
                  <a:gd name="T32" fmla="*/ 36 w 198"/>
                  <a:gd name="T33" fmla="*/ 3 h 117"/>
                  <a:gd name="T34" fmla="*/ 30 w 198"/>
                  <a:gd name="T35" fmla="*/ 18 h 117"/>
                  <a:gd name="T36" fmla="*/ 30 w 198"/>
                  <a:gd name="T37" fmla="*/ 0 h 117"/>
                  <a:gd name="T38" fmla="*/ 0 w 198"/>
                  <a:gd name="T39" fmla="*/ 9 h 117"/>
                  <a:gd name="T40" fmla="*/ 0 w 198"/>
                  <a:gd name="T41" fmla="*/ 57 h 117"/>
                  <a:gd name="T42" fmla="*/ 0 w 198"/>
                  <a:gd name="T43" fmla="*/ 57 h 117"/>
                  <a:gd name="T44" fmla="*/ 6 w 198"/>
                  <a:gd name="T45" fmla="*/ 60 h 117"/>
                  <a:gd name="T46" fmla="*/ 12 w 198"/>
                  <a:gd name="T47" fmla="*/ 54 h 117"/>
                  <a:gd name="T48" fmla="*/ 18 w 198"/>
                  <a:gd name="T49" fmla="*/ 48 h 117"/>
                  <a:gd name="T50" fmla="*/ 24 w 198"/>
                  <a:gd name="T51" fmla="*/ 45 h 117"/>
                  <a:gd name="T52" fmla="*/ 27 w 198"/>
                  <a:gd name="T53" fmla="*/ 42 h 117"/>
                  <a:gd name="T54" fmla="*/ 36 w 198"/>
                  <a:gd name="T55" fmla="*/ 45 h 117"/>
                  <a:gd name="T56" fmla="*/ 45 w 198"/>
                  <a:gd name="T57" fmla="*/ 48 h 117"/>
                  <a:gd name="T58" fmla="*/ 48 w 198"/>
                  <a:gd name="T59" fmla="*/ 60 h 117"/>
                  <a:gd name="T60" fmla="*/ 66 w 198"/>
                  <a:gd name="T61" fmla="*/ 60 h 117"/>
                  <a:gd name="T62" fmla="*/ 69 w 198"/>
                  <a:gd name="T63" fmla="*/ 69 h 117"/>
                  <a:gd name="T64" fmla="*/ 75 w 198"/>
                  <a:gd name="T65" fmla="*/ 78 h 117"/>
                  <a:gd name="T66" fmla="*/ 87 w 198"/>
                  <a:gd name="T67" fmla="*/ 87 h 117"/>
                  <a:gd name="T68" fmla="*/ 99 w 198"/>
                  <a:gd name="T69" fmla="*/ 93 h 117"/>
                  <a:gd name="T70" fmla="*/ 111 w 198"/>
                  <a:gd name="T71" fmla="*/ 102 h 117"/>
                  <a:gd name="T72" fmla="*/ 120 w 198"/>
                  <a:gd name="T73" fmla="*/ 105 h 117"/>
                  <a:gd name="T74" fmla="*/ 123 w 198"/>
                  <a:gd name="T75" fmla="*/ 111 h 117"/>
                  <a:gd name="T76" fmla="*/ 123 w 198"/>
                  <a:gd name="T77" fmla="*/ 111 h 117"/>
                  <a:gd name="T78" fmla="*/ 132 w 198"/>
                  <a:gd name="T79" fmla="*/ 114 h 117"/>
                  <a:gd name="T80" fmla="*/ 135 w 198"/>
                  <a:gd name="T81" fmla="*/ 117 h 117"/>
                  <a:gd name="T82" fmla="*/ 141 w 198"/>
                  <a:gd name="T83" fmla="*/ 105 h 117"/>
                  <a:gd name="T84" fmla="*/ 141 w 198"/>
                  <a:gd name="T85" fmla="*/ 96 h 117"/>
                  <a:gd name="T86" fmla="*/ 132 w 198"/>
                  <a:gd name="T87" fmla="*/ 87 h 117"/>
                  <a:gd name="T88" fmla="*/ 144 w 198"/>
                  <a:gd name="T89" fmla="*/ 84 h 117"/>
                  <a:gd name="T90" fmla="*/ 147 w 198"/>
                  <a:gd name="T91" fmla="*/ 78 h 117"/>
                  <a:gd name="T92" fmla="*/ 153 w 198"/>
                  <a:gd name="T93" fmla="*/ 72 h 117"/>
                  <a:gd name="T94" fmla="*/ 162 w 198"/>
                  <a:gd name="T95" fmla="*/ 69 h 117"/>
                  <a:gd name="T96" fmla="*/ 168 w 198"/>
                  <a:gd name="T97" fmla="*/ 66 h 117"/>
                  <a:gd name="T98" fmla="*/ 165 w 198"/>
                  <a:gd name="T99" fmla="*/ 75 h 117"/>
                  <a:gd name="T100" fmla="*/ 177 w 198"/>
                  <a:gd name="T101" fmla="*/ 75 h 117"/>
                  <a:gd name="T102" fmla="*/ 189 w 198"/>
                  <a:gd name="T103" fmla="*/ 72 h 117"/>
                  <a:gd name="T104" fmla="*/ 192 w 198"/>
                  <a:gd name="T105" fmla="*/ 6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98" h="117">
                    <a:moveTo>
                      <a:pt x="192" y="66"/>
                    </a:moveTo>
                    <a:cubicBezTo>
                      <a:pt x="189" y="63"/>
                      <a:pt x="180" y="57"/>
                      <a:pt x="177" y="60"/>
                    </a:cubicBezTo>
                    <a:cubicBezTo>
                      <a:pt x="177" y="63"/>
                      <a:pt x="171" y="63"/>
                      <a:pt x="168" y="60"/>
                    </a:cubicBezTo>
                    <a:cubicBezTo>
                      <a:pt x="168" y="57"/>
                      <a:pt x="165" y="54"/>
                      <a:pt x="159" y="57"/>
                    </a:cubicBezTo>
                    <a:cubicBezTo>
                      <a:pt x="150" y="60"/>
                      <a:pt x="147" y="63"/>
                      <a:pt x="147" y="66"/>
                    </a:cubicBezTo>
                    <a:cubicBezTo>
                      <a:pt x="147" y="69"/>
                      <a:pt x="141" y="72"/>
                      <a:pt x="141" y="66"/>
                    </a:cubicBezTo>
                    <a:cubicBezTo>
                      <a:pt x="141" y="63"/>
                      <a:pt x="135" y="63"/>
                      <a:pt x="132" y="60"/>
                    </a:cubicBezTo>
                    <a:cubicBezTo>
                      <a:pt x="129" y="60"/>
                      <a:pt x="123" y="63"/>
                      <a:pt x="123" y="60"/>
                    </a:cubicBezTo>
                    <a:cubicBezTo>
                      <a:pt x="123" y="54"/>
                      <a:pt x="117" y="51"/>
                      <a:pt x="117" y="48"/>
                    </a:cubicBezTo>
                    <a:cubicBezTo>
                      <a:pt x="114" y="42"/>
                      <a:pt x="117" y="36"/>
                      <a:pt x="114" y="36"/>
                    </a:cubicBezTo>
                    <a:cubicBezTo>
                      <a:pt x="111" y="36"/>
                      <a:pt x="108" y="30"/>
                      <a:pt x="105" y="30"/>
                    </a:cubicBezTo>
                    <a:cubicBezTo>
                      <a:pt x="102" y="30"/>
                      <a:pt x="84" y="30"/>
                      <a:pt x="81" y="30"/>
                    </a:cubicBezTo>
                    <a:cubicBezTo>
                      <a:pt x="78" y="27"/>
                      <a:pt x="69" y="33"/>
                      <a:pt x="66" y="30"/>
                    </a:cubicBezTo>
                    <a:cubicBezTo>
                      <a:pt x="66" y="27"/>
                      <a:pt x="57" y="18"/>
                      <a:pt x="54" y="15"/>
                    </a:cubicBezTo>
                    <a:cubicBezTo>
                      <a:pt x="54" y="18"/>
                      <a:pt x="51" y="18"/>
                      <a:pt x="51" y="21"/>
                    </a:cubicBezTo>
                    <a:cubicBezTo>
                      <a:pt x="42" y="27"/>
                      <a:pt x="33" y="24"/>
                      <a:pt x="36" y="18"/>
                    </a:cubicBezTo>
                    <a:cubicBezTo>
                      <a:pt x="39" y="12"/>
                      <a:pt x="39" y="3"/>
                      <a:pt x="36" y="3"/>
                    </a:cubicBezTo>
                    <a:cubicBezTo>
                      <a:pt x="30" y="3"/>
                      <a:pt x="33" y="18"/>
                      <a:pt x="30" y="18"/>
                    </a:cubicBezTo>
                    <a:cubicBezTo>
                      <a:pt x="27" y="18"/>
                      <a:pt x="27" y="6"/>
                      <a:pt x="3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60"/>
                      <a:pt x="6" y="60"/>
                      <a:pt x="6" y="60"/>
                    </a:cubicBezTo>
                    <a:cubicBezTo>
                      <a:pt x="12" y="60"/>
                      <a:pt x="12" y="57"/>
                      <a:pt x="12" y="54"/>
                    </a:cubicBezTo>
                    <a:cubicBezTo>
                      <a:pt x="12" y="54"/>
                      <a:pt x="15" y="48"/>
                      <a:pt x="18" y="48"/>
                    </a:cubicBezTo>
                    <a:cubicBezTo>
                      <a:pt x="21" y="48"/>
                      <a:pt x="21" y="45"/>
                      <a:pt x="24" y="45"/>
                    </a:cubicBezTo>
                    <a:cubicBezTo>
                      <a:pt x="24" y="45"/>
                      <a:pt x="27" y="45"/>
                      <a:pt x="27" y="42"/>
                    </a:cubicBezTo>
                    <a:cubicBezTo>
                      <a:pt x="30" y="42"/>
                      <a:pt x="33" y="42"/>
                      <a:pt x="36" y="45"/>
                    </a:cubicBezTo>
                    <a:cubicBezTo>
                      <a:pt x="36" y="45"/>
                      <a:pt x="42" y="48"/>
                      <a:pt x="45" y="48"/>
                    </a:cubicBezTo>
                    <a:cubicBezTo>
                      <a:pt x="48" y="48"/>
                      <a:pt x="48" y="57"/>
                      <a:pt x="48" y="60"/>
                    </a:cubicBezTo>
                    <a:cubicBezTo>
                      <a:pt x="48" y="60"/>
                      <a:pt x="63" y="60"/>
                      <a:pt x="66" y="60"/>
                    </a:cubicBezTo>
                    <a:cubicBezTo>
                      <a:pt x="66" y="63"/>
                      <a:pt x="66" y="66"/>
                      <a:pt x="69" y="69"/>
                    </a:cubicBezTo>
                    <a:cubicBezTo>
                      <a:pt x="72" y="72"/>
                      <a:pt x="75" y="75"/>
                      <a:pt x="75" y="78"/>
                    </a:cubicBezTo>
                    <a:cubicBezTo>
                      <a:pt x="75" y="81"/>
                      <a:pt x="84" y="84"/>
                      <a:pt x="87" y="87"/>
                    </a:cubicBezTo>
                    <a:cubicBezTo>
                      <a:pt x="87" y="90"/>
                      <a:pt x="93" y="93"/>
                      <a:pt x="99" y="93"/>
                    </a:cubicBezTo>
                    <a:cubicBezTo>
                      <a:pt x="105" y="96"/>
                      <a:pt x="108" y="102"/>
                      <a:pt x="111" y="102"/>
                    </a:cubicBezTo>
                    <a:cubicBezTo>
                      <a:pt x="114" y="102"/>
                      <a:pt x="120" y="105"/>
                      <a:pt x="120" y="105"/>
                    </a:cubicBezTo>
                    <a:cubicBezTo>
                      <a:pt x="123" y="111"/>
                      <a:pt x="123" y="111"/>
                      <a:pt x="123" y="111"/>
                    </a:cubicBezTo>
                    <a:cubicBezTo>
                      <a:pt x="123" y="111"/>
                      <a:pt x="123" y="111"/>
                      <a:pt x="123" y="111"/>
                    </a:cubicBezTo>
                    <a:cubicBezTo>
                      <a:pt x="126" y="111"/>
                      <a:pt x="129" y="114"/>
                      <a:pt x="132" y="114"/>
                    </a:cubicBezTo>
                    <a:cubicBezTo>
                      <a:pt x="135" y="117"/>
                      <a:pt x="135" y="117"/>
                      <a:pt x="135" y="117"/>
                    </a:cubicBezTo>
                    <a:cubicBezTo>
                      <a:pt x="135" y="111"/>
                      <a:pt x="138" y="108"/>
                      <a:pt x="141" y="105"/>
                    </a:cubicBezTo>
                    <a:cubicBezTo>
                      <a:pt x="144" y="102"/>
                      <a:pt x="138" y="99"/>
                      <a:pt x="141" y="96"/>
                    </a:cubicBezTo>
                    <a:cubicBezTo>
                      <a:pt x="141" y="93"/>
                      <a:pt x="132" y="90"/>
                      <a:pt x="132" y="87"/>
                    </a:cubicBezTo>
                    <a:cubicBezTo>
                      <a:pt x="132" y="84"/>
                      <a:pt x="141" y="84"/>
                      <a:pt x="144" y="84"/>
                    </a:cubicBezTo>
                    <a:cubicBezTo>
                      <a:pt x="147" y="81"/>
                      <a:pt x="144" y="78"/>
                      <a:pt x="147" y="78"/>
                    </a:cubicBezTo>
                    <a:cubicBezTo>
                      <a:pt x="150" y="78"/>
                      <a:pt x="150" y="75"/>
                      <a:pt x="153" y="72"/>
                    </a:cubicBezTo>
                    <a:cubicBezTo>
                      <a:pt x="153" y="69"/>
                      <a:pt x="159" y="72"/>
                      <a:pt x="162" y="69"/>
                    </a:cubicBezTo>
                    <a:cubicBezTo>
                      <a:pt x="165" y="66"/>
                      <a:pt x="168" y="66"/>
                      <a:pt x="168" y="66"/>
                    </a:cubicBezTo>
                    <a:cubicBezTo>
                      <a:pt x="171" y="69"/>
                      <a:pt x="165" y="75"/>
                      <a:pt x="165" y="75"/>
                    </a:cubicBezTo>
                    <a:cubicBezTo>
                      <a:pt x="168" y="75"/>
                      <a:pt x="177" y="75"/>
                      <a:pt x="177" y="75"/>
                    </a:cubicBezTo>
                    <a:cubicBezTo>
                      <a:pt x="180" y="72"/>
                      <a:pt x="186" y="75"/>
                      <a:pt x="189" y="72"/>
                    </a:cubicBezTo>
                    <a:cubicBezTo>
                      <a:pt x="192" y="69"/>
                      <a:pt x="198" y="72"/>
                      <a:pt x="192" y="6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8" name="Freeform 148">
                <a:extLst>
                  <a:ext uri="{FF2B5EF4-FFF2-40B4-BE49-F238E27FC236}">
                    <a16:creationId xmlns:a16="http://schemas.microsoft.com/office/drawing/2014/main" id="{2324DDFE-02A1-A860-028A-6B34202815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2229" y="929497"/>
                <a:ext cx="558285" cy="885416"/>
              </a:xfrm>
              <a:custGeom>
                <a:avLst/>
                <a:gdLst>
                  <a:gd name="T0" fmla="*/ 276 w 291"/>
                  <a:gd name="T1" fmla="*/ 240 h 462"/>
                  <a:gd name="T2" fmla="*/ 276 w 291"/>
                  <a:gd name="T3" fmla="*/ 228 h 462"/>
                  <a:gd name="T4" fmla="*/ 261 w 291"/>
                  <a:gd name="T5" fmla="*/ 225 h 462"/>
                  <a:gd name="T6" fmla="*/ 243 w 291"/>
                  <a:gd name="T7" fmla="*/ 225 h 462"/>
                  <a:gd name="T8" fmla="*/ 234 w 291"/>
                  <a:gd name="T9" fmla="*/ 222 h 462"/>
                  <a:gd name="T10" fmla="*/ 216 w 291"/>
                  <a:gd name="T11" fmla="*/ 228 h 462"/>
                  <a:gd name="T12" fmla="*/ 201 w 291"/>
                  <a:gd name="T13" fmla="*/ 243 h 462"/>
                  <a:gd name="T14" fmla="*/ 201 w 291"/>
                  <a:gd name="T15" fmla="*/ 225 h 462"/>
                  <a:gd name="T16" fmla="*/ 183 w 291"/>
                  <a:gd name="T17" fmla="*/ 237 h 462"/>
                  <a:gd name="T18" fmla="*/ 174 w 291"/>
                  <a:gd name="T19" fmla="*/ 240 h 462"/>
                  <a:gd name="T20" fmla="*/ 165 w 291"/>
                  <a:gd name="T21" fmla="*/ 240 h 462"/>
                  <a:gd name="T22" fmla="*/ 150 w 291"/>
                  <a:gd name="T23" fmla="*/ 249 h 462"/>
                  <a:gd name="T24" fmla="*/ 138 w 291"/>
                  <a:gd name="T25" fmla="*/ 258 h 462"/>
                  <a:gd name="T26" fmla="*/ 129 w 291"/>
                  <a:gd name="T27" fmla="*/ 264 h 462"/>
                  <a:gd name="T28" fmla="*/ 111 w 291"/>
                  <a:gd name="T29" fmla="*/ 267 h 462"/>
                  <a:gd name="T30" fmla="*/ 105 w 291"/>
                  <a:gd name="T31" fmla="*/ 279 h 462"/>
                  <a:gd name="T32" fmla="*/ 129 w 291"/>
                  <a:gd name="T33" fmla="*/ 279 h 462"/>
                  <a:gd name="T34" fmla="*/ 111 w 291"/>
                  <a:gd name="T35" fmla="*/ 291 h 462"/>
                  <a:gd name="T36" fmla="*/ 87 w 291"/>
                  <a:gd name="T37" fmla="*/ 318 h 462"/>
                  <a:gd name="T38" fmla="*/ 69 w 291"/>
                  <a:gd name="T39" fmla="*/ 339 h 462"/>
                  <a:gd name="T40" fmla="*/ 57 w 291"/>
                  <a:gd name="T41" fmla="*/ 360 h 462"/>
                  <a:gd name="T42" fmla="*/ 36 w 291"/>
                  <a:gd name="T43" fmla="*/ 372 h 462"/>
                  <a:gd name="T44" fmla="*/ 15 w 291"/>
                  <a:gd name="T45" fmla="*/ 387 h 462"/>
                  <a:gd name="T46" fmla="*/ 6 w 291"/>
                  <a:gd name="T47" fmla="*/ 402 h 462"/>
                  <a:gd name="T48" fmla="*/ 3 w 291"/>
                  <a:gd name="T49" fmla="*/ 423 h 462"/>
                  <a:gd name="T50" fmla="*/ 12 w 291"/>
                  <a:gd name="T51" fmla="*/ 432 h 462"/>
                  <a:gd name="T52" fmla="*/ 9 w 291"/>
                  <a:gd name="T53" fmla="*/ 438 h 462"/>
                  <a:gd name="T54" fmla="*/ 21 w 291"/>
                  <a:gd name="T55" fmla="*/ 456 h 462"/>
                  <a:gd name="T56" fmla="*/ 66 w 291"/>
                  <a:gd name="T57" fmla="*/ 435 h 462"/>
                  <a:gd name="T58" fmla="*/ 78 w 291"/>
                  <a:gd name="T59" fmla="*/ 438 h 462"/>
                  <a:gd name="T60" fmla="*/ 87 w 291"/>
                  <a:gd name="T61" fmla="*/ 411 h 462"/>
                  <a:gd name="T62" fmla="*/ 84 w 291"/>
                  <a:gd name="T63" fmla="*/ 375 h 462"/>
                  <a:gd name="T64" fmla="*/ 102 w 291"/>
                  <a:gd name="T65" fmla="*/ 351 h 462"/>
                  <a:gd name="T66" fmla="*/ 117 w 291"/>
                  <a:gd name="T67" fmla="*/ 318 h 462"/>
                  <a:gd name="T68" fmla="*/ 132 w 291"/>
                  <a:gd name="T69" fmla="*/ 288 h 462"/>
                  <a:gd name="T70" fmla="*/ 162 w 291"/>
                  <a:gd name="T71" fmla="*/ 273 h 462"/>
                  <a:gd name="T72" fmla="*/ 186 w 291"/>
                  <a:gd name="T73" fmla="*/ 258 h 462"/>
                  <a:gd name="T74" fmla="*/ 225 w 291"/>
                  <a:gd name="T75" fmla="*/ 270 h 462"/>
                  <a:gd name="T76" fmla="*/ 249 w 291"/>
                  <a:gd name="T77" fmla="*/ 243 h 462"/>
                  <a:gd name="T78" fmla="*/ 276 w 291"/>
                  <a:gd name="T79" fmla="*/ 255 h 462"/>
                  <a:gd name="T80" fmla="*/ 81 w 291"/>
                  <a:gd name="T81" fmla="*/ 33 h 462"/>
                  <a:gd name="T82" fmla="*/ 108 w 291"/>
                  <a:gd name="T83" fmla="*/ 48 h 462"/>
                  <a:gd name="T84" fmla="*/ 129 w 291"/>
                  <a:gd name="T85" fmla="*/ 54 h 462"/>
                  <a:gd name="T86" fmla="*/ 132 w 291"/>
                  <a:gd name="T87" fmla="*/ 69 h 462"/>
                  <a:gd name="T88" fmla="*/ 111 w 291"/>
                  <a:gd name="T89" fmla="*/ 87 h 462"/>
                  <a:gd name="T90" fmla="*/ 132 w 291"/>
                  <a:gd name="T91" fmla="*/ 96 h 462"/>
                  <a:gd name="T92" fmla="*/ 159 w 291"/>
                  <a:gd name="T93" fmla="*/ 51 h 462"/>
                  <a:gd name="T94" fmla="*/ 180 w 291"/>
                  <a:gd name="T95" fmla="*/ 63 h 462"/>
                  <a:gd name="T96" fmla="*/ 210 w 291"/>
                  <a:gd name="T97" fmla="*/ 75 h 462"/>
                  <a:gd name="T98" fmla="*/ 201 w 291"/>
                  <a:gd name="T99" fmla="*/ 60 h 462"/>
                  <a:gd name="T100" fmla="*/ 177 w 291"/>
                  <a:gd name="T101" fmla="*/ 39 h 462"/>
                  <a:gd name="T102" fmla="*/ 150 w 291"/>
                  <a:gd name="T103" fmla="*/ 24 h 462"/>
                  <a:gd name="T104" fmla="*/ 126 w 291"/>
                  <a:gd name="T105" fmla="*/ 12 h 462"/>
                  <a:gd name="T106" fmla="*/ 117 w 291"/>
                  <a:gd name="T107" fmla="*/ 24 h 462"/>
                  <a:gd name="T108" fmla="*/ 93 w 291"/>
                  <a:gd name="T109" fmla="*/ 24 h 462"/>
                  <a:gd name="T110" fmla="*/ 78 w 291"/>
                  <a:gd name="T111" fmla="*/ 18 h 462"/>
                  <a:gd name="T112" fmla="*/ 72 w 291"/>
                  <a:gd name="T113" fmla="*/ 54 h 462"/>
                  <a:gd name="T114" fmla="*/ 72 w 291"/>
                  <a:gd name="T115" fmla="*/ 54 h 462"/>
                  <a:gd name="T116" fmla="*/ 168 w 291"/>
                  <a:gd name="T117" fmla="*/ 27 h 462"/>
                  <a:gd name="T118" fmla="*/ 234 w 291"/>
                  <a:gd name="T119" fmla="*/ 24 h 462"/>
                  <a:gd name="T120" fmla="*/ 204 w 291"/>
                  <a:gd name="T121" fmla="*/ 9 h 462"/>
                  <a:gd name="T122" fmla="*/ 177 w 291"/>
                  <a:gd name="T123" fmla="*/ 6 h 462"/>
                  <a:gd name="T124" fmla="*/ 159 w 291"/>
                  <a:gd name="T125" fmla="*/ 9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91" h="462">
                    <a:moveTo>
                      <a:pt x="282" y="246"/>
                    </a:moveTo>
                    <a:cubicBezTo>
                      <a:pt x="282" y="249"/>
                      <a:pt x="279" y="249"/>
                      <a:pt x="279" y="246"/>
                    </a:cubicBezTo>
                    <a:cubicBezTo>
                      <a:pt x="279" y="243"/>
                      <a:pt x="270" y="240"/>
                      <a:pt x="270" y="240"/>
                    </a:cubicBezTo>
                    <a:cubicBezTo>
                      <a:pt x="270" y="240"/>
                      <a:pt x="273" y="240"/>
                      <a:pt x="276" y="240"/>
                    </a:cubicBezTo>
                    <a:cubicBezTo>
                      <a:pt x="279" y="243"/>
                      <a:pt x="282" y="240"/>
                      <a:pt x="285" y="237"/>
                    </a:cubicBezTo>
                    <a:cubicBezTo>
                      <a:pt x="288" y="234"/>
                      <a:pt x="291" y="237"/>
                      <a:pt x="291" y="234"/>
                    </a:cubicBezTo>
                    <a:cubicBezTo>
                      <a:pt x="285" y="231"/>
                      <a:pt x="285" y="231"/>
                      <a:pt x="285" y="231"/>
                    </a:cubicBezTo>
                    <a:cubicBezTo>
                      <a:pt x="285" y="228"/>
                      <a:pt x="282" y="225"/>
                      <a:pt x="276" y="228"/>
                    </a:cubicBezTo>
                    <a:cubicBezTo>
                      <a:pt x="273" y="228"/>
                      <a:pt x="273" y="225"/>
                      <a:pt x="270" y="225"/>
                    </a:cubicBezTo>
                    <a:cubicBezTo>
                      <a:pt x="270" y="222"/>
                      <a:pt x="261" y="225"/>
                      <a:pt x="261" y="231"/>
                    </a:cubicBezTo>
                    <a:cubicBezTo>
                      <a:pt x="261" y="234"/>
                      <a:pt x="258" y="234"/>
                      <a:pt x="258" y="231"/>
                    </a:cubicBezTo>
                    <a:cubicBezTo>
                      <a:pt x="261" y="228"/>
                      <a:pt x="258" y="225"/>
                      <a:pt x="261" y="225"/>
                    </a:cubicBezTo>
                    <a:cubicBezTo>
                      <a:pt x="264" y="225"/>
                      <a:pt x="261" y="219"/>
                      <a:pt x="255" y="219"/>
                    </a:cubicBezTo>
                    <a:cubicBezTo>
                      <a:pt x="249" y="219"/>
                      <a:pt x="249" y="222"/>
                      <a:pt x="249" y="225"/>
                    </a:cubicBezTo>
                    <a:cubicBezTo>
                      <a:pt x="252" y="225"/>
                      <a:pt x="246" y="234"/>
                      <a:pt x="243" y="234"/>
                    </a:cubicBezTo>
                    <a:cubicBezTo>
                      <a:pt x="240" y="234"/>
                      <a:pt x="243" y="228"/>
                      <a:pt x="243" y="225"/>
                    </a:cubicBezTo>
                    <a:cubicBezTo>
                      <a:pt x="243" y="222"/>
                      <a:pt x="240" y="222"/>
                      <a:pt x="234" y="228"/>
                    </a:cubicBezTo>
                    <a:cubicBezTo>
                      <a:pt x="231" y="234"/>
                      <a:pt x="228" y="237"/>
                      <a:pt x="225" y="237"/>
                    </a:cubicBezTo>
                    <a:cubicBezTo>
                      <a:pt x="222" y="240"/>
                      <a:pt x="222" y="234"/>
                      <a:pt x="228" y="231"/>
                    </a:cubicBezTo>
                    <a:cubicBezTo>
                      <a:pt x="231" y="228"/>
                      <a:pt x="231" y="222"/>
                      <a:pt x="234" y="222"/>
                    </a:cubicBezTo>
                    <a:cubicBezTo>
                      <a:pt x="237" y="222"/>
                      <a:pt x="237" y="219"/>
                      <a:pt x="234" y="219"/>
                    </a:cubicBezTo>
                    <a:cubicBezTo>
                      <a:pt x="228" y="216"/>
                      <a:pt x="228" y="222"/>
                      <a:pt x="225" y="222"/>
                    </a:cubicBezTo>
                    <a:cubicBezTo>
                      <a:pt x="225" y="225"/>
                      <a:pt x="219" y="222"/>
                      <a:pt x="219" y="222"/>
                    </a:cubicBezTo>
                    <a:cubicBezTo>
                      <a:pt x="219" y="225"/>
                      <a:pt x="216" y="225"/>
                      <a:pt x="216" y="228"/>
                    </a:cubicBezTo>
                    <a:cubicBezTo>
                      <a:pt x="219" y="228"/>
                      <a:pt x="216" y="231"/>
                      <a:pt x="213" y="228"/>
                    </a:cubicBezTo>
                    <a:cubicBezTo>
                      <a:pt x="213" y="225"/>
                      <a:pt x="207" y="228"/>
                      <a:pt x="207" y="231"/>
                    </a:cubicBezTo>
                    <a:cubicBezTo>
                      <a:pt x="204" y="234"/>
                      <a:pt x="201" y="234"/>
                      <a:pt x="204" y="234"/>
                    </a:cubicBezTo>
                    <a:cubicBezTo>
                      <a:pt x="204" y="237"/>
                      <a:pt x="204" y="240"/>
                      <a:pt x="201" y="243"/>
                    </a:cubicBezTo>
                    <a:cubicBezTo>
                      <a:pt x="198" y="243"/>
                      <a:pt x="201" y="234"/>
                      <a:pt x="198" y="234"/>
                    </a:cubicBezTo>
                    <a:cubicBezTo>
                      <a:pt x="195" y="234"/>
                      <a:pt x="198" y="231"/>
                      <a:pt x="201" y="231"/>
                    </a:cubicBezTo>
                    <a:cubicBezTo>
                      <a:pt x="204" y="231"/>
                      <a:pt x="207" y="225"/>
                      <a:pt x="207" y="225"/>
                    </a:cubicBezTo>
                    <a:cubicBezTo>
                      <a:pt x="207" y="222"/>
                      <a:pt x="201" y="222"/>
                      <a:pt x="201" y="225"/>
                    </a:cubicBezTo>
                    <a:cubicBezTo>
                      <a:pt x="201" y="228"/>
                      <a:pt x="198" y="228"/>
                      <a:pt x="192" y="228"/>
                    </a:cubicBezTo>
                    <a:cubicBezTo>
                      <a:pt x="189" y="228"/>
                      <a:pt x="189" y="231"/>
                      <a:pt x="195" y="234"/>
                    </a:cubicBezTo>
                    <a:cubicBezTo>
                      <a:pt x="198" y="237"/>
                      <a:pt x="192" y="240"/>
                      <a:pt x="192" y="237"/>
                    </a:cubicBezTo>
                    <a:cubicBezTo>
                      <a:pt x="189" y="234"/>
                      <a:pt x="186" y="237"/>
                      <a:pt x="183" y="237"/>
                    </a:cubicBezTo>
                    <a:cubicBezTo>
                      <a:pt x="180" y="237"/>
                      <a:pt x="189" y="240"/>
                      <a:pt x="189" y="243"/>
                    </a:cubicBezTo>
                    <a:cubicBezTo>
                      <a:pt x="189" y="243"/>
                      <a:pt x="183" y="240"/>
                      <a:pt x="183" y="243"/>
                    </a:cubicBezTo>
                    <a:cubicBezTo>
                      <a:pt x="183" y="243"/>
                      <a:pt x="177" y="240"/>
                      <a:pt x="177" y="237"/>
                    </a:cubicBezTo>
                    <a:cubicBezTo>
                      <a:pt x="177" y="237"/>
                      <a:pt x="168" y="240"/>
                      <a:pt x="174" y="240"/>
                    </a:cubicBezTo>
                    <a:cubicBezTo>
                      <a:pt x="177" y="243"/>
                      <a:pt x="177" y="243"/>
                      <a:pt x="177" y="249"/>
                    </a:cubicBezTo>
                    <a:cubicBezTo>
                      <a:pt x="177" y="252"/>
                      <a:pt x="171" y="249"/>
                      <a:pt x="171" y="246"/>
                    </a:cubicBezTo>
                    <a:cubicBezTo>
                      <a:pt x="174" y="243"/>
                      <a:pt x="168" y="243"/>
                      <a:pt x="165" y="246"/>
                    </a:cubicBezTo>
                    <a:cubicBezTo>
                      <a:pt x="162" y="246"/>
                      <a:pt x="168" y="240"/>
                      <a:pt x="165" y="240"/>
                    </a:cubicBezTo>
                    <a:cubicBezTo>
                      <a:pt x="165" y="237"/>
                      <a:pt x="162" y="240"/>
                      <a:pt x="156" y="240"/>
                    </a:cubicBezTo>
                    <a:cubicBezTo>
                      <a:pt x="153" y="240"/>
                      <a:pt x="153" y="240"/>
                      <a:pt x="153" y="243"/>
                    </a:cubicBezTo>
                    <a:cubicBezTo>
                      <a:pt x="156" y="246"/>
                      <a:pt x="156" y="249"/>
                      <a:pt x="153" y="249"/>
                    </a:cubicBezTo>
                    <a:cubicBezTo>
                      <a:pt x="150" y="246"/>
                      <a:pt x="150" y="249"/>
                      <a:pt x="150" y="249"/>
                    </a:cubicBezTo>
                    <a:cubicBezTo>
                      <a:pt x="150" y="252"/>
                      <a:pt x="147" y="252"/>
                      <a:pt x="147" y="252"/>
                    </a:cubicBezTo>
                    <a:cubicBezTo>
                      <a:pt x="144" y="249"/>
                      <a:pt x="141" y="249"/>
                      <a:pt x="138" y="252"/>
                    </a:cubicBezTo>
                    <a:cubicBezTo>
                      <a:pt x="135" y="255"/>
                      <a:pt x="132" y="255"/>
                      <a:pt x="132" y="258"/>
                    </a:cubicBezTo>
                    <a:cubicBezTo>
                      <a:pt x="132" y="261"/>
                      <a:pt x="135" y="258"/>
                      <a:pt x="138" y="258"/>
                    </a:cubicBezTo>
                    <a:cubicBezTo>
                      <a:pt x="141" y="261"/>
                      <a:pt x="138" y="261"/>
                      <a:pt x="141" y="264"/>
                    </a:cubicBezTo>
                    <a:cubicBezTo>
                      <a:pt x="141" y="267"/>
                      <a:pt x="141" y="267"/>
                      <a:pt x="141" y="267"/>
                    </a:cubicBezTo>
                    <a:cubicBezTo>
                      <a:pt x="138" y="264"/>
                      <a:pt x="135" y="264"/>
                      <a:pt x="135" y="267"/>
                    </a:cubicBezTo>
                    <a:cubicBezTo>
                      <a:pt x="132" y="270"/>
                      <a:pt x="132" y="267"/>
                      <a:pt x="129" y="264"/>
                    </a:cubicBezTo>
                    <a:cubicBezTo>
                      <a:pt x="126" y="261"/>
                      <a:pt x="126" y="267"/>
                      <a:pt x="123" y="267"/>
                    </a:cubicBezTo>
                    <a:cubicBezTo>
                      <a:pt x="120" y="264"/>
                      <a:pt x="126" y="261"/>
                      <a:pt x="126" y="258"/>
                    </a:cubicBezTo>
                    <a:cubicBezTo>
                      <a:pt x="123" y="255"/>
                      <a:pt x="123" y="258"/>
                      <a:pt x="120" y="264"/>
                    </a:cubicBezTo>
                    <a:cubicBezTo>
                      <a:pt x="114" y="267"/>
                      <a:pt x="111" y="267"/>
                      <a:pt x="111" y="267"/>
                    </a:cubicBezTo>
                    <a:cubicBezTo>
                      <a:pt x="114" y="270"/>
                      <a:pt x="108" y="270"/>
                      <a:pt x="108" y="273"/>
                    </a:cubicBezTo>
                    <a:cubicBezTo>
                      <a:pt x="105" y="276"/>
                      <a:pt x="99" y="279"/>
                      <a:pt x="93" y="282"/>
                    </a:cubicBezTo>
                    <a:cubicBezTo>
                      <a:pt x="87" y="285"/>
                      <a:pt x="93" y="285"/>
                      <a:pt x="96" y="282"/>
                    </a:cubicBezTo>
                    <a:cubicBezTo>
                      <a:pt x="99" y="279"/>
                      <a:pt x="102" y="282"/>
                      <a:pt x="105" y="279"/>
                    </a:cubicBezTo>
                    <a:cubicBezTo>
                      <a:pt x="111" y="276"/>
                      <a:pt x="114" y="273"/>
                      <a:pt x="117" y="273"/>
                    </a:cubicBezTo>
                    <a:cubicBezTo>
                      <a:pt x="117" y="276"/>
                      <a:pt x="120" y="276"/>
                      <a:pt x="123" y="273"/>
                    </a:cubicBezTo>
                    <a:cubicBezTo>
                      <a:pt x="126" y="270"/>
                      <a:pt x="129" y="270"/>
                      <a:pt x="129" y="273"/>
                    </a:cubicBezTo>
                    <a:cubicBezTo>
                      <a:pt x="132" y="273"/>
                      <a:pt x="126" y="276"/>
                      <a:pt x="129" y="279"/>
                    </a:cubicBezTo>
                    <a:cubicBezTo>
                      <a:pt x="132" y="282"/>
                      <a:pt x="126" y="282"/>
                      <a:pt x="126" y="279"/>
                    </a:cubicBezTo>
                    <a:cubicBezTo>
                      <a:pt x="126" y="279"/>
                      <a:pt x="123" y="276"/>
                      <a:pt x="120" y="279"/>
                    </a:cubicBezTo>
                    <a:cubicBezTo>
                      <a:pt x="117" y="282"/>
                      <a:pt x="117" y="282"/>
                      <a:pt x="117" y="282"/>
                    </a:cubicBezTo>
                    <a:cubicBezTo>
                      <a:pt x="114" y="282"/>
                      <a:pt x="111" y="288"/>
                      <a:pt x="111" y="291"/>
                    </a:cubicBezTo>
                    <a:cubicBezTo>
                      <a:pt x="111" y="294"/>
                      <a:pt x="108" y="291"/>
                      <a:pt x="108" y="294"/>
                    </a:cubicBezTo>
                    <a:cubicBezTo>
                      <a:pt x="108" y="297"/>
                      <a:pt x="102" y="303"/>
                      <a:pt x="96" y="309"/>
                    </a:cubicBezTo>
                    <a:cubicBezTo>
                      <a:pt x="93" y="312"/>
                      <a:pt x="96" y="315"/>
                      <a:pt x="96" y="318"/>
                    </a:cubicBezTo>
                    <a:cubicBezTo>
                      <a:pt x="93" y="321"/>
                      <a:pt x="87" y="318"/>
                      <a:pt x="87" y="318"/>
                    </a:cubicBezTo>
                    <a:cubicBezTo>
                      <a:pt x="84" y="321"/>
                      <a:pt x="87" y="327"/>
                      <a:pt x="84" y="330"/>
                    </a:cubicBezTo>
                    <a:cubicBezTo>
                      <a:pt x="81" y="330"/>
                      <a:pt x="84" y="333"/>
                      <a:pt x="84" y="336"/>
                    </a:cubicBezTo>
                    <a:cubicBezTo>
                      <a:pt x="84" y="339"/>
                      <a:pt x="78" y="336"/>
                      <a:pt x="78" y="336"/>
                    </a:cubicBezTo>
                    <a:cubicBezTo>
                      <a:pt x="78" y="339"/>
                      <a:pt x="72" y="339"/>
                      <a:pt x="69" y="339"/>
                    </a:cubicBezTo>
                    <a:cubicBezTo>
                      <a:pt x="69" y="342"/>
                      <a:pt x="72" y="345"/>
                      <a:pt x="75" y="348"/>
                    </a:cubicBezTo>
                    <a:cubicBezTo>
                      <a:pt x="78" y="348"/>
                      <a:pt x="72" y="351"/>
                      <a:pt x="72" y="348"/>
                    </a:cubicBezTo>
                    <a:cubicBezTo>
                      <a:pt x="72" y="345"/>
                      <a:pt x="69" y="351"/>
                      <a:pt x="63" y="351"/>
                    </a:cubicBezTo>
                    <a:cubicBezTo>
                      <a:pt x="57" y="354"/>
                      <a:pt x="60" y="360"/>
                      <a:pt x="57" y="360"/>
                    </a:cubicBezTo>
                    <a:cubicBezTo>
                      <a:pt x="51" y="360"/>
                      <a:pt x="54" y="366"/>
                      <a:pt x="51" y="369"/>
                    </a:cubicBezTo>
                    <a:cubicBezTo>
                      <a:pt x="48" y="369"/>
                      <a:pt x="48" y="363"/>
                      <a:pt x="45" y="363"/>
                    </a:cubicBezTo>
                    <a:cubicBezTo>
                      <a:pt x="39" y="363"/>
                      <a:pt x="39" y="366"/>
                      <a:pt x="42" y="369"/>
                    </a:cubicBezTo>
                    <a:cubicBezTo>
                      <a:pt x="45" y="372"/>
                      <a:pt x="39" y="369"/>
                      <a:pt x="36" y="372"/>
                    </a:cubicBezTo>
                    <a:cubicBezTo>
                      <a:pt x="33" y="375"/>
                      <a:pt x="27" y="375"/>
                      <a:pt x="27" y="378"/>
                    </a:cubicBezTo>
                    <a:cubicBezTo>
                      <a:pt x="24" y="381"/>
                      <a:pt x="30" y="381"/>
                      <a:pt x="33" y="381"/>
                    </a:cubicBezTo>
                    <a:cubicBezTo>
                      <a:pt x="33" y="384"/>
                      <a:pt x="27" y="384"/>
                      <a:pt x="21" y="381"/>
                    </a:cubicBezTo>
                    <a:cubicBezTo>
                      <a:pt x="18" y="381"/>
                      <a:pt x="18" y="387"/>
                      <a:pt x="15" y="387"/>
                    </a:cubicBezTo>
                    <a:cubicBezTo>
                      <a:pt x="12" y="384"/>
                      <a:pt x="9" y="390"/>
                      <a:pt x="12" y="390"/>
                    </a:cubicBezTo>
                    <a:cubicBezTo>
                      <a:pt x="12" y="393"/>
                      <a:pt x="9" y="393"/>
                      <a:pt x="6" y="393"/>
                    </a:cubicBezTo>
                    <a:cubicBezTo>
                      <a:pt x="3" y="390"/>
                      <a:pt x="3" y="396"/>
                      <a:pt x="0" y="396"/>
                    </a:cubicBezTo>
                    <a:cubicBezTo>
                      <a:pt x="0" y="399"/>
                      <a:pt x="6" y="402"/>
                      <a:pt x="6" y="402"/>
                    </a:cubicBezTo>
                    <a:cubicBezTo>
                      <a:pt x="6" y="405"/>
                      <a:pt x="0" y="408"/>
                      <a:pt x="3" y="408"/>
                    </a:cubicBezTo>
                    <a:cubicBezTo>
                      <a:pt x="6" y="408"/>
                      <a:pt x="6" y="411"/>
                      <a:pt x="3" y="411"/>
                    </a:cubicBezTo>
                    <a:cubicBezTo>
                      <a:pt x="0" y="411"/>
                      <a:pt x="0" y="414"/>
                      <a:pt x="3" y="417"/>
                    </a:cubicBezTo>
                    <a:cubicBezTo>
                      <a:pt x="6" y="420"/>
                      <a:pt x="0" y="420"/>
                      <a:pt x="3" y="423"/>
                    </a:cubicBezTo>
                    <a:cubicBezTo>
                      <a:pt x="6" y="426"/>
                      <a:pt x="6" y="423"/>
                      <a:pt x="9" y="426"/>
                    </a:cubicBezTo>
                    <a:cubicBezTo>
                      <a:pt x="9" y="429"/>
                      <a:pt x="12" y="426"/>
                      <a:pt x="15" y="423"/>
                    </a:cubicBezTo>
                    <a:cubicBezTo>
                      <a:pt x="21" y="420"/>
                      <a:pt x="21" y="426"/>
                      <a:pt x="18" y="426"/>
                    </a:cubicBezTo>
                    <a:cubicBezTo>
                      <a:pt x="15" y="426"/>
                      <a:pt x="12" y="429"/>
                      <a:pt x="12" y="432"/>
                    </a:cubicBezTo>
                    <a:cubicBezTo>
                      <a:pt x="12" y="435"/>
                      <a:pt x="9" y="432"/>
                      <a:pt x="9" y="429"/>
                    </a:cubicBezTo>
                    <a:cubicBezTo>
                      <a:pt x="9" y="426"/>
                      <a:pt x="3" y="429"/>
                      <a:pt x="3" y="432"/>
                    </a:cubicBezTo>
                    <a:cubicBezTo>
                      <a:pt x="6" y="435"/>
                      <a:pt x="3" y="438"/>
                      <a:pt x="3" y="438"/>
                    </a:cubicBezTo>
                    <a:cubicBezTo>
                      <a:pt x="3" y="441"/>
                      <a:pt x="9" y="441"/>
                      <a:pt x="9" y="438"/>
                    </a:cubicBezTo>
                    <a:cubicBezTo>
                      <a:pt x="12" y="435"/>
                      <a:pt x="15" y="435"/>
                      <a:pt x="15" y="438"/>
                    </a:cubicBezTo>
                    <a:cubicBezTo>
                      <a:pt x="18" y="441"/>
                      <a:pt x="12" y="441"/>
                      <a:pt x="12" y="444"/>
                    </a:cubicBezTo>
                    <a:cubicBezTo>
                      <a:pt x="12" y="447"/>
                      <a:pt x="9" y="444"/>
                      <a:pt x="9" y="447"/>
                    </a:cubicBezTo>
                    <a:cubicBezTo>
                      <a:pt x="6" y="450"/>
                      <a:pt x="18" y="456"/>
                      <a:pt x="21" y="456"/>
                    </a:cubicBezTo>
                    <a:cubicBezTo>
                      <a:pt x="24" y="456"/>
                      <a:pt x="27" y="462"/>
                      <a:pt x="33" y="459"/>
                    </a:cubicBezTo>
                    <a:cubicBezTo>
                      <a:pt x="39" y="459"/>
                      <a:pt x="51" y="447"/>
                      <a:pt x="54" y="444"/>
                    </a:cubicBezTo>
                    <a:cubicBezTo>
                      <a:pt x="57" y="441"/>
                      <a:pt x="60" y="444"/>
                      <a:pt x="63" y="444"/>
                    </a:cubicBezTo>
                    <a:cubicBezTo>
                      <a:pt x="63" y="441"/>
                      <a:pt x="63" y="435"/>
                      <a:pt x="66" y="435"/>
                    </a:cubicBezTo>
                    <a:cubicBezTo>
                      <a:pt x="69" y="441"/>
                      <a:pt x="69" y="441"/>
                      <a:pt x="69" y="441"/>
                    </a:cubicBezTo>
                    <a:cubicBezTo>
                      <a:pt x="72" y="441"/>
                      <a:pt x="72" y="444"/>
                      <a:pt x="72" y="447"/>
                    </a:cubicBezTo>
                    <a:cubicBezTo>
                      <a:pt x="75" y="447"/>
                      <a:pt x="75" y="447"/>
                      <a:pt x="75" y="447"/>
                    </a:cubicBezTo>
                    <a:cubicBezTo>
                      <a:pt x="78" y="447"/>
                      <a:pt x="78" y="441"/>
                      <a:pt x="78" y="438"/>
                    </a:cubicBezTo>
                    <a:cubicBezTo>
                      <a:pt x="78" y="438"/>
                      <a:pt x="81" y="432"/>
                      <a:pt x="81" y="429"/>
                    </a:cubicBezTo>
                    <a:cubicBezTo>
                      <a:pt x="78" y="426"/>
                      <a:pt x="87" y="429"/>
                      <a:pt x="87" y="426"/>
                    </a:cubicBezTo>
                    <a:cubicBezTo>
                      <a:pt x="87" y="426"/>
                      <a:pt x="90" y="417"/>
                      <a:pt x="87" y="417"/>
                    </a:cubicBezTo>
                    <a:cubicBezTo>
                      <a:pt x="84" y="414"/>
                      <a:pt x="84" y="411"/>
                      <a:pt x="87" y="411"/>
                    </a:cubicBezTo>
                    <a:cubicBezTo>
                      <a:pt x="87" y="411"/>
                      <a:pt x="90" y="411"/>
                      <a:pt x="90" y="405"/>
                    </a:cubicBezTo>
                    <a:cubicBezTo>
                      <a:pt x="90" y="402"/>
                      <a:pt x="84" y="402"/>
                      <a:pt x="84" y="396"/>
                    </a:cubicBezTo>
                    <a:cubicBezTo>
                      <a:pt x="81" y="393"/>
                      <a:pt x="87" y="393"/>
                      <a:pt x="84" y="387"/>
                    </a:cubicBezTo>
                    <a:cubicBezTo>
                      <a:pt x="81" y="381"/>
                      <a:pt x="84" y="378"/>
                      <a:pt x="84" y="375"/>
                    </a:cubicBezTo>
                    <a:cubicBezTo>
                      <a:pt x="81" y="372"/>
                      <a:pt x="81" y="369"/>
                      <a:pt x="84" y="363"/>
                    </a:cubicBezTo>
                    <a:cubicBezTo>
                      <a:pt x="87" y="360"/>
                      <a:pt x="93" y="357"/>
                      <a:pt x="96" y="357"/>
                    </a:cubicBezTo>
                    <a:cubicBezTo>
                      <a:pt x="99" y="357"/>
                      <a:pt x="102" y="360"/>
                      <a:pt x="102" y="357"/>
                    </a:cubicBezTo>
                    <a:cubicBezTo>
                      <a:pt x="105" y="354"/>
                      <a:pt x="105" y="351"/>
                      <a:pt x="102" y="351"/>
                    </a:cubicBezTo>
                    <a:cubicBezTo>
                      <a:pt x="102" y="348"/>
                      <a:pt x="96" y="348"/>
                      <a:pt x="102" y="345"/>
                    </a:cubicBezTo>
                    <a:cubicBezTo>
                      <a:pt x="105" y="339"/>
                      <a:pt x="108" y="333"/>
                      <a:pt x="108" y="330"/>
                    </a:cubicBezTo>
                    <a:cubicBezTo>
                      <a:pt x="108" y="324"/>
                      <a:pt x="108" y="321"/>
                      <a:pt x="108" y="318"/>
                    </a:cubicBezTo>
                    <a:cubicBezTo>
                      <a:pt x="111" y="318"/>
                      <a:pt x="114" y="318"/>
                      <a:pt x="117" y="318"/>
                    </a:cubicBezTo>
                    <a:cubicBezTo>
                      <a:pt x="120" y="315"/>
                      <a:pt x="117" y="312"/>
                      <a:pt x="120" y="309"/>
                    </a:cubicBezTo>
                    <a:cubicBezTo>
                      <a:pt x="120" y="309"/>
                      <a:pt x="123" y="303"/>
                      <a:pt x="126" y="303"/>
                    </a:cubicBezTo>
                    <a:cubicBezTo>
                      <a:pt x="126" y="300"/>
                      <a:pt x="129" y="297"/>
                      <a:pt x="129" y="297"/>
                    </a:cubicBezTo>
                    <a:cubicBezTo>
                      <a:pt x="126" y="294"/>
                      <a:pt x="132" y="291"/>
                      <a:pt x="132" y="288"/>
                    </a:cubicBezTo>
                    <a:cubicBezTo>
                      <a:pt x="132" y="285"/>
                      <a:pt x="135" y="282"/>
                      <a:pt x="141" y="282"/>
                    </a:cubicBezTo>
                    <a:cubicBezTo>
                      <a:pt x="144" y="282"/>
                      <a:pt x="147" y="282"/>
                      <a:pt x="147" y="279"/>
                    </a:cubicBezTo>
                    <a:cubicBezTo>
                      <a:pt x="147" y="276"/>
                      <a:pt x="147" y="267"/>
                      <a:pt x="150" y="270"/>
                    </a:cubicBezTo>
                    <a:cubicBezTo>
                      <a:pt x="156" y="273"/>
                      <a:pt x="159" y="270"/>
                      <a:pt x="162" y="273"/>
                    </a:cubicBezTo>
                    <a:cubicBezTo>
                      <a:pt x="165" y="276"/>
                      <a:pt x="171" y="276"/>
                      <a:pt x="171" y="270"/>
                    </a:cubicBezTo>
                    <a:cubicBezTo>
                      <a:pt x="171" y="267"/>
                      <a:pt x="171" y="258"/>
                      <a:pt x="177" y="261"/>
                    </a:cubicBezTo>
                    <a:cubicBezTo>
                      <a:pt x="177" y="261"/>
                      <a:pt x="177" y="261"/>
                      <a:pt x="177" y="261"/>
                    </a:cubicBezTo>
                    <a:cubicBezTo>
                      <a:pt x="180" y="258"/>
                      <a:pt x="183" y="258"/>
                      <a:pt x="186" y="258"/>
                    </a:cubicBezTo>
                    <a:cubicBezTo>
                      <a:pt x="189" y="258"/>
                      <a:pt x="192" y="264"/>
                      <a:pt x="198" y="267"/>
                    </a:cubicBezTo>
                    <a:cubicBezTo>
                      <a:pt x="204" y="267"/>
                      <a:pt x="207" y="270"/>
                      <a:pt x="210" y="267"/>
                    </a:cubicBezTo>
                    <a:cubicBezTo>
                      <a:pt x="210" y="264"/>
                      <a:pt x="216" y="267"/>
                      <a:pt x="219" y="267"/>
                    </a:cubicBezTo>
                    <a:cubicBezTo>
                      <a:pt x="222" y="267"/>
                      <a:pt x="222" y="273"/>
                      <a:pt x="225" y="270"/>
                    </a:cubicBezTo>
                    <a:cubicBezTo>
                      <a:pt x="228" y="264"/>
                      <a:pt x="225" y="261"/>
                      <a:pt x="231" y="261"/>
                    </a:cubicBezTo>
                    <a:cubicBezTo>
                      <a:pt x="234" y="264"/>
                      <a:pt x="231" y="255"/>
                      <a:pt x="231" y="252"/>
                    </a:cubicBezTo>
                    <a:cubicBezTo>
                      <a:pt x="231" y="249"/>
                      <a:pt x="240" y="249"/>
                      <a:pt x="240" y="246"/>
                    </a:cubicBezTo>
                    <a:cubicBezTo>
                      <a:pt x="240" y="243"/>
                      <a:pt x="249" y="246"/>
                      <a:pt x="249" y="243"/>
                    </a:cubicBezTo>
                    <a:cubicBezTo>
                      <a:pt x="252" y="240"/>
                      <a:pt x="258" y="240"/>
                      <a:pt x="258" y="243"/>
                    </a:cubicBezTo>
                    <a:cubicBezTo>
                      <a:pt x="261" y="246"/>
                      <a:pt x="270" y="246"/>
                      <a:pt x="270" y="249"/>
                    </a:cubicBezTo>
                    <a:cubicBezTo>
                      <a:pt x="270" y="252"/>
                      <a:pt x="270" y="255"/>
                      <a:pt x="270" y="258"/>
                    </a:cubicBezTo>
                    <a:cubicBezTo>
                      <a:pt x="273" y="255"/>
                      <a:pt x="273" y="255"/>
                      <a:pt x="276" y="255"/>
                    </a:cubicBezTo>
                    <a:cubicBezTo>
                      <a:pt x="279" y="255"/>
                      <a:pt x="282" y="249"/>
                      <a:pt x="285" y="249"/>
                    </a:cubicBezTo>
                    <a:cubicBezTo>
                      <a:pt x="288" y="249"/>
                      <a:pt x="291" y="249"/>
                      <a:pt x="291" y="246"/>
                    </a:cubicBezTo>
                    <a:cubicBezTo>
                      <a:pt x="288" y="243"/>
                      <a:pt x="282" y="243"/>
                      <a:pt x="282" y="246"/>
                    </a:cubicBezTo>
                    <a:close/>
                    <a:moveTo>
                      <a:pt x="81" y="33"/>
                    </a:moveTo>
                    <a:cubicBezTo>
                      <a:pt x="87" y="33"/>
                      <a:pt x="75" y="39"/>
                      <a:pt x="75" y="45"/>
                    </a:cubicBezTo>
                    <a:cubicBezTo>
                      <a:pt x="72" y="48"/>
                      <a:pt x="81" y="54"/>
                      <a:pt x="87" y="57"/>
                    </a:cubicBezTo>
                    <a:cubicBezTo>
                      <a:pt x="90" y="60"/>
                      <a:pt x="99" y="60"/>
                      <a:pt x="102" y="57"/>
                    </a:cubicBezTo>
                    <a:cubicBezTo>
                      <a:pt x="105" y="54"/>
                      <a:pt x="105" y="48"/>
                      <a:pt x="108" y="48"/>
                    </a:cubicBezTo>
                    <a:cubicBezTo>
                      <a:pt x="114" y="48"/>
                      <a:pt x="111" y="45"/>
                      <a:pt x="114" y="42"/>
                    </a:cubicBezTo>
                    <a:cubicBezTo>
                      <a:pt x="117" y="42"/>
                      <a:pt x="117" y="48"/>
                      <a:pt x="114" y="51"/>
                    </a:cubicBezTo>
                    <a:cubicBezTo>
                      <a:pt x="111" y="54"/>
                      <a:pt x="120" y="54"/>
                      <a:pt x="126" y="48"/>
                    </a:cubicBezTo>
                    <a:cubicBezTo>
                      <a:pt x="129" y="45"/>
                      <a:pt x="129" y="48"/>
                      <a:pt x="129" y="54"/>
                    </a:cubicBezTo>
                    <a:cubicBezTo>
                      <a:pt x="129" y="57"/>
                      <a:pt x="120" y="54"/>
                      <a:pt x="117" y="60"/>
                    </a:cubicBezTo>
                    <a:cubicBezTo>
                      <a:pt x="111" y="63"/>
                      <a:pt x="102" y="60"/>
                      <a:pt x="99" y="66"/>
                    </a:cubicBezTo>
                    <a:cubicBezTo>
                      <a:pt x="93" y="69"/>
                      <a:pt x="102" y="69"/>
                      <a:pt x="108" y="69"/>
                    </a:cubicBezTo>
                    <a:cubicBezTo>
                      <a:pt x="114" y="69"/>
                      <a:pt x="126" y="66"/>
                      <a:pt x="132" y="69"/>
                    </a:cubicBezTo>
                    <a:cubicBezTo>
                      <a:pt x="135" y="69"/>
                      <a:pt x="129" y="72"/>
                      <a:pt x="120" y="72"/>
                    </a:cubicBezTo>
                    <a:cubicBezTo>
                      <a:pt x="114" y="72"/>
                      <a:pt x="111" y="72"/>
                      <a:pt x="111" y="75"/>
                    </a:cubicBezTo>
                    <a:cubicBezTo>
                      <a:pt x="111" y="78"/>
                      <a:pt x="99" y="72"/>
                      <a:pt x="99" y="78"/>
                    </a:cubicBezTo>
                    <a:cubicBezTo>
                      <a:pt x="99" y="81"/>
                      <a:pt x="111" y="84"/>
                      <a:pt x="111" y="87"/>
                    </a:cubicBezTo>
                    <a:cubicBezTo>
                      <a:pt x="111" y="90"/>
                      <a:pt x="120" y="87"/>
                      <a:pt x="123" y="87"/>
                    </a:cubicBezTo>
                    <a:cubicBezTo>
                      <a:pt x="126" y="87"/>
                      <a:pt x="117" y="90"/>
                      <a:pt x="117" y="93"/>
                    </a:cubicBezTo>
                    <a:cubicBezTo>
                      <a:pt x="114" y="93"/>
                      <a:pt x="123" y="96"/>
                      <a:pt x="126" y="96"/>
                    </a:cubicBezTo>
                    <a:cubicBezTo>
                      <a:pt x="126" y="99"/>
                      <a:pt x="132" y="99"/>
                      <a:pt x="132" y="96"/>
                    </a:cubicBezTo>
                    <a:cubicBezTo>
                      <a:pt x="132" y="90"/>
                      <a:pt x="138" y="78"/>
                      <a:pt x="147" y="75"/>
                    </a:cubicBezTo>
                    <a:cubicBezTo>
                      <a:pt x="153" y="72"/>
                      <a:pt x="150" y="69"/>
                      <a:pt x="150" y="66"/>
                    </a:cubicBezTo>
                    <a:cubicBezTo>
                      <a:pt x="150" y="60"/>
                      <a:pt x="156" y="63"/>
                      <a:pt x="156" y="60"/>
                    </a:cubicBezTo>
                    <a:cubicBezTo>
                      <a:pt x="153" y="57"/>
                      <a:pt x="156" y="57"/>
                      <a:pt x="159" y="51"/>
                    </a:cubicBezTo>
                    <a:cubicBezTo>
                      <a:pt x="165" y="48"/>
                      <a:pt x="168" y="51"/>
                      <a:pt x="174" y="48"/>
                    </a:cubicBezTo>
                    <a:cubicBezTo>
                      <a:pt x="180" y="45"/>
                      <a:pt x="183" y="48"/>
                      <a:pt x="174" y="51"/>
                    </a:cubicBezTo>
                    <a:cubicBezTo>
                      <a:pt x="171" y="51"/>
                      <a:pt x="174" y="57"/>
                      <a:pt x="177" y="57"/>
                    </a:cubicBezTo>
                    <a:cubicBezTo>
                      <a:pt x="183" y="60"/>
                      <a:pt x="177" y="63"/>
                      <a:pt x="180" y="63"/>
                    </a:cubicBezTo>
                    <a:cubicBezTo>
                      <a:pt x="186" y="63"/>
                      <a:pt x="183" y="69"/>
                      <a:pt x="180" y="72"/>
                    </a:cubicBezTo>
                    <a:cubicBezTo>
                      <a:pt x="174" y="78"/>
                      <a:pt x="180" y="78"/>
                      <a:pt x="189" y="75"/>
                    </a:cubicBezTo>
                    <a:cubicBezTo>
                      <a:pt x="198" y="72"/>
                      <a:pt x="192" y="78"/>
                      <a:pt x="195" y="81"/>
                    </a:cubicBezTo>
                    <a:cubicBezTo>
                      <a:pt x="198" y="84"/>
                      <a:pt x="207" y="78"/>
                      <a:pt x="210" y="75"/>
                    </a:cubicBezTo>
                    <a:cubicBezTo>
                      <a:pt x="213" y="69"/>
                      <a:pt x="219" y="69"/>
                      <a:pt x="219" y="69"/>
                    </a:cubicBezTo>
                    <a:cubicBezTo>
                      <a:pt x="219" y="66"/>
                      <a:pt x="216" y="63"/>
                      <a:pt x="213" y="66"/>
                    </a:cubicBezTo>
                    <a:cubicBezTo>
                      <a:pt x="210" y="66"/>
                      <a:pt x="201" y="66"/>
                      <a:pt x="204" y="63"/>
                    </a:cubicBezTo>
                    <a:cubicBezTo>
                      <a:pt x="207" y="60"/>
                      <a:pt x="204" y="60"/>
                      <a:pt x="201" y="60"/>
                    </a:cubicBezTo>
                    <a:cubicBezTo>
                      <a:pt x="195" y="60"/>
                      <a:pt x="189" y="57"/>
                      <a:pt x="192" y="57"/>
                    </a:cubicBezTo>
                    <a:cubicBezTo>
                      <a:pt x="195" y="54"/>
                      <a:pt x="189" y="48"/>
                      <a:pt x="186" y="51"/>
                    </a:cubicBezTo>
                    <a:cubicBezTo>
                      <a:pt x="183" y="51"/>
                      <a:pt x="183" y="45"/>
                      <a:pt x="183" y="42"/>
                    </a:cubicBezTo>
                    <a:cubicBezTo>
                      <a:pt x="183" y="39"/>
                      <a:pt x="174" y="39"/>
                      <a:pt x="177" y="39"/>
                    </a:cubicBezTo>
                    <a:cubicBezTo>
                      <a:pt x="177" y="36"/>
                      <a:pt x="171" y="36"/>
                      <a:pt x="171" y="36"/>
                    </a:cubicBezTo>
                    <a:cubicBezTo>
                      <a:pt x="168" y="39"/>
                      <a:pt x="165" y="39"/>
                      <a:pt x="165" y="36"/>
                    </a:cubicBezTo>
                    <a:cubicBezTo>
                      <a:pt x="165" y="33"/>
                      <a:pt x="159" y="33"/>
                      <a:pt x="156" y="33"/>
                    </a:cubicBezTo>
                    <a:cubicBezTo>
                      <a:pt x="153" y="33"/>
                      <a:pt x="153" y="27"/>
                      <a:pt x="150" y="24"/>
                    </a:cubicBezTo>
                    <a:cubicBezTo>
                      <a:pt x="147" y="21"/>
                      <a:pt x="144" y="30"/>
                      <a:pt x="141" y="30"/>
                    </a:cubicBezTo>
                    <a:cubicBezTo>
                      <a:pt x="138" y="27"/>
                      <a:pt x="144" y="24"/>
                      <a:pt x="144" y="21"/>
                    </a:cubicBezTo>
                    <a:cubicBezTo>
                      <a:pt x="144" y="18"/>
                      <a:pt x="135" y="15"/>
                      <a:pt x="132" y="18"/>
                    </a:cubicBezTo>
                    <a:cubicBezTo>
                      <a:pt x="132" y="21"/>
                      <a:pt x="129" y="12"/>
                      <a:pt x="126" y="12"/>
                    </a:cubicBezTo>
                    <a:cubicBezTo>
                      <a:pt x="123" y="12"/>
                      <a:pt x="126" y="15"/>
                      <a:pt x="123" y="18"/>
                    </a:cubicBezTo>
                    <a:cubicBezTo>
                      <a:pt x="120" y="18"/>
                      <a:pt x="117" y="21"/>
                      <a:pt x="123" y="21"/>
                    </a:cubicBezTo>
                    <a:cubicBezTo>
                      <a:pt x="126" y="24"/>
                      <a:pt x="129" y="36"/>
                      <a:pt x="129" y="39"/>
                    </a:cubicBezTo>
                    <a:cubicBezTo>
                      <a:pt x="129" y="42"/>
                      <a:pt x="117" y="30"/>
                      <a:pt x="117" y="24"/>
                    </a:cubicBezTo>
                    <a:cubicBezTo>
                      <a:pt x="117" y="21"/>
                      <a:pt x="111" y="15"/>
                      <a:pt x="108" y="18"/>
                    </a:cubicBezTo>
                    <a:cubicBezTo>
                      <a:pt x="108" y="24"/>
                      <a:pt x="102" y="24"/>
                      <a:pt x="105" y="27"/>
                    </a:cubicBezTo>
                    <a:cubicBezTo>
                      <a:pt x="105" y="33"/>
                      <a:pt x="102" y="33"/>
                      <a:pt x="102" y="30"/>
                    </a:cubicBezTo>
                    <a:cubicBezTo>
                      <a:pt x="102" y="27"/>
                      <a:pt x="96" y="24"/>
                      <a:pt x="93" y="24"/>
                    </a:cubicBezTo>
                    <a:cubicBezTo>
                      <a:pt x="90" y="24"/>
                      <a:pt x="99" y="21"/>
                      <a:pt x="102" y="21"/>
                    </a:cubicBezTo>
                    <a:cubicBezTo>
                      <a:pt x="105" y="18"/>
                      <a:pt x="99" y="15"/>
                      <a:pt x="96" y="18"/>
                    </a:cubicBezTo>
                    <a:cubicBezTo>
                      <a:pt x="93" y="21"/>
                      <a:pt x="87" y="15"/>
                      <a:pt x="87" y="18"/>
                    </a:cubicBezTo>
                    <a:cubicBezTo>
                      <a:pt x="84" y="21"/>
                      <a:pt x="81" y="18"/>
                      <a:pt x="78" y="18"/>
                    </a:cubicBezTo>
                    <a:cubicBezTo>
                      <a:pt x="75" y="18"/>
                      <a:pt x="72" y="24"/>
                      <a:pt x="69" y="21"/>
                    </a:cubicBezTo>
                    <a:cubicBezTo>
                      <a:pt x="66" y="21"/>
                      <a:pt x="66" y="27"/>
                      <a:pt x="69" y="33"/>
                    </a:cubicBezTo>
                    <a:cubicBezTo>
                      <a:pt x="72" y="39"/>
                      <a:pt x="75" y="33"/>
                      <a:pt x="81" y="33"/>
                    </a:cubicBezTo>
                    <a:close/>
                    <a:moveTo>
                      <a:pt x="72" y="54"/>
                    </a:moveTo>
                    <a:cubicBezTo>
                      <a:pt x="75" y="54"/>
                      <a:pt x="75" y="60"/>
                      <a:pt x="78" y="57"/>
                    </a:cubicBezTo>
                    <a:cubicBezTo>
                      <a:pt x="81" y="57"/>
                      <a:pt x="75" y="51"/>
                      <a:pt x="72" y="48"/>
                    </a:cubicBezTo>
                    <a:cubicBezTo>
                      <a:pt x="69" y="45"/>
                      <a:pt x="69" y="42"/>
                      <a:pt x="63" y="42"/>
                    </a:cubicBezTo>
                    <a:cubicBezTo>
                      <a:pt x="60" y="45"/>
                      <a:pt x="69" y="51"/>
                      <a:pt x="72" y="54"/>
                    </a:cubicBezTo>
                    <a:close/>
                    <a:moveTo>
                      <a:pt x="150" y="12"/>
                    </a:moveTo>
                    <a:cubicBezTo>
                      <a:pt x="153" y="15"/>
                      <a:pt x="147" y="15"/>
                      <a:pt x="150" y="18"/>
                    </a:cubicBezTo>
                    <a:cubicBezTo>
                      <a:pt x="156" y="24"/>
                      <a:pt x="186" y="15"/>
                      <a:pt x="189" y="18"/>
                    </a:cubicBezTo>
                    <a:cubicBezTo>
                      <a:pt x="195" y="21"/>
                      <a:pt x="165" y="24"/>
                      <a:pt x="168" y="27"/>
                    </a:cubicBezTo>
                    <a:cubicBezTo>
                      <a:pt x="168" y="30"/>
                      <a:pt x="192" y="30"/>
                      <a:pt x="192" y="30"/>
                    </a:cubicBezTo>
                    <a:cubicBezTo>
                      <a:pt x="195" y="27"/>
                      <a:pt x="198" y="33"/>
                      <a:pt x="207" y="33"/>
                    </a:cubicBezTo>
                    <a:cubicBezTo>
                      <a:pt x="213" y="33"/>
                      <a:pt x="213" y="30"/>
                      <a:pt x="219" y="30"/>
                    </a:cubicBezTo>
                    <a:cubicBezTo>
                      <a:pt x="225" y="30"/>
                      <a:pt x="234" y="27"/>
                      <a:pt x="234" y="24"/>
                    </a:cubicBezTo>
                    <a:cubicBezTo>
                      <a:pt x="234" y="21"/>
                      <a:pt x="252" y="18"/>
                      <a:pt x="249" y="12"/>
                    </a:cubicBezTo>
                    <a:cubicBezTo>
                      <a:pt x="249" y="6"/>
                      <a:pt x="231" y="9"/>
                      <a:pt x="228" y="9"/>
                    </a:cubicBezTo>
                    <a:cubicBezTo>
                      <a:pt x="222" y="6"/>
                      <a:pt x="213" y="3"/>
                      <a:pt x="210" y="6"/>
                    </a:cubicBezTo>
                    <a:cubicBezTo>
                      <a:pt x="210" y="9"/>
                      <a:pt x="207" y="9"/>
                      <a:pt x="204" y="9"/>
                    </a:cubicBezTo>
                    <a:cubicBezTo>
                      <a:pt x="204" y="6"/>
                      <a:pt x="204" y="0"/>
                      <a:pt x="198" y="3"/>
                    </a:cubicBezTo>
                    <a:cubicBezTo>
                      <a:pt x="189" y="3"/>
                      <a:pt x="198" y="12"/>
                      <a:pt x="195" y="12"/>
                    </a:cubicBezTo>
                    <a:cubicBezTo>
                      <a:pt x="195" y="15"/>
                      <a:pt x="186" y="12"/>
                      <a:pt x="186" y="9"/>
                    </a:cubicBezTo>
                    <a:cubicBezTo>
                      <a:pt x="186" y="3"/>
                      <a:pt x="177" y="12"/>
                      <a:pt x="177" y="6"/>
                    </a:cubicBezTo>
                    <a:cubicBezTo>
                      <a:pt x="177" y="3"/>
                      <a:pt x="168" y="0"/>
                      <a:pt x="165" y="0"/>
                    </a:cubicBezTo>
                    <a:cubicBezTo>
                      <a:pt x="162" y="0"/>
                      <a:pt x="168" y="3"/>
                      <a:pt x="165" y="6"/>
                    </a:cubicBezTo>
                    <a:cubicBezTo>
                      <a:pt x="159" y="3"/>
                      <a:pt x="159" y="3"/>
                      <a:pt x="159" y="3"/>
                    </a:cubicBezTo>
                    <a:cubicBezTo>
                      <a:pt x="156" y="3"/>
                      <a:pt x="159" y="6"/>
                      <a:pt x="159" y="9"/>
                    </a:cubicBezTo>
                    <a:cubicBezTo>
                      <a:pt x="156" y="12"/>
                      <a:pt x="153" y="3"/>
                      <a:pt x="150" y="3"/>
                    </a:cubicBezTo>
                    <a:cubicBezTo>
                      <a:pt x="147" y="3"/>
                      <a:pt x="147" y="6"/>
                      <a:pt x="144" y="6"/>
                    </a:cubicBezTo>
                    <a:cubicBezTo>
                      <a:pt x="141" y="9"/>
                      <a:pt x="147" y="12"/>
                      <a:pt x="150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9" name="Freeform 149">
                <a:extLst>
                  <a:ext uri="{FF2B5EF4-FFF2-40B4-BE49-F238E27FC236}">
                    <a16:creationId xmlns:a16="http://schemas.microsoft.com/office/drawing/2014/main" id="{AA917B54-4F0A-5608-FBC9-3B10D8AD0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0779" y="1636478"/>
                <a:ext cx="74348" cy="22980"/>
              </a:xfrm>
              <a:custGeom>
                <a:avLst/>
                <a:gdLst>
                  <a:gd name="T0" fmla="*/ 18 w 39"/>
                  <a:gd name="T1" fmla="*/ 0 h 12"/>
                  <a:gd name="T2" fmla="*/ 3 w 39"/>
                  <a:gd name="T3" fmla="*/ 6 h 12"/>
                  <a:gd name="T4" fmla="*/ 24 w 39"/>
                  <a:gd name="T5" fmla="*/ 9 h 12"/>
                  <a:gd name="T6" fmla="*/ 39 w 39"/>
                  <a:gd name="T7" fmla="*/ 9 h 12"/>
                  <a:gd name="T8" fmla="*/ 18 w 39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12">
                    <a:moveTo>
                      <a:pt x="18" y="0"/>
                    </a:moveTo>
                    <a:cubicBezTo>
                      <a:pt x="15" y="3"/>
                      <a:pt x="0" y="0"/>
                      <a:pt x="3" y="6"/>
                    </a:cubicBezTo>
                    <a:cubicBezTo>
                      <a:pt x="6" y="9"/>
                      <a:pt x="18" y="6"/>
                      <a:pt x="24" y="9"/>
                    </a:cubicBezTo>
                    <a:cubicBezTo>
                      <a:pt x="30" y="12"/>
                      <a:pt x="39" y="9"/>
                      <a:pt x="39" y="9"/>
                    </a:cubicBezTo>
                    <a:cubicBezTo>
                      <a:pt x="39" y="6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0" name="Freeform 150">
                <a:extLst>
                  <a:ext uri="{FF2B5EF4-FFF2-40B4-BE49-F238E27FC236}">
                    <a16:creationId xmlns:a16="http://schemas.microsoft.com/office/drawing/2014/main" id="{387B2FA8-7BB3-54A4-14F7-8DE75FF8BB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09291" y="2183948"/>
                <a:ext cx="373091" cy="367684"/>
              </a:xfrm>
              <a:custGeom>
                <a:avLst/>
                <a:gdLst>
                  <a:gd name="T0" fmla="*/ 171 w 195"/>
                  <a:gd name="T1" fmla="*/ 24 h 192"/>
                  <a:gd name="T2" fmla="*/ 141 w 195"/>
                  <a:gd name="T3" fmla="*/ 9 h 192"/>
                  <a:gd name="T4" fmla="*/ 135 w 195"/>
                  <a:gd name="T5" fmla="*/ 30 h 192"/>
                  <a:gd name="T6" fmla="*/ 123 w 195"/>
                  <a:gd name="T7" fmla="*/ 39 h 192"/>
                  <a:gd name="T8" fmla="*/ 120 w 195"/>
                  <a:gd name="T9" fmla="*/ 57 h 192"/>
                  <a:gd name="T10" fmla="*/ 132 w 195"/>
                  <a:gd name="T11" fmla="*/ 51 h 192"/>
                  <a:gd name="T12" fmla="*/ 135 w 195"/>
                  <a:gd name="T13" fmla="*/ 42 h 192"/>
                  <a:gd name="T14" fmla="*/ 159 w 195"/>
                  <a:gd name="T15" fmla="*/ 45 h 192"/>
                  <a:gd name="T16" fmla="*/ 180 w 195"/>
                  <a:gd name="T17" fmla="*/ 30 h 192"/>
                  <a:gd name="T18" fmla="*/ 183 w 195"/>
                  <a:gd name="T19" fmla="*/ 21 h 192"/>
                  <a:gd name="T20" fmla="*/ 120 w 195"/>
                  <a:gd name="T21" fmla="*/ 81 h 192"/>
                  <a:gd name="T22" fmla="*/ 108 w 195"/>
                  <a:gd name="T23" fmla="*/ 108 h 192"/>
                  <a:gd name="T24" fmla="*/ 90 w 195"/>
                  <a:gd name="T25" fmla="*/ 111 h 192"/>
                  <a:gd name="T26" fmla="*/ 75 w 195"/>
                  <a:gd name="T27" fmla="*/ 132 h 192"/>
                  <a:gd name="T28" fmla="*/ 54 w 195"/>
                  <a:gd name="T29" fmla="*/ 135 h 192"/>
                  <a:gd name="T30" fmla="*/ 21 w 195"/>
                  <a:gd name="T31" fmla="*/ 150 h 192"/>
                  <a:gd name="T32" fmla="*/ 33 w 195"/>
                  <a:gd name="T33" fmla="*/ 153 h 192"/>
                  <a:gd name="T34" fmla="*/ 66 w 195"/>
                  <a:gd name="T35" fmla="*/ 156 h 192"/>
                  <a:gd name="T36" fmla="*/ 81 w 195"/>
                  <a:gd name="T37" fmla="*/ 147 h 192"/>
                  <a:gd name="T38" fmla="*/ 99 w 195"/>
                  <a:gd name="T39" fmla="*/ 144 h 192"/>
                  <a:gd name="T40" fmla="*/ 114 w 195"/>
                  <a:gd name="T41" fmla="*/ 138 h 192"/>
                  <a:gd name="T42" fmla="*/ 129 w 195"/>
                  <a:gd name="T43" fmla="*/ 120 h 192"/>
                  <a:gd name="T44" fmla="*/ 141 w 195"/>
                  <a:gd name="T45" fmla="*/ 93 h 192"/>
                  <a:gd name="T46" fmla="*/ 123 w 195"/>
                  <a:gd name="T47" fmla="*/ 66 h 192"/>
                  <a:gd name="T48" fmla="*/ 39 w 195"/>
                  <a:gd name="T49" fmla="*/ 156 h 192"/>
                  <a:gd name="T50" fmla="*/ 42 w 195"/>
                  <a:gd name="T51" fmla="*/ 168 h 192"/>
                  <a:gd name="T52" fmla="*/ 60 w 195"/>
                  <a:gd name="T53" fmla="*/ 153 h 192"/>
                  <a:gd name="T54" fmla="*/ 27 w 195"/>
                  <a:gd name="T55" fmla="*/ 165 h 192"/>
                  <a:gd name="T56" fmla="*/ 9 w 195"/>
                  <a:gd name="T57" fmla="*/ 162 h 192"/>
                  <a:gd name="T58" fmla="*/ 9 w 195"/>
                  <a:gd name="T59" fmla="*/ 168 h 192"/>
                  <a:gd name="T60" fmla="*/ 15 w 195"/>
                  <a:gd name="T61" fmla="*/ 192 h 192"/>
                  <a:gd name="T62" fmla="*/ 27 w 195"/>
                  <a:gd name="T63" fmla="*/ 165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5" h="192">
                    <a:moveTo>
                      <a:pt x="183" y="21"/>
                    </a:moveTo>
                    <a:cubicBezTo>
                      <a:pt x="180" y="18"/>
                      <a:pt x="177" y="21"/>
                      <a:pt x="171" y="24"/>
                    </a:cubicBezTo>
                    <a:cubicBezTo>
                      <a:pt x="168" y="24"/>
                      <a:pt x="150" y="12"/>
                      <a:pt x="147" y="6"/>
                    </a:cubicBezTo>
                    <a:cubicBezTo>
                      <a:pt x="144" y="0"/>
                      <a:pt x="138" y="3"/>
                      <a:pt x="141" y="9"/>
                    </a:cubicBezTo>
                    <a:cubicBezTo>
                      <a:pt x="144" y="12"/>
                      <a:pt x="138" y="15"/>
                      <a:pt x="138" y="21"/>
                    </a:cubicBezTo>
                    <a:cubicBezTo>
                      <a:pt x="138" y="27"/>
                      <a:pt x="135" y="27"/>
                      <a:pt x="135" y="30"/>
                    </a:cubicBezTo>
                    <a:cubicBezTo>
                      <a:pt x="138" y="33"/>
                      <a:pt x="132" y="33"/>
                      <a:pt x="126" y="33"/>
                    </a:cubicBezTo>
                    <a:cubicBezTo>
                      <a:pt x="123" y="33"/>
                      <a:pt x="126" y="39"/>
                      <a:pt x="123" y="39"/>
                    </a:cubicBezTo>
                    <a:cubicBezTo>
                      <a:pt x="117" y="42"/>
                      <a:pt x="117" y="45"/>
                      <a:pt x="120" y="48"/>
                    </a:cubicBezTo>
                    <a:cubicBezTo>
                      <a:pt x="123" y="48"/>
                      <a:pt x="120" y="54"/>
                      <a:pt x="120" y="57"/>
                    </a:cubicBezTo>
                    <a:cubicBezTo>
                      <a:pt x="120" y="60"/>
                      <a:pt x="123" y="57"/>
                      <a:pt x="126" y="54"/>
                    </a:cubicBezTo>
                    <a:cubicBezTo>
                      <a:pt x="129" y="51"/>
                      <a:pt x="132" y="54"/>
                      <a:pt x="132" y="51"/>
                    </a:cubicBezTo>
                    <a:cubicBezTo>
                      <a:pt x="132" y="48"/>
                      <a:pt x="126" y="48"/>
                      <a:pt x="126" y="45"/>
                    </a:cubicBezTo>
                    <a:cubicBezTo>
                      <a:pt x="126" y="39"/>
                      <a:pt x="132" y="45"/>
                      <a:pt x="135" y="42"/>
                    </a:cubicBezTo>
                    <a:cubicBezTo>
                      <a:pt x="138" y="42"/>
                      <a:pt x="147" y="42"/>
                      <a:pt x="153" y="48"/>
                    </a:cubicBezTo>
                    <a:cubicBezTo>
                      <a:pt x="156" y="51"/>
                      <a:pt x="159" y="48"/>
                      <a:pt x="159" y="45"/>
                    </a:cubicBezTo>
                    <a:cubicBezTo>
                      <a:pt x="159" y="39"/>
                      <a:pt x="168" y="36"/>
                      <a:pt x="174" y="36"/>
                    </a:cubicBezTo>
                    <a:cubicBezTo>
                      <a:pt x="183" y="36"/>
                      <a:pt x="183" y="33"/>
                      <a:pt x="180" y="30"/>
                    </a:cubicBezTo>
                    <a:cubicBezTo>
                      <a:pt x="180" y="30"/>
                      <a:pt x="195" y="21"/>
                      <a:pt x="195" y="18"/>
                    </a:cubicBezTo>
                    <a:cubicBezTo>
                      <a:pt x="192" y="15"/>
                      <a:pt x="186" y="24"/>
                      <a:pt x="183" y="21"/>
                    </a:cubicBezTo>
                    <a:close/>
                    <a:moveTo>
                      <a:pt x="123" y="66"/>
                    </a:moveTo>
                    <a:cubicBezTo>
                      <a:pt x="120" y="66"/>
                      <a:pt x="117" y="78"/>
                      <a:pt x="120" y="81"/>
                    </a:cubicBezTo>
                    <a:cubicBezTo>
                      <a:pt x="123" y="84"/>
                      <a:pt x="114" y="90"/>
                      <a:pt x="114" y="96"/>
                    </a:cubicBezTo>
                    <a:cubicBezTo>
                      <a:pt x="114" y="102"/>
                      <a:pt x="108" y="102"/>
                      <a:pt x="108" y="108"/>
                    </a:cubicBezTo>
                    <a:cubicBezTo>
                      <a:pt x="105" y="111"/>
                      <a:pt x="102" y="111"/>
                      <a:pt x="96" y="114"/>
                    </a:cubicBezTo>
                    <a:cubicBezTo>
                      <a:pt x="90" y="120"/>
                      <a:pt x="87" y="114"/>
                      <a:pt x="90" y="111"/>
                    </a:cubicBezTo>
                    <a:cubicBezTo>
                      <a:pt x="90" y="108"/>
                      <a:pt x="81" y="114"/>
                      <a:pt x="81" y="120"/>
                    </a:cubicBezTo>
                    <a:cubicBezTo>
                      <a:pt x="81" y="126"/>
                      <a:pt x="72" y="129"/>
                      <a:pt x="75" y="132"/>
                    </a:cubicBezTo>
                    <a:cubicBezTo>
                      <a:pt x="78" y="135"/>
                      <a:pt x="66" y="138"/>
                      <a:pt x="66" y="135"/>
                    </a:cubicBezTo>
                    <a:cubicBezTo>
                      <a:pt x="69" y="132"/>
                      <a:pt x="60" y="132"/>
                      <a:pt x="54" y="135"/>
                    </a:cubicBezTo>
                    <a:cubicBezTo>
                      <a:pt x="45" y="138"/>
                      <a:pt x="42" y="132"/>
                      <a:pt x="36" y="135"/>
                    </a:cubicBezTo>
                    <a:cubicBezTo>
                      <a:pt x="33" y="141"/>
                      <a:pt x="24" y="147"/>
                      <a:pt x="21" y="150"/>
                    </a:cubicBezTo>
                    <a:cubicBezTo>
                      <a:pt x="15" y="150"/>
                      <a:pt x="18" y="156"/>
                      <a:pt x="21" y="156"/>
                    </a:cubicBezTo>
                    <a:cubicBezTo>
                      <a:pt x="24" y="153"/>
                      <a:pt x="30" y="156"/>
                      <a:pt x="33" y="153"/>
                    </a:cubicBezTo>
                    <a:cubicBezTo>
                      <a:pt x="33" y="150"/>
                      <a:pt x="51" y="147"/>
                      <a:pt x="60" y="147"/>
                    </a:cubicBezTo>
                    <a:cubicBezTo>
                      <a:pt x="69" y="147"/>
                      <a:pt x="63" y="150"/>
                      <a:pt x="66" y="156"/>
                    </a:cubicBezTo>
                    <a:cubicBezTo>
                      <a:pt x="66" y="162"/>
                      <a:pt x="75" y="159"/>
                      <a:pt x="78" y="156"/>
                    </a:cubicBezTo>
                    <a:cubicBezTo>
                      <a:pt x="84" y="150"/>
                      <a:pt x="87" y="150"/>
                      <a:pt x="81" y="147"/>
                    </a:cubicBezTo>
                    <a:cubicBezTo>
                      <a:pt x="78" y="144"/>
                      <a:pt x="84" y="141"/>
                      <a:pt x="87" y="147"/>
                    </a:cubicBezTo>
                    <a:cubicBezTo>
                      <a:pt x="87" y="150"/>
                      <a:pt x="96" y="150"/>
                      <a:pt x="99" y="144"/>
                    </a:cubicBezTo>
                    <a:cubicBezTo>
                      <a:pt x="102" y="141"/>
                      <a:pt x="105" y="147"/>
                      <a:pt x="108" y="147"/>
                    </a:cubicBezTo>
                    <a:cubicBezTo>
                      <a:pt x="111" y="144"/>
                      <a:pt x="114" y="135"/>
                      <a:pt x="114" y="138"/>
                    </a:cubicBezTo>
                    <a:cubicBezTo>
                      <a:pt x="114" y="144"/>
                      <a:pt x="123" y="141"/>
                      <a:pt x="126" y="138"/>
                    </a:cubicBezTo>
                    <a:cubicBezTo>
                      <a:pt x="129" y="132"/>
                      <a:pt x="126" y="126"/>
                      <a:pt x="129" y="120"/>
                    </a:cubicBezTo>
                    <a:cubicBezTo>
                      <a:pt x="132" y="117"/>
                      <a:pt x="135" y="108"/>
                      <a:pt x="132" y="105"/>
                    </a:cubicBezTo>
                    <a:cubicBezTo>
                      <a:pt x="129" y="99"/>
                      <a:pt x="138" y="96"/>
                      <a:pt x="141" y="93"/>
                    </a:cubicBezTo>
                    <a:cubicBezTo>
                      <a:pt x="147" y="87"/>
                      <a:pt x="138" y="69"/>
                      <a:pt x="135" y="63"/>
                    </a:cubicBezTo>
                    <a:cubicBezTo>
                      <a:pt x="135" y="57"/>
                      <a:pt x="126" y="63"/>
                      <a:pt x="123" y="66"/>
                    </a:cubicBezTo>
                    <a:close/>
                    <a:moveTo>
                      <a:pt x="48" y="153"/>
                    </a:moveTo>
                    <a:cubicBezTo>
                      <a:pt x="48" y="156"/>
                      <a:pt x="42" y="153"/>
                      <a:pt x="39" y="156"/>
                    </a:cubicBezTo>
                    <a:cubicBezTo>
                      <a:pt x="33" y="156"/>
                      <a:pt x="33" y="168"/>
                      <a:pt x="36" y="171"/>
                    </a:cubicBezTo>
                    <a:cubicBezTo>
                      <a:pt x="39" y="171"/>
                      <a:pt x="42" y="171"/>
                      <a:pt x="42" y="168"/>
                    </a:cubicBezTo>
                    <a:cubicBezTo>
                      <a:pt x="45" y="162"/>
                      <a:pt x="48" y="162"/>
                      <a:pt x="51" y="165"/>
                    </a:cubicBezTo>
                    <a:cubicBezTo>
                      <a:pt x="57" y="165"/>
                      <a:pt x="60" y="159"/>
                      <a:pt x="60" y="153"/>
                    </a:cubicBezTo>
                    <a:cubicBezTo>
                      <a:pt x="60" y="150"/>
                      <a:pt x="51" y="150"/>
                      <a:pt x="48" y="153"/>
                    </a:cubicBezTo>
                    <a:close/>
                    <a:moveTo>
                      <a:pt x="27" y="165"/>
                    </a:moveTo>
                    <a:cubicBezTo>
                      <a:pt x="27" y="162"/>
                      <a:pt x="18" y="162"/>
                      <a:pt x="18" y="159"/>
                    </a:cubicBezTo>
                    <a:cubicBezTo>
                      <a:pt x="18" y="156"/>
                      <a:pt x="12" y="159"/>
                      <a:pt x="9" y="162"/>
                    </a:cubicBezTo>
                    <a:cubicBezTo>
                      <a:pt x="3" y="165"/>
                      <a:pt x="0" y="165"/>
                      <a:pt x="3" y="171"/>
                    </a:cubicBezTo>
                    <a:cubicBezTo>
                      <a:pt x="6" y="174"/>
                      <a:pt x="9" y="171"/>
                      <a:pt x="9" y="168"/>
                    </a:cubicBezTo>
                    <a:cubicBezTo>
                      <a:pt x="12" y="162"/>
                      <a:pt x="15" y="171"/>
                      <a:pt x="12" y="177"/>
                    </a:cubicBezTo>
                    <a:cubicBezTo>
                      <a:pt x="9" y="183"/>
                      <a:pt x="12" y="192"/>
                      <a:pt x="15" y="192"/>
                    </a:cubicBezTo>
                    <a:cubicBezTo>
                      <a:pt x="18" y="192"/>
                      <a:pt x="24" y="180"/>
                      <a:pt x="27" y="174"/>
                    </a:cubicBezTo>
                    <a:cubicBezTo>
                      <a:pt x="33" y="165"/>
                      <a:pt x="27" y="168"/>
                      <a:pt x="27" y="16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1" name="Freeform 151">
                <a:extLst>
                  <a:ext uri="{FF2B5EF4-FFF2-40B4-BE49-F238E27FC236}">
                    <a16:creationId xmlns:a16="http://schemas.microsoft.com/office/drawing/2014/main" id="{8126821B-1D60-BC70-167F-7EEDA152E9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38935" y="2839562"/>
                <a:ext cx="212229" cy="293336"/>
              </a:xfrm>
              <a:custGeom>
                <a:avLst/>
                <a:gdLst>
                  <a:gd name="T0" fmla="*/ 60 w 111"/>
                  <a:gd name="T1" fmla="*/ 60 h 153"/>
                  <a:gd name="T2" fmla="*/ 72 w 111"/>
                  <a:gd name="T3" fmla="*/ 69 h 153"/>
                  <a:gd name="T4" fmla="*/ 75 w 111"/>
                  <a:gd name="T5" fmla="*/ 78 h 153"/>
                  <a:gd name="T6" fmla="*/ 81 w 111"/>
                  <a:gd name="T7" fmla="*/ 84 h 153"/>
                  <a:gd name="T8" fmla="*/ 87 w 111"/>
                  <a:gd name="T9" fmla="*/ 99 h 153"/>
                  <a:gd name="T10" fmla="*/ 90 w 111"/>
                  <a:gd name="T11" fmla="*/ 96 h 153"/>
                  <a:gd name="T12" fmla="*/ 96 w 111"/>
                  <a:gd name="T13" fmla="*/ 87 h 153"/>
                  <a:gd name="T14" fmla="*/ 93 w 111"/>
                  <a:gd name="T15" fmla="*/ 75 h 153"/>
                  <a:gd name="T16" fmla="*/ 78 w 111"/>
                  <a:gd name="T17" fmla="*/ 66 h 153"/>
                  <a:gd name="T18" fmla="*/ 72 w 111"/>
                  <a:gd name="T19" fmla="*/ 57 h 153"/>
                  <a:gd name="T20" fmla="*/ 57 w 111"/>
                  <a:gd name="T21" fmla="*/ 54 h 153"/>
                  <a:gd name="T22" fmla="*/ 51 w 111"/>
                  <a:gd name="T23" fmla="*/ 42 h 153"/>
                  <a:gd name="T24" fmla="*/ 57 w 111"/>
                  <a:gd name="T25" fmla="*/ 27 h 153"/>
                  <a:gd name="T26" fmla="*/ 57 w 111"/>
                  <a:gd name="T27" fmla="*/ 9 h 153"/>
                  <a:gd name="T28" fmla="*/ 54 w 111"/>
                  <a:gd name="T29" fmla="*/ 3 h 153"/>
                  <a:gd name="T30" fmla="*/ 39 w 111"/>
                  <a:gd name="T31" fmla="*/ 3 h 153"/>
                  <a:gd name="T32" fmla="*/ 36 w 111"/>
                  <a:gd name="T33" fmla="*/ 30 h 153"/>
                  <a:gd name="T34" fmla="*/ 30 w 111"/>
                  <a:gd name="T35" fmla="*/ 27 h 153"/>
                  <a:gd name="T36" fmla="*/ 33 w 111"/>
                  <a:gd name="T37" fmla="*/ 42 h 153"/>
                  <a:gd name="T38" fmla="*/ 36 w 111"/>
                  <a:gd name="T39" fmla="*/ 51 h 153"/>
                  <a:gd name="T40" fmla="*/ 48 w 111"/>
                  <a:gd name="T41" fmla="*/ 57 h 153"/>
                  <a:gd name="T42" fmla="*/ 60 w 111"/>
                  <a:gd name="T43" fmla="*/ 60 h 153"/>
                  <a:gd name="T44" fmla="*/ 39 w 111"/>
                  <a:gd name="T45" fmla="*/ 63 h 153"/>
                  <a:gd name="T46" fmla="*/ 48 w 111"/>
                  <a:gd name="T47" fmla="*/ 75 h 153"/>
                  <a:gd name="T48" fmla="*/ 39 w 111"/>
                  <a:gd name="T49" fmla="*/ 63 h 153"/>
                  <a:gd name="T50" fmla="*/ 57 w 111"/>
                  <a:gd name="T51" fmla="*/ 93 h 153"/>
                  <a:gd name="T52" fmla="*/ 63 w 111"/>
                  <a:gd name="T53" fmla="*/ 90 h 153"/>
                  <a:gd name="T54" fmla="*/ 63 w 111"/>
                  <a:gd name="T55" fmla="*/ 99 h 153"/>
                  <a:gd name="T56" fmla="*/ 66 w 111"/>
                  <a:gd name="T57" fmla="*/ 111 h 153"/>
                  <a:gd name="T58" fmla="*/ 78 w 111"/>
                  <a:gd name="T59" fmla="*/ 93 h 153"/>
                  <a:gd name="T60" fmla="*/ 72 w 111"/>
                  <a:gd name="T61" fmla="*/ 93 h 153"/>
                  <a:gd name="T62" fmla="*/ 57 w 111"/>
                  <a:gd name="T63" fmla="*/ 78 h 153"/>
                  <a:gd name="T64" fmla="*/ 57 w 111"/>
                  <a:gd name="T65" fmla="*/ 93 h 153"/>
                  <a:gd name="T66" fmla="*/ 18 w 111"/>
                  <a:gd name="T67" fmla="*/ 102 h 153"/>
                  <a:gd name="T68" fmla="*/ 3 w 111"/>
                  <a:gd name="T69" fmla="*/ 120 h 153"/>
                  <a:gd name="T70" fmla="*/ 24 w 111"/>
                  <a:gd name="T71" fmla="*/ 99 h 153"/>
                  <a:gd name="T72" fmla="*/ 27 w 111"/>
                  <a:gd name="T73" fmla="*/ 87 h 153"/>
                  <a:gd name="T74" fmla="*/ 18 w 111"/>
                  <a:gd name="T75" fmla="*/ 102 h 153"/>
                  <a:gd name="T76" fmla="*/ 75 w 111"/>
                  <a:gd name="T77" fmla="*/ 108 h 153"/>
                  <a:gd name="T78" fmla="*/ 84 w 111"/>
                  <a:gd name="T79" fmla="*/ 102 h 153"/>
                  <a:gd name="T80" fmla="*/ 75 w 111"/>
                  <a:gd name="T81" fmla="*/ 108 h 153"/>
                  <a:gd name="T82" fmla="*/ 105 w 111"/>
                  <a:gd name="T83" fmla="*/ 132 h 153"/>
                  <a:gd name="T84" fmla="*/ 105 w 111"/>
                  <a:gd name="T85" fmla="*/ 108 h 153"/>
                  <a:gd name="T86" fmla="*/ 96 w 111"/>
                  <a:gd name="T87" fmla="*/ 108 h 153"/>
                  <a:gd name="T88" fmla="*/ 90 w 111"/>
                  <a:gd name="T89" fmla="*/ 114 h 153"/>
                  <a:gd name="T90" fmla="*/ 84 w 111"/>
                  <a:gd name="T91" fmla="*/ 120 h 153"/>
                  <a:gd name="T92" fmla="*/ 72 w 111"/>
                  <a:gd name="T93" fmla="*/ 117 h 153"/>
                  <a:gd name="T94" fmla="*/ 60 w 111"/>
                  <a:gd name="T95" fmla="*/ 123 h 153"/>
                  <a:gd name="T96" fmla="*/ 54 w 111"/>
                  <a:gd name="T97" fmla="*/ 135 h 153"/>
                  <a:gd name="T98" fmla="*/ 66 w 111"/>
                  <a:gd name="T99" fmla="*/ 129 h 153"/>
                  <a:gd name="T100" fmla="*/ 75 w 111"/>
                  <a:gd name="T101" fmla="*/ 126 h 153"/>
                  <a:gd name="T102" fmla="*/ 84 w 111"/>
                  <a:gd name="T103" fmla="*/ 147 h 153"/>
                  <a:gd name="T104" fmla="*/ 96 w 111"/>
                  <a:gd name="T105" fmla="*/ 153 h 153"/>
                  <a:gd name="T106" fmla="*/ 93 w 111"/>
                  <a:gd name="T107" fmla="*/ 138 h 153"/>
                  <a:gd name="T108" fmla="*/ 105 w 111"/>
                  <a:gd name="T109" fmla="*/ 132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11" h="153">
                    <a:moveTo>
                      <a:pt x="60" y="60"/>
                    </a:moveTo>
                    <a:cubicBezTo>
                      <a:pt x="66" y="57"/>
                      <a:pt x="75" y="66"/>
                      <a:pt x="72" y="69"/>
                    </a:cubicBezTo>
                    <a:cubicBezTo>
                      <a:pt x="72" y="72"/>
                      <a:pt x="72" y="81"/>
                      <a:pt x="75" y="78"/>
                    </a:cubicBezTo>
                    <a:cubicBezTo>
                      <a:pt x="78" y="75"/>
                      <a:pt x="84" y="81"/>
                      <a:pt x="81" y="84"/>
                    </a:cubicBezTo>
                    <a:cubicBezTo>
                      <a:pt x="78" y="87"/>
                      <a:pt x="84" y="93"/>
                      <a:pt x="87" y="99"/>
                    </a:cubicBezTo>
                    <a:cubicBezTo>
                      <a:pt x="87" y="102"/>
                      <a:pt x="90" y="99"/>
                      <a:pt x="90" y="96"/>
                    </a:cubicBezTo>
                    <a:cubicBezTo>
                      <a:pt x="90" y="90"/>
                      <a:pt x="90" y="90"/>
                      <a:pt x="96" y="87"/>
                    </a:cubicBezTo>
                    <a:cubicBezTo>
                      <a:pt x="99" y="84"/>
                      <a:pt x="96" y="81"/>
                      <a:pt x="93" y="75"/>
                    </a:cubicBezTo>
                    <a:cubicBezTo>
                      <a:pt x="90" y="69"/>
                      <a:pt x="78" y="72"/>
                      <a:pt x="78" y="66"/>
                    </a:cubicBezTo>
                    <a:cubicBezTo>
                      <a:pt x="78" y="60"/>
                      <a:pt x="72" y="60"/>
                      <a:pt x="72" y="57"/>
                    </a:cubicBezTo>
                    <a:cubicBezTo>
                      <a:pt x="72" y="54"/>
                      <a:pt x="63" y="51"/>
                      <a:pt x="57" y="54"/>
                    </a:cubicBezTo>
                    <a:cubicBezTo>
                      <a:pt x="51" y="57"/>
                      <a:pt x="54" y="48"/>
                      <a:pt x="51" y="42"/>
                    </a:cubicBezTo>
                    <a:cubicBezTo>
                      <a:pt x="45" y="39"/>
                      <a:pt x="54" y="33"/>
                      <a:pt x="57" y="27"/>
                    </a:cubicBezTo>
                    <a:cubicBezTo>
                      <a:pt x="63" y="21"/>
                      <a:pt x="57" y="12"/>
                      <a:pt x="57" y="9"/>
                    </a:cubicBezTo>
                    <a:cubicBezTo>
                      <a:pt x="57" y="3"/>
                      <a:pt x="57" y="3"/>
                      <a:pt x="54" y="3"/>
                    </a:cubicBezTo>
                    <a:cubicBezTo>
                      <a:pt x="54" y="6"/>
                      <a:pt x="42" y="0"/>
                      <a:pt x="39" y="3"/>
                    </a:cubicBezTo>
                    <a:cubicBezTo>
                      <a:pt x="36" y="6"/>
                      <a:pt x="39" y="27"/>
                      <a:pt x="36" y="30"/>
                    </a:cubicBezTo>
                    <a:cubicBezTo>
                      <a:pt x="36" y="30"/>
                      <a:pt x="33" y="27"/>
                      <a:pt x="30" y="27"/>
                    </a:cubicBezTo>
                    <a:cubicBezTo>
                      <a:pt x="30" y="30"/>
                      <a:pt x="33" y="42"/>
                      <a:pt x="33" y="42"/>
                    </a:cubicBezTo>
                    <a:cubicBezTo>
                      <a:pt x="36" y="42"/>
                      <a:pt x="39" y="48"/>
                      <a:pt x="36" y="51"/>
                    </a:cubicBezTo>
                    <a:cubicBezTo>
                      <a:pt x="36" y="57"/>
                      <a:pt x="42" y="57"/>
                      <a:pt x="48" y="57"/>
                    </a:cubicBezTo>
                    <a:cubicBezTo>
                      <a:pt x="54" y="54"/>
                      <a:pt x="54" y="60"/>
                      <a:pt x="60" y="60"/>
                    </a:cubicBezTo>
                    <a:close/>
                    <a:moveTo>
                      <a:pt x="39" y="63"/>
                    </a:moveTo>
                    <a:cubicBezTo>
                      <a:pt x="39" y="66"/>
                      <a:pt x="42" y="75"/>
                      <a:pt x="48" y="75"/>
                    </a:cubicBezTo>
                    <a:cubicBezTo>
                      <a:pt x="57" y="72"/>
                      <a:pt x="36" y="57"/>
                      <a:pt x="39" y="63"/>
                    </a:cubicBezTo>
                    <a:close/>
                    <a:moveTo>
                      <a:pt x="57" y="93"/>
                    </a:moveTo>
                    <a:cubicBezTo>
                      <a:pt x="57" y="93"/>
                      <a:pt x="63" y="93"/>
                      <a:pt x="63" y="90"/>
                    </a:cubicBezTo>
                    <a:cubicBezTo>
                      <a:pt x="63" y="87"/>
                      <a:pt x="66" y="96"/>
                      <a:pt x="63" y="99"/>
                    </a:cubicBezTo>
                    <a:cubicBezTo>
                      <a:pt x="60" y="102"/>
                      <a:pt x="60" y="111"/>
                      <a:pt x="66" y="111"/>
                    </a:cubicBezTo>
                    <a:cubicBezTo>
                      <a:pt x="69" y="114"/>
                      <a:pt x="78" y="96"/>
                      <a:pt x="78" y="93"/>
                    </a:cubicBezTo>
                    <a:cubicBezTo>
                      <a:pt x="75" y="90"/>
                      <a:pt x="72" y="96"/>
                      <a:pt x="72" y="93"/>
                    </a:cubicBezTo>
                    <a:cubicBezTo>
                      <a:pt x="75" y="87"/>
                      <a:pt x="60" y="78"/>
                      <a:pt x="57" y="78"/>
                    </a:cubicBezTo>
                    <a:cubicBezTo>
                      <a:pt x="51" y="81"/>
                      <a:pt x="51" y="96"/>
                      <a:pt x="57" y="93"/>
                    </a:cubicBezTo>
                    <a:close/>
                    <a:moveTo>
                      <a:pt x="18" y="102"/>
                    </a:moveTo>
                    <a:cubicBezTo>
                      <a:pt x="12" y="108"/>
                      <a:pt x="0" y="117"/>
                      <a:pt x="3" y="120"/>
                    </a:cubicBezTo>
                    <a:cubicBezTo>
                      <a:pt x="6" y="123"/>
                      <a:pt x="18" y="105"/>
                      <a:pt x="24" y="99"/>
                    </a:cubicBezTo>
                    <a:cubicBezTo>
                      <a:pt x="30" y="96"/>
                      <a:pt x="27" y="93"/>
                      <a:pt x="27" y="87"/>
                    </a:cubicBezTo>
                    <a:cubicBezTo>
                      <a:pt x="24" y="84"/>
                      <a:pt x="21" y="96"/>
                      <a:pt x="18" y="102"/>
                    </a:cubicBezTo>
                    <a:close/>
                    <a:moveTo>
                      <a:pt x="75" y="108"/>
                    </a:moveTo>
                    <a:cubicBezTo>
                      <a:pt x="78" y="111"/>
                      <a:pt x="87" y="105"/>
                      <a:pt x="84" y="102"/>
                    </a:cubicBezTo>
                    <a:cubicBezTo>
                      <a:pt x="81" y="99"/>
                      <a:pt x="75" y="105"/>
                      <a:pt x="75" y="108"/>
                    </a:cubicBezTo>
                    <a:close/>
                    <a:moveTo>
                      <a:pt x="105" y="132"/>
                    </a:moveTo>
                    <a:cubicBezTo>
                      <a:pt x="111" y="129"/>
                      <a:pt x="105" y="117"/>
                      <a:pt x="105" y="108"/>
                    </a:cubicBezTo>
                    <a:cubicBezTo>
                      <a:pt x="105" y="99"/>
                      <a:pt x="93" y="102"/>
                      <a:pt x="96" y="108"/>
                    </a:cubicBezTo>
                    <a:cubicBezTo>
                      <a:pt x="99" y="114"/>
                      <a:pt x="90" y="108"/>
                      <a:pt x="90" y="114"/>
                    </a:cubicBezTo>
                    <a:cubicBezTo>
                      <a:pt x="90" y="120"/>
                      <a:pt x="81" y="114"/>
                      <a:pt x="84" y="120"/>
                    </a:cubicBezTo>
                    <a:cubicBezTo>
                      <a:pt x="84" y="123"/>
                      <a:pt x="75" y="120"/>
                      <a:pt x="72" y="117"/>
                    </a:cubicBezTo>
                    <a:cubicBezTo>
                      <a:pt x="69" y="114"/>
                      <a:pt x="66" y="123"/>
                      <a:pt x="60" y="123"/>
                    </a:cubicBezTo>
                    <a:cubicBezTo>
                      <a:pt x="54" y="126"/>
                      <a:pt x="51" y="135"/>
                      <a:pt x="54" y="135"/>
                    </a:cubicBezTo>
                    <a:cubicBezTo>
                      <a:pt x="60" y="135"/>
                      <a:pt x="60" y="129"/>
                      <a:pt x="66" y="129"/>
                    </a:cubicBezTo>
                    <a:cubicBezTo>
                      <a:pt x="69" y="132"/>
                      <a:pt x="69" y="126"/>
                      <a:pt x="75" y="126"/>
                    </a:cubicBezTo>
                    <a:cubicBezTo>
                      <a:pt x="78" y="129"/>
                      <a:pt x="75" y="144"/>
                      <a:pt x="84" y="147"/>
                    </a:cubicBezTo>
                    <a:cubicBezTo>
                      <a:pt x="90" y="147"/>
                      <a:pt x="90" y="153"/>
                      <a:pt x="96" y="153"/>
                    </a:cubicBezTo>
                    <a:cubicBezTo>
                      <a:pt x="99" y="153"/>
                      <a:pt x="93" y="141"/>
                      <a:pt x="93" y="138"/>
                    </a:cubicBezTo>
                    <a:cubicBezTo>
                      <a:pt x="96" y="135"/>
                      <a:pt x="102" y="138"/>
                      <a:pt x="105" y="13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2" name="Freeform 152">
                <a:extLst>
                  <a:ext uri="{FF2B5EF4-FFF2-40B4-BE49-F238E27FC236}">
                    <a16:creationId xmlns:a16="http://schemas.microsoft.com/office/drawing/2014/main" id="{C6165375-92DE-455A-700A-E72D341C89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56667" y="3311333"/>
                <a:ext cx="275763" cy="171676"/>
              </a:xfrm>
              <a:custGeom>
                <a:avLst/>
                <a:gdLst>
                  <a:gd name="T0" fmla="*/ 102 w 144"/>
                  <a:gd name="T1" fmla="*/ 84 h 90"/>
                  <a:gd name="T2" fmla="*/ 96 w 144"/>
                  <a:gd name="T3" fmla="*/ 75 h 90"/>
                  <a:gd name="T4" fmla="*/ 84 w 144"/>
                  <a:gd name="T5" fmla="*/ 72 h 90"/>
                  <a:gd name="T6" fmla="*/ 75 w 144"/>
                  <a:gd name="T7" fmla="*/ 57 h 90"/>
                  <a:gd name="T8" fmla="*/ 72 w 144"/>
                  <a:gd name="T9" fmla="*/ 48 h 90"/>
                  <a:gd name="T10" fmla="*/ 75 w 144"/>
                  <a:gd name="T11" fmla="*/ 39 h 90"/>
                  <a:gd name="T12" fmla="*/ 54 w 144"/>
                  <a:gd name="T13" fmla="*/ 27 h 90"/>
                  <a:gd name="T14" fmla="*/ 9 w 144"/>
                  <a:gd name="T15" fmla="*/ 3 h 90"/>
                  <a:gd name="T16" fmla="*/ 0 w 144"/>
                  <a:gd name="T17" fmla="*/ 0 h 90"/>
                  <a:gd name="T18" fmla="*/ 0 w 144"/>
                  <a:gd name="T19" fmla="*/ 72 h 90"/>
                  <a:gd name="T20" fmla="*/ 12 w 144"/>
                  <a:gd name="T21" fmla="*/ 75 h 90"/>
                  <a:gd name="T22" fmla="*/ 27 w 144"/>
                  <a:gd name="T23" fmla="*/ 69 h 90"/>
                  <a:gd name="T24" fmla="*/ 33 w 144"/>
                  <a:gd name="T25" fmla="*/ 60 h 90"/>
                  <a:gd name="T26" fmla="*/ 57 w 144"/>
                  <a:gd name="T27" fmla="*/ 66 h 90"/>
                  <a:gd name="T28" fmla="*/ 81 w 144"/>
                  <a:gd name="T29" fmla="*/ 87 h 90"/>
                  <a:gd name="T30" fmla="*/ 105 w 144"/>
                  <a:gd name="T31" fmla="*/ 90 h 90"/>
                  <a:gd name="T32" fmla="*/ 102 w 144"/>
                  <a:gd name="T33" fmla="*/ 84 h 90"/>
                  <a:gd name="T34" fmla="*/ 123 w 144"/>
                  <a:gd name="T35" fmla="*/ 24 h 90"/>
                  <a:gd name="T36" fmla="*/ 108 w 144"/>
                  <a:gd name="T37" fmla="*/ 33 h 90"/>
                  <a:gd name="T38" fmla="*/ 84 w 144"/>
                  <a:gd name="T39" fmla="*/ 33 h 90"/>
                  <a:gd name="T40" fmla="*/ 102 w 144"/>
                  <a:gd name="T41" fmla="*/ 42 h 90"/>
                  <a:gd name="T42" fmla="*/ 126 w 144"/>
                  <a:gd name="T43" fmla="*/ 30 h 90"/>
                  <a:gd name="T44" fmla="*/ 129 w 144"/>
                  <a:gd name="T45" fmla="*/ 21 h 90"/>
                  <a:gd name="T46" fmla="*/ 123 w 144"/>
                  <a:gd name="T47" fmla="*/ 24 h 90"/>
                  <a:gd name="T48" fmla="*/ 135 w 144"/>
                  <a:gd name="T49" fmla="*/ 12 h 90"/>
                  <a:gd name="T50" fmla="*/ 129 w 144"/>
                  <a:gd name="T51" fmla="*/ 12 h 90"/>
                  <a:gd name="T52" fmla="*/ 138 w 144"/>
                  <a:gd name="T53" fmla="*/ 24 h 90"/>
                  <a:gd name="T54" fmla="*/ 135 w 144"/>
                  <a:gd name="T55" fmla="*/ 1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44" h="90">
                    <a:moveTo>
                      <a:pt x="102" y="84"/>
                    </a:moveTo>
                    <a:cubicBezTo>
                      <a:pt x="102" y="84"/>
                      <a:pt x="96" y="78"/>
                      <a:pt x="96" y="75"/>
                    </a:cubicBezTo>
                    <a:cubicBezTo>
                      <a:pt x="96" y="75"/>
                      <a:pt x="90" y="75"/>
                      <a:pt x="84" y="72"/>
                    </a:cubicBezTo>
                    <a:cubicBezTo>
                      <a:pt x="78" y="69"/>
                      <a:pt x="81" y="57"/>
                      <a:pt x="75" y="57"/>
                    </a:cubicBezTo>
                    <a:cubicBezTo>
                      <a:pt x="72" y="54"/>
                      <a:pt x="66" y="45"/>
                      <a:pt x="72" y="48"/>
                    </a:cubicBezTo>
                    <a:cubicBezTo>
                      <a:pt x="78" y="48"/>
                      <a:pt x="81" y="45"/>
                      <a:pt x="75" y="39"/>
                    </a:cubicBezTo>
                    <a:cubicBezTo>
                      <a:pt x="72" y="36"/>
                      <a:pt x="54" y="33"/>
                      <a:pt x="54" y="27"/>
                    </a:cubicBezTo>
                    <a:cubicBezTo>
                      <a:pt x="54" y="21"/>
                      <a:pt x="21" y="6"/>
                      <a:pt x="9" y="3"/>
                    </a:cubicBezTo>
                    <a:cubicBezTo>
                      <a:pt x="6" y="3"/>
                      <a:pt x="3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" y="72"/>
                      <a:pt x="9" y="75"/>
                      <a:pt x="12" y="75"/>
                    </a:cubicBezTo>
                    <a:cubicBezTo>
                      <a:pt x="27" y="75"/>
                      <a:pt x="24" y="69"/>
                      <a:pt x="27" y="69"/>
                    </a:cubicBezTo>
                    <a:cubicBezTo>
                      <a:pt x="30" y="69"/>
                      <a:pt x="30" y="63"/>
                      <a:pt x="33" y="60"/>
                    </a:cubicBezTo>
                    <a:cubicBezTo>
                      <a:pt x="36" y="57"/>
                      <a:pt x="48" y="60"/>
                      <a:pt x="57" y="66"/>
                    </a:cubicBezTo>
                    <a:cubicBezTo>
                      <a:pt x="63" y="72"/>
                      <a:pt x="72" y="87"/>
                      <a:pt x="81" y="87"/>
                    </a:cubicBezTo>
                    <a:cubicBezTo>
                      <a:pt x="90" y="84"/>
                      <a:pt x="99" y="90"/>
                      <a:pt x="105" y="90"/>
                    </a:cubicBezTo>
                    <a:cubicBezTo>
                      <a:pt x="111" y="90"/>
                      <a:pt x="105" y="84"/>
                      <a:pt x="102" y="84"/>
                    </a:cubicBezTo>
                    <a:close/>
                    <a:moveTo>
                      <a:pt x="123" y="24"/>
                    </a:moveTo>
                    <a:cubicBezTo>
                      <a:pt x="123" y="27"/>
                      <a:pt x="117" y="30"/>
                      <a:pt x="108" y="33"/>
                    </a:cubicBezTo>
                    <a:cubicBezTo>
                      <a:pt x="99" y="36"/>
                      <a:pt x="84" y="30"/>
                      <a:pt x="84" y="33"/>
                    </a:cubicBezTo>
                    <a:cubicBezTo>
                      <a:pt x="84" y="36"/>
                      <a:pt x="93" y="42"/>
                      <a:pt x="102" y="42"/>
                    </a:cubicBezTo>
                    <a:cubicBezTo>
                      <a:pt x="111" y="42"/>
                      <a:pt x="126" y="33"/>
                      <a:pt x="126" y="30"/>
                    </a:cubicBezTo>
                    <a:cubicBezTo>
                      <a:pt x="126" y="27"/>
                      <a:pt x="132" y="24"/>
                      <a:pt x="129" y="21"/>
                    </a:cubicBezTo>
                    <a:cubicBezTo>
                      <a:pt x="126" y="18"/>
                      <a:pt x="123" y="21"/>
                      <a:pt x="123" y="24"/>
                    </a:cubicBezTo>
                    <a:close/>
                    <a:moveTo>
                      <a:pt x="135" y="12"/>
                    </a:moveTo>
                    <a:cubicBezTo>
                      <a:pt x="129" y="9"/>
                      <a:pt x="123" y="6"/>
                      <a:pt x="129" y="12"/>
                    </a:cubicBezTo>
                    <a:cubicBezTo>
                      <a:pt x="138" y="18"/>
                      <a:pt x="132" y="24"/>
                      <a:pt x="138" y="24"/>
                    </a:cubicBezTo>
                    <a:cubicBezTo>
                      <a:pt x="144" y="21"/>
                      <a:pt x="138" y="15"/>
                      <a:pt x="135" y="1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3" name="Freeform 153">
                <a:extLst>
                  <a:ext uri="{FF2B5EF4-FFF2-40B4-BE49-F238E27FC236}">
                    <a16:creationId xmlns:a16="http://schemas.microsoft.com/office/drawing/2014/main" id="{51F59612-F74D-E4D5-CE02-A13E020AC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2199" y="3040977"/>
                <a:ext cx="45961" cy="85162"/>
              </a:xfrm>
              <a:custGeom>
                <a:avLst/>
                <a:gdLst>
                  <a:gd name="T0" fmla="*/ 6 w 24"/>
                  <a:gd name="T1" fmla="*/ 0 h 45"/>
                  <a:gd name="T2" fmla="*/ 3 w 24"/>
                  <a:gd name="T3" fmla="*/ 9 h 45"/>
                  <a:gd name="T4" fmla="*/ 3 w 24"/>
                  <a:gd name="T5" fmla="*/ 24 h 45"/>
                  <a:gd name="T6" fmla="*/ 6 w 24"/>
                  <a:gd name="T7" fmla="*/ 42 h 45"/>
                  <a:gd name="T8" fmla="*/ 24 w 24"/>
                  <a:gd name="T9" fmla="*/ 27 h 45"/>
                  <a:gd name="T10" fmla="*/ 6 w 24"/>
                  <a:gd name="T11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45">
                    <a:moveTo>
                      <a:pt x="6" y="0"/>
                    </a:moveTo>
                    <a:cubicBezTo>
                      <a:pt x="3" y="0"/>
                      <a:pt x="3" y="6"/>
                      <a:pt x="3" y="9"/>
                    </a:cubicBezTo>
                    <a:cubicBezTo>
                      <a:pt x="0" y="15"/>
                      <a:pt x="0" y="18"/>
                      <a:pt x="3" y="24"/>
                    </a:cubicBezTo>
                    <a:cubicBezTo>
                      <a:pt x="3" y="30"/>
                      <a:pt x="3" y="39"/>
                      <a:pt x="6" y="42"/>
                    </a:cubicBezTo>
                    <a:cubicBezTo>
                      <a:pt x="15" y="45"/>
                      <a:pt x="24" y="36"/>
                      <a:pt x="24" y="27"/>
                    </a:cubicBezTo>
                    <a:cubicBezTo>
                      <a:pt x="24" y="15"/>
                      <a:pt x="9" y="0"/>
                      <a:pt x="6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4" name="Freeform 154">
                <a:extLst>
                  <a:ext uri="{FF2B5EF4-FFF2-40B4-BE49-F238E27FC236}">
                    <a16:creationId xmlns:a16="http://schemas.microsoft.com/office/drawing/2014/main" id="{D8B52566-CBA8-339F-D10A-256987FCDA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7890" y="3500582"/>
                <a:ext cx="160862" cy="316316"/>
              </a:xfrm>
              <a:custGeom>
                <a:avLst/>
                <a:gdLst>
                  <a:gd name="T0" fmla="*/ 72 w 84"/>
                  <a:gd name="T1" fmla="*/ 6 h 165"/>
                  <a:gd name="T2" fmla="*/ 69 w 84"/>
                  <a:gd name="T3" fmla="*/ 9 h 165"/>
                  <a:gd name="T4" fmla="*/ 66 w 84"/>
                  <a:gd name="T5" fmla="*/ 18 h 165"/>
                  <a:gd name="T6" fmla="*/ 60 w 84"/>
                  <a:gd name="T7" fmla="*/ 21 h 165"/>
                  <a:gd name="T8" fmla="*/ 54 w 84"/>
                  <a:gd name="T9" fmla="*/ 27 h 165"/>
                  <a:gd name="T10" fmla="*/ 54 w 84"/>
                  <a:gd name="T11" fmla="*/ 33 h 165"/>
                  <a:gd name="T12" fmla="*/ 45 w 84"/>
                  <a:gd name="T13" fmla="*/ 39 h 165"/>
                  <a:gd name="T14" fmla="*/ 30 w 84"/>
                  <a:gd name="T15" fmla="*/ 48 h 165"/>
                  <a:gd name="T16" fmla="*/ 15 w 84"/>
                  <a:gd name="T17" fmla="*/ 51 h 165"/>
                  <a:gd name="T18" fmla="*/ 12 w 84"/>
                  <a:gd name="T19" fmla="*/ 66 h 165"/>
                  <a:gd name="T20" fmla="*/ 12 w 84"/>
                  <a:gd name="T21" fmla="*/ 87 h 165"/>
                  <a:gd name="T22" fmla="*/ 9 w 84"/>
                  <a:gd name="T23" fmla="*/ 108 h 165"/>
                  <a:gd name="T24" fmla="*/ 6 w 84"/>
                  <a:gd name="T25" fmla="*/ 135 h 165"/>
                  <a:gd name="T26" fmla="*/ 12 w 84"/>
                  <a:gd name="T27" fmla="*/ 156 h 165"/>
                  <a:gd name="T28" fmla="*/ 33 w 84"/>
                  <a:gd name="T29" fmla="*/ 162 h 165"/>
                  <a:gd name="T30" fmla="*/ 45 w 84"/>
                  <a:gd name="T31" fmla="*/ 159 h 165"/>
                  <a:gd name="T32" fmla="*/ 60 w 84"/>
                  <a:gd name="T33" fmla="*/ 111 h 165"/>
                  <a:gd name="T34" fmla="*/ 72 w 84"/>
                  <a:gd name="T35" fmla="*/ 66 h 165"/>
                  <a:gd name="T36" fmla="*/ 75 w 84"/>
                  <a:gd name="T37" fmla="*/ 54 h 165"/>
                  <a:gd name="T38" fmla="*/ 78 w 84"/>
                  <a:gd name="T39" fmla="*/ 48 h 165"/>
                  <a:gd name="T40" fmla="*/ 84 w 84"/>
                  <a:gd name="T41" fmla="*/ 45 h 165"/>
                  <a:gd name="T42" fmla="*/ 81 w 84"/>
                  <a:gd name="T43" fmla="*/ 24 h 165"/>
                  <a:gd name="T44" fmla="*/ 72 w 84"/>
                  <a:gd name="T45" fmla="*/ 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4" h="165">
                    <a:moveTo>
                      <a:pt x="72" y="6"/>
                    </a:moveTo>
                    <a:cubicBezTo>
                      <a:pt x="72" y="0"/>
                      <a:pt x="69" y="6"/>
                      <a:pt x="69" y="9"/>
                    </a:cubicBezTo>
                    <a:cubicBezTo>
                      <a:pt x="66" y="9"/>
                      <a:pt x="66" y="15"/>
                      <a:pt x="66" y="18"/>
                    </a:cubicBezTo>
                    <a:cubicBezTo>
                      <a:pt x="66" y="18"/>
                      <a:pt x="63" y="21"/>
                      <a:pt x="60" y="21"/>
                    </a:cubicBezTo>
                    <a:cubicBezTo>
                      <a:pt x="57" y="21"/>
                      <a:pt x="54" y="24"/>
                      <a:pt x="54" y="27"/>
                    </a:cubicBezTo>
                    <a:cubicBezTo>
                      <a:pt x="54" y="30"/>
                      <a:pt x="51" y="30"/>
                      <a:pt x="54" y="33"/>
                    </a:cubicBezTo>
                    <a:cubicBezTo>
                      <a:pt x="54" y="36"/>
                      <a:pt x="51" y="39"/>
                      <a:pt x="45" y="39"/>
                    </a:cubicBezTo>
                    <a:cubicBezTo>
                      <a:pt x="42" y="39"/>
                      <a:pt x="36" y="48"/>
                      <a:pt x="30" y="48"/>
                    </a:cubicBezTo>
                    <a:cubicBezTo>
                      <a:pt x="24" y="48"/>
                      <a:pt x="21" y="51"/>
                      <a:pt x="15" y="51"/>
                    </a:cubicBezTo>
                    <a:cubicBezTo>
                      <a:pt x="12" y="51"/>
                      <a:pt x="15" y="60"/>
                      <a:pt x="12" y="66"/>
                    </a:cubicBezTo>
                    <a:cubicBezTo>
                      <a:pt x="6" y="72"/>
                      <a:pt x="9" y="78"/>
                      <a:pt x="12" y="87"/>
                    </a:cubicBezTo>
                    <a:cubicBezTo>
                      <a:pt x="15" y="93"/>
                      <a:pt x="18" y="99"/>
                      <a:pt x="9" y="108"/>
                    </a:cubicBezTo>
                    <a:cubicBezTo>
                      <a:pt x="0" y="117"/>
                      <a:pt x="3" y="129"/>
                      <a:pt x="6" y="135"/>
                    </a:cubicBezTo>
                    <a:cubicBezTo>
                      <a:pt x="9" y="141"/>
                      <a:pt x="9" y="153"/>
                      <a:pt x="12" y="156"/>
                    </a:cubicBezTo>
                    <a:cubicBezTo>
                      <a:pt x="18" y="162"/>
                      <a:pt x="30" y="165"/>
                      <a:pt x="33" y="162"/>
                    </a:cubicBezTo>
                    <a:cubicBezTo>
                      <a:pt x="36" y="159"/>
                      <a:pt x="39" y="162"/>
                      <a:pt x="45" y="159"/>
                    </a:cubicBezTo>
                    <a:cubicBezTo>
                      <a:pt x="48" y="153"/>
                      <a:pt x="54" y="126"/>
                      <a:pt x="60" y="111"/>
                    </a:cubicBezTo>
                    <a:cubicBezTo>
                      <a:pt x="66" y="93"/>
                      <a:pt x="72" y="72"/>
                      <a:pt x="72" y="66"/>
                    </a:cubicBezTo>
                    <a:cubicBezTo>
                      <a:pt x="72" y="63"/>
                      <a:pt x="78" y="60"/>
                      <a:pt x="75" y="54"/>
                    </a:cubicBezTo>
                    <a:cubicBezTo>
                      <a:pt x="72" y="48"/>
                      <a:pt x="75" y="42"/>
                      <a:pt x="78" y="48"/>
                    </a:cubicBezTo>
                    <a:cubicBezTo>
                      <a:pt x="81" y="51"/>
                      <a:pt x="84" y="51"/>
                      <a:pt x="84" y="45"/>
                    </a:cubicBezTo>
                    <a:cubicBezTo>
                      <a:pt x="84" y="39"/>
                      <a:pt x="81" y="33"/>
                      <a:pt x="81" y="24"/>
                    </a:cubicBezTo>
                    <a:cubicBezTo>
                      <a:pt x="81" y="15"/>
                      <a:pt x="72" y="9"/>
                      <a:pt x="7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5" name="Freeform 155">
                <a:extLst>
                  <a:ext uri="{FF2B5EF4-FFF2-40B4-BE49-F238E27FC236}">
                    <a16:creationId xmlns:a16="http://schemas.microsoft.com/office/drawing/2014/main" id="{038A6429-AED9-945E-C714-BA4AD623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1131" y="2827396"/>
                <a:ext cx="259542" cy="155455"/>
              </a:xfrm>
              <a:custGeom>
                <a:avLst/>
                <a:gdLst>
                  <a:gd name="T0" fmla="*/ 96 w 135"/>
                  <a:gd name="T1" fmla="*/ 3 h 81"/>
                  <a:gd name="T2" fmla="*/ 75 w 135"/>
                  <a:gd name="T3" fmla="*/ 3 h 81"/>
                  <a:gd name="T4" fmla="*/ 57 w 135"/>
                  <a:gd name="T5" fmla="*/ 21 h 81"/>
                  <a:gd name="T6" fmla="*/ 48 w 135"/>
                  <a:gd name="T7" fmla="*/ 21 h 81"/>
                  <a:gd name="T8" fmla="*/ 33 w 135"/>
                  <a:gd name="T9" fmla="*/ 21 h 81"/>
                  <a:gd name="T10" fmla="*/ 21 w 135"/>
                  <a:gd name="T11" fmla="*/ 18 h 81"/>
                  <a:gd name="T12" fmla="*/ 12 w 135"/>
                  <a:gd name="T13" fmla="*/ 18 h 81"/>
                  <a:gd name="T14" fmla="*/ 6 w 135"/>
                  <a:gd name="T15" fmla="*/ 21 h 81"/>
                  <a:gd name="T16" fmla="*/ 6 w 135"/>
                  <a:gd name="T17" fmla="*/ 27 h 81"/>
                  <a:gd name="T18" fmla="*/ 0 w 135"/>
                  <a:gd name="T19" fmla="*/ 30 h 81"/>
                  <a:gd name="T20" fmla="*/ 3 w 135"/>
                  <a:gd name="T21" fmla="*/ 36 h 81"/>
                  <a:gd name="T22" fmla="*/ 6 w 135"/>
                  <a:gd name="T23" fmla="*/ 54 h 81"/>
                  <a:gd name="T24" fmla="*/ 9 w 135"/>
                  <a:gd name="T25" fmla="*/ 72 h 81"/>
                  <a:gd name="T26" fmla="*/ 30 w 135"/>
                  <a:gd name="T27" fmla="*/ 69 h 81"/>
                  <a:gd name="T28" fmla="*/ 45 w 135"/>
                  <a:gd name="T29" fmla="*/ 66 h 81"/>
                  <a:gd name="T30" fmla="*/ 57 w 135"/>
                  <a:gd name="T31" fmla="*/ 60 h 81"/>
                  <a:gd name="T32" fmla="*/ 69 w 135"/>
                  <a:gd name="T33" fmla="*/ 57 h 81"/>
                  <a:gd name="T34" fmla="*/ 78 w 135"/>
                  <a:gd name="T35" fmla="*/ 51 h 81"/>
                  <a:gd name="T36" fmla="*/ 102 w 135"/>
                  <a:gd name="T37" fmla="*/ 42 h 81"/>
                  <a:gd name="T38" fmla="*/ 111 w 135"/>
                  <a:gd name="T39" fmla="*/ 33 h 81"/>
                  <a:gd name="T40" fmla="*/ 120 w 135"/>
                  <a:gd name="T41" fmla="*/ 27 h 81"/>
                  <a:gd name="T42" fmla="*/ 108 w 135"/>
                  <a:gd name="T43" fmla="*/ 0 h 81"/>
                  <a:gd name="T44" fmla="*/ 96 w 135"/>
                  <a:gd name="T45" fmla="*/ 3 h 81"/>
                  <a:gd name="T46" fmla="*/ 123 w 135"/>
                  <a:gd name="T47" fmla="*/ 78 h 81"/>
                  <a:gd name="T48" fmla="*/ 135 w 135"/>
                  <a:gd name="T49" fmla="*/ 75 h 81"/>
                  <a:gd name="T50" fmla="*/ 123 w 135"/>
                  <a:gd name="T51" fmla="*/ 78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35" h="81">
                    <a:moveTo>
                      <a:pt x="96" y="3"/>
                    </a:moveTo>
                    <a:cubicBezTo>
                      <a:pt x="90" y="3"/>
                      <a:pt x="75" y="3"/>
                      <a:pt x="75" y="3"/>
                    </a:cubicBezTo>
                    <a:cubicBezTo>
                      <a:pt x="72" y="6"/>
                      <a:pt x="60" y="15"/>
                      <a:pt x="57" y="21"/>
                    </a:cubicBezTo>
                    <a:cubicBezTo>
                      <a:pt x="54" y="24"/>
                      <a:pt x="51" y="24"/>
                      <a:pt x="48" y="21"/>
                    </a:cubicBezTo>
                    <a:cubicBezTo>
                      <a:pt x="45" y="21"/>
                      <a:pt x="33" y="21"/>
                      <a:pt x="33" y="21"/>
                    </a:cubicBezTo>
                    <a:cubicBezTo>
                      <a:pt x="33" y="18"/>
                      <a:pt x="24" y="18"/>
                      <a:pt x="21" y="18"/>
                    </a:cubicBezTo>
                    <a:cubicBezTo>
                      <a:pt x="15" y="18"/>
                      <a:pt x="12" y="18"/>
                      <a:pt x="12" y="18"/>
                    </a:cubicBezTo>
                    <a:cubicBezTo>
                      <a:pt x="9" y="18"/>
                      <a:pt x="6" y="21"/>
                      <a:pt x="6" y="21"/>
                    </a:cubicBezTo>
                    <a:cubicBezTo>
                      <a:pt x="6" y="24"/>
                      <a:pt x="6" y="27"/>
                      <a:pt x="6" y="27"/>
                    </a:cubicBezTo>
                    <a:cubicBezTo>
                      <a:pt x="6" y="27"/>
                      <a:pt x="3" y="30"/>
                      <a:pt x="0" y="30"/>
                    </a:cubicBezTo>
                    <a:cubicBezTo>
                      <a:pt x="3" y="33"/>
                      <a:pt x="3" y="36"/>
                      <a:pt x="3" y="36"/>
                    </a:cubicBezTo>
                    <a:cubicBezTo>
                      <a:pt x="0" y="42"/>
                      <a:pt x="3" y="51"/>
                      <a:pt x="6" y="54"/>
                    </a:cubicBezTo>
                    <a:cubicBezTo>
                      <a:pt x="9" y="60"/>
                      <a:pt x="9" y="69"/>
                      <a:pt x="9" y="72"/>
                    </a:cubicBezTo>
                    <a:cubicBezTo>
                      <a:pt x="12" y="75"/>
                      <a:pt x="24" y="72"/>
                      <a:pt x="30" y="69"/>
                    </a:cubicBezTo>
                    <a:cubicBezTo>
                      <a:pt x="36" y="66"/>
                      <a:pt x="39" y="66"/>
                      <a:pt x="45" y="66"/>
                    </a:cubicBezTo>
                    <a:cubicBezTo>
                      <a:pt x="48" y="66"/>
                      <a:pt x="54" y="60"/>
                      <a:pt x="57" y="60"/>
                    </a:cubicBezTo>
                    <a:cubicBezTo>
                      <a:pt x="57" y="57"/>
                      <a:pt x="66" y="57"/>
                      <a:pt x="69" y="57"/>
                    </a:cubicBezTo>
                    <a:cubicBezTo>
                      <a:pt x="72" y="57"/>
                      <a:pt x="75" y="54"/>
                      <a:pt x="78" y="51"/>
                    </a:cubicBezTo>
                    <a:cubicBezTo>
                      <a:pt x="81" y="48"/>
                      <a:pt x="90" y="48"/>
                      <a:pt x="102" y="42"/>
                    </a:cubicBezTo>
                    <a:cubicBezTo>
                      <a:pt x="111" y="39"/>
                      <a:pt x="108" y="36"/>
                      <a:pt x="111" y="33"/>
                    </a:cubicBezTo>
                    <a:cubicBezTo>
                      <a:pt x="114" y="30"/>
                      <a:pt x="117" y="30"/>
                      <a:pt x="120" y="27"/>
                    </a:cubicBezTo>
                    <a:cubicBezTo>
                      <a:pt x="117" y="18"/>
                      <a:pt x="111" y="6"/>
                      <a:pt x="108" y="0"/>
                    </a:cubicBezTo>
                    <a:cubicBezTo>
                      <a:pt x="102" y="0"/>
                      <a:pt x="99" y="3"/>
                      <a:pt x="96" y="3"/>
                    </a:cubicBezTo>
                    <a:close/>
                    <a:moveTo>
                      <a:pt x="123" y="78"/>
                    </a:moveTo>
                    <a:cubicBezTo>
                      <a:pt x="129" y="81"/>
                      <a:pt x="135" y="78"/>
                      <a:pt x="135" y="75"/>
                    </a:cubicBezTo>
                    <a:cubicBezTo>
                      <a:pt x="135" y="75"/>
                      <a:pt x="120" y="72"/>
                      <a:pt x="123" y="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6" name="Freeform 156">
                <a:extLst>
                  <a:ext uri="{FF2B5EF4-FFF2-40B4-BE49-F238E27FC236}">
                    <a16:creationId xmlns:a16="http://schemas.microsoft.com/office/drawing/2014/main" id="{F68F3539-0DEC-8E6F-8680-89C4AD71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2658" y="4403571"/>
                <a:ext cx="58127" cy="33794"/>
              </a:xfrm>
              <a:custGeom>
                <a:avLst/>
                <a:gdLst>
                  <a:gd name="T0" fmla="*/ 12 w 30"/>
                  <a:gd name="T1" fmla="*/ 3 h 18"/>
                  <a:gd name="T2" fmla="*/ 9 w 30"/>
                  <a:gd name="T3" fmla="*/ 15 h 18"/>
                  <a:gd name="T4" fmla="*/ 18 w 30"/>
                  <a:gd name="T5" fmla="*/ 15 h 18"/>
                  <a:gd name="T6" fmla="*/ 27 w 30"/>
                  <a:gd name="T7" fmla="*/ 12 h 18"/>
                  <a:gd name="T8" fmla="*/ 12 w 30"/>
                  <a:gd name="T9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8">
                    <a:moveTo>
                      <a:pt x="12" y="3"/>
                    </a:moveTo>
                    <a:cubicBezTo>
                      <a:pt x="12" y="0"/>
                      <a:pt x="0" y="12"/>
                      <a:pt x="9" y="15"/>
                    </a:cubicBezTo>
                    <a:cubicBezTo>
                      <a:pt x="12" y="18"/>
                      <a:pt x="15" y="12"/>
                      <a:pt x="18" y="15"/>
                    </a:cubicBezTo>
                    <a:cubicBezTo>
                      <a:pt x="21" y="18"/>
                      <a:pt x="27" y="18"/>
                      <a:pt x="27" y="12"/>
                    </a:cubicBezTo>
                    <a:cubicBezTo>
                      <a:pt x="30" y="6"/>
                      <a:pt x="15" y="6"/>
                      <a:pt x="12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7" name="Freeform 157">
                <a:extLst>
                  <a:ext uri="{FF2B5EF4-FFF2-40B4-BE49-F238E27FC236}">
                    <a16:creationId xmlns:a16="http://schemas.microsoft.com/office/drawing/2014/main" id="{950B97C8-D688-6D4A-A56D-6F69418B7A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55411" y="3368107"/>
                <a:ext cx="177083" cy="127067"/>
              </a:xfrm>
              <a:custGeom>
                <a:avLst/>
                <a:gdLst>
                  <a:gd name="T0" fmla="*/ 0 w 93"/>
                  <a:gd name="T1" fmla="*/ 3 h 66"/>
                  <a:gd name="T2" fmla="*/ 15 w 93"/>
                  <a:gd name="T3" fmla="*/ 18 h 66"/>
                  <a:gd name="T4" fmla="*/ 0 w 93"/>
                  <a:gd name="T5" fmla="*/ 3 h 66"/>
                  <a:gd name="T6" fmla="*/ 21 w 93"/>
                  <a:gd name="T7" fmla="*/ 18 h 66"/>
                  <a:gd name="T8" fmla="*/ 33 w 93"/>
                  <a:gd name="T9" fmla="*/ 24 h 66"/>
                  <a:gd name="T10" fmla="*/ 21 w 93"/>
                  <a:gd name="T11" fmla="*/ 18 h 66"/>
                  <a:gd name="T12" fmla="*/ 60 w 93"/>
                  <a:gd name="T13" fmla="*/ 36 h 66"/>
                  <a:gd name="T14" fmla="*/ 45 w 93"/>
                  <a:gd name="T15" fmla="*/ 27 h 66"/>
                  <a:gd name="T16" fmla="*/ 60 w 93"/>
                  <a:gd name="T17" fmla="*/ 36 h 66"/>
                  <a:gd name="T18" fmla="*/ 57 w 93"/>
                  <a:gd name="T19" fmla="*/ 48 h 66"/>
                  <a:gd name="T20" fmla="*/ 69 w 93"/>
                  <a:gd name="T21" fmla="*/ 54 h 66"/>
                  <a:gd name="T22" fmla="*/ 57 w 93"/>
                  <a:gd name="T23" fmla="*/ 48 h 66"/>
                  <a:gd name="T24" fmla="*/ 78 w 93"/>
                  <a:gd name="T25" fmla="*/ 57 h 66"/>
                  <a:gd name="T26" fmla="*/ 90 w 93"/>
                  <a:gd name="T27" fmla="*/ 63 h 66"/>
                  <a:gd name="T28" fmla="*/ 78 w 93"/>
                  <a:gd name="T29" fmla="*/ 57 h 66"/>
                  <a:gd name="T30" fmla="*/ 69 w 93"/>
                  <a:gd name="T31" fmla="*/ 36 h 66"/>
                  <a:gd name="T32" fmla="*/ 78 w 93"/>
                  <a:gd name="T33" fmla="*/ 51 h 66"/>
                  <a:gd name="T34" fmla="*/ 69 w 93"/>
                  <a:gd name="T35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3" h="66">
                    <a:moveTo>
                      <a:pt x="0" y="3"/>
                    </a:moveTo>
                    <a:cubicBezTo>
                      <a:pt x="0" y="6"/>
                      <a:pt x="12" y="21"/>
                      <a:pt x="15" y="18"/>
                    </a:cubicBezTo>
                    <a:cubicBezTo>
                      <a:pt x="21" y="15"/>
                      <a:pt x="3" y="0"/>
                      <a:pt x="0" y="3"/>
                    </a:cubicBezTo>
                    <a:close/>
                    <a:moveTo>
                      <a:pt x="21" y="18"/>
                    </a:moveTo>
                    <a:cubicBezTo>
                      <a:pt x="21" y="18"/>
                      <a:pt x="30" y="27"/>
                      <a:pt x="33" y="24"/>
                    </a:cubicBezTo>
                    <a:cubicBezTo>
                      <a:pt x="33" y="24"/>
                      <a:pt x="24" y="15"/>
                      <a:pt x="21" y="18"/>
                    </a:cubicBezTo>
                    <a:close/>
                    <a:moveTo>
                      <a:pt x="60" y="36"/>
                    </a:moveTo>
                    <a:cubicBezTo>
                      <a:pt x="63" y="36"/>
                      <a:pt x="45" y="24"/>
                      <a:pt x="45" y="27"/>
                    </a:cubicBezTo>
                    <a:cubicBezTo>
                      <a:pt x="45" y="30"/>
                      <a:pt x="57" y="39"/>
                      <a:pt x="60" y="36"/>
                    </a:cubicBezTo>
                    <a:close/>
                    <a:moveTo>
                      <a:pt x="57" y="48"/>
                    </a:moveTo>
                    <a:cubicBezTo>
                      <a:pt x="60" y="51"/>
                      <a:pt x="66" y="54"/>
                      <a:pt x="69" y="54"/>
                    </a:cubicBezTo>
                    <a:cubicBezTo>
                      <a:pt x="72" y="51"/>
                      <a:pt x="57" y="42"/>
                      <a:pt x="57" y="48"/>
                    </a:cubicBezTo>
                    <a:close/>
                    <a:moveTo>
                      <a:pt x="78" y="57"/>
                    </a:moveTo>
                    <a:cubicBezTo>
                      <a:pt x="78" y="60"/>
                      <a:pt x="84" y="66"/>
                      <a:pt x="90" y="63"/>
                    </a:cubicBezTo>
                    <a:cubicBezTo>
                      <a:pt x="93" y="60"/>
                      <a:pt x="78" y="57"/>
                      <a:pt x="78" y="57"/>
                    </a:cubicBezTo>
                    <a:close/>
                    <a:moveTo>
                      <a:pt x="69" y="36"/>
                    </a:moveTo>
                    <a:cubicBezTo>
                      <a:pt x="66" y="42"/>
                      <a:pt x="78" y="51"/>
                      <a:pt x="78" y="51"/>
                    </a:cubicBezTo>
                    <a:cubicBezTo>
                      <a:pt x="81" y="51"/>
                      <a:pt x="72" y="33"/>
                      <a:pt x="69" y="36"/>
                    </a:cubicBezTo>
                    <a:close/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8" name="Freeform 158">
                <a:extLst>
                  <a:ext uri="{FF2B5EF4-FFF2-40B4-BE49-F238E27FC236}">
                    <a16:creationId xmlns:a16="http://schemas.microsoft.com/office/drawing/2014/main" id="{E40CE144-D0C6-C2D8-3425-3D87BF62CA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655411" y="3368107"/>
                <a:ext cx="177083" cy="127067"/>
              </a:xfrm>
              <a:custGeom>
                <a:avLst/>
                <a:gdLst>
                  <a:gd name="T0" fmla="*/ 0 w 93"/>
                  <a:gd name="T1" fmla="*/ 3 h 66"/>
                  <a:gd name="T2" fmla="*/ 15 w 93"/>
                  <a:gd name="T3" fmla="*/ 18 h 66"/>
                  <a:gd name="T4" fmla="*/ 0 w 93"/>
                  <a:gd name="T5" fmla="*/ 3 h 66"/>
                  <a:gd name="T6" fmla="*/ 21 w 93"/>
                  <a:gd name="T7" fmla="*/ 18 h 66"/>
                  <a:gd name="T8" fmla="*/ 33 w 93"/>
                  <a:gd name="T9" fmla="*/ 24 h 66"/>
                  <a:gd name="T10" fmla="*/ 21 w 93"/>
                  <a:gd name="T11" fmla="*/ 18 h 66"/>
                  <a:gd name="T12" fmla="*/ 60 w 93"/>
                  <a:gd name="T13" fmla="*/ 36 h 66"/>
                  <a:gd name="T14" fmla="*/ 45 w 93"/>
                  <a:gd name="T15" fmla="*/ 27 h 66"/>
                  <a:gd name="T16" fmla="*/ 60 w 93"/>
                  <a:gd name="T17" fmla="*/ 36 h 66"/>
                  <a:gd name="T18" fmla="*/ 57 w 93"/>
                  <a:gd name="T19" fmla="*/ 48 h 66"/>
                  <a:gd name="T20" fmla="*/ 69 w 93"/>
                  <a:gd name="T21" fmla="*/ 54 h 66"/>
                  <a:gd name="T22" fmla="*/ 57 w 93"/>
                  <a:gd name="T23" fmla="*/ 48 h 66"/>
                  <a:gd name="T24" fmla="*/ 78 w 93"/>
                  <a:gd name="T25" fmla="*/ 57 h 66"/>
                  <a:gd name="T26" fmla="*/ 90 w 93"/>
                  <a:gd name="T27" fmla="*/ 63 h 66"/>
                  <a:gd name="T28" fmla="*/ 78 w 93"/>
                  <a:gd name="T29" fmla="*/ 57 h 66"/>
                  <a:gd name="T30" fmla="*/ 69 w 93"/>
                  <a:gd name="T31" fmla="*/ 36 h 66"/>
                  <a:gd name="T32" fmla="*/ 78 w 93"/>
                  <a:gd name="T33" fmla="*/ 51 h 66"/>
                  <a:gd name="T34" fmla="*/ 69 w 93"/>
                  <a:gd name="T35" fmla="*/ 3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3" h="66">
                    <a:moveTo>
                      <a:pt x="0" y="3"/>
                    </a:moveTo>
                    <a:cubicBezTo>
                      <a:pt x="0" y="6"/>
                      <a:pt x="12" y="21"/>
                      <a:pt x="15" y="18"/>
                    </a:cubicBezTo>
                    <a:cubicBezTo>
                      <a:pt x="21" y="15"/>
                      <a:pt x="3" y="0"/>
                      <a:pt x="0" y="3"/>
                    </a:cubicBezTo>
                    <a:close/>
                    <a:moveTo>
                      <a:pt x="21" y="18"/>
                    </a:moveTo>
                    <a:cubicBezTo>
                      <a:pt x="21" y="18"/>
                      <a:pt x="30" y="27"/>
                      <a:pt x="33" y="24"/>
                    </a:cubicBezTo>
                    <a:cubicBezTo>
                      <a:pt x="33" y="24"/>
                      <a:pt x="24" y="15"/>
                      <a:pt x="21" y="18"/>
                    </a:cubicBezTo>
                    <a:close/>
                    <a:moveTo>
                      <a:pt x="60" y="36"/>
                    </a:moveTo>
                    <a:cubicBezTo>
                      <a:pt x="63" y="36"/>
                      <a:pt x="45" y="24"/>
                      <a:pt x="45" y="27"/>
                    </a:cubicBezTo>
                    <a:cubicBezTo>
                      <a:pt x="45" y="30"/>
                      <a:pt x="57" y="39"/>
                      <a:pt x="60" y="36"/>
                    </a:cubicBezTo>
                    <a:close/>
                    <a:moveTo>
                      <a:pt x="57" y="48"/>
                    </a:moveTo>
                    <a:cubicBezTo>
                      <a:pt x="60" y="51"/>
                      <a:pt x="66" y="54"/>
                      <a:pt x="69" y="54"/>
                    </a:cubicBezTo>
                    <a:cubicBezTo>
                      <a:pt x="72" y="51"/>
                      <a:pt x="57" y="42"/>
                      <a:pt x="57" y="48"/>
                    </a:cubicBezTo>
                    <a:close/>
                    <a:moveTo>
                      <a:pt x="78" y="57"/>
                    </a:moveTo>
                    <a:cubicBezTo>
                      <a:pt x="78" y="60"/>
                      <a:pt x="84" y="66"/>
                      <a:pt x="90" y="63"/>
                    </a:cubicBezTo>
                    <a:cubicBezTo>
                      <a:pt x="93" y="60"/>
                      <a:pt x="78" y="57"/>
                      <a:pt x="78" y="57"/>
                    </a:cubicBezTo>
                    <a:close/>
                    <a:moveTo>
                      <a:pt x="69" y="36"/>
                    </a:moveTo>
                    <a:cubicBezTo>
                      <a:pt x="66" y="42"/>
                      <a:pt x="78" y="51"/>
                      <a:pt x="78" y="51"/>
                    </a:cubicBezTo>
                    <a:cubicBezTo>
                      <a:pt x="81" y="51"/>
                      <a:pt x="72" y="33"/>
                      <a:pt x="69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89" name="Freeform 159">
                <a:extLst>
                  <a:ext uri="{FF2B5EF4-FFF2-40B4-BE49-F238E27FC236}">
                    <a16:creationId xmlns:a16="http://schemas.microsoft.com/office/drawing/2014/main" id="{48E4B65F-956B-5DFA-10C2-E72E8C4EBC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47014" y="3483009"/>
                <a:ext cx="885416" cy="788088"/>
              </a:xfrm>
              <a:custGeom>
                <a:avLst/>
                <a:gdLst>
                  <a:gd name="T0" fmla="*/ 456 w 462"/>
                  <a:gd name="T1" fmla="*/ 180 h 411"/>
                  <a:gd name="T2" fmla="*/ 438 w 462"/>
                  <a:gd name="T3" fmla="*/ 159 h 411"/>
                  <a:gd name="T4" fmla="*/ 423 w 462"/>
                  <a:gd name="T5" fmla="*/ 138 h 411"/>
                  <a:gd name="T6" fmla="*/ 411 w 462"/>
                  <a:gd name="T7" fmla="*/ 123 h 411"/>
                  <a:gd name="T8" fmla="*/ 378 w 462"/>
                  <a:gd name="T9" fmla="*/ 93 h 411"/>
                  <a:gd name="T10" fmla="*/ 366 w 462"/>
                  <a:gd name="T11" fmla="*/ 54 h 411"/>
                  <a:gd name="T12" fmla="*/ 348 w 462"/>
                  <a:gd name="T13" fmla="*/ 33 h 411"/>
                  <a:gd name="T14" fmla="*/ 330 w 462"/>
                  <a:gd name="T15" fmla="*/ 9 h 411"/>
                  <a:gd name="T16" fmla="*/ 324 w 462"/>
                  <a:gd name="T17" fmla="*/ 51 h 411"/>
                  <a:gd name="T18" fmla="*/ 297 w 462"/>
                  <a:gd name="T19" fmla="*/ 75 h 411"/>
                  <a:gd name="T20" fmla="*/ 264 w 462"/>
                  <a:gd name="T21" fmla="*/ 60 h 411"/>
                  <a:gd name="T22" fmla="*/ 258 w 462"/>
                  <a:gd name="T23" fmla="*/ 36 h 411"/>
                  <a:gd name="T24" fmla="*/ 267 w 462"/>
                  <a:gd name="T25" fmla="*/ 18 h 411"/>
                  <a:gd name="T26" fmla="*/ 252 w 462"/>
                  <a:gd name="T27" fmla="*/ 18 h 411"/>
                  <a:gd name="T28" fmla="*/ 222 w 462"/>
                  <a:gd name="T29" fmla="*/ 12 h 411"/>
                  <a:gd name="T30" fmla="*/ 195 w 462"/>
                  <a:gd name="T31" fmla="*/ 33 h 411"/>
                  <a:gd name="T32" fmla="*/ 183 w 462"/>
                  <a:gd name="T33" fmla="*/ 51 h 411"/>
                  <a:gd name="T34" fmla="*/ 168 w 462"/>
                  <a:gd name="T35" fmla="*/ 45 h 411"/>
                  <a:gd name="T36" fmla="*/ 147 w 462"/>
                  <a:gd name="T37" fmla="*/ 45 h 411"/>
                  <a:gd name="T38" fmla="*/ 132 w 462"/>
                  <a:gd name="T39" fmla="*/ 54 h 411"/>
                  <a:gd name="T40" fmla="*/ 123 w 462"/>
                  <a:gd name="T41" fmla="*/ 72 h 411"/>
                  <a:gd name="T42" fmla="*/ 105 w 462"/>
                  <a:gd name="T43" fmla="*/ 75 h 411"/>
                  <a:gd name="T44" fmla="*/ 69 w 462"/>
                  <a:gd name="T45" fmla="*/ 111 h 411"/>
                  <a:gd name="T46" fmla="*/ 33 w 462"/>
                  <a:gd name="T47" fmla="*/ 120 h 411"/>
                  <a:gd name="T48" fmla="*/ 12 w 462"/>
                  <a:gd name="T49" fmla="*/ 129 h 411"/>
                  <a:gd name="T50" fmla="*/ 6 w 462"/>
                  <a:gd name="T51" fmla="*/ 168 h 411"/>
                  <a:gd name="T52" fmla="*/ 9 w 462"/>
                  <a:gd name="T53" fmla="*/ 186 h 411"/>
                  <a:gd name="T54" fmla="*/ 21 w 462"/>
                  <a:gd name="T55" fmla="*/ 228 h 411"/>
                  <a:gd name="T56" fmla="*/ 24 w 462"/>
                  <a:gd name="T57" fmla="*/ 276 h 411"/>
                  <a:gd name="T58" fmla="*/ 57 w 462"/>
                  <a:gd name="T59" fmla="*/ 294 h 411"/>
                  <a:gd name="T60" fmla="*/ 105 w 462"/>
                  <a:gd name="T61" fmla="*/ 279 h 411"/>
                  <a:gd name="T62" fmla="*/ 156 w 462"/>
                  <a:gd name="T63" fmla="*/ 261 h 411"/>
                  <a:gd name="T64" fmla="*/ 219 w 462"/>
                  <a:gd name="T65" fmla="*/ 255 h 411"/>
                  <a:gd name="T66" fmla="*/ 240 w 462"/>
                  <a:gd name="T67" fmla="*/ 267 h 411"/>
                  <a:gd name="T68" fmla="*/ 261 w 462"/>
                  <a:gd name="T69" fmla="*/ 288 h 411"/>
                  <a:gd name="T70" fmla="*/ 279 w 462"/>
                  <a:gd name="T71" fmla="*/ 285 h 411"/>
                  <a:gd name="T72" fmla="*/ 288 w 462"/>
                  <a:gd name="T73" fmla="*/ 288 h 411"/>
                  <a:gd name="T74" fmla="*/ 303 w 462"/>
                  <a:gd name="T75" fmla="*/ 318 h 411"/>
                  <a:gd name="T76" fmla="*/ 345 w 462"/>
                  <a:gd name="T77" fmla="*/ 345 h 411"/>
                  <a:gd name="T78" fmla="*/ 366 w 462"/>
                  <a:gd name="T79" fmla="*/ 342 h 411"/>
                  <a:gd name="T80" fmla="*/ 378 w 462"/>
                  <a:gd name="T81" fmla="*/ 348 h 411"/>
                  <a:gd name="T82" fmla="*/ 420 w 462"/>
                  <a:gd name="T83" fmla="*/ 330 h 411"/>
                  <a:gd name="T84" fmla="*/ 444 w 462"/>
                  <a:gd name="T85" fmla="*/ 267 h 411"/>
                  <a:gd name="T86" fmla="*/ 459 w 462"/>
                  <a:gd name="T87" fmla="*/ 228 h 411"/>
                  <a:gd name="T88" fmla="*/ 210 w 462"/>
                  <a:gd name="T89" fmla="*/ 12 h 411"/>
                  <a:gd name="T90" fmla="*/ 267 w 462"/>
                  <a:gd name="T91" fmla="*/ 306 h 411"/>
                  <a:gd name="T92" fmla="*/ 378 w 462"/>
                  <a:gd name="T93" fmla="*/ 375 h 411"/>
                  <a:gd name="T94" fmla="*/ 381 w 462"/>
                  <a:gd name="T95" fmla="*/ 411 h 411"/>
                  <a:gd name="T96" fmla="*/ 396 w 462"/>
                  <a:gd name="T97" fmla="*/ 402 h 411"/>
                  <a:gd name="T98" fmla="*/ 378 w 462"/>
                  <a:gd name="T99" fmla="*/ 375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2" h="411">
                    <a:moveTo>
                      <a:pt x="459" y="207"/>
                    </a:moveTo>
                    <a:cubicBezTo>
                      <a:pt x="462" y="204"/>
                      <a:pt x="459" y="198"/>
                      <a:pt x="456" y="198"/>
                    </a:cubicBezTo>
                    <a:cubicBezTo>
                      <a:pt x="456" y="201"/>
                      <a:pt x="456" y="186"/>
                      <a:pt x="456" y="180"/>
                    </a:cubicBezTo>
                    <a:cubicBezTo>
                      <a:pt x="459" y="174"/>
                      <a:pt x="456" y="174"/>
                      <a:pt x="453" y="177"/>
                    </a:cubicBezTo>
                    <a:cubicBezTo>
                      <a:pt x="450" y="180"/>
                      <a:pt x="447" y="171"/>
                      <a:pt x="447" y="168"/>
                    </a:cubicBezTo>
                    <a:cubicBezTo>
                      <a:pt x="447" y="165"/>
                      <a:pt x="441" y="159"/>
                      <a:pt x="438" y="159"/>
                    </a:cubicBezTo>
                    <a:cubicBezTo>
                      <a:pt x="435" y="162"/>
                      <a:pt x="435" y="153"/>
                      <a:pt x="432" y="156"/>
                    </a:cubicBezTo>
                    <a:cubicBezTo>
                      <a:pt x="429" y="156"/>
                      <a:pt x="429" y="150"/>
                      <a:pt x="429" y="144"/>
                    </a:cubicBezTo>
                    <a:cubicBezTo>
                      <a:pt x="429" y="138"/>
                      <a:pt x="426" y="141"/>
                      <a:pt x="423" y="138"/>
                    </a:cubicBezTo>
                    <a:cubicBezTo>
                      <a:pt x="423" y="138"/>
                      <a:pt x="420" y="138"/>
                      <a:pt x="417" y="141"/>
                    </a:cubicBezTo>
                    <a:cubicBezTo>
                      <a:pt x="414" y="141"/>
                      <a:pt x="414" y="135"/>
                      <a:pt x="414" y="132"/>
                    </a:cubicBezTo>
                    <a:cubicBezTo>
                      <a:pt x="414" y="129"/>
                      <a:pt x="414" y="126"/>
                      <a:pt x="411" y="123"/>
                    </a:cubicBezTo>
                    <a:cubicBezTo>
                      <a:pt x="408" y="120"/>
                      <a:pt x="405" y="120"/>
                      <a:pt x="408" y="117"/>
                    </a:cubicBezTo>
                    <a:cubicBezTo>
                      <a:pt x="408" y="111"/>
                      <a:pt x="384" y="102"/>
                      <a:pt x="381" y="99"/>
                    </a:cubicBezTo>
                    <a:cubicBezTo>
                      <a:pt x="375" y="99"/>
                      <a:pt x="381" y="93"/>
                      <a:pt x="378" y="93"/>
                    </a:cubicBezTo>
                    <a:cubicBezTo>
                      <a:pt x="375" y="90"/>
                      <a:pt x="375" y="84"/>
                      <a:pt x="375" y="78"/>
                    </a:cubicBezTo>
                    <a:cubicBezTo>
                      <a:pt x="375" y="72"/>
                      <a:pt x="369" y="72"/>
                      <a:pt x="369" y="66"/>
                    </a:cubicBezTo>
                    <a:cubicBezTo>
                      <a:pt x="369" y="63"/>
                      <a:pt x="366" y="57"/>
                      <a:pt x="366" y="54"/>
                    </a:cubicBezTo>
                    <a:cubicBezTo>
                      <a:pt x="366" y="48"/>
                      <a:pt x="360" y="48"/>
                      <a:pt x="360" y="45"/>
                    </a:cubicBezTo>
                    <a:cubicBezTo>
                      <a:pt x="360" y="42"/>
                      <a:pt x="354" y="45"/>
                      <a:pt x="351" y="45"/>
                    </a:cubicBezTo>
                    <a:cubicBezTo>
                      <a:pt x="345" y="45"/>
                      <a:pt x="348" y="39"/>
                      <a:pt x="348" y="33"/>
                    </a:cubicBezTo>
                    <a:cubicBezTo>
                      <a:pt x="348" y="27"/>
                      <a:pt x="345" y="18"/>
                      <a:pt x="342" y="15"/>
                    </a:cubicBezTo>
                    <a:cubicBezTo>
                      <a:pt x="339" y="12"/>
                      <a:pt x="339" y="3"/>
                      <a:pt x="336" y="3"/>
                    </a:cubicBezTo>
                    <a:cubicBezTo>
                      <a:pt x="336" y="0"/>
                      <a:pt x="330" y="6"/>
                      <a:pt x="330" y="9"/>
                    </a:cubicBezTo>
                    <a:cubicBezTo>
                      <a:pt x="330" y="12"/>
                      <a:pt x="330" y="18"/>
                      <a:pt x="327" y="18"/>
                    </a:cubicBezTo>
                    <a:cubicBezTo>
                      <a:pt x="324" y="21"/>
                      <a:pt x="327" y="30"/>
                      <a:pt x="324" y="30"/>
                    </a:cubicBezTo>
                    <a:cubicBezTo>
                      <a:pt x="321" y="33"/>
                      <a:pt x="324" y="45"/>
                      <a:pt x="324" y="51"/>
                    </a:cubicBezTo>
                    <a:cubicBezTo>
                      <a:pt x="324" y="57"/>
                      <a:pt x="324" y="63"/>
                      <a:pt x="321" y="69"/>
                    </a:cubicBezTo>
                    <a:cubicBezTo>
                      <a:pt x="318" y="72"/>
                      <a:pt x="318" y="81"/>
                      <a:pt x="312" y="81"/>
                    </a:cubicBezTo>
                    <a:cubicBezTo>
                      <a:pt x="306" y="84"/>
                      <a:pt x="297" y="78"/>
                      <a:pt x="297" y="75"/>
                    </a:cubicBezTo>
                    <a:cubicBezTo>
                      <a:pt x="297" y="72"/>
                      <a:pt x="291" y="72"/>
                      <a:pt x="288" y="72"/>
                    </a:cubicBezTo>
                    <a:cubicBezTo>
                      <a:pt x="285" y="72"/>
                      <a:pt x="282" y="66"/>
                      <a:pt x="276" y="63"/>
                    </a:cubicBezTo>
                    <a:cubicBezTo>
                      <a:pt x="270" y="57"/>
                      <a:pt x="267" y="63"/>
                      <a:pt x="264" y="60"/>
                    </a:cubicBezTo>
                    <a:cubicBezTo>
                      <a:pt x="264" y="54"/>
                      <a:pt x="261" y="54"/>
                      <a:pt x="258" y="51"/>
                    </a:cubicBezTo>
                    <a:cubicBezTo>
                      <a:pt x="252" y="48"/>
                      <a:pt x="255" y="48"/>
                      <a:pt x="258" y="45"/>
                    </a:cubicBezTo>
                    <a:cubicBezTo>
                      <a:pt x="261" y="42"/>
                      <a:pt x="261" y="39"/>
                      <a:pt x="258" y="36"/>
                    </a:cubicBezTo>
                    <a:cubicBezTo>
                      <a:pt x="258" y="33"/>
                      <a:pt x="261" y="33"/>
                      <a:pt x="267" y="30"/>
                    </a:cubicBezTo>
                    <a:cubicBezTo>
                      <a:pt x="270" y="27"/>
                      <a:pt x="267" y="24"/>
                      <a:pt x="270" y="21"/>
                    </a:cubicBezTo>
                    <a:cubicBezTo>
                      <a:pt x="273" y="21"/>
                      <a:pt x="273" y="18"/>
                      <a:pt x="267" y="18"/>
                    </a:cubicBezTo>
                    <a:cubicBezTo>
                      <a:pt x="264" y="15"/>
                      <a:pt x="264" y="21"/>
                      <a:pt x="264" y="21"/>
                    </a:cubicBezTo>
                    <a:cubicBezTo>
                      <a:pt x="261" y="21"/>
                      <a:pt x="261" y="15"/>
                      <a:pt x="258" y="15"/>
                    </a:cubicBezTo>
                    <a:cubicBezTo>
                      <a:pt x="258" y="15"/>
                      <a:pt x="252" y="21"/>
                      <a:pt x="252" y="18"/>
                    </a:cubicBezTo>
                    <a:cubicBezTo>
                      <a:pt x="249" y="15"/>
                      <a:pt x="234" y="12"/>
                      <a:pt x="228" y="12"/>
                    </a:cubicBezTo>
                    <a:cubicBezTo>
                      <a:pt x="222" y="12"/>
                      <a:pt x="222" y="3"/>
                      <a:pt x="219" y="6"/>
                    </a:cubicBezTo>
                    <a:cubicBezTo>
                      <a:pt x="216" y="6"/>
                      <a:pt x="219" y="9"/>
                      <a:pt x="222" y="12"/>
                    </a:cubicBezTo>
                    <a:cubicBezTo>
                      <a:pt x="225" y="18"/>
                      <a:pt x="210" y="21"/>
                      <a:pt x="204" y="18"/>
                    </a:cubicBezTo>
                    <a:cubicBezTo>
                      <a:pt x="201" y="18"/>
                      <a:pt x="207" y="21"/>
                      <a:pt x="201" y="21"/>
                    </a:cubicBezTo>
                    <a:cubicBezTo>
                      <a:pt x="198" y="21"/>
                      <a:pt x="198" y="27"/>
                      <a:pt x="195" y="33"/>
                    </a:cubicBezTo>
                    <a:cubicBezTo>
                      <a:pt x="192" y="36"/>
                      <a:pt x="192" y="39"/>
                      <a:pt x="189" y="39"/>
                    </a:cubicBezTo>
                    <a:cubicBezTo>
                      <a:pt x="186" y="42"/>
                      <a:pt x="186" y="45"/>
                      <a:pt x="189" y="51"/>
                    </a:cubicBezTo>
                    <a:cubicBezTo>
                      <a:pt x="195" y="54"/>
                      <a:pt x="189" y="54"/>
                      <a:pt x="183" y="51"/>
                    </a:cubicBezTo>
                    <a:cubicBezTo>
                      <a:pt x="180" y="48"/>
                      <a:pt x="177" y="48"/>
                      <a:pt x="177" y="51"/>
                    </a:cubicBezTo>
                    <a:cubicBezTo>
                      <a:pt x="177" y="57"/>
                      <a:pt x="171" y="54"/>
                      <a:pt x="174" y="48"/>
                    </a:cubicBezTo>
                    <a:cubicBezTo>
                      <a:pt x="174" y="45"/>
                      <a:pt x="168" y="45"/>
                      <a:pt x="168" y="45"/>
                    </a:cubicBezTo>
                    <a:cubicBezTo>
                      <a:pt x="165" y="42"/>
                      <a:pt x="162" y="36"/>
                      <a:pt x="156" y="36"/>
                    </a:cubicBezTo>
                    <a:cubicBezTo>
                      <a:pt x="153" y="36"/>
                      <a:pt x="153" y="39"/>
                      <a:pt x="150" y="39"/>
                    </a:cubicBezTo>
                    <a:cubicBezTo>
                      <a:pt x="147" y="39"/>
                      <a:pt x="147" y="42"/>
                      <a:pt x="147" y="45"/>
                    </a:cubicBezTo>
                    <a:cubicBezTo>
                      <a:pt x="147" y="48"/>
                      <a:pt x="141" y="45"/>
                      <a:pt x="138" y="45"/>
                    </a:cubicBezTo>
                    <a:cubicBezTo>
                      <a:pt x="135" y="45"/>
                      <a:pt x="138" y="51"/>
                      <a:pt x="138" y="51"/>
                    </a:cubicBezTo>
                    <a:cubicBezTo>
                      <a:pt x="135" y="51"/>
                      <a:pt x="135" y="54"/>
                      <a:pt x="132" y="54"/>
                    </a:cubicBezTo>
                    <a:cubicBezTo>
                      <a:pt x="129" y="54"/>
                      <a:pt x="129" y="63"/>
                      <a:pt x="129" y="66"/>
                    </a:cubicBezTo>
                    <a:cubicBezTo>
                      <a:pt x="129" y="69"/>
                      <a:pt x="123" y="63"/>
                      <a:pt x="120" y="66"/>
                    </a:cubicBezTo>
                    <a:cubicBezTo>
                      <a:pt x="117" y="66"/>
                      <a:pt x="123" y="69"/>
                      <a:pt x="123" y="72"/>
                    </a:cubicBezTo>
                    <a:cubicBezTo>
                      <a:pt x="123" y="78"/>
                      <a:pt x="120" y="78"/>
                      <a:pt x="120" y="78"/>
                    </a:cubicBezTo>
                    <a:cubicBezTo>
                      <a:pt x="117" y="81"/>
                      <a:pt x="114" y="75"/>
                      <a:pt x="114" y="72"/>
                    </a:cubicBezTo>
                    <a:cubicBezTo>
                      <a:pt x="114" y="66"/>
                      <a:pt x="111" y="69"/>
                      <a:pt x="105" y="75"/>
                    </a:cubicBezTo>
                    <a:cubicBezTo>
                      <a:pt x="102" y="81"/>
                      <a:pt x="108" y="87"/>
                      <a:pt x="105" y="87"/>
                    </a:cubicBezTo>
                    <a:cubicBezTo>
                      <a:pt x="102" y="90"/>
                      <a:pt x="93" y="99"/>
                      <a:pt x="90" y="105"/>
                    </a:cubicBezTo>
                    <a:cubicBezTo>
                      <a:pt x="84" y="111"/>
                      <a:pt x="72" y="108"/>
                      <a:pt x="69" y="111"/>
                    </a:cubicBezTo>
                    <a:cubicBezTo>
                      <a:pt x="66" y="114"/>
                      <a:pt x="63" y="111"/>
                      <a:pt x="57" y="114"/>
                    </a:cubicBezTo>
                    <a:cubicBezTo>
                      <a:pt x="54" y="117"/>
                      <a:pt x="48" y="120"/>
                      <a:pt x="48" y="117"/>
                    </a:cubicBezTo>
                    <a:cubicBezTo>
                      <a:pt x="48" y="114"/>
                      <a:pt x="39" y="117"/>
                      <a:pt x="33" y="120"/>
                    </a:cubicBezTo>
                    <a:cubicBezTo>
                      <a:pt x="30" y="126"/>
                      <a:pt x="24" y="129"/>
                      <a:pt x="21" y="129"/>
                    </a:cubicBezTo>
                    <a:cubicBezTo>
                      <a:pt x="15" y="129"/>
                      <a:pt x="15" y="135"/>
                      <a:pt x="15" y="138"/>
                    </a:cubicBezTo>
                    <a:cubicBezTo>
                      <a:pt x="12" y="138"/>
                      <a:pt x="12" y="132"/>
                      <a:pt x="12" y="129"/>
                    </a:cubicBezTo>
                    <a:cubicBezTo>
                      <a:pt x="12" y="129"/>
                      <a:pt x="9" y="132"/>
                      <a:pt x="6" y="138"/>
                    </a:cubicBezTo>
                    <a:cubicBezTo>
                      <a:pt x="6" y="144"/>
                      <a:pt x="12" y="147"/>
                      <a:pt x="9" y="150"/>
                    </a:cubicBezTo>
                    <a:cubicBezTo>
                      <a:pt x="3" y="156"/>
                      <a:pt x="0" y="162"/>
                      <a:pt x="6" y="168"/>
                    </a:cubicBezTo>
                    <a:cubicBezTo>
                      <a:pt x="12" y="177"/>
                      <a:pt x="15" y="180"/>
                      <a:pt x="12" y="183"/>
                    </a:cubicBezTo>
                    <a:cubicBezTo>
                      <a:pt x="9" y="189"/>
                      <a:pt x="6" y="177"/>
                      <a:pt x="6" y="180"/>
                    </a:cubicBezTo>
                    <a:cubicBezTo>
                      <a:pt x="3" y="180"/>
                      <a:pt x="9" y="183"/>
                      <a:pt x="9" y="186"/>
                    </a:cubicBezTo>
                    <a:cubicBezTo>
                      <a:pt x="6" y="189"/>
                      <a:pt x="3" y="177"/>
                      <a:pt x="0" y="180"/>
                    </a:cubicBezTo>
                    <a:cubicBezTo>
                      <a:pt x="0" y="183"/>
                      <a:pt x="12" y="201"/>
                      <a:pt x="12" y="207"/>
                    </a:cubicBezTo>
                    <a:cubicBezTo>
                      <a:pt x="12" y="213"/>
                      <a:pt x="21" y="219"/>
                      <a:pt x="21" y="228"/>
                    </a:cubicBezTo>
                    <a:cubicBezTo>
                      <a:pt x="21" y="237"/>
                      <a:pt x="30" y="252"/>
                      <a:pt x="33" y="252"/>
                    </a:cubicBezTo>
                    <a:cubicBezTo>
                      <a:pt x="33" y="255"/>
                      <a:pt x="27" y="261"/>
                      <a:pt x="30" y="267"/>
                    </a:cubicBezTo>
                    <a:cubicBezTo>
                      <a:pt x="30" y="276"/>
                      <a:pt x="27" y="276"/>
                      <a:pt x="24" y="276"/>
                    </a:cubicBezTo>
                    <a:cubicBezTo>
                      <a:pt x="18" y="276"/>
                      <a:pt x="21" y="285"/>
                      <a:pt x="27" y="285"/>
                    </a:cubicBezTo>
                    <a:cubicBezTo>
                      <a:pt x="30" y="285"/>
                      <a:pt x="30" y="288"/>
                      <a:pt x="33" y="291"/>
                    </a:cubicBezTo>
                    <a:cubicBezTo>
                      <a:pt x="39" y="297"/>
                      <a:pt x="51" y="294"/>
                      <a:pt x="57" y="294"/>
                    </a:cubicBezTo>
                    <a:cubicBezTo>
                      <a:pt x="60" y="294"/>
                      <a:pt x="60" y="288"/>
                      <a:pt x="66" y="288"/>
                    </a:cubicBezTo>
                    <a:cubicBezTo>
                      <a:pt x="72" y="288"/>
                      <a:pt x="72" y="285"/>
                      <a:pt x="75" y="282"/>
                    </a:cubicBezTo>
                    <a:cubicBezTo>
                      <a:pt x="78" y="279"/>
                      <a:pt x="90" y="279"/>
                      <a:pt x="105" y="279"/>
                    </a:cubicBezTo>
                    <a:cubicBezTo>
                      <a:pt x="117" y="282"/>
                      <a:pt x="123" y="276"/>
                      <a:pt x="126" y="273"/>
                    </a:cubicBezTo>
                    <a:cubicBezTo>
                      <a:pt x="126" y="267"/>
                      <a:pt x="135" y="267"/>
                      <a:pt x="141" y="264"/>
                    </a:cubicBezTo>
                    <a:cubicBezTo>
                      <a:pt x="144" y="261"/>
                      <a:pt x="147" y="258"/>
                      <a:pt x="156" y="261"/>
                    </a:cubicBezTo>
                    <a:cubicBezTo>
                      <a:pt x="168" y="261"/>
                      <a:pt x="177" y="255"/>
                      <a:pt x="183" y="252"/>
                    </a:cubicBezTo>
                    <a:cubicBezTo>
                      <a:pt x="189" y="249"/>
                      <a:pt x="201" y="252"/>
                      <a:pt x="207" y="249"/>
                    </a:cubicBezTo>
                    <a:cubicBezTo>
                      <a:pt x="213" y="249"/>
                      <a:pt x="213" y="258"/>
                      <a:pt x="219" y="255"/>
                    </a:cubicBezTo>
                    <a:cubicBezTo>
                      <a:pt x="225" y="255"/>
                      <a:pt x="228" y="258"/>
                      <a:pt x="234" y="258"/>
                    </a:cubicBezTo>
                    <a:cubicBezTo>
                      <a:pt x="237" y="258"/>
                      <a:pt x="237" y="261"/>
                      <a:pt x="240" y="261"/>
                    </a:cubicBezTo>
                    <a:cubicBezTo>
                      <a:pt x="243" y="261"/>
                      <a:pt x="243" y="264"/>
                      <a:pt x="240" y="267"/>
                    </a:cubicBezTo>
                    <a:cubicBezTo>
                      <a:pt x="237" y="273"/>
                      <a:pt x="246" y="270"/>
                      <a:pt x="249" y="279"/>
                    </a:cubicBezTo>
                    <a:cubicBezTo>
                      <a:pt x="255" y="285"/>
                      <a:pt x="249" y="285"/>
                      <a:pt x="252" y="291"/>
                    </a:cubicBezTo>
                    <a:cubicBezTo>
                      <a:pt x="255" y="294"/>
                      <a:pt x="258" y="294"/>
                      <a:pt x="261" y="288"/>
                    </a:cubicBezTo>
                    <a:cubicBezTo>
                      <a:pt x="267" y="279"/>
                      <a:pt x="273" y="285"/>
                      <a:pt x="273" y="279"/>
                    </a:cubicBezTo>
                    <a:cubicBezTo>
                      <a:pt x="273" y="273"/>
                      <a:pt x="279" y="267"/>
                      <a:pt x="282" y="270"/>
                    </a:cubicBezTo>
                    <a:cubicBezTo>
                      <a:pt x="285" y="273"/>
                      <a:pt x="279" y="273"/>
                      <a:pt x="279" y="285"/>
                    </a:cubicBezTo>
                    <a:cubicBezTo>
                      <a:pt x="276" y="297"/>
                      <a:pt x="273" y="291"/>
                      <a:pt x="270" y="294"/>
                    </a:cubicBezTo>
                    <a:cubicBezTo>
                      <a:pt x="270" y="297"/>
                      <a:pt x="282" y="297"/>
                      <a:pt x="282" y="291"/>
                    </a:cubicBezTo>
                    <a:cubicBezTo>
                      <a:pt x="282" y="285"/>
                      <a:pt x="282" y="285"/>
                      <a:pt x="288" y="288"/>
                    </a:cubicBezTo>
                    <a:cubicBezTo>
                      <a:pt x="291" y="294"/>
                      <a:pt x="285" y="300"/>
                      <a:pt x="285" y="303"/>
                    </a:cubicBezTo>
                    <a:cubicBezTo>
                      <a:pt x="288" y="303"/>
                      <a:pt x="291" y="300"/>
                      <a:pt x="294" y="300"/>
                    </a:cubicBezTo>
                    <a:cubicBezTo>
                      <a:pt x="300" y="300"/>
                      <a:pt x="306" y="312"/>
                      <a:pt x="303" y="318"/>
                    </a:cubicBezTo>
                    <a:cubicBezTo>
                      <a:pt x="303" y="321"/>
                      <a:pt x="300" y="327"/>
                      <a:pt x="309" y="330"/>
                    </a:cubicBezTo>
                    <a:cubicBezTo>
                      <a:pt x="318" y="336"/>
                      <a:pt x="315" y="336"/>
                      <a:pt x="321" y="336"/>
                    </a:cubicBezTo>
                    <a:cubicBezTo>
                      <a:pt x="327" y="336"/>
                      <a:pt x="342" y="342"/>
                      <a:pt x="345" y="345"/>
                    </a:cubicBezTo>
                    <a:cubicBezTo>
                      <a:pt x="348" y="348"/>
                      <a:pt x="357" y="342"/>
                      <a:pt x="357" y="336"/>
                    </a:cubicBezTo>
                    <a:cubicBezTo>
                      <a:pt x="360" y="330"/>
                      <a:pt x="366" y="336"/>
                      <a:pt x="363" y="339"/>
                    </a:cubicBezTo>
                    <a:cubicBezTo>
                      <a:pt x="360" y="339"/>
                      <a:pt x="366" y="345"/>
                      <a:pt x="366" y="342"/>
                    </a:cubicBezTo>
                    <a:cubicBezTo>
                      <a:pt x="366" y="339"/>
                      <a:pt x="366" y="336"/>
                      <a:pt x="369" y="339"/>
                    </a:cubicBezTo>
                    <a:cubicBezTo>
                      <a:pt x="369" y="342"/>
                      <a:pt x="375" y="342"/>
                      <a:pt x="375" y="345"/>
                    </a:cubicBezTo>
                    <a:cubicBezTo>
                      <a:pt x="378" y="348"/>
                      <a:pt x="378" y="351"/>
                      <a:pt x="378" y="348"/>
                    </a:cubicBezTo>
                    <a:cubicBezTo>
                      <a:pt x="378" y="345"/>
                      <a:pt x="381" y="345"/>
                      <a:pt x="384" y="342"/>
                    </a:cubicBezTo>
                    <a:cubicBezTo>
                      <a:pt x="387" y="342"/>
                      <a:pt x="390" y="339"/>
                      <a:pt x="396" y="333"/>
                    </a:cubicBezTo>
                    <a:cubicBezTo>
                      <a:pt x="399" y="330"/>
                      <a:pt x="417" y="330"/>
                      <a:pt x="420" y="330"/>
                    </a:cubicBezTo>
                    <a:cubicBezTo>
                      <a:pt x="420" y="330"/>
                      <a:pt x="420" y="315"/>
                      <a:pt x="423" y="306"/>
                    </a:cubicBezTo>
                    <a:cubicBezTo>
                      <a:pt x="423" y="300"/>
                      <a:pt x="429" y="297"/>
                      <a:pt x="432" y="291"/>
                    </a:cubicBezTo>
                    <a:cubicBezTo>
                      <a:pt x="432" y="282"/>
                      <a:pt x="441" y="267"/>
                      <a:pt x="444" y="267"/>
                    </a:cubicBezTo>
                    <a:cubicBezTo>
                      <a:pt x="444" y="264"/>
                      <a:pt x="450" y="264"/>
                      <a:pt x="450" y="258"/>
                    </a:cubicBezTo>
                    <a:cubicBezTo>
                      <a:pt x="450" y="252"/>
                      <a:pt x="456" y="249"/>
                      <a:pt x="456" y="243"/>
                    </a:cubicBezTo>
                    <a:cubicBezTo>
                      <a:pt x="456" y="237"/>
                      <a:pt x="459" y="231"/>
                      <a:pt x="459" y="228"/>
                    </a:cubicBezTo>
                    <a:cubicBezTo>
                      <a:pt x="459" y="225"/>
                      <a:pt x="456" y="222"/>
                      <a:pt x="459" y="216"/>
                    </a:cubicBezTo>
                    <a:cubicBezTo>
                      <a:pt x="462" y="213"/>
                      <a:pt x="459" y="207"/>
                      <a:pt x="459" y="207"/>
                    </a:cubicBezTo>
                    <a:close/>
                    <a:moveTo>
                      <a:pt x="210" y="12"/>
                    </a:moveTo>
                    <a:cubicBezTo>
                      <a:pt x="210" y="9"/>
                      <a:pt x="192" y="12"/>
                      <a:pt x="195" y="15"/>
                    </a:cubicBezTo>
                    <a:cubicBezTo>
                      <a:pt x="198" y="15"/>
                      <a:pt x="210" y="15"/>
                      <a:pt x="210" y="12"/>
                    </a:cubicBezTo>
                    <a:close/>
                    <a:moveTo>
                      <a:pt x="267" y="306"/>
                    </a:moveTo>
                    <a:cubicBezTo>
                      <a:pt x="270" y="309"/>
                      <a:pt x="279" y="309"/>
                      <a:pt x="279" y="306"/>
                    </a:cubicBezTo>
                    <a:cubicBezTo>
                      <a:pt x="282" y="303"/>
                      <a:pt x="264" y="306"/>
                      <a:pt x="267" y="306"/>
                    </a:cubicBezTo>
                    <a:close/>
                    <a:moveTo>
                      <a:pt x="378" y="375"/>
                    </a:moveTo>
                    <a:cubicBezTo>
                      <a:pt x="372" y="378"/>
                      <a:pt x="363" y="369"/>
                      <a:pt x="360" y="372"/>
                    </a:cubicBezTo>
                    <a:cubicBezTo>
                      <a:pt x="357" y="372"/>
                      <a:pt x="369" y="390"/>
                      <a:pt x="366" y="393"/>
                    </a:cubicBezTo>
                    <a:cubicBezTo>
                      <a:pt x="360" y="399"/>
                      <a:pt x="375" y="411"/>
                      <a:pt x="381" y="411"/>
                    </a:cubicBezTo>
                    <a:cubicBezTo>
                      <a:pt x="384" y="411"/>
                      <a:pt x="384" y="405"/>
                      <a:pt x="387" y="405"/>
                    </a:cubicBezTo>
                    <a:cubicBezTo>
                      <a:pt x="390" y="408"/>
                      <a:pt x="387" y="402"/>
                      <a:pt x="390" y="402"/>
                    </a:cubicBezTo>
                    <a:cubicBezTo>
                      <a:pt x="390" y="399"/>
                      <a:pt x="393" y="402"/>
                      <a:pt x="396" y="402"/>
                    </a:cubicBezTo>
                    <a:cubicBezTo>
                      <a:pt x="399" y="399"/>
                      <a:pt x="393" y="390"/>
                      <a:pt x="399" y="390"/>
                    </a:cubicBezTo>
                    <a:cubicBezTo>
                      <a:pt x="402" y="390"/>
                      <a:pt x="399" y="378"/>
                      <a:pt x="399" y="372"/>
                    </a:cubicBezTo>
                    <a:cubicBezTo>
                      <a:pt x="396" y="369"/>
                      <a:pt x="387" y="375"/>
                      <a:pt x="378" y="3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0" name="Freeform 160">
                <a:extLst>
                  <a:ext uri="{FF2B5EF4-FFF2-40B4-BE49-F238E27FC236}">
                    <a16:creationId xmlns:a16="http://schemas.microsoft.com/office/drawing/2014/main" id="{DB706D8C-2399-63C7-45E0-91E61EB008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08194" y="4046701"/>
                <a:ext cx="269004" cy="321724"/>
              </a:xfrm>
              <a:custGeom>
                <a:avLst/>
                <a:gdLst>
                  <a:gd name="T0" fmla="*/ 87 w 141"/>
                  <a:gd name="T1" fmla="*/ 81 h 168"/>
                  <a:gd name="T2" fmla="*/ 78 w 141"/>
                  <a:gd name="T3" fmla="*/ 84 h 168"/>
                  <a:gd name="T4" fmla="*/ 66 w 141"/>
                  <a:gd name="T5" fmla="*/ 78 h 168"/>
                  <a:gd name="T6" fmla="*/ 60 w 141"/>
                  <a:gd name="T7" fmla="*/ 87 h 168"/>
                  <a:gd name="T8" fmla="*/ 51 w 141"/>
                  <a:gd name="T9" fmla="*/ 105 h 168"/>
                  <a:gd name="T10" fmla="*/ 21 w 141"/>
                  <a:gd name="T11" fmla="*/ 123 h 168"/>
                  <a:gd name="T12" fmla="*/ 6 w 141"/>
                  <a:gd name="T13" fmla="*/ 138 h 168"/>
                  <a:gd name="T14" fmla="*/ 3 w 141"/>
                  <a:gd name="T15" fmla="*/ 150 h 168"/>
                  <a:gd name="T16" fmla="*/ 15 w 141"/>
                  <a:gd name="T17" fmla="*/ 156 h 168"/>
                  <a:gd name="T18" fmla="*/ 21 w 141"/>
                  <a:gd name="T19" fmla="*/ 159 h 168"/>
                  <a:gd name="T20" fmla="*/ 42 w 141"/>
                  <a:gd name="T21" fmla="*/ 153 h 168"/>
                  <a:gd name="T22" fmla="*/ 51 w 141"/>
                  <a:gd name="T23" fmla="*/ 141 h 168"/>
                  <a:gd name="T24" fmla="*/ 57 w 141"/>
                  <a:gd name="T25" fmla="*/ 129 h 168"/>
                  <a:gd name="T26" fmla="*/ 69 w 141"/>
                  <a:gd name="T27" fmla="*/ 120 h 168"/>
                  <a:gd name="T28" fmla="*/ 72 w 141"/>
                  <a:gd name="T29" fmla="*/ 114 h 168"/>
                  <a:gd name="T30" fmla="*/ 81 w 141"/>
                  <a:gd name="T31" fmla="*/ 105 h 168"/>
                  <a:gd name="T32" fmla="*/ 90 w 141"/>
                  <a:gd name="T33" fmla="*/ 90 h 168"/>
                  <a:gd name="T34" fmla="*/ 87 w 141"/>
                  <a:gd name="T35" fmla="*/ 81 h 168"/>
                  <a:gd name="T36" fmla="*/ 15 w 141"/>
                  <a:gd name="T37" fmla="*/ 165 h 168"/>
                  <a:gd name="T38" fmla="*/ 18 w 141"/>
                  <a:gd name="T39" fmla="*/ 162 h 168"/>
                  <a:gd name="T40" fmla="*/ 15 w 141"/>
                  <a:gd name="T41" fmla="*/ 165 h 168"/>
                  <a:gd name="T42" fmla="*/ 129 w 141"/>
                  <a:gd name="T43" fmla="*/ 39 h 168"/>
                  <a:gd name="T44" fmla="*/ 117 w 141"/>
                  <a:gd name="T45" fmla="*/ 39 h 168"/>
                  <a:gd name="T46" fmla="*/ 111 w 141"/>
                  <a:gd name="T47" fmla="*/ 33 h 168"/>
                  <a:gd name="T48" fmla="*/ 105 w 141"/>
                  <a:gd name="T49" fmla="*/ 24 h 168"/>
                  <a:gd name="T50" fmla="*/ 105 w 141"/>
                  <a:gd name="T51" fmla="*/ 30 h 168"/>
                  <a:gd name="T52" fmla="*/ 99 w 141"/>
                  <a:gd name="T53" fmla="*/ 27 h 168"/>
                  <a:gd name="T54" fmla="*/ 96 w 141"/>
                  <a:gd name="T55" fmla="*/ 18 h 168"/>
                  <a:gd name="T56" fmla="*/ 93 w 141"/>
                  <a:gd name="T57" fmla="*/ 9 h 168"/>
                  <a:gd name="T58" fmla="*/ 78 w 141"/>
                  <a:gd name="T59" fmla="*/ 0 h 168"/>
                  <a:gd name="T60" fmla="*/ 81 w 141"/>
                  <a:gd name="T61" fmla="*/ 12 h 168"/>
                  <a:gd name="T62" fmla="*/ 90 w 141"/>
                  <a:gd name="T63" fmla="*/ 18 h 168"/>
                  <a:gd name="T64" fmla="*/ 96 w 141"/>
                  <a:gd name="T65" fmla="*/ 27 h 168"/>
                  <a:gd name="T66" fmla="*/ 93 w 141"/>
                  <a:gd name="T67" fmla="*/ 45 h 168"/>
                  <a:gd name="T68" fmla="*/ 84 w 141"/>
                  <a:gd name="T69" fmla="*/ 54 h 168"/>
                  <a:gd name="T70" fmla="*/ 99 w 141"/>
                  <a:gd name="T71" fmla="*/ 69 h 168"/>
                  <a:gd name="T72" fmla="*/ 96 w 141"/>
                  <a:gd name="T73" fmla="*/ 87 h 168"/>
                  <a:gd name="T74" fmla="*/ 108 w 141"/>
                  <a:gd name="T75" fmla="*/ 87 h 168"/>
                  <a:gd name="T76" fmla="*/ 120 w 141"/>
                  <a:gd name="T77" fmla="*/ 69 h 168"/>
                  <a:gd name="T78" fmla="*/ 123 w 141"/>
                  <a:gd name="T79" fmla="*/ 60 h 168"/>
                  <a:gd name="T80" fmla="*/ 129 w 141"/>
                  <a:gd name="T81" fmla="*/ 57 h 168"/>
                  <a:gd name="T82" fmla="*/ 135 w 141"/>
                  <a:gd name="T83" fmla="*/ 48 h 168"/>
                  <a:gd name="T84" fmla="*/ 138 w 141"/>
                  <a:gd name="T85" fmla="*/ 39 h 168"/>
                  <a:gd name="T86" fmla="*/ 129 w 141"/>
                  <a:gd name="T87" fmla="*/ 39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1" h="168">
                    <a:moveTo>
                      <a:pt x="87" y="81"/>
                    </a:moveTo>
                    <a:cubicBezTo>
                      <a:pt x="84" y="78"/>
                      <a:pt x="81" y="81"/>
                      <a:pt x="78" y="84"/>
                    </a:cubicBezTo>
                    <a:cubicBezTo>
                      <a:pt x="75" y="84"/>
                      <a:pt x="72" y="75"/>
                      <a:pt x="66" y="78"/>
                    </a:cubicBezTo>
                    <a:cubicBezTo>
                      <a:pt x="63" y="81"/>
                      <a:pt x="66" y="84"/>
                      <a:pt x="60" y="87"/>
                    </a:cubicBezTo>
                    <a:cubicBezTo>
                      <a:pt x="57" y="93"/>
                      <a:pt x="57" y="93"/>
                      <a:pt x="51" y="105"/>
                    </a:cubicBezTo>
                    <a:cubicBezTo>
                      <a:pt x="45" y="114"/>
                      <a:pt x="24" y="120"/>
                      <a:pt x="21" y="123"/>
                    </a:cubicBezTo>
                    <a:cubicBezTo>
                      <a:pt x="18" y="129"/>
                      <a:pt x="6" y="135"/>
                      <a:pt x="6" y="138"/>
                    </a:cubicBezTo>
                    <a:cubicBezTo>
                      <a:pt x="6" y="141"/>
                      <a:pt x="0" y="144"/>
                      <a:pt x="3" y="150"/>
                    </a:cubicBezTo>
                    <a:cubicBezTo>
                      <a:pt x="6" y="153"/>
                      <a:pt x="12" y="150"/>
                      <a:pt x="15" y="156"/>
                    </a:cubicBezTo>
                    <a:cubicBezTo>
                      <a:pt x="18" y="159"/>
                      <a:pt x="21" y="156"/>
                      <a:pt x="21" y="159"/>
                    </a:cubicBezTo>
                    <a:cubicBezTo>
                      <a:pt x="24" y="162"/>
                      <a:pt x="36" y="162"/>
                      <a:pt x="42" y="153"/>
                    </a:cubicBezTo>
                    <a:cubicBezTo>
                      <a:pt x="51" y="147"/>
                      <a:pt x="48" y="141"/>
                      <a:pt x="51" y="141"/>
                    </a:cubicBezTo>
                    <a:cubicBezTo>
                      <a:pt x="54" y="138"/>
                      <a:pt x="54" y="132"/>
                      <a:pt x="57" y="129"/>
                    </a:cubicBezTo>
                    <a:cubicBezTo>
                      <a:pt x="57" y="126"/>
                      <a:pt x="60" y="120"/>
                      <a:pt x="69" y="120"/>
                    </a:cubicBezTo>
                    <a:cubicBezTo>
                      <a:pt x="78" y="120"/>
                      <a:pt x="72" y="120"/>
                      <a:pt x="72" y="114"/>
                    </a:cubicBezTo>
                    <a:cubicBezTo>
                      <a:pt x="72" y="111"/>
                      <a:pt x="81" y="111"/>
                      <a:pt x="81" y="105"/>
                    </a:cubicBezTo>
                    <a:cubicBezTo>
                      <a:pt x="81" y="99"/>
                      <a:pt x="90" y="93"/>
                      <a:pt x="90" y="90"/>
                    </a:cubicBezTo>
                    <a:cubicBezTo>
                      <a:pt x="87" y="84"/>
                      <a:pt x="90" y="84"/>
                      <a:pt x="87" y="81"/>
                    </a:cubicBezTo>
                    <a:close/>
                    <a:moveTo>
                      <a:pt x="15" y="165"/>
                    </a:moveTo>
                    <a:cubicBezTo>
                      <a:pt x="18" y="168"/>
                      <a:pt x="21" y="165"/>
                      <a:pt x="18" y="162"/>
                    </a:cubicBezTo>
                    <a:cubicBezTo>
                      <a:pt x="15" y="156"/>
                      <a:pt x="12" y="165"/>
                      <a:pt x="15" y="165"/>
                    </a:cubicBezTo>
                    <a:close/>
                    <a:moveTo>
                      <a:pt x="129" y="39"/>
                    </a:moveTo>
                    <a:cubicBezTo>
                      <a:pt x="126" y="45"/>
                      <a:pt x="120" y="39"/>
                      <a:pt x="117" y="39"/>
                    </a:cubicBezTo>
                    <a:cubicBezTo>
                      <a:pt x="114" y="39"/>
                      <a:pt x="111" y="36"/>
                      <a:pt x="111" y="33"/>
                    </a:cubicBezTo>
                    <a:cubicBezTo>
                      <a:pt x="111" y="27"/>
                      <a:pt x="108" y="24"/>
                      <a:pt x="105" y="24"/>
                    </a:cubicBezTo>
                    <a:cubicBezTo>
                      <a:pt x="102" y="24"/>
                      <a:pt x="105" y="27"/>
                      <a:pt x="105" y="30"/>
                    </a:cubicBezTo>
                    <a:cubicBezTo>
                      <a:pt x="102" y="30"/>
                      <a:pt x="102" y="27"/>
                      <a:pt x="99" y="27"/>
                    </a:cubicBezTo>
                    <a:cubicBezTo>
                      <a:pt x="99" y="27"/>
                      <a:pt x="96" y="24"/>
                      <a:pt x="96" y="18"/>
                    </a:cubicBezTo>
                    <a:cubicBezTo>
                      <a:pt x="96" y="15"/>
                      <a:pt x="93" y="15"/>
                      <a:pt x="93" y="9"/>
                    </a:cubicBezTo>
                    <a:cubicBezTo>
                      <a:pt x="93" y="3"/>
                      <a:pt x="84" y="0"/>
                      <a:pt x="78" y="0"/>
                    </a:cubicBezTo>
                    <a:cubicBezTo>
                      <a:pt x="72" y="0"/>
                      <a:pt x="78" y="9"/>
                      <a:pt x="81" y="12"/>
                    </a:cubicBezTo>
                    <a:cubicBezTo>
                      <a:pt x="84" y="15"/>
                      <a:pt x="90" y="18"/>
                      <a:pt x="90" y="18"/>
                    </a:cubicBezTo>
                    <a:cubicBezTo>
                      <a:pt x="90" y="21"/>
                      <a:pt x="93" y="27"/>
                      <a:pt x="96" y="27"/>
                    </a:cubicBezTo>
                    <a:cubicBezTo>
                      <a:pt x="99" y="30"/>
                      <a:pt x="93" y="39"/>
                      <a:pt x="93" y="45"/>
                    </a:cubicBezTo>
                    <a:cubicBezTo>
                      <a:pt x="93" y="51"/>
                      <a:pt x="90" y="51"/>
                      <a:pt x="84" y="54"/>
                    </a:cubicBezTo>
                    <a:cubicBezTo>
                      <a:pt x="81" y="60"/>
                      <a:pt x="93" y="63"/>
                      <a:pt x="99" y="69"/>
                    </a:cubicBezTo>
                    <a:cubicBezTo>
                      <a:pt x="105" y="72"/>
                      <a:pt x="96" y="84"/>
                      <a:pt x="96" y="87"/>
                    </a:cubicBezTo>
                    <a:cubicBezTo>
                      <a:pt x="96" y="87"/>
                      <a:pt x="102" y="90"/>
                      <a:pt x="108" y="87"/>
                    </a:cubicBezTo>
                    <a:cubicBezTo>
                      <a:pt x="114" y="87"/>
                      <a:pt x="114" y="75"/>
                      <a:pt x="120" y="69"/>
                    </a:cubicBezTo>
                    <a:cubicBezTo>
                      <a:pt x="123" y="66"/>
                      <a:pt x="120" y="60"/>
                      <a:pt x="123" y="60"/>
                    </a:cubicBezTo>
                    <a:cubicBezTo>
                      <a:pt x="126" y="57"/>
                      <a:pt x="129" y="57"/>
                      <a:pt x="129" y="57"/>
                    </a:cubicBezTo>
                    <a:cubicBezTo>
                      <a:pt x="132" y="57"/>
                      <a:pt x="132" y="48"/>
                      <a:pt x="135" y="48"/>
                    </a:cubicBezTo>
                    <a:cubicBezTo>
                      <a:pt x="138" y="48"/>
                      <a:pt x="138" y="45"/>
                      <a:pt x="138" y="39"/>
                    </a:cubicBezTo>
                    <a:cubicBezTo>
                      <a:pt x="141" y="33"/>
                      <a:pt x="129" y="36"/>
                      <a:pt x="129" y="3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1" name="Freeform 161">
                <a:extLst>
                  <a:ext uri="{FF2B5EF4-FFF2-40B4-BE49-F238E27FC236}">
                    <a16:creationId xmlns:a16="http://schemas.microsoft.com/office/drawing/2014/main" id="{75E5B815-F751-A196-F463-CCADFF54C6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143403" y="3610076"/>
                <a:ext cx="56775" cy="51368"/>
              </a:xfrm>
              <a:custGeom>
                <a:avLst/>
                <a:gdLst>
                  <a:gd name="T0" fmla="*/ 3 w 30"/>
                  <a:gd name="T1" fmla="*/ 24 h 27"/>
                  <a:gd name="T2" fmla="*/ 18 w 30"/>
                  <a:gd name="T3" fmla="*/ 18 h 27"/>
                  <a:gd name="T4" fmla="*/ 3 w 30"/>
                  <a:gd name="T5" fmla="*/ 24 h 27"/>
                  <a:gd name="T6" fmla="*/ 21 w 30"/>
                  <a:gd name="T7" fmla="*/ 9 h 27"/>
                  <a:gd name="T8" fmla="*/ 30 w 30"/>
                  <a:gd name="T9" fmla="*/ 3 h 27"/>
                  <a:gd name="T10" fmla="*/ 21 w 30"/>
                  <a:gd name="T11" fmla="*/ 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27">
                    <a:moveTo>
                      <a:pt x="3" y="24"/>
                    </a:moveTo>
                    <a:cubicBezTo>
                      <a:pt x="9" y="27"/>
                      <a:pt x="18" y="27"/>
                      <a:pt x="18" y="18"/>
                    </a:cubicBezTo>
                    <a:cubicBezTo>
                      <a:pt x="18" y="12"/>
                      <a:pt x="0" y="18"/>
                      <a:pt x="3" y="24"/>
                    </a:cubicBezTo>
                    <a:close/>
                    <a:moveTo>
                      <a:pt x="21" y="9"/>
                    </a:moveTo>
                    <a:cubicBezTo>
                      <a:pt x="21" y="9"/>
                      <a:pt x="30" y="6"/>
                      <a:pt x="30" y="3"/>
                    </a:cubicBezTo>
                    <a:cubicBezTo>
                      <a:pt x="30" y="0"/>
                      <a:pt x="15" y="9"/>
                      <a:pt x="21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2" name="Freeform 162">
                <a:extLst>
                  <a:ext uri="{FF2B5EF4-FFF2-40B4-BE49-F238E27FC236}">
                    <a16:creationId xmlns:a16="http://schemas.microsoft.com/office/drawing/2014/main" id="{0318683A-DD45-7F8B-8381-A28506443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5527" y="2258296"/>
                <a:ext cx="310909" cy="196008"/>
              </a:xfrm>
              <a:custGeom>
                <a:avLst/>
                <a:gdLst>
                  <a:gd name="T0" fmla="*/ 159 w 162"/>
                  <a:gd name="T1" fmla="*/ 63 h 102"/>
                  <a:gd name="T2" fmla="*/ 150 w 162"/>
                  <a:gd name="T3" fmla="*/ 60 h 102"/>
                  <a:gd name="T4" fmla="*/ 138 w 162"/>
                  <a:gd name="T5" fmla="*/ 51 h 102"/>
                  <a:gd name="T6" fmla="*/ 126 w 162"/>
                  <a:gd name="T7" fmla="*/ 45 h 102"/>
                  <a:gd name="T8" fmla="*/ 114 w 162"/>
                  <a:gd name="T9" fmla="*/ 36 h 102"/>
                  <a:gd name="T10" fmla="*/ 108 w 162"/>
                  <a:gd name="T11" fmla="*/ 27 h 102"/>
                  <a:gd name="T12" fmla="*/ 105 w 162"/>
                  <a:gd name="T13" fmla="*/ 18 h 102"/>
                  <a:gd name="T14" fmla="*/ 87 w 162"/>
                  <a:gd name="T15" fmla="*/ 18 h 102"/>
                  <a:gd name="T16" fmla="*/ 84 w 162"/>
                  <a:gd name="T17" fmla="*/ 6 h 102"/>
                  <a:gd name="T18" fmla="*/ 75 w 162"/>
                  <a:gd name="T19" fmla="*/ 3 h 102"/>
                  <a:gd name="T20" fmla="*/ 66 w 162"/>
                  <a:gd name="T21" fmla="*/ 0 h 102"/>
                  <a:gd name="T22" fmla="*/ 63 w 162"/>
                  <a:gd name="T23" fmla="*/ 3 h 102"/>
                  <a:gd name="T24" fmla="*/ 57 w 162"/>
                  <a:gd name="T25" fmla="*/ 6 h 102"/>
                  <a:gd name="T26" fmla="*/ 51 w 162"/>
                  <a:gd name="T27" fmla="*/ 12 h 102"/>
                  <a:gd name="T28" fmla="*/ 45 w 162"/>
                  <a:gd name="T29" fmla="*/ 18 h 102"/>
                  <a:gd name="T30" fmla="*/ 39 w 162"/>
                  <a:gd name="T31" fmla="*/ 15 h 102"/>
                  <a:gd name="T32" fmla="*/ 30 w 162"/>
                  <a:gd name="T33" fmla="*/ 15 h 102"/>
                  <a:gd name="T34" fmla="*/ 15 w 162"/>
                  <a:gd name="T35" fmla="*/ 3 h 102"/>
                  <a:gd name="T36" fmla="*/ 6 w 162"/>
                  <a:gd name="T37" fmla="*/ 9 h 102"/>
                  <a:gd name="T38" fmla="*/ 9 w 162"/>
                  <a:gd name="T39" fmla="*/ 9 h 102"/>
                  <a:gd name="T40" fmla="*/ 18 w 162"/>
                  <a:gd name="T41" fmla="*/ 18 h 102"/>
                  <a:gd name="T42" fmla="*/ 24 w 162"/>
                  <a:gd name="T43" fmla="*/ 24 h 102"/>
                  <a:gd name="T44" fmla="*/ 12 w 162"/>
                  <a:gd name="T45" fmla="*/ 27 h 102"/>
                  <a:gd name="T46" fmla="*/ 3 w 162"/>
                  <a:gd name="T47" fmla="*/ 27 h 102"/>
                  <a:gd name="T48" fmla="*/ 6 w 162"/>
                  <a:gd name="T49" fmla="*/ 36 h 102"/>
                  <a:gd name="T50" fmla="*/ 6 w 162"/>
                  <a:gd name="T51" fmla="*/ 45 h 102"/>
                  <a:gd name="T52" fmla="*/ 12 w 162"/>
                  <a:gd name="T53" fmla="*/ 45 h 102"/>
                  <a:gd name="T54" fmla="*/ 15 w 162"/>
                  <a:gd name="T55" fmla="*/ 54 h 102"/>
                  <a:gd name="T56" fmla="*/ 15 w 162"/>
                  <a:gd name="T57" fmla="*/ 69 h 102"/>
                  <a:gd name="T58" fmla="*/ 24 w 162"/>
                  <a:gd name="T59" fmla="*/ 69 h 102"/>
                  <a:gd name="T60" fmla="*/ 33 w 162"/>
                  <a:gd name="T61" fmla="*/ 63 h 102"/>
                  <a:gd name="T62" fmla="*/ 42 w 162"/>
                  <a:gd name="T63" fmla="*/ 60 h 102"/>
                  <a:gd name="T64" fmla="*/ 54 w 162"/>
                  <a:gd name="T65" fmla="*/ 60 h 102"/>
                  <a:gd name="T66" fmla="*/ 63 w 162"/>
                  <a:gd name="T67" fmla="*/ 66 h 102"/>
                  <a:gd name="T68" fmla="*/ 69 w 162"/>
                  <a:gd name="T69" fmla="*/ 66 h 102"/>
                  <a:gd name="T70" fmla="*/ 78 w 162"/>
                  <a:gd name="T71" fmla="*/ 69 h 102"/>
                  <a:gd name="T72" fmla="*/ 84 w 162"/>
                  <a:gd name="T73" fmla="*/ 75 h 102"/>
                  <a:gd name="T74" fmla="*/ 90 w 162"/>
                  <a:gd name="T75" fmla="*/ 81 h 102"/>
                  <a:gd name="T76" fmla="*/ 99 w 162"/>
                  <a:gd name="T77" fmla="*/ 81 h 102"/>
                  <a:gd name="T78" fmla="*/ 99 w 162"/>
                  <a:gd name="T79" fmla="*/ 96 h 102"/>
                  <a:gd name="T80" fmla="*/ 102 w 162"/>
                  <a:gd name="T81" fmla="*/ 96 h 102"/>
                  <a:gd name="T82" fmla="*/ 111 w 162"/>
                  <a:gd name="T83" fmla="*/ 99 h 102"/>
                  <a:gd name="T84" fmla="*/ 120 w 162"/>
                  <a:gd name="T85" fmla="*/ 93 h 102"/>
                  <a:gd name="T86" fmla="*/ 138 w 162"/>
                  <a:gd name="T87" fmla="*/ 84 h 102"/>
                  <a:gd name="T88" fmla="*/ 144 w 162"/>
                  <a:gd name="T89" fmla="*/ 75 h 102"/>
                  <a:gd name="T90" fmla="*/ 153 w 162"/>
                  <a:gd name="T91" fmla="*/ 69 h 102"/>
                  <a:gd name="T92" fmla="*/ 162 w 162"/>
                  <a:gd name="T93" fmla="*/ 69 h 102"/>
                  <a:gd name="T94" fmla="*/ 159 w 162"/>
                  <a:gd name="T95" fmla="*/ 63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62" h="102">
                    <a:moveTo>
                      <a:pt x="159" y="63"/>
                    </a:moveTo>
                    <a:cubicBezTo>
                      <a:pt x="159" y="63"/>
                      <a:pt x="153" y="60"/>
                      <a:pt x="150" y="60"/>
                    </a:cubicBezTo>
                    <a:cubicBezTo>
                      <a:pt x="147" y="60"/>
                      <a:pt x="144" y="54"/>
                      <a:pt x="138" y="51"/>
                    </a:cubicBezTo>
                    <a:cubicBezTo>
                      <a:pt x="132" y="51"/>
                      <a:pt x="126" y="48"/>
                      <a:pt x="126" y="45"/>
                    </a:cubicBezTo>
                    <a:cubicBezTo>
                      <a:pt x="123" y="42"/>
                      <a:pt x="114" y="39"/>
                      <a:pt x="114" y="36"/>
                    </a:cubicBezTo>
                    <a:cubicBezTo>
                      <a:pt x="114" y="33"/>
                      <a:pt x="111" y="30"/>
                      <a:pt x="108" y="27"/>
                    </a:cubicBezTo>
                    <a:cubicBezTo>
                      <a:pt x="105" y="24"/>
                      <a:pt x="105" y="21"/>
                      <a:pt x="105" y="18"/>
                    </a:cubicBezTo>
                    <a:cubicBezTo>
                      <a:pt x="102" y="18"/>
                      <a:pt x="87" y="18"/>
                      <a:pt x="87" y="18"/>
                    </a:cubicBezTo>
                    <a:cubicBezTo>
                      <a:pt x="87" y="15"/>
                      <a:pt x="87" y="6"/>
                      <a:pt x="84" y="6"/>
                    </a:cubicBezTo>
                    <a:cubicBezTo>
                      <a:pt x="81" y="6"/>
                      <a:pt x="75" y="3"/>
                      <a:pt x="75" y="3"/>
                    </a:cubicBezTo>
                    <a:cubicBezTo>
                      <a:pt x="72" y="0"/>
                      <a:pt x="69" y="0"/>
                      <a:pt x="66" y="0"/>
                    </a:cubicBezTo>
                    <a:cubicBezTo>
                      <a:pt x="66" y="3"/>
                      <a:pt x="63" y="3"/>
                      <a:pt x="63" y="3"/>
                    </a:cubicBezTo>
                    <a:cubicBezTo>
                      <a:pt x="60" y="3"/>
                      <a:pt x="60" y="6"/>
                      <a:pt x="57" y="6"/>
                    </a:cubicBezTo>
                    <a:cubicBezTo>
                      <a:pt x="54" y="6"/>
                      <a:pt x="51" y="12"/>
                      <a:pt x="51" y="12"/>
                    </a:cubicBezTo>
                    <a:cubicBezTo>
                      <a:pt x="51" y="15"/>
                      <a:pt x="51" y="18"/>
                      <a:pt x="45" y="18"/>
                    </a:cubicBezTo>
                    <a:cubicBezTo>
                      <a:pt x="45" y="18"/>
                      <a:pt x="42" y="18"/>
                      <a:pt x="39" y="15"/>
                    </a:cubicBezTo>
                    <a:cubicBezTo>
                      <a:pt x="39" y="18"/>
                      <a:pt x="33" y="18"/>
                      <a:pt x="30" y="15"/>
                    </a:cubicBezTo>
                    <a:cubicBezTo>
                      <a:pt x="27" y="9"/>
                      <a:pt x="21" y="3"/>
                      <a:pt x="15" y="3"/>
                    </a:cubicBezTo>
                    <a:cubicBezTo>
                      <a:pt x="12" y="3"/>
                      <a:pt x="3" y="3"/>
                      <a:pt x="6" y="9"/>
                    </a:cubicBezTo>
                    <a:cubicBezTo>
                      <a:pt x="6" y="9"/>
                      <a:pt x="6" y="9"/>
                      <a:pt x="9" y="9"/>
                    </a:cubicBezTo>
                    <a:cubicBezTo>
                      <a:pt x="18" y="9"/>
                      <a:pt x="15" y="18"/>
                      <a:pt x="18" y="18"/>
                    </a:cubicBezTo>
                    <a:cubicBezTo>
                      <a:pt x="24" y="18"/>
                      <a:pt x="27" y="24"/>
                      <a:pt x="24" y="24"/>
                    </a:cubicBezTo>
                    <a:cubicBezTo>
                      <a:pt x="21" y="24"/>
                      <a:pt x="18" y="30"/>
                      <a:pt x="12" y="27"/>
                    </a:cubicBezTo>
                    <a:cubicBezTo>
                      <a:pt x="9" y="27"/>
                      <a:pt x="3" y="24"/>
                      <a:pt x="3" y="27"/>
                    </a:cubicBezTo>
                    <a:cubicBezTo>
                      <a:pt x="0" y="33"/>
                      <a:pt x="0" y="36"/>
                      <a:pt x="6" y="36"/>
                    </a:cubicBezTo>
                    <a:cubicBezTo>
                      <a:pt x="9" y="36"/>
                      <a:pt x="9" y="39"/>
                      <a:pt x="6" y="45"/>
                    </a:cubicBezTo>
                    <a:cubicBezTo>
                      <a:pt x="3" y="48"/>
                      <a:pt x="12" y="42"/>
                      <a:pt x="12" y="45"/>
                    </a:cubicBezTo>
                    <a:cubicBezTo>
                      <a:pt x="12" y="51"/>
                      <a:pt x="15" y="51"/>
                      <a:pt x="15" y="54"/>
                    </a:cubicBezTo>
                    <a:cubicBezTo>
                      <a:pt x="12" y="60"/>
                      <a:pt x="15" y="66"/>
                      <a:pt x="15" y="69"/>
                    </a:cubicBezTo>
                    <a:cubicBezTo>
                      <a:pt x="18" y="69"/>
                      <a:pt x="21" y="69"/>
                      <a:pt x="24" y="69"/>
                    </a:cubicBezTo>
                    <a:cubicBezTo>
                      <a:pt x="24" y="66"/>
                      <a:pt x="30" y="63"/>
                      <a:pt x="33" y="63"/>
                    </a:cubicBezTo>
                    <a:cubicBezTo>
                      <a:pt x="36" y="63"/>
                      <a:pt x="39" y="63"/>
                      <a:pt x="42" y="60"/>
                    </a:cubicBezTo>
                    <a:cubicBezTo>
                      <a:pt x="42" y="57"/>
                      <a:pt x="54" y="60"/>
                      <a:pt x="54" y="60"/>
                    </a:cubicBezTo>
                    <a:cubicBezTo>
                      <a:pt x="57" y="63"/>
                      <a:pt x="60" y="66"/>
                      <a:pt x="63" y="66"/>
                    </a:cubicBezTo>
                    <a:cubicBezTo>
                      <a:pt x="63" y="66"/>
                      <a:pt x="66" y="69"/>
                      <a:pt x="69" y="66"/>
                    </a:cubicBezTo>
                    <a:cubicBezTo>
                      <a:pt x="72" y="66"/>
                      <a:pt x="78" y="69"/>
                      <a:pt x="78" y="69"/>
                    </a:cubicBezTo>
                    <a:cubicBezTo>
                      <a:pt x="78" y="72"/>
                      <a:pt x="81" y="75"/>
                      <a:pt x="84" y="75"/>
                    </a:cubicBezTo>
                    <a:cubicBezTo>
                      <a:pt x="84" y="75"/>
                      <a:pt x="87" y="81"/>
                      <a:pt x="90" y="81"/>
                    </a:cubicBezTo>
                    <a:cubicBezTo>
                      <a:pt x="93" y="81"/>
                      <a:pt x="99" y="81"/>
                      <a:pt x="99" y="81"/>
                    </a:cubicBezTo>
                    <a:cubicBezTo>
                      <a:pt x="99" y="84"/>
                      <a:pt x="99" y="90"/>
                      <a:pt x="99" y="96"/>
                    </a:cubicBezTo>
                    <a:cubicBezTo>
                      <a:pt x="102" y="96"/>
                      <a:pt x="102" y="96"/>
                      <a:pt x="102" y="96"/>
                    </a:cubicBezTo>
                    <a:cubicBezTo>
                      <a:pt x="105" y="96"/>
                      <a:pt x="111" y="96"/>
                      <a:pt x="111" y="99"/>
                    </a:cubicBezTo>
                    <a:cubicBezTo>
                      <a:pt x="111" y="102"/>
                      <a:pt x="120" y="99"/>
                      <a:pt x="120" y="93"/>
                    </a:cubicBezTo>
                    <a:cubicBezTo>
                      <a:pt x="120" y="90"/>
                      <a:pt x="135" y="90"/>
                      <a:pt x="138" y="84"/>
                    </a:cubicBezTo>
                    <a:cubicBezTo>
                      <a:pt x="138" y="81"/>
                      <a:pt x="141" y="72"/>
                      <a:pt x="144" y="75"/>
                    </a:cubicBezTo>
                    <a:cubicBezTo>
                      <a:pt x="147" y="75"/>
                      <a:pt x="150" y="69"/>
                      <a:pt x="153" y="69"/>
                    </a:cubicBezTo>
                    <a:cubicBezTo>
                      <a:pt x="156" y="69"/>
                      <a:pt x="156" y="72"/>
                      <a:pt x="162" y="69"/>
                    </a:cubicBezTo>
                    <a:lnTo>
                      <a:pt x="159" y="63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3" name="Freeform 163">
                <a:extLst>
                  <a:ext uri="{FF2B5EF4-FFF2-40B4-BE49-F238E27FC236}">
                    <a16:creationId xmlns:a16="http://schemas.microsoft.com/office/drawing/2014/main" id="{B879E5CA-A75C-DF97-7922-CEC752C1A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6277" y="2327237"/>
                <a:ext cx="424459" cy="362277"/>
              </a:xfrm>
              <a:custGeom>
                <a:avLst/>
                <a:gdLst>
                  <a:gd name="T0" fmla="*/ 216 w 222"/>
                  <a:gd name="T1" fmla="*/ 162 h 189"/>
                  <a:gd name="T2" fmla="*/ 213 w 222"/>
                  <a:gd name="T3" fmla="*/ 150 h 189"/>
                  <a:gd name="T4" fmla="*/ 201 w 222"/>
                  <a:gd name="T5" fmla="*/ 141 h 189"/>
                  <a:gd name="T6" fmla="*/ 192 w 222"/>
                  <a:gd name="T7" fmla="*/ 129 h 189"/>
                  <a:gd name="T8" fmla="*/ 204 w 222"/>
                  <a:gd name="T9" fmla="*/ 114 h 189"/>
                  <a:gd name="T10" fmla="*/ 192 w 222"/>
                  <a:gd name="T11" fmla="*/ 108 h 189"/>
                  <a:gd name="T12" fmla="*/ 192 w 222"/>
                  <a:gd name="T13" fmla="*/ 96 h 189"/>
                  <a:gd name="T14" fmla="*/ 192 w 222"/>
                  <a:gd name="T15" fmla="*/ 84 h 189"/>
                  <a:gd name="T16" fmla="*/ 192 w 222"/>
                  <a:gd name="T17" fmla="*/ 75 h 189"/>
                  <a:gd name="T18" fmla="*/ 198 w 222"/>
                  <a:gd name="T19" fmla="*/ 66 h 189"/>
                  <a:gd name="T20" fmla="*/ 198 w 222"/>
                  <a:gd name="T21" fmla="*/ 60 h 189"/>
                  <a:gd name="T22" fmla="*/ 198 w 222"/>
                  <a:gd name="T23" fmla="*/ 45 h 189"/>
                  <a:gd name="T24" fmla="*/ 189 w 222"/>
                  <a:gd name="T25" fmla="*/ 45 h 189"/>
                  <a:gd name="T26" fmla="*/ 183 w 222"/>
                  <a:gd name="T27" fmla="*/ 39 h 189"/>
                  <a:gd name="T28" fmla="*/ 177 w 222"/>
                  <a:gd name="T29" fmla="*/ 33 h 189"/>
                  <a:gd name="T30" fmla="*/ 168 w 222"/>
                  <a:gd name="T31" fmla="*/ 30 h 189"/>
                  <a:gd name="T32" fmla="*/ 162 w 222"/>
                  <a:gd name="T33" fmla="*/ 30 h 189"/>
                  <a:gd name="T34" fmla="*/ 153 w 222"/>
                  <a:gd name="T35" fmla="*/ 24 h 189"/>
                  <a:gd name="T36" fmla="*/ 141 w 222"/>
                  <a:gd name="T37" fmla="*/ 24 h 189"/>
                  <a:gd name="T38" fmla="*/ 132 w 222"/>
                  <a:gd name="T39" fmla="*/ 27 h 189"/>
                  <a:gd name="T40" fmla="*/ 123 w 222"/>
                  <a:gd name="T41" fmla="*/ 33 h 189"/>
                  <a:gd name="T42" fmla="*/ 114 w 222"/>
                  <a:gd name="T43" fmla="*/ 33 h 189"/>
                  <a:gd name="T44" fmla="*/ 114 w 222"/>
                  <a:gd name="T45" fmla="*/ 39 h 189"/>
                  <a:gd name="T46" fmla="*/ 87 w 222"/>
                  <a:gd name="T47" fmla="*/ 45 h 189"/>
                  <a:gd name="T48" fmla="*/ 69 w 222"/>
                  <a:gd name="T49" fmla="*/ 33 h 189"/>
                  <a:gd name="T50" fmla="*/ 54 w 222"/>
                  <a:gd name="T51" fmla="*/ 21 h 189"/>
                  <a:gd name="T52" fmla="*/ 45 w 222"/>
                  <a:gd name="T53" fmla="*/ 15 h 189"/>
                  <a:gd name="T54" fmla="*/ 45 w 222"/>
                  <a:gd name="T55" fmla="*/ 3 h 189"/>
                  <a:gd name="T56" fmla="*/ 21 w 222"/>
                  <a:gd name="T57" fmla="*/ 15 h 189"/>
                  <a:gd name="T58" fmla="*/ 15 w 222"/>
                  <a:gd name="T59" fmla="*/ 9 h 189"/>
                  <a:gd name="T60" fmla="*/ 6 w 222"/>
                  <a:gd name="T61" fmla="*/ 0 h 189"/>
                  <a:gd name="T62" fmla="*/ 3 w 222"/>
                  <a:gd name="T63" fmla="*/ 6 h 189"/>
                  <a:gd name="T64" fmla="*/ 3 w 222"/>
                  <a:gd name="T65" fmla="*/ 15 h 189"/>
                  <a:gd name="T66" fmla="*/ 3 w 222"/>
                  <a:gd name="T67" fmla="*/ 27 h 189"/>
                  <a:gd name="T68" fmla="*/ 9 w 222"/>
                  <a:gd name="T69" fmla="*/ 36 h 189"/>
                  <a:gd name="T70" fmla="*/ 12 w 222"/>
                  <a:gd name="T71" fmla="*/ 45 h 189"/>
                  <a:gd name="T72" fmla="*/ 18 w 222"/>
                  <a:gd name="T73" fmla="*/ 51 h 189"/>
                  <a:gd name="T74" fmla="*/ 24 w 222"/>
                  <a:gd name="T75" fmla="*/ 57 h 189"/>
                  <a:gd name="T76" fmla="*/ 21 w 222"/>
                  <a:gd name="T77" fmla="*/ 63 h 189"/>
                  <a:gd name="T78" fmla="*/ 18 w 222"/>
                  <a:gd name="T79" fmla="*/ 72 h 189"/>
                  <a:gd name="T80" fmla="*/ 18 w 222"/>
                  <a:gd name="T81" fmla="*/ 81 h 189"/>
                  <a:gd name="T82" fmla="*/ 24 w 222"/>
                  <a:gd name="T83" fmla="*/ 87 h 189"/>
                  <a:gd name="T84" fmla="*/ 36 w 222"/>
                  <a:gd name="T85" fmla="*/ 96 h 189"/>
                  <a:gd name="T86" fmla="*/ 42 w 222"/>
                  <a:gd name="T87" fmla="*/ 102 h 189"/>
                  <a:gd name="T88" fmla="*/ 42 w 222"/>
                  <a:gd name="T89" fmla="*/ 111 h 189"/>
                  <a:gd name="T90" fmla="*/ 45 w 222"/>
                  <a:gd name="T91" fmla="*/ 120 h 189"/>
                  <a:gd name="T92" fmla="*/ 51 w 222"/>
                  <a:gd name="T93" fmla="*/ 126 h 189"/>
                  <a:gd name="T94" fmla="*/ 54 w 222"/>
                  <a:gd name="T95" fmla="*/ 126 h 189"/>
                  <a:gd name="T96" fmla="*/ 60 w 222"/>
                  <a:gd name="T97" fmla="*/ 126 h 189"/>
                  <a:gd name="T98" fmla="*/ 66 w 222"/>
                  <a:gd name="T99" fmla="*/ 126 h 189"/>
                  <a:gd name="T100" fmla="*/ 78 w 222"/>
                  <a:gd name="T101" fmla="*/ 144 h 189"/>
                  <a:gd name="T102" fmla="*/ 84 w 222"/>
                  <a:gd name="T103" fmla="*/ 153 h 189"/>
                  <a:gd name="T104" fmla="*/ 99 w 222"/>
                  <a:gd name="T105" fmla="*/ 159 h 189"/>
                  <a:gd name="T106" fmla="*/ 126 w 222"/>
                  <a:gd name="T107" fmla="*/ 171 h 189"/>
                  <a:gd name="T108" fmla="*/ 144 w 222"/>
                  <a:gd name="T109" fmla="*/ 165 h 189"/>
                  <a:gd name="T110" fmla="*/ 150 w 222"/>
                  <a:gd name="T111" fmla="*/ 180 h 189"/>
                  <a:gd name="T112" fmla="*/ 192 w 222"/>
                  <a:gd name="T113" fmla="*/ 186 h 189"/>
                  <a:gd name="T114" fmla="*/ 204 w 222"/>
                  <a:gd name="T115" fmla="*/ 189 h 189"/>
                  <a:gd name="T116" fmla="*/ 201 w 222"/>
                  <a:gd name="T117" fmla="*/ 186 h 189"/>
                  <a:gd name="T118" fmla="*/ 210 w 222"/>
                  <a:gd name="T119" fmla="*/ 174 h 189"/>
                  <a:gd name="T120" fmla="*/ 219 w 222"/>
                  <a:gd name="T121" fmla="*/ 171 h 189"/>
                  <a:gd name="T122" fmla="*/ 216 w 222"/>
                  <a:gd name="T123" fmla="*/ 162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2" h="189">
                    <a:moveTo>
                      <a:pt x="216" y="162"/>
                    </a:moveTo>
                    <a:cubicBezTo>
                      <a:pt x="213" y="162"/>
                      <a:pt x="216" y="153"/>
                      <a:pt x="213" y="150"/>
                    </a:cubicBezTo>
                    <a:cubicBezTo>
                      <a:pt x="207" y="147"/>
                      <a:pt x="201" y="144"/>
                      <a:pt x="201" y="141"/>
                    </a:cubicBezTo>
                    <a:cubicBezTo>
                      <a:pt x="198" y="135"/>
                      <a:pt x="192" y="132"/>
                      <a:pt x="192" y="129"/>
                    </a:cubicBezTo>
                    <a:cubicBezTo>
                      <a:pt x="192" y="129"/>
                      <a:pt x="207" y="120"/>
                      <a:pt x="204" y="114"/>
                    </a:cubicBezTo>
                    <a:cubicBezTo>
                      <a:pt x="201" y="108"/>
                      <a:pt x="195" y="111"/>
                      <a:pt x="192" y="108"/>
                    </a:cubicBezTo>
                    <a:cubicBezTo>
                      <a:pt x="192" y="108"/>
                      <a:pt x="192" y="99"/>
                      <a:pt x="192" y="96"/>
                    </a:cubicBezTo>
                    <a:cubicBezTo>
                      <a:pt x="189" y="90"/>
                      <a:pt x="192" y="87"/>
                      <a:pt x="192" y="84"/>
                    </a:cubicBezTo>
                    <a:cubicBezTo>
                      <a:pt x="189" y="81"/>
                      <a:pt x="192" y="75"/>
                      <a:pt x="192" y="75"/>
                    </a:cubicBezTo>
                    <a:cubicBezTo>
                      <a:pt x="192" y="72"/>
                      <a:pt x="198" y="69"/>
                      <a:pt x="198" y="66"/>
                    </a:cubicBezTo>
                    <a:cubicBezTo>
                      <a:pt x="198" y="63"/>
                      <a:pt x="198" y="60"/>
                      <a:pt x="198" y="60"/>
                    </a:cubicBezTo>
                    <a:cubicBezTo>
                      <a:pt x="198" y="54"/>
                      <a:pt x="198" y="48"/>
                      <a:pt x="198" y="45"/>
                    </a:cubicBezTo>
                    <a:cubicBezTo>
                      <a:pt x="198" y="45"/>
                      <a:pt x="192" y="45"/>
                      <a:pt x="189" y="45"/>
                    </a:cubicBezTo>
                    <a:cubicBezTo>
                      <a:pt x="186" y="45"/>
                      <a:pt x="183" y="39"/>
                      <a:pt x="183" y="39"/>
                    </a:cubicBezTo>
                    <a:cubicBezTo>
                      <a:pt x="180" y="39"/>
                      <a:pt x="177" y="36"/>
                      <a:pt x="177" y="33"/>
                    </a:cubicBezTo>
                    <a:cubicBezTo>
                      <a:pt x="177" y="33"/>
                      <a:pt x="171" y="30"/>
                      <a:pt x="168" y="30"/>
                    </a:cubicBezTo>
                    <a:cubicBezTo>
                      <a:pt x="165" y="33"/>
                      <a:pt x="162" y="30"/>
                      <a:pt x="162" y="30"/>
                    </a:cubicBezTo>
                    <a:cubicBezTo>
                      <a:pt x="159" y="30"/>
                      <a:pt x="156" y="27"/>
                      <a:pt x="153" y="24"/>
                    </a:cubicBezTo>
                    <a:cubicBezTo>
                      <a:pt x="153" y="24"/>
                      <a:pt x="141" y="21"/>
                      <a:pt x="141" y="24"/>
                    </a:cubicBezTo>
                    <a:cubicBezTo>
                      <a:pt x="138" y="27"/>
                      <a:pt x="135" y="27"/>
                      <a:pt x="132" y="27"/>
                    </a:cubicBezTo>
                    <a:cubicBezTo>
                      <a:pt x="129" y="27"/>
                      <a:pt x="123" y="30"/>
                      <a:pt x="123" y="33"/>
                    </a:cubicBezTo>
                    <a:cubicBezTo>
                      <a:pt x="120" y="33"/>
                      <a:pt x="117" y="33"/>
                      <a:pt x="114" y="33"/>
                    </a:cubicBezTo>
                    <a:cubicBezTo>
                      <a:pt x="114" y="36"/>
                      <a:pt x="114" y="39"/>
                      <a:pt x="114" y="39"/>
                    </a:cubicBezTo>
                    <a:cubicBezTo>
                      <a:pt x="111" y="42"/>
                      <a:pt x="99" y="45"/>
                      <a:pt x="87" y="45"/>
                    </a:cubicBezTo>
                    <a:cubicBezTo>
                      <a:pt x="78" y="45"/>
                      <a:pt x="78" y="33"/>
                      <a:pt x="69" y="33"/>
                    </a:cubicBezTo>
                    <a:cubicBezTo>
                      <a:pt x="60" y="33"/>
                      <a:pt x="54" y="27"/>
                      <a:pt x="54" y="21"/>
                    </a:cubicBezTo>
                    <a:cubicBezTo>
                      <a:pt x="51" y="18"/>
                      <a:pt x="45" y="15"/>
                      <a:pt x="45" y="15"/>
                    </a:cubicBezTo>
                    <a:cubicBezTo>
                      <a:pt x="48" y="12"/>
                      <a:pt x="48" y="0"/>
                      <a:pt x="45" y="3"/>
                    </a:cubicBezTo>
                    <a:cubicBezTo>
                      <a:pt x="39" y="6"/>
                      <a:pt x="30" y="15"/>
                      <a:pt x="21" y="15"/>
                    </a:cubicBezTo>
                    <a:cubicBezTo>
                      <a:pt x="12" y="12"/>
                      <a:pt x="18" y="12"/>
                      <a:pt x="15" y="9"/>
                    </a:cubicBezTo>
                    <a:cubicBezTo>
                      <a:pt x="9" y="6"/>
                      <a:pt x="12" y="3"/>
                      <a:pt x="6" y="0"/>
                    </a:cubicBezTo>
                    <a:cubicBezTo>
                      <a:pt x="3" y="0"/>
                      <a:pt x="6" y="6"/>
                      <a:pt x="3" y="6"/>
                    </a:cubicBezTo>
                    <a:cubicBezTo>
                      <a:pt x="0" y="6"/>
                      <a:pt x="3" y="15"/>
                      <a:pt x="3" y="15"/>
                    </a:cubicBezTo>
                    <a:cubicBezTo>
                      <a:pt x="3" y="18"/>
                      <a:pt x="3" y="27"/>
                      <a:pt x="3" y="27"/>
                    </a:cubicBezTo>
                    <a:cubicBezTo>
                      <a:pt x="6" y="27"/>
                      <a:pt x="9" y="36"/>
                      <a:pt x="9" y="36"/>
                    </a:cubicBezTo>
                    <a:cubicBezTo>
                      <a:pt x="9" y="39"/>
                      <a:pt x="12" y="42"/>
                      <a:pt x="12" y="45"/>
                    </a:cubicBezTo>
                    <a:cubicBezTo>
                      <a:pt x="12" y="48"/>
                      <a:pt x="18" y="51"/>
                      <a:pt x="18" y="51"/>
                    </a:cubicBezTo>
                    <a:cubicBezTo>
                      <a:pt x="21" y="51"/>
                      <a:pt x="24" y="54"/>
                      <a:pt x="24" y="57"/>
                    </a:cubicBezTo>
                    <a:cubicBezTo>
                      <a:pt x="21" y="60"/>
                      <a:pt x="24" y="63"/>
                      <a:pt x="21" y="63"/>
                    </a:cubicBezTo>
                    <a:cubicBezTo>
                      <a:pt x="18" y="63"/>
                      <a:pt x="21" y="72"/>
                      <a:pt x="18" y="72"/>
                    </a:cubicBezTo>
                    <a:cubicBezTo>
                      <a:pt x="15" y="72"/>
                      <a:pt x="18" y="81"/>
                      <a:pt x="18" y="81"/>
                    </a:cubicBezTo>
                    <a:cubicBezTo>
                      <a:pt x="21" y="84"/>
                      <a:pt x="24" y="84"/>
                      <a:pt x="24" y="87"/>
                    </a:cubicBezTo>
                    <a:cubicBezTo>
                      <a:pt x="24" y="90"/>
                      <a:pt x="33" y="96"/>
                      <a:pt x="36" y="96"/>
                    </a:cubicBezTo>
                    <a:cubicBezTo>
                      <a:pt x="39" y="96"/>
                      <a:pt x="39" y="102"/>
                      <a:pt x="42" y="102"/>
                    </a:cubicBezTo>
                    <a:cubicBezTo>
                      <a:pt x="45" y="105"/>
                      <a:pt x="42" y="108"/>
                      <a:pt x="42" y="111"/>
                    </a:cubicBezTo>
                    <a:cubicBezTo>
                      <a:pt x="42" y="114"/>
                      <a:pt x="45" y="114"/>
                      <a:pt x="45" y="120"/>
                    </a:cubicBezTo>
                    <a:cubicBezTo>
                      <a:pt x="45" y="120"/>
                      <a:pt x="48" y="123"/>
                      <a:pt x="51" y="126"/>
                    </a:cubicBezTo>
                    <a:cubicBezTo>
                      <a:pt x="54" y="126"/>
                      <a:pt x="54" y="126"/>
                      <a:pt x="54" y="126"/>
                    </a:cubicBezTo>
                    <a:cubicBezTo>
                      <a:pt x="57" y="126"/>
                      <a:pt x="57" y="123"/>
                      <a:pt x="60" y="126"/>
                    </a:cubicBezTo>
                    <a:cubicBezTo>
                      <a:pt x="63" y="129"/>
                      <a:pt x="66" y="126"/>
                      <a:pt x="66" y="126"/>
                    </a:cubicBezTo>
                    <a:cubicBezTo>
                      <a:pt x="69" y="126"/>
                      <a:pt x="75" y="138"/>
                      <a:pt x="78" y="144"/>
                    </a:cubicBezTo>
                    <a:cubicBezTo>
                      <a:pt x="81" y="150"/>
                      <a:pt x="81" y="150"/>
                      <a:pt x="84" y="153"/>
                    </a:cubicBezTo>
                    <a:cubicBezTo>
                      <a:pt x="90" y="156"/>
                      <a:pt x="93" y="156"/>
                      <a:pt x="99" y="159"/>
                    </a:cubicBezTo>
                    <a:cubicBezTo>
                      <a:pt x="105" y="165"/>
                      <a:pt x="120" y="171"/>
                      <a:pt x="126" y="171"/>
                    </a:cubicBezTo>
                    <a:cubicBezTo>
                      <a:pt x="132" y="171"/>
                      <a:pt x="135" y="165"/>
                      <a:pt x="144" y="165"/>
                    </a:cubicBezTo>
                    <a:cubicBezTo>
                      <a:pt x="150" y="168"/>
                      <a:pt x="150" y="177"/>
                      <a:pt x="150" y="180"/>
                    </a:cubicBezTo>
                    <a:cubicBezTo>
                      <a:pt x="153" y="183"/>
                      <a:pt x="186" y="186"/>
                      <a:pt x="192" y="186"/>
                    </a:cubicBezTo>
                    <a:cubicBezTo>
                      <a:pt x="192" y="189"/>
                      <a:pt x="198" y="189"/>
                      <a:pt x="204" y="189"/>
                    </a:cubicBezTo>
                    <a:cubicBezTo>
                      <a:pt x="201" y="186"/>
                      <a:pt x="201" y="186"/>
                      <a:pt x="201" y="186"/>
                    </a:cubicBezTo>
                    <a:cubicBezTo>
                      <a:pt x="201" y="180"/>
                      <a:pt x="207" y="177"/>
                      <a:pt x="210" y="174"/>
                    </a:cubicBezTo>
                    <a:cubicBezTo>
                      <a:pt x="213" y="171"/>
                      <a:pt x="216" y="171"/>
                      <a:pt x="219" y="171"/>
                    </a:cubicBezTo>
                    <a:cubicBezTo>
                      <a:pt x="222" y="171"/>
                      <a:pt x="219" y="162"/>
                      <a:pt x="216" y="16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4" name="Freeform 164">
                <a:extLst>
                  <a:ext uri="{FF2B5EF4-FFF2-40B4-BE49-F238E27FC236}">
                    <a16:creationId xmlns:a16="http://schemas.microsoft.com/office/drawing/2014/main" id="{5836F56F-A8DC-F86D-595F-4E7436921C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33052" y="1901426"/>
                <a:ext cx="880009" cy="413645"/>
              </a:xfrm>
              <a:custGeom>
                <a:avLst/>
                <a:gdLst>
                  <a:gd name="T0" fmla="*/ 444 w 459"/>
                  <a:gd name="T1" fmla="*/ 87 h 216"/>
                  <a:gd name="T2" fmla="*/ 429 w 459"/>
                  <a:gd name="T3" fmla="*/ 75 h 216"/>
                  <a:gd name="T4" fmla="*/ 399 w 459"/>
                  <a:gd name="T5" fmla="*/ 69 h 216"/>
                  <a:gd name="T6" fmla="*/ 372 w 459"/>
                  <a:gd name="T7" fmla="*/ 51 h 216"/>
                  <a:gd name="T8" fmla="*/ 339 w 459"/>
                  <a:gd name="T9" fmla="*/ 15 h 216"/>
                  <a:gd name="T10" fmla="*/ 309 w 459"/>
                  <a:gd name="T11" fmla="*/ 30 h 216"/>
                  <a:gd name="T12" fmla="*/ 300 w 459"/>
                  <a:gd name="T13" fmla="*/ 21 h 216"/>
                  <a:gd name="T14" fmla="*/ 285 w 459"/>
                  <a:gd name="T15" fmla="*/ 18 h 216"/>
                  <a:gd name="T16" fmla="*/ 276 w 459"/>
                  <a:gd name="T17" fmla="*/ 0 h 216"/>
                  <a:gd name="T18" fmla="*/ 237 w 459"/>
                  <a:gd name="T19" fmla="*/ 9 h 216"/>
                  <a:gd name="T20" fmla="*/ 192 w 459"/>
                  <a:gd name="T21" fmla="*/ 18 h 216"/>
                  <a:gd name="T22" fmla="*/ 168 w 459"/>
                  <a:gd name="T23" fmla="*/ 30 h 216"/>
                  <a:gd name="T24" fmla="*/ 165 w 459"/>
                  <a:gd name="T25" fmla="*/ 45 h 216"/>
                  <a:gd name="T26" fmla="*/ 168 w 459"/>
                  <a:gd name="T27" fmla="*/ 60 h 216"/>
                  <a:gd name="T28" fmla="*/ 156 w 459"/>
                  <a:gd name="T29" fmla="*/ 69 h 216"/>
                  <a:gd name="T30" fmla="*/ 141 w 459"/>
                  <a:gd name="T31" fmla="*/ 66 h 216"/>
                  <a:gd name="T32" fmla="*/ 111 w 459"/>
                  <a:gd name="T33" fmla="*/ 69 h 216"/>
                  <a:gd name="T34" fmla="*/ 90 w 459"/>
                  <a:gd name="T35" fmla="*/ 69 h 216"/>
                  <a:gd name="T36" fmla="*/ 60 w 459"/>
                  <a:gd name="T37" fmla="*/ 57 h 216"/>
                  <a:gd name="T38" fmla="*/ 33 w 459"/>
                  <a:gd name="T39" fmla="*/ 66 h 216"/>
                  <a:gd name="T40" fmla="*/ 24 w 459"/>
                  <a:gd name="T41" fmla="*/ 84 h 216"/>
                  <a:gd name="T42" fmla="*/ 3 w 459"/>
                  <a:gd name="T43" fmla="*/ 87 h 216"/>
                  <a:gd name="T44" fmla="*/ 0 w 459"/>
                  <a:gd name="T45" fmla="*/ 102 h 216"/>
                  <a:gd name="T46" fmla="*/ 15 w 459"/>
                  <a:gd name="T47" fmla="*/ 114 h 216"/>
                  <a:gd name="T48" fmla="*/ 27 w 459"/>
                  <a:gd name="T49" fmla="*/ 132 h 216"/>
                  <a:gd name="T50" fmla="*/ 57 w 459"/>
                  <a:gd name="T51" fmla="*/ 126 h 216"/>
                  <a:gd name="T52" fmla="*/ 63 w 459"/>
                  <a:gd name="T53" fmla="*/ 150 h 216"/>
                  <a:gd name="T54" fmla="*/ 42 w 459"/>
                  <a:gd name="T55" fmla="*/ 165 h 216"/>
                  <a:gd name="T56" fmla="*/ 63 w 459"/>
                  <a:gd name="T57" fmla="*/ 183 h 216"/>
                  <a:gd name="T58" fmla="*/ 75 w 459"/>
                  <a:gd name="T59" fmla="*/ 195 h 216"/>
                  <a:gd name="T60" fmla="*/ 108 w 459"/>
                  <a:gd name="T61" fmla="*/ 201 h 216"/>
                  <a:gd name="T62" fmla="*/ 138 w 459"/>
                  <a:gd name="T63" fmla="*/ 144 h 216"/>
                  <a:gd name="T64" fmla="*/ 156 w 459"/>
                  <a:gd name="T65" fmla="*/ 144 h 216"/>
                  <a:gd name="T66" fmla="*/ 189 w 459"/>
                  <a:gd name="T67" fmla="*/ 174 h 216"/>
                  <a:gd name="T68" fmla="*/ 225 w 459"/>
                  <a:gd name="T69" fmla="*/ 192 h 216"/>
                  <a:gd name="T70" fmla="*/ 249 w 459"/>
                  <a:gd name="T71" fmla="*/ 210 h 216"/>
                  <a:gd name="T72" fmla="*/ 273 w 459"/>
                  <a:gd name="T73" fmla="*/ 201 h 216"/>
                  <a:gd name="T74" fmla="*/ 297 w 459"/>
                  <a:gd name="T75" fmla="*/ 186 h 216"/>
                  <a:gd name="T76" fmla="*/ 336 w 459"/>
                  <a:gd name="T77" fmla="*/ 183 h 216"/>
                  <a:gd name="T78" fmla="*/ 384 w 459"/>
                  <a:gd name="T79" fmla="*/ 192 h 216"/>
                  <a:gd name="T80" fmla="*/ 384 w 459"/>
                  <a:gd name="T81" fmla="*/ 165 h 216"/>
                  <a:gd name="T82" fmla="*/ 399 w 459"/>
                  <a:gd name="T83" fmla="*/ 150 h 216"/>
                  <a:gd name="T84" fmla="*/ 414 w 459"/>
                  <a:gd name="T85" fmla="*/ 126 h 216"/>
                  <a:gd name="T86" fmla="*/ 444 w 459"/>
                  <a:gd name="T87" fmla="*/ 123 h 216"/>
                  <a:gd name="T88" fmla="*/ 453 w 459"/>
                  <a:gd name="T89" fmla="*/ 99 h 216"/>
                  <a:gd name="T90" fmla="*/ 171 w 459"/>
                  <a:gd name="T91" fmla="*/ 135 h 216"/>
                  <a:gd name="T92" fmla="*/ 360 w 459"/>
                  <a:gd name="T93" fmla="*/ 135 h 216"/>
                  <a:gd name="T94" fmla="*/ 315 w 459"/>
                  <a:gd name="T95" fmla="*/ 135 h 216"/>
                  <a:gd name="T96" fmla="*/ 360 w 459"/>
                  <a:gd name="T97" fmla="*/ 135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59" h="216">
                    <a:moveTo>
                      <a:pt x="456" y="87"/>
                    </a:moveTo>
                    <a:cubicBezTo>
                      <a:pt x="456" y="84"/>
                      <a:pt x="453" y="87"/>
                      <a:pt x="453" y="87"/>
                    </a:cubicBezTo>
                    <a:cubicBezTo>
                      <a:pt x="450" y="87"/>
                      <a:pt x="444" y="87"/>
                      <a:pt x="444" y="87"/>
                    </a:cubicBezTo>
                    <a:cubicBezTo>
                      <a:pt x="441" y="87"/>
                      <a:pt x="438" y="87"/>
                      <a:pt x="438" y="84"/>
                    </a:cubicBezTo>
                    <a:cubicBezTo>
                      <a:pt x="438" y="81"/>
                      <a:pt x="438" y="78"/>
                      <a:pt x="435" y="78"/>
                    </a:cubicBezTo>
                    <a:cubicBezTo>
                      <a:pt x="432" y="78"/>
                      <a:pt x="429" y="78"/>
                      <a:pt x="429" y="75"/>
                    </a:cubicBezTo>
                    <a:cubicBezTo>
                      <a:pt x="426" y="69"/>
                      <a:pt x="423" y="69"/>
                      <a:pt x="420" y="69"/>
                    </a:cubicBezTo>
                    <a:cubicBezTo>
                      <a:pt x="417" y="66"/>
                      <a:pt x="411" y="69"/>
                      <a:pt x="408" y="72"/>
                    </a:cubicBezTo>
                    <a:cubicBezTo>
                      <a:pt x="405" y="72"/>
                      <a:pt x="402" y="69"/>
                      <a:pt x="399" y="69"/>
                    </a:cubicBezTo>
                    <a:cubicBezTo>
                      <a:pt x="396" y="69"/>
                      <a:pt x="393" y="63"/>
                      <a:pt x="390" y="63"/>
                    </a:cubicBezTo>
                    <a:cubicBezTo>
                      <a:pt x="387" y="63"/>
                      <a:pt x="384" y="69"/>
                      <a:pt x="384" y="69"/>
                    </a:cubicBezTo>
                    <a:cubicBezTo>
                      <a:pt x="381" y="69"/>
                      <a:pt x="375" y="57"/>
                      <a:pt x="372" y="51"/>
                    </a:cubicBezTo>
                    <a:cubicBezTo>
                      <a:pt x="366" y="42"/>
                      <a:pt x="357" y="27"/>
                      <a:pt x="351" y="24"/>
                    </a:cubicBezTo>
                    <a:cubicBezTo>
                      <a:pt x="342" y="24"/>
                      <a:pt x="345" y="18"/>
                      <a:pt x="348" y="18"/>
                    </a:cubicBezTo>
                    <a:cubicBezTo>
                      <a:pt x="348" y="15"/>
                      <a:pt x="342" y="15"/>
                      <a:pt x="339" y="15"/>
                    </a:cubicBezTo>
                    <a:cubicBezTo>
                      <a:pt x="336" y="18"/>
                      <a:pt x="333" y="21"/>
                      <a:pt x="330" y="21"/>
                    </a:cubicBezTo>
                    <a:cubicBezTo>
                      <a:pt x="327" y="24"/>
                      <a:pt x="321" y="27"/>
                      <a:pt x="318" y="27"/>
                    </a:cubicBezTo>
                    <a:cubicBezTo>
                      <a:pt x="312" y="27"/>
                      <a:pt x="312" y="33"/>
                      <a:pt x="309" y="30"/>
                    </a:cubicBezTo>
                    <a:cubicBezTo>
                      <a:pt x="306" y="27"/>
                      <a:pt x="312" y="24"/>
                      <a:pt x="312" y="21"/>
                    </a:cubicBezTo>
                    <a:cubicBezTo>
                      <a:pt x="312" y="18"/>
                      <a:pt x="309" y="21"/>
                      <a:pt x="306" y="21"/>
                    </a:cubicBezTo>
                    <a:cubicBezTo>
                      <a:pt x="306" y="18"/>
                      <a:pt x="300" y="18"/>
                      <a:pt x="300" y="21"/>
                    </a:cubicBezTo>
                    <a:cubicBezTo>
                      <a:pt x="300" y="21"/>
                      <a:pt x="297" y="21"/>
                      <a:pt x="297" y="18"/>
                    </a:cubicBezTo>
                    <a:cubicBezTo>
                      <a:pt x="297" y="18"/>
                      <a:pt x="297" y="15"/>
                      <a:pt x="294" y="18"/>
                    </a:cubicBezTo>
                    <a:cubicBezTo>
                      <a:pt x="291" y="18"/>
                      <a:pt x="285" y="21"/>
                      <a:pt x="285" y="18"/>
                    </a:cubicBezTo>
                    <a:cubicBezTo>
                      <a:pt x="282" y="18"/>
                      <a:pt x="285" y="15"/>
                      <a:pt x="285" y="15"/>
                    </a:cubicBezTo>
                    <a:cubicBezTo>
                      <a:pt x="285" y="12"/>
                      <a:pt x="282" y="9"/>
                      <a:pt x="282" y="6"/>
                    </a:cubicBezTo>
                    <a:cubicBezTo>
                      <a:pt x="282" y="3"/>
                      <a:pt x="279" y="0"/>
                      <a:pt x="276" y="0"/>
                    </a:cubicBezTo>
                    <a:cubicBezTo>
                      <a:pt x="273" y="3"/>
                      <a:pt x="270" y="0"/>
                      <a:pt x="267" y="0"/>
                    </a:cubicBezTo>
                    <a:cubicBezTo>
                      <a:pt x="264" y="0"/>
                      <a:pt x="252" y="0"/>
                      <a:pt x="252" y="3"/>
                    </a:cubicBezTo>
                    <a:cubicBezTo>
                      <a:pt x="252" y="6"/>
                      <a:pt x="240" y="9"/>
                      <a:pt x="237" y="9"/>
                    </a:cubicBezTo>
                    <a:cubicBezTo>
                      <a:pt x="234" y="9"/>
                      <a:pt x="225" y="12"/>
                      <a:pt x="219" y="12"/>
                    </a:cubicBezTo>
                    <a:cubicBezTo>
                      <a:pt x="216" y="12"/>
                      <a:pt x="213" y="15"/>
                      <a:pt x="210" y="15"/>
                    </a:cubicBezTo>
                    <a:cubicBezTo>
                      <a:pt x="204" y="15"/>
                      <a:pt x="195" y="15"/>
                      <a:pt x="192" y="18"/>
                    </a:cubicBezTo>
                    <a:cubicBezTo>
                      <a:pt x="189" y="21"/>
                      <a:pt x="180" y="18"/>
                      <a:pt x="177" y="21"/>
                    </a:cubicBezTo>
                    <a:cubicBezTo>
                      <a:pt x="174" y="21"/>
                      <a:pt x="171" y="21"/>
                      <a:pt x="168" y="21"/>
                    </a:cubicBezTo>
                    <a:cubicBezTo>
                      <a:pt x="168" y="21"/>
                      <a:pt x="168" y="27"/>
                      <a:pt x="168" y="30"/>
                    </a:cubicBezTo>
                    <a:cubicBezTo>
                      <a:pt x="171" y="33"/>
                      <a:pt x="180" y="33"/>
                      <a:pt x="180" y="36"/>
                    </a:cubicBezTo>
                    <a:cubicBezTo>
                      <a:pt x="180" y="36"/>
                      <a:pt x="171" y="36"/>
                      <a:pt x="168" y="36"/>
                    </a:cubicBezTo>
                    <a:cubicBezTo>
                      <a:pt x="162" y="39"/>
                      <a:pt x="165" y="42"/>
                      <a:pt x="165" y="45"/>
                    </a:cubicBezTo>
                    <a:cubicBezTo>
                      <a:pt x="165" y="48"/>
                      <a:pt x="162" y="51"/>
                      <a:pt x="159" y="51"/>
                    </a:cubicBezTo>
                    <a:cubicBezTo>
                      <a:pt x="156" y="51"/>
                      <a:pt x="159" y="57"/>
                      <a:pt x="162" y="57"/>
                    </a:cubicBezTo>
                    <a:cubicBezTo>
                      <a:pt x="165" y="57"/>
                      <a:pt x="168" y="60"/>
                      <a:pt x="168" y="60"/>
                    </a:cubicBezTo>
                    <a:cubicBezTo>
                      <a:pt x="171" y="60"/>
                      <a:pt x="171" y="66"/>
                      <a:pt x="171" y="69"/>
                    </a:cubicBezTo>
                    <a:cubicBezTo>
                      <a:pt x="171" y="72"/>
                      <a:pt x="168" y="72"/>
                      <a:pt x="165" y="72"/>
                    </a:cubicBezTo>
                    <a:cubicBezTo>
                      <a:pt x="162" y="72"/>
                      <a:pt x="159" y="69"/>
                      <a:pt x="156" y="69"/>
                    </a:cubicBezTo>
                    <a:cubicBezTo>
                      <a:pt x="153" y="69"/>
                      <a:pt x="156" y="72"/>
                      <a:pt x="153" y="75"/>
                    </a:cubicBezTo>
                    <a:cubicBezTo>
                      <a:pt x="150" y="75"/>
                      <a:pt x="150" y="69"/>
                      <a:pt x="147" y="69"/>
                    </a:cubicBezTo>
                    <a:cubicBezTo>
                      <a:pt x="144" y="69"/>
                      <a:pt x="141" y="69"/>
                      <a:pt x="141" y="66"/>
                    </a:cubicBezTo>
                    <a:cubicBezTo>
                      <a:pt x="138" y="63"/>
                      <a:pt x="132" y="63"/>
                      <a:pt x="129" y="66"/>
                    </a:cubicBezTo>
                    <a:cubicBezTo>
                      <a:pt x="126" y="69"/>
                      <a:pt x="126" y="69"/>
                      <a:pt x="123" y="66"/>
                    </a:cubicBezTo>
                    <a:cubicBezTo>
                      <a:pt x="120" y="63"/>
                      <a:pt x="111" y="66"/>
                      <a:pt x="111" y="69"/>
                    </a:cubicBezTo>
                    <a:cubicBezTo>
                      <a:pt x="111" y="72"/>
                      <a:pt x="105" y="72"/>
                      <a:pt x="102" y="69"/>
                    </a:cubicBezTo>
                    <a:cubicBezTo>
                      <a:pt x="96" y="69"/>
                      <a:pt x="93" y="66"/>
                      <a:pt x="93" y="69"/>
                    </a:cubicBezTo>
                    <a:cubicBezTo>
                      <a:pt x="93" y="75"/>
                      <a:pt x="90" y="72"/>
                      <a:pt x="90" y="69"/>
                    </a:cubicBezTo>
                    <a:cubicBezTo>
                      <a:pt x="90" y="66"/>
                      <a:pt x="84" y="63"/>
                      <a:pt x="81" y="60"/>
                    </a:cubicBezTo>
                    <a:cubicBezTo>
                      <a:pt x="78" y="60"/>
                      <a:pt x="69" y="60"/>
                      <a:pt x="69" y="57"/>
                    </a:cubicBezTo>
                    <a:cubicBezTo>
                      <a:pt x="69" y="54"/>
                      <a:pt x="63" y="54"/>
                      <a:pt x="60" y="57"/>
                    </a:cubicBezTo>
                    <a:cubicBezTo>
                      <a:pt x="60" y="60"/>
                      <a:pt x="57" y="57"/>
                      <a:pt x="54" y="57"/>
                    </a:cubicBezTo>
                    <a:cubicBezTo>
                      <a:pt x="54" y="57"/>
                      <a:pt x="48" y="57"/>
                      <a:pt x="45" y="60"/>
                    </a:cubicBezTo>
                    <a:cubicBezTo>
                      <a:pt x="45" y="60"/>
                      <a:pt x="39" y="66"/>
                      <a:pt x="33" y="66"/>
                    </a:cubicBezTo>
                    <a:cubicBezTo>
                      <a:pt x="30" y="66"/>
                      <a:pt x="33" y="69"/>
                      <a:pt x="27" y="69"/>
                    </a:cubicBezTo>
                    <a:cubicBezTo>
                      <a:pt x="24" y="72"/>
                      <a:pt x="24" y="75"/>
                      <a:pt x="24" y="75"/>
                    </a:cubicBezTo>
                    <a:cubicBezTo>
                      <a:pt x="27" y="78"/>
                      <a:pt x="27" y="81"/>
                      <a:pt x="24" y="84"/>
                    </a:cubicBezTo>
                    <a:cubicBezTo>
                      <a:pt x="21" y="84"/>
                      <a:pt x="18" y="78"/>
                      <a:pt x="15" y="75"/>
                    </a:cubicBezTo>
                    <a:cubicBezTo>
                      <a:pt x="12" y="72"/>
                      <a:pt x="9" y="75"/>
                      <a:pt x="9" y="81"/>
                    </a:cubicBezTo>
                    <a:cubicBezTo>
                      <a:pt x="9" y="84"/>
                      <a:pt x="6" y="84"/>
                      <a:pt x="3" y="87"/>
                    </a:cubicBezTo>
                    <a:cubicBezTo>
                      <a:pt x="0" y="90"/>
                      <a:pt x="6" y="90"/>
                      <a:pt x="6" y="93"/>
                    </a:cubicBezTo>
                    <a:cubicBezTo>
                      <a:pt x="3" y="96"/>
                      <a:pt x="3" y="96"/>
                      <a:pt x="3" y="96"/>
                    </a:cubicBezTo>
                    <a:cubicBezTo>
                      <a:pt x="0" y="96"/>
                      <a:pt x="0" y="102"/>
                      <a:pt x="0" y="102"/>
                    </a:cubicBezTo>
                    <a:cubicBezTo>
                      <a:pt x="0" y="105"/>
                      <a:pt x="6" y="105"/>
                      <a:pt x="6" y="108"/>
                    </a:cubicBezTo>
                    <a:cubicBezTo>
                      <a:pt x="6" y="111"/>
                      <a:pt x="6" y="114"/>
                      <a:pt x="9" y="114"/>
                    </a:cubicBezTo>
                    <a:cubicBezTo>
                      <a:pt x="12" y="111"/>
                      <a:pt x="15" y="114"/>
                      <a:pt x="15" y="114"/>
                    </a:cubicBezTo>
                    <a:cubicBezTo>
                      <a:pt x="18" y="114"/>
                      <a:pt x="21" y="117"/>
                      <a:pt x="24" y="120"/>
                    </a:cubicBezTo>
                    <a:cubicBezTo>
                      <a:pt x="27" y="126"/>
                      <a:pt x="27" y="126"/>
                      <a:pt x="24" y="129"/>
                    </a:cubicBezTo>
                    <a:cubicBezTo>
                      <a:pt x="21" y="129"/>
                      <a:pt x="24" y="132"/>
                      <a:pt x="27" y="132"/>
                    </a:cubicBezTo>
                    <a:cubicBezTo>
                      <a:pt x="30" y="132"/>
                      <a:pt x="30" y="135"/>
                      <a:pt x="30" y="135"/>
                    </a:cubicBezTo>
                    <a:cubicBezTo>
                      <a:pt x="33" y="135"/>
                      <a:pt x="33" y="135"/>
                      <a:pt x="33" y="132"/>
                    </a:cubicBezTo>
                    <a:cubicBezTo>
                      <a:pt x="39" y="129"/>
                      <a:pt x="48" y="123"/>
                      <a:pt x="57" y="126"/>
                    </a:cubicBezTo>
                    <a:cubicBezTo>
                      <a:pt x="63" y="129"/>
                      <a:pt x="72" y="123"/>
                      <a:pt x="75" y="129"/>
                    </a:cubicBezTo>
                    <a:cubicBezTo>
                      <a:pt x="78" y="135"/>
                      <a:pt x="75" y="141"/>
                      <a:pt x="75" y="147"/>
                    </a:cubicBezTo>
                    <a:cubicBezTo>
                      <a:pt x="78" y="150"/>
                      <a:pt x="69" y="150"/>
                      <a:pt x="63" y="150"/>
                    </a:cubicBezTo>
                    <a:cubicBezTo>
                      <a:pt x="60" y="147"/>
                      <a:pt x="48" y="150"/>
                      <a:pt x="51" y="153"/>
                    </a:cubicBezTo>
                    <a:cubicBezTo>
                      <a:pt x="51" y="156"/>
                      <a:pt x="54" y="165"/>
                      <a:pt x="48" y="159"/>
                    </a:cubicBezTo>
                    <a:cubicBezTo>
                      <a:pt x="42" y="156"/>
                      <a:pt x="39" y="165"/>
                      <a:pt x="42" y="165"/>
                    </a:cubicBezTo>
                    <a:cubicBezTo>
                      <a:pt x="48" y="165"/>
                      <a:pt x="51" y="168"/>
                      <a:pt x="51" y="171"/>
                    </a:cubicBezTo>
                    <a:cubicBezTo>
                      <a:pt x="51" y="174"/>
                      <a:pt x="51" y="180"/>
                      <a:pt x="54" y="180"/>
                    </a:cubicBezTo>
                    <a:cubicBezTo>
                      <a:pt x="60" y="180"/>
                      <a:pt x="60" y="186"/>
                      <a:pt x="63" y="183"/>
                    </a:cubicBezTo>
                    <a:cubicBezTo>
                      <a:pt x="69" y="183"/>
                      <a:pt x="72" y="186"/>
                      <a:pt x="69" y="189"/>
                    </a:cubicBezTo>
                    <a:cubicBezTo>
                      <a:pt x="66" y="195"/>
                      <a:pt x="72" y="207"/>
                      <a:pt x="72" y="204"/>
                    </a:cubicBezTo>
                    <a:cubicBezTo>
                      <a:pt x="72" y="201"/>
                      <a:pt x="72" y="198"/>
                      <a:pt x="75" y="195"/>
                    </a:cubicBezTo>
                    <a:cubicBezTo>
                      <a:pt x="72" y="189"/>
                      <a:pt x="81" y="189"/>
                      <a:pt x="84" y="189"/>
                    </a:cubicBezTo>
                    <a:cubicBezTo>
                      <a:pt x="90" y="189"/>
                      <a:pt x="96" y="195"/>
                      <a:pt x="99" y="201"/>
                    </a:cubicBezTo>
                    <a:cubicBezTo>
                      <a:pt x="102" y="207"/>
                      <a:pt x="108" y="201"/>
                      <a:pt x="108" y="201"/>
                    </a:cubicBezTo>
                    <a:cubicBezTo>
                      <a:pt x="108" y="153"/>
                      <a:pt x="108" y="153"/>
                      <a:pt x="108" y="153"/>
                    </a:cubicBezTo>
                    <a:cubicBezTo>
                      <a:pt x="138" y="144"/>
                      <a:pt x="138" y="144"/>
                      <a:pt x="138" y="144"/>
                    </a:cubicBezTo>
                    <a:cubicBezTo>
                      <a:pt x="138" y="144"/>
                      <a:pt x="138" y="144"/>
                      <a:pt x="138" y="144"/>
                    </a:cubicBezTo>
                    <a:cubicBezTo>
                      <a:pt x="141" y="138"/>
                      <a:pt x="147" y="141"/>
                      <a:pt x="147" y="144"/>
                    </a:cubicBezTo>
                    <a:cubicBezTo>
                      <a:pt x="150" y="144"/>
                      <a:pt x="150" y="138"/>
                      <a:pt x="153" y="138"/>
                    </a:cubicBezTo>
                    <a:cubicBezTo>
                      <a:pt x="156" y="138"/>
                      <a:pt x="153" y="144"/>
                      <a:pt x="156" y="144"/>
                    </a:cubicBezTo>
                    <a:cubicBezTo>
                      <a:pt x="159" y="144"/>
                      <a:pt x="162" y="153"/>
                      <a:pt x="162" y="159"/>
                    </a:cubicBezTo>
                    <a:cubicBezTo>
                      <a:pt x="165" y="162"/>
                      <a:pt x="174" y="171"/>
                      <a:pt x="174" y="174"/>
                    </a:cubicBezTo>
                    <a:cubicBezTo>
                      <a:pt x="177" y="177"/>
                      <a:pt x="186" y="171"/>
                      <a:pt x="189" y="174"/>
                    </a:cubicBezTo>
                    <a:cubicBezTo>
                      <a:pt x="192" y="174"/>
                      <a:pt x="210" y="174"/>
                      <a:pt x="213" y="174"/>
                    </a:cubicBezTo>
                    <a:cubicBezTo>
                      <a:pt x="216" y="174"/>
                      <a:pt x="219" y="180"/>
                      <a:pt x="222" y="180"/>
                    </a:cubicBezTo>
                    <a:cubicBezTo>
                      <a:pt x="225" y="180"/>
                      <a:pt x="222" y="186"/>
                      <a:pt x="225" y="192"/>
                    </a:cubicBezTo>
                    <a:cubicBezTo>
                      <a:pt x="225" y="195"/>
                      <a:pt x="231" y="198"/>
                      <a:pt x="231" y="204"/>
                    </a:cubicBezTo>
                    <a:cubicBezTo>
                      <a:pt x="231" y="207"/>
                      <a:pt x="237" y="204"/>
                      <a:pt x="240" y="204"/>
                    </a:cubicBezTo>
                    <a:cubicBezTo>
                      <a:pt x="243" y="207"/>
                      <a:pt x="249" y="207"/>
                      <a:pt x="249" y="210"/>
                    </a:cubicBezTo>
                    <a:cubicBezTo>
                      <a:pt x="249" y="216"/>
                      <a:pt x="255" y="213"/>
                      <a:pt x="255" y="210"/>
                    </a:cubicBezTo>
                    <a:cubicBezTo>
                      <a:pt x="255" y="207"/>
                      <a:pt x="258" y="204"/>
                      <a:pt x="267" y="201"/>
                    </a:cubicBezTo>
                    <a:cubicBezTo>
                      <a:pt x="270" y="198"/>
                      <a:pt x="270" y="198"/>
                      <a:pt x="273" y="201"/>
                    </a:cubicBezTo>
                    <a:cubicBezTo>
                      <a:pt x="273" y="198"/>
                      <a:pt x="276" y="195"/>
                      <a:pt x="276" y="195"/>
                    </a:cubicBezTo>
                    <a:cubicBezTo>
                      <a:pt x="279" y="192"/>
                      <a:pt x="282" y="189"/>
                      <a:pt x="282" y="186"/>
                    </a:cubicBezTo>
                    <a:cubicBezTo>
                      <a:pt x="282" y="183"/>
                      <a:pt x="291" y="183"/>
                      <a:pt x="297" y="186"/>
                    </a:cubicBezTo>
                    <a:cubicBezTo>
                      <a:pt x="303" y="189"/>
                      <a:pt x="309" y="189"/>
                      <a:pt x="309" y="183"/>
                    </a:cubicBezTo>
                    <a:cubicBezTo>
                      <a:pt x="309" y="180"/>
                      <a:pt x="318" y="177"/>
                      <a:pt x="321" y="180"/>
                    </a:cubicBezTo>
                    <a:cubicBezTo>
                      <a:pt x="324" y="180"/>
                      <a:pt x="330" y="186"/>
                      <a:pt x="336" y="183"/>
                    </a:cubicBezTo>
                    <a:cubicBezTo>
                      <a:pt x="339" y="183"/>
                      <a:pt x="360" y="183"/>
                      <a:pt x="363" y="186"/>
                    </a:cubicBezTo>
                    <a:cubicBezTo>
                      <a:pt x="369" y="186"/>
                      <a:pt x="369" y="183"/>
                      <a:pt x="375" y="189"/>
                    </a:cubicBezTo>
                    <a:cubicBezTo>
                      <a:pt x="378" y="192"/>
                      <a:pt x="381" y="189"/>
                      <a:pt x="384" y="192"/>
                    </a:cubicBezTo>
                    <a:cubicBezTo>
                      <a:pt x="384" y="192"/>
                      <a:pt x="384" y="189"/>
                      <a:pt x="384" y="186"/>
                    </a:cubicBezTo>
                    <a:cubicBezTo>
                      <a:pt x="384" y="183"/>
                      <a:pt x="390" y="180"/>
                      <a:pt x="390" y="180"/>
                    </a:cubicBezTo>
                    <a:cubicBezTo>
                      <a:pt x="390" y="177"/>
                      <a:pt x="384" y="168"/>
                      <a:pt x="384" y="165"/>
                    </a:cubicBezTo>
                    <a:cubicBezTo>
                      <a:pt x="384" y="165"/>
                      <a:pt x="384" y="159"/>
                      <a:pt x="384" y="156"/>
                    </a:cubicBezTo>
                    <a:cubicBezTo>
                      <a:pt x="381" y="156"/>
                      <a:pt x="387" y="153"/>
                      <a:pt x="390" y="153"/>
                    </a:cubicBezTo>
                    <a:cubicBezTo>
                      <a:pt x="393" y="153"/>
                      <a:pt x="399" y="147"/>
                      <a:pt x="399" y="150"/>
                    </a:cubicBezTo>
                    <a:cubicBezTo>
                      <a:pt x="402" y="153"/>
                      <a:pt x="405" y="153"/>
                      <a:pt x="408" y="153"/>
                    </a:cubicBezTo>
                    <a:cubicBezTo>
                      <a:pt x="411" y="153"/>
                      <a:pt x="411" y="147"/>
                      <a:pt x="408" y="147"/>
                    </a:cubicBezTo>
                    <a:cubicBezTo>
                      <a:pt x="405" y="144"/>
                      <a:pt x="414" y="129"/>
                      <a:pt x="414" y="126"/>
                    </a:cubicBezTo>
                    <a:cubicBezTo>
                      <a:pt x="417" y="120"/>
                      <a:pt x="420" y="126"/>
                      <a:pt x="423" y="126"/>
                    </a:cubicBezTo>
                    <a:cubicBezTo>
                      <a:pt x="426" y="126"/>
                      <a:pt x="432" y="126"/>
                      <a:pt x="432" y="126"/>
                    </a:cubicBezTo>
                    <a:cubicBezTo>
                      <a:pt x="435" y="126"/>
                      <a:pt x="441" y="126"/>
                      <a:pt x="444" y="123"/>
                    </a:cubicBezTo>
                    <a:cubicBezTo>
                      <a:pt x="444" y="120"/>
                      <a:pt x="441" y="120"/>
                      <a:pt x="441" y="114"/>
                    </a:cubicBezTo>
                    <a:cubicBezTo>
                      <a:pt x="441" y="108"/>
                      <a:pt x="447" y="105"/>
                      <a:pt x="450" y="105"/>
                    </a:cubicBezTo>
                    <a:cubicBezTo>
                      <a:pt x="453" y="105"/>
                      <a:pt x="453" y="102"/>
                      <a:pt x="453" y="99"/>
                    </a:cubicBezTo>
                    <a:cubicBezTo>
                      <a:pt x="453" y="96"/>
                      <a:pt x="456" y="93"/>
                      <a:pt x="459" y="90"/>
                    </a:cubicBezTo>
                    <a:cubicBezTo>
                      <a:pt x="456" y="90"/>
                      <a:pt x="456" y="87"/>
                      <a:pt x="456" y="87"/>
                    </a:cubicBezTo>
                    <a:close/>
                    <a:moveTo>
                      <a:pt x="171" y="135"/>
                    </a:moveTo>
                    <a:cubicBezTo>
                      <a:pt x="168" y="138"/>
                      <a:pt x="156" y="135"/>
                      <a:pt x="156" y="132"/>
                    </a:cubicBezTo>
                    <a:cubicBezTo>
                      <a:pt x="153" y="129"/>
                      <a:pt x="174" y="132"/>
                      <a:pt x="171" y="135"/>
                    </a:cubicBezTo>
                    <a:close/>
                    <a:moveTo>
                      <a:pt x="360" y="135"/>
                    </a:moveTo>
                    <a:cubicBezTo>
                      <a:pt x="351" y="135"/>
                      <a:pt x="330" y="129"/>
                      <a:pt x="321" y="138"/>
                    </a:cubicBezTo>
                    <a:cubicBezTo>
                      <a:pt x="312" y="147"/>
                      <a:pt x="318" y="153"/>
                      <a:pt x="315" y="153"/>
                    </a:cubicBezTo>
                    <a:cubicBezTo>
                      <a:pt x="312" y="153"/>
                      <a:pt x="309" y="141"/>
                      <a:pt x="315" y="135"/>
                    </a:cubicBezTo>
                    <a:cubicBezTo>
                      <a:pt x="318" y="129"/>
                      <a:pt x="333" y="129"/>
                      <a:pt x="342" y="132"/>
                    </a:cubicBezTo>
                    <a:cubicBezTo>
                      <a:pt x="351" y="132"/>
                      <a:pt x="369" y="129"/>
                      <a:pt x="372" y="129"/>
                    </a:cubicBezTo>
                    <a:cubicBezTo>
                      <a:pt x="375" y="129"/>
                      <a:pt x="369" y="135"/>
                      <a:pt x="360" y="13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5" name="Freeform 165">
                <a:extLst>
                  <a:ext uri="{FF2B5EF4-FFF2-40B4-BE49-F238E27FC236}">
                    <a16:creationId xmlns:a16="http://schemas.microsoft.com/office/drawing/2014/main" id="{E6E4E203-2038-4E1E-F1D5-ACD8DAFECB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3139" y="878129"/>
                <a:ext cx="3689008" cy="1420720"/>
              </a:xfrm>
              <a:custGeom>
                <a:avLst/>
                <a:gdLst>
                  <a:gd name="T0" fmla="*/ 960 w 1926"/>
                  <a:gd name="T1" fmla="*/ 78 h 741"/>
                  <a:gd name="T2" fmla="*/ 897 w 1926"/>
                  <a:gd name="T3" fmla="*/ 51 h 741"/>
                  <a:gd name="T4" fmla="*/ 822 w 1926"/>
                  <a:gd name="T5" fmla="*/ 30 h 741"/>
                  <a:gd name="T6" fmla="*/ 1794 w 1926"/>
                  <a:gd name="T7" fmla="*/ 255 h 741"/>
                  <a:gd name="T8" fmla="*/ 1377 w 1926"/>
                  <a:gd name="T9" fmla="*/ 153 h 741"/>
                  <a:gd name="T10" fmla="*/ 1365 w 1926"/>
                  <a:gd name="T11" fmla="*/ 183 h 741"/>
                  <a:gd name="T12" fmla="*/ 1377 w 1926"/>
                  <a:gd name="T13" fmla="*/ 600 h 741"/>
                  <a:gd name="T14" fmla="*/ 1923 w 1926"/>
                  <a:gd name="T15" fmla="*/ 348 h 741"/>
                  <a:gd name="T16" fmla="*/ 1737 w 1926"/>
                  <a:gd name="T17" fmla="*/ 276 h 741"/>
                  <a:gd name="T18" fmla="*/ 1593 w 1926"/>
                  <a:gd name="T19" fmla="*/ 282 h 741"/>
                  <a:gd name="T20" fmla="*/ 1410 w 1926"/>
                  <a:gd name="T21" fmla="*/ 234 h 741"/>
                  <a:gd name="T22" fmla="*/ 1332 w 1926"/>
                  <a:gd name="T23" fmla="*/ 240 h 741"/>
                  <a:gd name="T24" fmla="*/ 1230 w 1926"/>
                  <a:gd name="T25" fmla="*/ 222 h 741"/>
                  <a:gd name="T26" fmla="*/ 1122 w 1926"/>
                  <a:gd name="T27" fmla="*/ 207 h 741"/>
                  <a:gd name="T28" fmla="*/ 963 w 1926"/>
                  <a:gd name="T29" fmla="*/ 210 h 741"/>
                  <a:gd name="T30" fmla="*/ 1041 w 1926"/>
                  <a:gd name="T31" fmla="*/ 126 h 741"/>
                  <a:gd name="T32" fmla="*/ 927 w 1926"/>
                  <a:gd name="T33" fmla="*/ 102 h 741"/>
                  <a:gd name="T34" fmla="*/ 825 w 1926"/>
                  <a:gd name="T35" fmla="*/ 141 h 741"/>
                  <a:gd name="T36" fmla="*/ 762 w 1926"/>
                  <a:gd name="T37" fmla="*/ 180 h 741"/>
                  <a:gd name="T38" fmla="*/ 663 w 1926"/>
                  <a:gd name="T39" fmla="*/ 219 h 741"/>
                  <a:gd name="T40" fmla="*/ 627 w 1926"/>
                  <a:gd name="T41" fmla="*/ 228 h 741"/>
                  <a:gd name="T42" fmla="*/ 651 w 1926"/>
                  <a:gd name="T43" fmla="*/ 297 h 741"/>
                  <a:gd name="T44" fmla="*/ 591 w 1926"/>
                  <a:gd name="T45" fmla="*/ 333 h 741"/>
                  <a:gd name="T46" fmla="*/ 594 w 1926"/>
                  <a:gd name="T47" fmla="*/ 210 h 741"/>
                  <a:gd name="T48" fmla="*/ 525 w 1926"/>
                  <a:gd name="T49" fmla="*/ 288 h 741"/>
                  <a:gd name="T50" fmla="*/ 429 w 1926"/>
                  <a:gd name="T51" fmla="*/ 300 h 741"/>
                  <a:gd name="T52" fmla="*/ 291 w 1926"/>
                  <a:gd name="T53" fmla="*/ 324 h 741"/>
                  <a:gd name="T54" fmla="*/ 258 w 1926"/>
                  <a:gd name="T55" fmla="*/ 339 h 741"/>
                  <a:gd name="T56" fmla="*/ 177 w 1926"/>
                  <a:gd name="T57" fmla="*/ 378 h 741"/>
                  <a:gd name="T58" fmla="*/ 237 w 1926"/>
                  <a:gd name="T59" fmla="*/ 312 h 741"/>
                  <a:gd name="T60" fmla="*/ 114 w 1926"/>
                  <a:gd name="T61" fmla="*/ 282 h 741"/>
                  <a:gd name="T62" fmla="*/ 123 w 1926"/>
                  <a:gd name="T63" fmla="*/ 381 h 741"/>
                  <a:gd name="T64" fmla="*/ 87 w 1926"/>
                  <a:gd name="T65" fmla="*/ 483 h 741"/>
                  <a:gd name="T66" fmla="*/ 147 w 1926"/>
                  <a:gd name="T67" fmla="*/ 561 h 741"/>
                  <a:gd name="T68" fmla="*/ 198 w 1926"/>
                  <a:gd name="T69" fmla="*/ 609 h 741"/>
                  <a:gd name="T70" fmla="*/ 210 w 1926"/>
                  <a:gd name="T71" fmla="*/ 669 h 741"/>
                  <a:gd name="T72" fmla="*/ 306 w 1926"/>
                  <a:gd name="T73" fmla="*/ 732 h 741"/>
                  <a:gd name="T74" fmla="*/ 306 w 1926"/>
                  <a:gd name="T75" fmla="*/ 630 h 741"/>
                  <a:gd name="T76" fmla="*/ 396 w 1926"/>
                  <a:gd name="T77" fmla="*/ 603 h 741"/>
                  <a:gd name="T78" fmla="*/ 471 w 1926"/>
                  <a:gd name="T79" fmla="*/ 570 h 741"/>
                  <a:gd name="T80" fmla="*/ 597 w 1926"/>
                  <a:gd name="T81" fmla="*/ 552 h 741"/>
                  <a:gd name="T82" fmla="*/ 711 w 1926"/>
                  <a:gd name="T83" fmla="*/ 606 h 741"/>
                  <a:gd name="T84" fmla="*/ 819 w 1926"/>
                  <a:gd name="T85" fmla="*/ 606 h 741"/>
                  <a:gd name="T86" fmla="*/ 921 w 1926"/>
                  <a:gd name="T87" fmla="*/ 597 h 741"/>
                  <a:gd name="T88" fmla="*/ 1068 w 1926"/>
                  <a:gd name="T89" fmla="*/ 615 h 741"/>
                  <a:gd name="T90" fmla="*/ 1191 w 1926"/>
                  <a:gd name="T91" fmla="*/ 579 h 741"/>
                  <a:gd name="T92" fmla="*/ 1275 w 1926"/>
                  <a:gd name="T93" fmla="*/ 678 h 741"/>
                  <a:gd name="T94" fmla="*/ 1359 w 1926"/>
                  <a:gd name="T95" fmla="*/ 597 h 741"/>
                  <a:gd name="T96" fmla="*/ 1314 w 1926"/>
                  <a:gd name="T97" fmla="*/ 546 h 741"/>
                  <a:gd name="T98" fmla="*/ 1470 w 1926"/>
                  <a:gd name="T99" fmla="*/ 465 h 741"/>
                  <a:gd name="T100" fmla="*/ 1575 w 1926"/>
                  <a:gd name="T101" fmla="*/ 429 h 741"/>
                  <a:gd name="T102" fmla="*/ 1593 w 1926"/>
                  <a:gd name="T103" fmla="*/ 462 h 741"/>
                  <a:gd name="T104" fmla="*/ 1587 w 1926"/>
                  <a:gd name="T105" fmla="*/ 549 h 741"/>
                  <a:gd name="T106" fmla="*/ 1650 w 1926"/>
                  <a:gd name="T107" fmla="*/ 459 h 741"/>
                  <a:gd name="T108" fmla="*/ 1785 w 1926"/>
                  <a:gd name="T109" fmla="*/ 384 h 741"/>
                  <a:gd name="T110" fmla="*/ 1839 w 1926"/>
                  <a:gd name="T111" fmla="*/ 360 h 741"/>
                  <a:gd name="T112" fmla="*/ 1917 w 1926"/>
                  <a:gd name="T113" fmla="*/ 360 h 741"/>
                  <a:gd name="T114" fmla="*/ 324 w 1926"/>
                  <a:gd name="T115" fmla="*/ 30 h 741"/>
                  <a:gd name="T116" fmla="*/ 387 w 1926"/>
                  <a:gd name="T117" fmla="*/ 249 h 741"/>
                  <a:gd name="T118" fmla="*/ 486 w 1926"/>
                  <a:gd name="T119" fmla="*/ 135 h 741"/>
                  <a:gd name="T120" fmla="*/ 414 w 1926"/>
                  <a:gd name="T121" fmla="*/ 39 h 741"/>
                  <a:gd name="T122" fmla="*/ 387 w 1926"/>
                  <a:gd name="T123" fmla="*/ 33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6" h="741">
                    <a:moveTo>
                      <a:pt x="30" y="534"/>
                    </a:moveTo>
                    <a:cubicBezTo>
                      <a:pt x="27" y="537"/>
                      <a:pt x="24" y="534"/>
                      <a:pt x="24" y="534"/>
                    </a:cubicBezTo>
                    <a:cubicBezTo>
                      <a:pt x="21" y="531"/>
                      <a:pt x="18" y="531"/>
                      <a:pt x="15" y="531"/>
                    </a:cubicBezTo>
                    <a:cubicBezTo>
                      <a:pt x="15" y="534"/>
                      <a:pt x="18" y="534"/>
                      <a:pt x="18" y="534"/>
                    </a:cubicBezTo>
                    <a:cubicBezTo>
                      <a:pt x="18" y="537"/>
                      <a:pt x="12" y="537"/>
                      <a:pt x="15" y="540"/>
                    </a:cubicBezTo>
                    <a:cubicBezTo>
                      <a:pt x="15" y="543"/>
                      <a:pt x="9" y="543"/>
                      <a:pt x="9" y="540"/>
                    </a:cubicBezTo>
                    <a:cubicBezTo>
                      <a:pt x="9" y="537"/>
                      <a:pt x="0" y="537"/>
                      <a:pt x="0" y="540"/>
                    </a:cubicBezTo>
                    <a:cubicBezTo>
                      <a:pt x="0" y="543"/>
                      <a:pt x="0" y="543"/>
                      <a:pt x="0" y="543"/>
                    </a:cubicBezTo>
                    <a:cubicBezTo>
                      <a:pt x="3" y="543"/>
                      <a:pt x="6" y="546"/>
                      <a:pt x="6" y="546"/>
                    </a:cubicBezTo>
                    <a:cubicBezTo>
                      <a:pt x="6" y="546"/>
                      <a:pt x="27" y="549"/>
                      <a:pt x="36" y="546"/>
                    </a:cubicBezTo>
                    <a:cubicBezTo>
                      <a:pt x="36" y="540"/>
                      <a:pt x="36" y="540"/>
                      <a:pt x="36" y="540"/>
                    </a:cubicBezTo>
                    <a:cubicBezTo>
                      <a:pt x="36" y="537"/>
                      <a:pt x="30" y="534"/>
                      <a:pt x="30" y="534"/>
                    </a:cubicBezTo>
                    <a:close/>
                    <a:moveTo>
                      <a:pt x="891" y="93"/>
                    </a:moveTo>
                    <a:cubicBezTo>
                      <a:pt x="897" y="96"/>
                      <a:pt x="912" y="90"/>
                      <a:pt x="921" y="90"/>
                    </a:cubicBezTo>
                    <a:cubicBezTo>
                      <a:pt x="930" y="90"/>
                      <a:pt x="960" y="84"/>
                      <a:pt x="960" y="78"/>
                    </a:cubicBezTo>
                    <a:cubicBezTo>
                      <a:pt x="960" y="72"/>
                      <a:pt x="951" y="72"/>
                      <a:pt x="945" y="69"/>
                    </a:cubicBezTo>
                    <a:cubicBezTo>
                      <a:pt x="942" y="63"/>
                      <a:pt x="933" y="66"/>
                      <a:pt x="930" y="72"/>
                    </a:cubicBezTo>
                    <a:cubicBezTo>
                      <a:pt x="927" y="75"/>
                      <a:pt x="924" y="72"/>
                      <a:pt x="930" y="66"/>
                    </a:cubicBezTo>
                    <a:cubicBezTo>
                      <a:pt x="936" y="60"/>
                      <a:pt x="924" y="54"/>
                      <a:pt x="924" y="57"/>
                    </a:cubicBezTo>
                    <a:cubicBezTo>
                      <a:pt x="924" y="63"/>
                      <a:pt x="912" y="57"/>
                      <a:pt x="912" y="63"/>
                    </a:cubicBezTo>
                    <a:cubicBezTo>
                      <a:pt x="912" y="66"/>
                      <a:pt x="909" y="66"/>
                      <a:pt x="909" y="72"/>
                    </a:cubicBezTo>
                    <a:cubicBezTo>
                      <a:pt x="909" y="75"/>
                      <a:pt x="900" y="69"/>
                      <a:pt x="900" y="78"/>
                    </a:cubicBezTo>
                    <a:cubicBezTo>
                      <a:pt x="900" y="87"/>
                      <a:pt x="888" y="90"/>
                      <a:pt x="891" y="93"/>
                    </a:cubicBezTo>
                    <a:close/>
                    <a:moveTo>
                      <a:pt x="840" y="45"/>
                    </a:moveTo>
                    <a:cubicBezTo>
                      <a:pt x="840" y="51"/>
                      <a:pt x="828" y="54"/>
                      <a:pt x="831" y="57"/>
                    </a:cubicBezTo>
                    <a:cubicBezTo>
                      <a:pt x="834" y="60"/>
                      <a:pt x="837" y="57"/>
                      <a:pt x="840" y="60"/>
                    </a:cubicBezTo>
                    <a:cubicBezTo>
                      <a:pt x="843" y="60"/>
                      <a:pt x="846" y="69"/>
                      <a:pt x="852" y="66"/>
                    </a:cubicBezTo>
                    <a:cubicBezTo>
                      <a:pt x="858" y="66"/>
                      <a:pt x="873" y="72"/>
                      <a:pt x="885" y="72"/>
                    </a:cubicBezTo>
                    <a:cubicBezTo>
                      <a:pt x="894" y="72"/>
                      <a:pt x="894" y="66"/>
                      <a:pt x="891" y="66"/>
                    </a:cubicBezTo>
                    <a:cubicBezTo>
                      <a:pt x="888" y="63"/>
                      <a:pt x="891" y="60"/>
                      <a:pt x="897" y="51"/>
                    </a:cubicBezTo>
                    <a:cubicBezTo>
                      <a:pt x="903" y="45"/>
                      <a:pt x="879" y="39"/>
                      <a:pt x="879" y="45"/>
                    </a:cubicBezTo>
                    <a:cubicBezTo>
                      <a:pt x="879" y="51"/>
                      <a:pt x="873" y="42"/>
                      <a:pt x="870" y="39"/>
                    </a:cubicBezTo>
                    <a:cubicBezTo>
                      <a:pt x="870" y="36"/>
                      <a:pt x="840" y="42"/>
                      <a:pt x="840" y="45"/>
                    </a:cubicBezTo>
                    <a:close/>
                    <a:moveTo>
                      <a:pt x="822" y="36"/>
                    </a:moveTo>
                    <a:cubicBezTo>
                      <a:pt x="828" y="39"/>
                      <a:pt x="825" y="42"/>
                      <a:pt x="819" y="42"/>
                    </a:cubicBezTo>
                    <a:cubicBezTo>
                      <a:pt x="813" y="42"/>
                      <a:pt x="807" y="42"/>
                      <a:pt x="813" y="45"/>
                    </a:cubicBezTo>
                    <a:cubicBezTo>
                      <a:pt x="816" y="48"/>
                      <a:pt x="816" y="51"/>
                      <a:pt x="822" y="51"/>
                    </a:cubicBezTo>
                    <a:cubicBezTo>
                      <a:pt x="828" y="54"/>
                      <a:pt x="837" y="48"/>
                      <a:pt x="834" y="45"/>
                    </a:cubicBezTo>
                    <a:cubicBezTo>
                      <a:pt x="834" y="39"/>
                      <a:pt x="858" y="36"/>
                      <a:pt x="867" y="36"/>
                    </a:cubicBezTo>
                    <a:cubicBezTo>
                      <a:pt x="873" y="33"/>
                      <a:pt x="861" y="27"/>
                      <a:pt x="870" y="24"/>
                    </a:cubicBezTo>
                    <a:cubicBezTo>
                      <a:pt x="876" y="24"/>
                      <a:pt x="873" y="21"/>
                      <a:pt x="864" y="21"/>
                    </a:cubicBezTo>
                    <a:cubicBezTo>
                      <a:pt x="855" y="18"/>
                      <a:pt x="858" y="12"/>
                      <a:pt x="855" y="9"/>
                    </a:cubicBezTo>
                    <a:cubicBezTo>
                      <a:pt x="852" y="6"/>
                      <a:pt x="852" y="12"/>
                      <a:pt x="840" y="15"/>
                    </a:cubicBezTo>
                    <a:cubicBezTo>
                      <a:pt x="828" y="15"/>
                      <a:pt x="822" y="18"/>
                      <a:pt x="828" y="21"/>
                    </a:cubicBezTo>
                    <a:cubicBezTo>
                      <a:pt x="831" y="24"/>
                      <a:pt x="828" y="30"/>
                      <a:pt x="822" y="30"/>
                    </a:cubicBezTo>
                    <a:cubicBezTo>
                      <a:pt x="816" y="30"/>
                      <a:pt x="816" y="33"/>
                      <a:pt x="822" y="36"/>
                    </a:cubicBezTo>
                    <a:close/>
                    <a:moveTo>
                      <a:pt x="672" y="213"/>
                    </a:moveTo>
                    <a:cubicBezTo>
                      <a:pt x="678" y="216"/>
                      <a:pt x="684" y="213"/>
                      <a:pt x="681" y="210"/>
                    </a:cubicBezTo>
                    <a:cubicBezTo>
                      <a:pt x="681" y="204"/>
                      <a:pt x="669" y="210"/>
                      <a:pt x="672" y="213"/>
                    </a:cubicBezTo>
                    <a:close/>
                    <a:moveTo>
                      <a:pt x="813" y="12"/>
                    </a:moveTo>
                    <a:cubicBezTo>
                      <a:pt x="816" y="9"/>
                      <a:pt x="792" y="9"/>
                      <a:pt x="798" y="15"/>
                    </a:cubicBezTo>
                    <a:cubicBezTo>
                      <a:pt x="801" y="18"/>
                      <a:pt x="813" y="18"/>
                      <a:pt x="813" y="12"/>
                    </a:cubicBezTo>
                    <a:close/>
                    <a:moveTo>
                      <a:pt x="1422" y="162"/>
                    </a:moveTo>
                    <a:cubicBezTo>
                      <a:pt x="1431" y="162"/>
                      <a:pt x="1434" y="171"/>
                      <a:pt x="1449" y="171"/>
                    </a:cubicBezTo>
                    <a:cubicBezTo>
                      <a:pt x="1464" y="171"/>
                      <a:pt x="1476" y="168"/>
                      <a:pt x="1476" y="165"/>
                    </a:cubicBezTo>
                    <a:cubicBezTo>
                      <a:pt x="1476" y="162"/>
                      <a:pt x="1464" y="156"/>
                      <a:pt x="1458" y="159"/>
                    </a:cubicBezTo>
                    <a:cubicBezTo>
                      <a:pt x="1455" y="162"/>
                      <a:pt x="1452" y="156"/>
                      <a:pt x="1446" y="156"/>
                    </a:cubicBezTo>
                    <a:cubicBezTo>
                      <a:pt x="1440" y="159"/>
                      <a:pt x="1434" y="159"/>
                      <a:pt x="1431" y="153"/>
                    </a:cubicBezTo>
                    <a:cubicBezTo>
                      <a:pt x="1428" y="150"/>
                      <a:pt x="1419" y="162"/>
                      <a:pt x="1422" y="162"/>
                    </a:cubicBezTo>
                    <a:close/>
                    <a:moveTo>
                      <a:pt x="1794" y="255"/>
                    </a:moveTo>
                    <a:cubicBezTo>
                      <a:pt x="1800" y="258"/>
                      <a:pt x="1806" y="252"/>
                      <a:pt x="1812" y="255"/>
                    </a:cubicBezTo>
                    <a:cubicBezTo>
                      <a:pt x="1815" y="258"/>
                      <a:pt x="1830" y="252"/>
                      <a:pt x="1833" y="252"/>
                    </a:cubicBezTo>
                    <a:cubicBezTo>
                      <a:pt x="1839" y="252"/>
                      <a:pt x="1836" y="243"/>
                      <a:pt x="1821" y="243"/>
                    </a:cubicBezTo>
                    <a:cubicBezTo>
                      <a:pt x="1806" y="240"/>
                      <a:pt x="1788" y="252"/>
                      <a:pt x="1794" y="255"/>
                    </a:cubicBezTo>
                    <a:close/>
                    <a:moveTo>
                      <a:pt x="513" y="21"/>
                    </a:moveTo>
                    <a:cubicBezTo>
                      <a:pt x="525" y="21"/>
                      <a:pt x="525" y="15"/>
                      <a:pt x="516" y="12"/>
                    </a:cubicBezTo>
                    <a:cubicBezTo>
                      <a:pt x="510" y="12"/>
                      <a:pt x="510" y="15"/>
                      <a:pt x="507" y="15"/>
                    </a:cubicBezTo>
                    <a:cubicBezTo>
                      <a:pt x="504" y="15"/>
                      <a:pt x="489" y="18"/>
                      <a:pt x="492" y="21"/>
                    </a:cubicBezTo>
                    <a:cubicBezTo>
                      <a:pt x="495" y="24"/>
                      <a:pt x="504" y="24"/>
                      <a:pt x="513" y="21"/>
                    </a:cubicBezTo>
                    <a:close/>
                    <a:moveTo>
                      <a:pt x="1323" y="162"/>
                    </a:moveTo>
                    <a:cubicBezTo>
                      <a:pt x="1326" y="165"/>
                      <a:pt x="1329" y="168"/>
                      <a:pt x="1332" y="168"/>
                    </a:cubicBezTo>
                    <a:cubicBezTo>
                      <a:pt x="1332" y="171"/>
                      <a:pt x="1344" y="168"/>
                      <a:pt x="1347" y="168"/>
                    </a:cubicBezTo>
                    <a:cubicBezTo>
                      <a:pt x="1350" y="165"/>
                      <a:pt x="1353" y="174"/>
                      <a:pt x="1359" y="168"/>
                    </a:cubicBezTo>
                    <a:cubicBezTo>
                      <a:pt x="1365" y="165"/>
                      <a:pt x="1371" y="168"/>
                      <a:pt x="1377" y="168"/>
                    </a:cubicBezTo>
                    <a:cubicBezTo>
                      <a:pt x="1386" y="168"/>
                      <a:pt x="1377" y="159"/>
                      <a:pt x="1377" y="153"/>
                    </a:cubicBezTo>
                    <a:cubicBezTo>
                      <a:pt x="1377" y="150"/>
                      <a:pt x="1386" y="153"/>
                      <a:pt x="1383" y="156"/>
                    </a:cubicBezTo>
                    <a:cubicBezTo>
                      <a:pt x="1380" y="159"/>
                      <a:pt x="1386" y="168"/>
                      <a:pt x="1398" y="165"/>
                    </a:cubicBezTo>
                    <a:cubicBezTo>
                      <a:pt x="1407" y="165"/>
                      <a:pt x="1401" y="159"/>
                      <a:pt x="1407" y="156"/>
                    </a:cubicBezTo>
                    <a:cubicBezTo>
                      <a:pt x="1410" y="153"/>
                      <a:pt x="1410" y="150"/>
                      <a:pt x="1404" y="147"/>
                    </a:cubicBezTo>
                    <a:cubicBezTo>
                      <a:pt x="1395" y="141"/>
                      <a:pt x="1386" y="144"/>
                      <a:pt x="1377" y="141"/>
                    </a:cubicBezTo>
                    <a:cubicBezTo>
                      <a:pt x="1371" y="138"/>
                      <a:pt x="1362" y="138"/>
                      <a:pt x="1362" y="147"/>
                    </a:cubicBezTo>
                    <a:cubicBezTo>
                      <a:pt x="1362" y="153"/>
                      <a:pt x="1347" y="138"/>
                      <a:pt x="1341" y="135"/>
                    </a:cubicBezTo>
                    <a:cubicBezTo>
                      <a:pt x="1332" y="132"/>
                      <a:pt x="1311" y="156"/>
                      <a:pt x="1323" y="162"/>
                    </a:cubicBezTo>
                    <a:close/>
                    <a:moveTo>
                      <a:pt x="1392" y="204"/>
                    </a:moveTo>
                    <a:cubicBezTo>
                      <a:pt x="1398" y="204"/>
                      <a:pt x="1386" y="192"/>
                      <a:pt x="1377" y="192"/>
                    </a:cubicBezTo>
                    <a:cubicBezTo>
                      <a:pt x="1365" y="189"/>
                      <a:pt x="1356" y="198"/>
                      <a:pt x="1359" y="198"/>
                    </a:cubicBezTo>
                    <a:cubicBezTo>
                      <a:pt x="1362" y="204"/>
                      <a:pt x="1386" y="207"/>
                      <a:pt x="1392" y="204"/>
                    </a:cubicBezTo>
                    <a:close/>
                    <a:moveTo>
                      <a:pt x="1365" y="183"/>
                    </a:moveTo>
                    <a:cubicBezTo>
                      <a:pt x="1365" y="177"/>
                      <a:pt x="1347" y="183"/>
                      <a:pt x="1353" y="186"/>
                    </a:cubicBezTo>
                    <a:cubicBezTo>
                      <a:pt x="1359" y="189"/>
                      <a:pt x="1365" y="189"/>
                      <a:pt x="1365" y="183"/>
                    </a:cubicBezTo>
                    <a:close/>
                    <a:moveTo>
                      <a:pt x="576" y="207"/>
                    </a:moveTo>
                    <a:cubicBezTo>
                      <a:pt x="579" y="207"/>
                      <a:pt x="591" y="207"/>
                      <a:pt x="594" y="204"/>
                    </a:cubicBezTo>
                    <a:cubicBezTo>
                      <a:pt x="594" y="201"/>
                      <a:pt x="588" y="198"/>
                      <a:pt x="582" y="198"/>
                    </a:cubicBezTo>
                    <a:cubicBezTo>
                      <a:pt x="573" y="198"/>
                      <a:pt x="573" y="207"/>
                      <a:pt x="576" y="207"/>
                    </a:cubicBezTo>
                    <a:close/>
                    <a:moveTo>
                      <a:pt x="309" y="27"/>
                    </a:moveTo>
                    <a:cubicBezTo>
                      <a:pt x="318" y="18"/>
                      <a:pt x="327" y="27"/>
                      <a:pt x="327" y="24"/>
                    </a:cubicBezTo>
                    <a:cubicBezTo>
                      <a:pt x="330" y="18"/>
                      <a:pt x="315" y="18"/>
                      <a:pt x="309" y="21"/>
                    </a:cubicBezTo>
                    <a:cubicBezTo>
                      <a:pt x="303" y="24"/>
                      <a:pt x="288" y="21"/>
                      <a:pt x="291" y="27"/>
                    </a:cubicBezTo>
                    <a:cubicBezTo>
                      <a:pt x="291" y="27"/>
                      <a:pt x="300" y="33"/>
                      <a:pt x="309" y="27"/>
                    </a:cubicBezTo>
                    <a:close/>
                    <a:moveTo>
                      <a:pt x="1389" y="591"/>
                    </a:moveTo>
                    <a:cubicBezTo>
                      <a:pt x="1386" y="579"/>
                      <a:pt x="1395" y="570"/>
                      <a:pt x="1386" y="567"/>
                    </a:cubicBezTo>
                    <a:cubicBezTo>
                      <a:pt x="1380" y="561"/>
                      <a:pt x="1383" y="549"/>
                      <a:pt x="1380" y="552"/>
                    </a:cubicBezTo>
                    <a:cubicBezTo>
                      <a:pt x="1377" y="555"/>
                      <a:pt x="1380" y="564"/>
                      <a:pt x="1374" y="564"/>
                    </a:cubicBezTo>
                    <a:cubicBezTo>
                      <a:pt x="1368" y="564"/>
                      <a:pt x="1374" y="570"/>
                      <a:pt x="1371" y="576"/>
                    </a:cubicBezTo>
                    <a:cubicBezTo>
                      <a:pt x="1371" y="582"/>
                      <a:pt x="1374" y="594"/>
                      <a:pt x="1377" y="600"/>
                    </a:cubicBezTo>
                    <a:cubicBezTo>
                      <a:pt x="1380" y="606"/>
                      <a:pt x="1371" y="636"/>
                      <a:pt x="1374" y="642"/>
                    </a:cubicBezTo>
                    <a:cubicBezTo>
                      <a:pt x="1377" y="648"/>
                      <a:pt x="1371" y="672"/>
                      <a:pt x="1374" y="675"/>
                    </a:cubicBezTo>
                    <a:cubicBezTo>
                      <a:pt x="1377" y="678"/>
                      <a:pt x="1374" y="666"/>
                      <a:pt x="1380" y="666"/>
                    </a:cubicBezTo>
                    <a:cubicBezTo>
                      <a:pt x="1386" y="666"/>
                      <a:pt x="1386" y="672"/>
                      <a:pt x="1389" y="675"/>
                    </a:cubicBezTo>
                    <a:cubicBezTo>
                      <a:pt x="1395" y="675"/>
                      <a:pt x="1392" y="663"/>
                      <a:pt x="1389" y="666"/>
                    </a:cubicBezTo>
                    <a:cubicBezTo>
                      <a:pt x="1386" y="666"/>
                      <a:pt x="1383" y="657"/>
                      <a:pt x="1380" y="651"/>
                    </a:cubicBezTo>
                    <a:cubicBezTo>
                      <a:pt x="1380" y="645"/>
                      <a:pt x="1383" y="639"/>
                      <a:pt x="1383" y="633"/>
                    </a:cubicBezTo>
                    <a:cubicBezTo>
                      <a:pt x="1383" y="627"/>
                      <a:pt x="1392" y="627"/>
                      <a:pt x="1398" y="633"/>
                    </a:cubicBezTo>
                    <a:cubicBezTo>
                      <a:pt x="1401" y="636"/>
                      <a:pt x="1404" y="633"/>
                      <a:pt x="1401" y="630"/>
                    </a:cubicBezTo>
                    <a:cubicBezTo>
                      <a:pt x="1398" y="627"/>
                      <a:pt x="1392" y="600"/>
                      <a:pt x="1389" y="591"/>
                    </a:cubicBezTo>
                    <a:close/>
                    <a:moveTo>
                      <a:pt x="327" y="294"/>
                    </a:moveTo>
                    <a:cubicBezTo>
                      <a:pt x="336" y="300"/>
                      <a:pt x="342" y="288"/>
                      <a:pt x="348" y="288"/>
                    </a:cubicBezTo>
                    <a:cubicBezTo>
                      <a:pt x="351" y="288"/>
                      <a:pt x="345" y="282"/>
                      <a:pt x="336" y="282"/>
                    </a:cubicBezTo>
                    <a:cubicBezTo>
                      <a:pt x="330" y="279"/>
                      <a:pt x="318" y="285"/>
                      <a:pt x="327" y="294"/>
                    </a:cubicBezTo>
                    <a:close/>
                    <a:moveTo>
                      <a:pt x="1923" y="348"/>
                    </a:moveTo>
                    <a:cubicBezTo>
                      <a:pt x="1920" y="348"/>
                      <a:pt x="1908" y="342"/>
                      <a:pt x="1905" y="339"/>
                    </a:cubicBezTo>
                    <a:cubicBezTo>
                      <a:pt x="1905" y="333"/>
                      <a:pt x="1890" y="333"/>
                      <a:pt x="1890" y="333"/>
                    </a:cubicBezTo>
                    <a:cubicBezTo>
                      <a:pt x="1890" y="336"/>
                      <a:pt x="1887" y="333"/>
                      <a:pt x="1887" y="330"/>
                    </a:cubicBezTo>
                    <a:cubicBezTo>
                      <a:pt x="1884" y="330"/>
                      <a:pt x="1872" y="330"/>
                      <a:pt x="1872" y="330"/>
                    </a:cubicBezTo>
                    <a:cubicBezTo>
                      <a:pt x="1872" y="333"/>
                      <a:pt x="1875" y="333"/>
                      <a:pt x="1875" y="336"/>
                    </a:cubicBezTo>
                    <a:cubicBezTo>
                      <a:pt x="1878" y="339"/>
                      <a:pt x="1872" y="339"/>
                      <a:pt x="1875" y="342"/>
                    </a:cubicBezTo>
                    <a:cubicBezTo>
                      <a:pt x="1875" y="345"/>
                      <a:pt x="1869" y="342"/>
                      <a:pt x="1866" y="339"/>
                    </a:cubicBezTo>
                    <a:cubicBezTo>
                      <a:pt x="1866" y="339"/>
                      <a:pt x="1866" y="333"/>
                      <a:pt x="1866" y="330"/>
                    </a:cubicBezTo>
                    <a:cubicBezTo>
                      <a:pt x="1866" y="324"/>
                      <a:pt x="1863" y="327"/>
                      <a:pt x="1863" y="324"/>
                    </a:cubicBezTo>
                    <a:cubicBezTo>
                      <a:pt x="1863" y="318"/>
                      <a:pt x="1848" y="312"/>
                      <a:pt x="1842" y="309"/>
                    </a:cubicBezTo>
                    <a:cubicBezTo>
                      <a:pt x="1833" y="306"/>
                      <a:pt x="1827" y="306"/>
                      <a:pt x="1824" y="303"/>
                    </a:cubicBezTo>
                    <a:cubicBezTo>
                      <a:pt x="1821" y="297"/>
                      <a:pt x="1809" y="297"/>
                      <a:pt x="1806" y="294"/>
                    </a:cubicBezTo>
                    <a:cubicBezTo>
                      <a:pt x="1803" y="288"/>
                      <a:pt x="1782" y="282"/>
                      <a:pt x="1776" y="279"/>
                    </a:cubicBezTo>
                    <a:cubicBezTo>
                      <a:pt x="1767" y="279"/>
                      <a:pt x="1767" y="276"/>
                      <a:pt x="1764" y="276"/>
                    </a:cubicBezTo>
                    <a:cubicBezTo>
                      <a:pt x="1761" y="276"/>
                      <a:pt x="1743" y="276"/>
                      <a:pt x="1737" y="276"/>
                    </a:cubicBezTo>
                    <a:cubicBezTo>
                      <a:pt x="1731" y="273"/>
                      <a:pt x="1731" y="279"/>
                      <a:pt x="1728" y="276"/>
                    </a:cubicBezTo>
                    <a:cubicBezTo>
                      <a:pt x="1725" y="276"/>
                      <a:pt x="1704" y="267"/>
                      <a:pt x="1701" y="270"/>
                    </a:cubicBezTo>
                    <a:cubicBezTo>
                      <a:pt x="1698" y="273"/>
                      <a:pt x="1701" y="276"/>
                      <a:pt x="1698" y="279"/>
                    </a:cubicBezTo>
                    <a:cubicBezTo>
                      <a:pt x="1695" y="279"/>
                      <a:pt x="1698" y="282"/>
                      <a:pt x="1704" y="288"/>
                    </a:cubicBezTo>
                    <a:cubicBezTo>
                      <a:pt x="1710" y="291"/>
                      <a:pt x="1704" y="297"/>
                      <a:pt x="1701" y="297"/>
                    </a:cubicBezTo>
                    <a:cubicBezTo>
                      <a:pt x="1695" y="300"/>
                      <a:pt x="1686" y="297"/>
                      <a:pt x="1686" y="291"/>
                    </a:cubicBezTo>
                    <a:cubicBezTo>
                      <a:pt x="1683" y="288"/>
                      <a:pt x="1677" y="291"/>
                      <a:pt x="1674" y="285"/>
                    </a:cubicBezTo>
                    <a:cubicBezTo>
                      <a:pt x="1671" y="279"/>
                      <a:pt x="1677" y="279"/>
                      <a:pt x="1680" y="282"/>
                    </a:cubicBezTo>
                    <a:cubicBezTo>
                      <a:pt x="1683" y="285"/>
                      <a:pt x="1686" y="282"/>
                      <a:pt x="1689" y="279"/>
                    </a:cubicBezTo>
                    <a:cubicBezTo>
                      <a:pt x="1689" y="276"/>
                      <a:pt x="1680" y="273"/>
                      <a:pt x="1674" y="273"/>
                    </a:cubicBezTo>
                    <a:cubicBezTo>
                      <a:pt x="1668" y="273"/>
                      <a:pt x="1665" y="279"/>
                      <a:pt x="1659" y="282"/>
                    </a:cubicBezTo>
                    <a:cubicBezTo>
                      <a:pt x="1656" y="285"/>
                      <a:pt x="1635" y="282"/>
                      <a:pt x="1632" y="279"/>
                    </a:cubicBezTo>
                    <a:cubicBezTo>
                      <a:pt x="1629" y="279"/>
                      <a:pt x="1602" y="279"/>
                      <a:pt x="1599" y="282"/>
                    </a:cubicBezTo>
                    <a:cubicBezTo>
                      <a:pt x="1596" y="285"/>
                      <a:pt x="1596" y="291"/>
                      <a:pt x="1596" y="294"/>
                    </a:cubicBezTo>
                    <a:cubicBezTo>
                      <a:pt x="1593" y="294"/>
                      <a:pt x="1593" y="285"/>
                      <a:pt x="1593" y="282"/>
                    </a:cubicBezTo>
                    <a:cubicBezTo>
                      <a:pt x="1593" y="279"/>
                      <a:pt x="1590" y="279"/>
                      <a:pt x="1584" y="279"/>
                    </a:cubicBezTo>
                    <a:cubicBezTo>
                      <a:pt x="1578" y="279"/>
                      <a:pt x="1575" y="279"/>
                      <a:pt x="1578" y="276"/>
                    </a:cubicBezTo>
                    <a:cubicBezTo>
                      <a:pt x="1581" y="273"/>
                      <a:pt x="1575" y="273"/>
                      <a:pt x="1581" y="270"/>
                    </a:cubicBezTo>
                    <a:cubicBezTo>
                      <a:pt x="1584" y="267"/>
                      <a:pt x="1572" y="258"/>
                      <a:pt x="1563" y="252"/>
                    </a:cubicBezTo>
                    <a:cubicBezTo>
                      <a:pt x="1551" y="249"/>
                      <a:pt x="1527" y="252"/>
                      <a:pt x="1518" y="252"/>
                    </a:cubicBezTo>
                    <a:cubicBezTo>
                      <a:pt x="1512" y="255"/>
                      <a:pt x="1500" y="255"/>
                      <a:pt x="1494" y="255"/>
                    </a:cubicBezTo>
                    <a:cubicBezTo>
                      <a:pt x="1485" y="255"/>
                      <a:pt x="1491" y="252"/>
                      <a:pt x="1491" y="249"/>
                    </a:cubicBezTo>
                    <a:cubicBezTo>
                      <a:pt x="1488" y="246"/>
                      <a:pt x="1476" y="243"/>
                      <a:pt x="1476" y="246"/>
                    </a:cubicBezTo>
                    <a:cubicBezTo>
                      <a:pt x="1473" y="249"/>
                      <a:pt x="1470" y="246"/>
                      <a:pt x="1470" y="243"/>
                    </a:cubicBezTo>
                    <a:cubicBezTo>
                      <a:pt x="1470" y="243"/>
                      <a:pt x="1461" y="237"/>
                      <a:pt x="1458" y="240"/>
                    </a:cubicBezTo>
                    <a:cubicBezTo>
                      <a:pt x="1452" y="240"/>
                      <a:pt x="1452" y="234"/>
                      <a:pt x="1455" y="234"/>
                    </a:cubicBezTo>
                    <a:cubicBezTo>
                      <a:pt x="1461" y="234"/>
                      <a:pt x="1467" y="237"/>
                      <a:pt x="1464" y="231"/>
                    </a:cubicBezTo>
                    <a:cubicBezTo>
                      <a:pt x="1461" y="225"/>
                      <a:pt x="1431" y="225"/>
                      <a:pt x="1428" y="225"/>
                    </a:cubicBezTo>
                    <a:cubicBezTo>
                      <a:pt x="1425" y="225"/>
                      <a:pt x="1428" y="231"/>
                      <a:pt x="1422" y="237"/>
                    </a:cubicBezTo>
                    <a:cubicBezTo>
                      <a:pt x="1416" y="243"/>
                      <a:pt x="1410" y="237"/>
                      <a:pt x="1410" y="234"/>
                    </a:cubicBezTo>
                    <a:cubicBezTo>
                      <a:pt x="1410" y="231"/>
                      <a:pt x="1419" y="231"/>
                      <a:pt x="1419" y="228"/>
                    </a:cubicBezTo>
                    <a:cubicBezTo>
                      <a:pt x="1419" y="225"/>
                      <a:pt x="1407" y="228"/>
                      <a:pt x="1407" y="225"/>
                    </a:cubicBezTo>
                    <a:cubicBezTo>
                      <a:pt x="1404" y="222"/>
                      <a:pt x="1407" y="222"/>
                      <a:pt x="1413" y="222"/>
                    </a:cubicBezTo>
                    <a:cubicBezTo>
                      <a:pt x="1416" y="225"/>
                      <a:pt x="1422" y="225"/>
                      <a:pt x="1425" y="222"/>
                    </a:cubicBezTo>
                    <a:cubicBezTo>
                      <a:pt x="1425" y="222"/>
                      <a:pt x="1419" y="219"/>
                      <a:pt x="1413" y="219"/>
                    </a:cubicBezTo>
                    <a:cubicBezTo>
                      <a:pt x="1407" y="219"/>
                      <a:pt x="1389" y="213"/>
                      <a:pt x="1383" y="216"/>
                    </a:cubicBezTo>
                    <a:cubicBezTo>
                      <a:pt x="1374" y="216"/>
                      <a:pt x="1368" y="213"/>
                      <a:pt x="1365" y="210"/>
                    </a:cubicBezTo>
                    <a:cubicBezTo>
                      <a:pt x="1359" y="210"/>
                      <a:pt x="1359" y="213"/>
                      <a:pt x="1362" y="216"/>
                    </a:cubicBezTo>
                    <a:cubicBezTo>
                      <a:pt x="1365" y="219"/>
                      <a:pt x="1359" y="222"/>
                      <a:pt x="1353" y="219"/>
                    </a:cubicBezTo>
                    <a:cubicBezTo>
                      <a:pt x="1347" y="219"/>
                      <a:pt x="1338" y="222"/>
                      <a:pt x="1341" y="228"/>
                    </a:cubicBezTo>
                    <a:cubicBezTo>
                      <a:pt x="1344" y="231"/>
                      <a:pt x="1347" y="225"/>
                      <a:pt x="1350" y="228"/>
                    </a:cubicBezTo>
                    <a:cubicBezTo>
                      <a:pt x="1353" y="228"/>
                      <a:pt x="1344" y="231"/>
                      <a:pt x="1347" y="234"/>
                    </a:cubicBezTo>
                    <a:cubicBezTo>
                      <a:pt x="1353" y="234"/>
                      <a:pt x="1350" y="240"/>
                      <a:pt x="1350" y="240"/>
                    </a:cubicBezTo>
                    <a:cubicBezTo>
                      <a:pt x="1350" y="243"/>
                      <a:pt x="1344" y="243"/>
                      <a:pt x="1341" y="240"/>
                    </a:cubicBezTo>
                    <a:cubicBezTo>
                      <a:pt x="1341" y="237"/>
                      <a:pt x="1335" y="240"/>
                      <a:pt x="1332" y="240"/>
                    </a:cubicBezTo>
                    <a:cubicBezTo>
                      <a:pt x="1326" y="240"/>
                      <a:pt x="1323" y="243"/>
                      <a:pt x="1329" y="243"/>
                    </a:cubicBezTo>
                    <a:cubicBezTo>
                      <a:pt x="1332" y="243"/>
                      <a:pt x="1335" y="246"/>
                      <a:pt x="1329" y="246"/>
                    </a:cubicBezTo>
                    <a:cubicBezTo>
                      <a:pt x="1323" y="249"/>
                      <a:pt x="1323" y="240"/>
                      <a:pt x="1320" y="243"/>
                    </a:cubicBezTo>
                    <a:cubicBezTo>
                      <a:pt x="1314" y="243"/>
                      <a:pt x="1308" y="240"/>
                      <a:pt x="1302" y="240"/>
                    </a:cubicBezTo>
                    <a:cubicBezTo>
                      <a:pt x="1296" y="240"/>
                      <a:pt x="1296" y="243"/>
                      <a:pt x="1290" y="243"/>
                    </a:cubicBezTo>
                    <a:cubicBezTo>
                      <a:pt x="1284" y="243"/>
                      <a:pt x="1275" y="240"/>
                      <a:pt x="1272" y="237"/>
                    </a:cubicBezTo>
                    <a:cubicBezTo>
                      <a:pt x="1269" y="234"/>
                      <a:pt x="1269" y="231"/>
                      <a:pt x="1266" y="237"/>
                    </a:cubicBezTo>
                    <a:cubicBezTo>
                      <a:pt x="1263" y="240"/>
                      <a:pt x="1263" y="246"/>
                      <a:pt x="1260" y="249"/>
                    </a:cubicBezTo>
                    <a:cubicBezTo>
                      <a:pt x="1257" y="249"/>
                      <a:pt x="1254" y="255"/>
                      <a:pt x="1251" y="258"/>
                    </a:cubicBezTo>
                    <a:cubicBezTo>
                      <a:pt x="1248" y="258"/>
                      <a:pt x="1248" y="255"/>
                      <a:pt x="1245" y="255"/>
                    </a:cubicBezTo>
                    <a:cubicBezTo>
                      <a:pt x="1242" y="255"/>
                      <a:pt x="1230" y="243"/>
                      <a:pt x="1227" y="240"/>
                    </a:cubicBezTo>
                    <a:cubicBezTo>
                      <a:pt x="1227" y="237"/>
                      <a:pt x="1221" y="228"/>
                      <a:pt x="1218" y="228"/>
                    </a:cubicBezTo>
                    <a:cubicBezTo>
                      <a:pt x="1215" y="225"/>
                      <a:pt x="1221" y="225"/>
                      <a:pt x="1224" y="228"/>
                    </a:cubicBezTo>
                    <a:cubicBezTo>
                      <a:pt x="1224" y="231"/>
                      <a:pt x="1227" y="231"/>
                      <a:pt x="1230" y="228"/>
                    </a:cubicBezTo>
                    <a:cubicBezTo>
                      <a:pt x="1233" y="228"/>
                      <a:pt x="1233" y="222"/>
                      <a:pt x="1230" y="222"/>
                    </a:cubicBezTo>
                    <a:cubicBezTo>
                      <a:pt x="1224" y="222"/>
                      <a:pt x="1227" y="216"/>
                      <a:pt x="1227" y="216"/>
                    </a:cubicBezTo>
                    <a:cubicBezTo>
                      <a:pt x="1230" y="216"/>
                      <a:pt x="1224" y="210"/>
                      <a:pt x="1227" y="210"/>
                    </a:cubicBezTo>
                    <a:cubicBezTo>
                      <a:pt x="1227" y="207"/>
                      <a:pt x="1227" y="204"/>
                      <a:pt x="1224" y="204"/>
                    </a:cubicBezTo>
                    <a:cubicBezTo>
                      <a:pt x="1221" y="204"/>
                      <a:pt x="1215" y="201"/>
                      <a:pt x="1215" y="198"/>
                    </a:cubicBezTo>
                    <a:cubicBezTo>
                      <a:pt x="1215" y="198"/>
                      <a:pt x="1200" y="198"/>
                      <a:pt x="1200" y="201"/>
                    </a:cubicBezTo>
                    <a:cubicBezTo>
                      <a:pt x="1203" y="201"/>
                      <a:pt x="1197" y="201"/>
                      <a:pt x="1197" y="198"/>
                    </a:cubicBezTo>
                    <a:cubicBezTo>
                      <a:pt x="1197" y="198"/>
                      <a:pt x="1191" y="198"/>
                      <a:pt x="1185" y="195"/>
                    </a:cubicBezTo>
                    <a:cubicBezTo>
                      <a:pt x="1176" y="195"/>
                      <a:pt x="1176" y="189"/>
                      <a:pt x="1173" y="189"/>
                    </a:cubicBezTo>
                    <a:cubicBezTo>
                      <a:pt x="1170" y="189"/>
                      <a:pt x="1173" y="195"/>
                      <a:pt x="1170" y="195"/>
                    </a:cubicBezTo>
                    <a:cubicBezTo>
                      <a:pt x="1164" y="192"/>
                      <a:pt x="1161" y="195"/>
                      <a:pt x="1164" y="201"/>
                    </a:cubicBezTo>
                    <a:cubicBezTo>
                      <a:pt x="1164" y="204"/>
                      <a:pt x="1164" y="204"/>
                      <a:pt x="1164" y="207"/>
                    </a:cubicBezTo>
                    <a:cubicBezTo>
                      <a:pt x="1161" y="213"/>
                      <a:pt x="1161" y="210"/>
                      <a:pt x="1155" y="210"/>
                    </a:cubicBezTo>
                    <a:cubicBezTo>
                      <a:pt x="1152" y="207"/>
                      <a:pt x="1152" y="213"/>
                      <a:pt x="1143" y="210"/>
                    </a:cubicBezTo>
                    <a:cubicBezTo>
                      <a:pt x="1134" y="207"/>
                      <a:pt x="1128" y="210"/>
                      <a:pt x="1128" y="207"/>
                    </a:cubicBezTo>
                    <a:cubicBezTo>
                      <a:pt x="1125" y="204"/>
                      <a:pt x="1122" y="204"/>
                      <a:pt x="1122" y="207"/>
                    </a:cubicBezTo>
                    <a:cubicBezTo>
                      <a:pt x="1122" y="210"/>
                      <a:pt x="1107" y="207"/>
                      <a:pt x="1107" y="204"/>
                    </a:cubicBezTo>
                    <a:cubicBezTo>
                      <a:pt x="1104" y="201"/>
                      <a:pt x="1110" y="201"/>
                      <a:pt x="1110" y="198"/>
                    </a:cubicBezTo>
                    <a:cubicBezTo>
                      <a:pt x="1113" y="198"/>
                      <a:pt x="1110" y="195"/>
                      <a:pt x="1101" y="198"/>
                    </a:cubicBezTo>
                    <a:cubicBezTo>
                      <a:pt x="1092" y="198"/>
                      <a:pt x="1089" y="192"/>
                      <a:pt x="1080" y="195"/>
                    </a:cubicBezTo>
                    <a:cubicBezTo>
                      <a:pt x="1071" y="195"/>
                      <a:pt x="1053" y="195"/>
                      <a:pt x="1053" y="198"/>
                    </a:cubicBezTo>
                    <a:cubicBezTo>
                      <a:pt x="1050" y="198"/>
                      <a:pt x="1053" y="204"/>
                      <a:pt x="1050" y="204"/>
                    </a:cubicBezTo>
                    <a:cubicBezTo>
                      <a:pt x="1047" y="204"/>
                      <a:pt x="1050" y="195"/>
                      <a:pt x="1050" y="192"/>
                    </a:cubicBezTo>
                    <a:cubicBezTo>
                      <a:pt x="1047" y="189"/>
                      <a:pt x="1041" y="189"/>
                      <a:pt x="1044" y="192"/>
                    </a:cubicBezTo>
                    <a:cubicBezTo>
                      <a:pt x="1044" y="195"/>
                      <a:pt x="1035" y="195"/>
                      <a:pt x="1032" y="192"/>
                    </a:cubicBezTo>
                    <a:cubicBezTo>
                      <a:pt x="1029" y="189"/>
                      <a:pt x="1026" y="189"/>
                      <a:pt x="1017" y="186"/>
                    </a:cubicBezTo>
                    <a:cubicBezTo>
                      <a:pt x="1011" y="183"/>
                      <a:pt x="1005" y="192"/>
                      <a:pt x="1005" y="192"/>
                    </a:cubicBezTo>
                    <a:cubicBezTo>
                      <a:pt x="1008" y="195"/>
                      <a:pt x="1011" y="195"/>
                      <a:pt x="1011" y="195"/>
                    </a:cubicBezTo>
                    <a:cubicBezTo>
                      <a:pt x="1014" y="198"/>
                      <a:pt x="999" y="198"/>
                      <a:pt x="999" y="198"/>
                    </a:cubicBezTo>
                    <a:cubicBezTo>
                      <a:pt x="999" y="201"/>
                      <a:pt x="984" y="204"/>
                      <a:pt x="981" y="204"/>
                    </a:cubicBezTo>
                    <a:cubicBezTo>
                      <a:pt x="969" y="207"/>
                      <a:pt x="969" y="207"/>
                      <a:pt x="963" y="210"/>
                    </a:cubicBezTo>
                    <a:cubicBezTo>
                      <a:pt x="957" y="216"/>
                      <a:pt x="963" y="207"/>
                      <a:pt x="966" y="204"/>
                    </a:cubicBezTo>
                    <a:cubicBezTo>
                      <a:pt x="969" y="198"/>
                      <a:pt x="975" y="201"/>
                      <a:pt x="975" y="198"/>
                    </a:cubicBezTo>
                    <a:cubicBezTo>
                      <a:pt x="978" y="195"/>
                      <a:pt x="981" y="195"/>
                      <a:pt x="990" y="195"/>
                    </a:cubicBezTo>
                    <a:cubicBezTo>
                      <a:pt x="996" y="192"/>
                      <a:pt x="996" y="189"/>
                      <a:pt x="999" y="189"/>
                    </a:cubicBezTo>
                    <a:cubicBezTo>
                      <a:pt x="1002" y="186"/>
                      <a:pt x="1008" y="183"/>
                      <a:pt x="1008" y="180"/>
                    </a:cubicBezTo>
                    <a:cubicBezTo>
                      <a:pt x="1011" y="177"/>
                      <a:pt x="1026" y="171"/>
                      <a:pt x="1029" y="174"/>
                    </a:cubicBezTo>
                    <a:cubicBezTo>
                      <a:pt x="1032" y="174"/>
                      <a:pt x="1032" y="168"/>
                      <a:pt x="1035" y="168"/>
                    </a:cubicBezTo>
                    <a:cubicBezTo>
                      <a:pt x="1035" y="168"/>
                      <a:pt x="1044" y="162"/>
                      <a:pt x="1047" y="162"/>
                    </a:cubicBezTo>
                    <a:cubicBezTo>
                      <a:pt x="1050" y="159"/>
                      <a:pt x="1053" y="156"/>
                      <a:pt x="1053" y="153"/>
                    </a:cubicBezTo>
                    <a:cubicBezTo>
                      <a:pt x="1053" y="153"/>
                      <a:pt x="1047" y="153"/>
                      <a:pt x="1047" y="150"/>
                    </a:cubicBezTo>
                    <a:cubicBezTo>
                      <a:pt x="1047" y="150"/>
                      <a:pt x="1050" y="150"/>
                      <a:pt x="1053" y="150"/>
                    </a:cubicBezTo>
                    <a:cubicBezTo>
                      <a:pt x="1056" y="147"/>
                      <a:pt x="1053" y="144"/>
                      <a:pt x="1050" y="144"/>
                    </a:cubicBezTo>
                    <a:cubicBezTo>
                      <a:pt x="1047" y="144"/>
                      <a:pt x="1053" y="141"/>
                      <a:pt x="1050" y="138"/>
                    </a:cubicBezTo>
                    <a:cubicBezTo>
                      <a:pt x="1047" y="135"/>
                      <a:pt x="1041" y="141"/>
                      <a:pt x="1041" y="138"/>
                    </a:cubicBezTo>
                    <a:cubicBezTo>
                      <a:pt x="1041" y="132"/>
                      <a:pt x="1041" y="129"/>
                      <a:pt x="1041" y="126"/>
                    </a:cubicBezTo>
                    <a:cubicBezTo>
                      <a:pt x="1038" y="126"/>
                      <a:pt x="1035" y="132"/>
                      <a:pt x="1029" y="129"/>
                    </a:cubicBezTo>
                    <a:cubicBezTo>
                      <a:pt x="1026" y="126"/>
                      <a:pt x="1014" y="123"/>
                      <a:pt x="1014" y="123"/>
                    </a:cubicBezTo>
                    <a:cubicBezTo>
                      <a:pt x="1014" y="126"/>
                      <a:pt x="1008" y="123"/>
                      <a:pt x="1008" y="123"/>
                    </a:cubicBezTo>
                    <a:cubicBezTo>
                      <a:pt x="1005" y="126"/>
                      <a:pt x="996" y="123"/>
                      <a:pt x="993" y="123"/>
                    </a:cubicBezTo>
                    <a:cubicBezTo>
                      <a:pt x="990" y="123"/>
                      <a:pt x="987" y="126"/>
                      <a:pt x="987" y="129"/>
                    </a:cubicBezTo>
                    <a:cubicBezTo>
                      <a:pt x="984" y="132"/>
                      <a:pt x="975" y="129"/>
                      <a:pt x="972" y="129"/>
                    </a:cubicBezTo>
                    <a:cubicBezTo>
                      <a:pt x="969" y="129"/>
                      <a:pt x="981" y="120"/>
                      <a:pt x="981" y="120"/>
                    </a:cubicBezTo>
                    <a:cubicBezTo>
                      <a:pt x="981" y="117"/>
                      <a:pt x="963" y="120"/>
                      <a:pt x="960" y="117"/>
                    </a:cubicBezTo>
                    <a:cubicBezTo>
                      <a:pt x="960" y="117"/>
                      <a:pt x="951" y="114"/>
                      <a:pt x="948" y="114"/>
                    </a:cubicBezTo>
                    <a:cubicBezTo>
                      <a:pt x="945" y="114"/>
                      <a:pt x="948" y="114"/>
                      <a:pt x="951" y="114"/>
                    </a:cubicBezTo>
                    <a:cubicBezTo>
                      <a:pt x="954" y="114"/>
                      <a:pt x="957" y="111"/>
                      <a:pt x="963" y="111"/>
                    </a:cubicBezTo>
                    <a:cubicBezTo>
                      <a:pt x="966" y="108"/>
                      <a:pt x="966" y="108"/>
                      <a:pt x="963" y="105"/>
                    </a:cubicBezTo>
                    <a:cubicBezTo>
                      <a:pt x="960" y="102"/>
                      <a:pt x="957" y="105"/>
                      <a:pt x="954" y="102"/>
                    </a:cubicBezTo>
                    <a:cubicBezTo>
                      <a:pt x="951" y="102"/>
                      <a:pt x="945" y="99"/>
                      <a:pt x="942" y="99"/>
                    </a:cubicBezTo>
                    <a:cubicBezTo>
                      <a:pt x="939" y="99"/>
                      <a:pt x="936" y="102"/>
                      <a:pt x="927" y="102"/>
                    </a:cubicBezTo>
                    <a:cubicBezTo>
                      <a:pt x="918" y="105"/>
                      <a:pt x="918" y="111"/>
                      <a:pt x="915" y="114"/>
                    </a:cubicBezTo>
                    <a:cubicBezTo>
                      <a:pt x="909" y="114"/>
                      <a:pt x="903" y="123"/>
                      <a:pt x="906" y="123"/>
                    </a:cubicBezTo>
                    <a:cubicBezTo>
                      <a:pt x="909" y="123"/>
                      <a:pt x="909" y="126"/>
                      <a:pt x="909" y="126"/>
                    </a:cubicBezTo>
                    <a:cubicBezTo>
                      <a:pt x="909" y="129"/>
                      <a:pt x="906" y="129"/>
                      <a:pt x="903" y="129"/>
                    </a:cubicBezTo>
                    <a:cubicBezTo>
                      <a:pt x="900" y="129"/>
                      <a:pt x="885" y="129"/>
                      <a:pt x="885" y="132"/>
                    </a:cubicBezTo>
                    <a:cubicBezTo>
                      <a:pt x="885" y="135"/>
                      <a:pt x="894" y="135"/>
                      <a:pt x="894" y="138"/>
                    </a:cubicBezTo>
                    <a:cubicBezTo>
                      <a:pt x="891" y="138"/>
                      <a:pt x="888" y="138"/>
                      <a:pt x="885" y="135"/>
                    </a:cubicBezTo>
                    <a:cubicBezTo>
                      <a:pt x="882" y="135"/>
                      <a:pt x="876" y="135"/>
                      <a:pt x="873" y="138"/>
                    </a:cubicBezTo>
                    <a:cubicBezTo>
                      <a:pt x="873" y="141"/>
                      <a:pt x="867" y="141"/>
                      <a:pt x="867" y="138"/>
                    </a:cubicBezTo>
                    <a:cubicBezTo>
                      <a:pt x="864" y="138"/>
                      <a:pt x="861" y="141"/>
                      <a:pt x="861" y="141"/>
                    </a:cubicBezTo>
                    <a:cubicBezTo>
                      <a:pt x="858" y="138"/>
                      <a:pt x="864" y="135"/>
                      <a:pt x="864" y="135"/>
                    </a:cubicBezTo>
                    <a:cubicBezTo>
                      <a:pt x="861" y="132"/>
                      <a:pt x="852" y="132"/>
                      <a:pt x="852" y="135"/>
                    </a:cubicBezTo>
                    <a:cubicBezTo>
                      <a:pt x="852" y="138"/>
                      <a:pt x="846" y="135"/>
                      <a:pt x="846" y="135"/>
                    </a:cubicBezTo>
                    <a:cubicBezTo>
                      <a:pt x="843" y="135"/>
                      <a:pt x="840" y="138"/>
                      <a:pt x="837" y="138"/>
                    </a:cubicBezTo>
                    <a:cubicBezTo>
                      <a:pt x="834" y="141"/>
                      <a:pt x="828" y="138"/>
                      <a:pt x="825" y="141"/>
                    </a:cubicBezTo>
                    <a:cubicBezTo>
                      <a:pt x="825" y="144"/>
                      <a:pt x="834" y="144"/>
                      <a:pt x="834" y="144"/>
                    </a:cubicBezTo>
                    <a:cubicBezTo>
                      <a:pt x="834" y="147"/>
                      <a:pt x="816" y="147"/>
                      <a:pt x="816" y="147"/>
                    </a:cubicBezTo>
                    <a:cubicBezTo>
                      <a:pt x="813" y="150"/>
                      <a:pt x="807" y="150"/>
                      <a:pt x="801" y="150"/>
                    </a:cubicBezTo>
                    <a:cubicBezTo>
                      <a:pt x="792" y="150"/>
                      <a:pt x="795" y="153"/>
                      <a:pt x="789" y="153"/>
                    </a:cubicBezTo>
                    <a:cubicBezTo>
                      <a:pt x="783" y="156"/>
                      <a:pt x="780" y="156"/>
                      <a:pt x="780" y="159"/>
                    </a:cubicBezTo>
                    <a:cubicBezTo>
                      <a:pt x="777" y="162"/>
                      <a:pt x="774" y="162"/>
                      <a:pt x="771" y="159"/>
                    </a:cubicBezTo>
                    <a:cubicBezTo>
                      <a:pt x="768" y="159"/>
                      <a:pt x="762" y="162"/>
                      <a:pt x="765" y="162"/>
                    </a:cubicBezTo>
                    <a:cubicBezTo>
                      <a:pt x="768" y="162"/>
                      <a:pt x="765" y="165"/>
                      <a:pt x="765" y="165"/>
                    </a:cubicBezTo>
                    <a:cubicBezTo>
                      <a:pt x="762" y="162"/>
                      <a:pt x="756" y="168"/>
                      <a:pt x="759" y="168"/>
                    </a:cubicBezTo>
                    <a:cubicBezTo>
                      <a:pt x="762" y="168"/>
                      <a:pt x="765" y="168"/>
                      <a:pt x="762" y="171"/>
                    </a:cubicBezTo>
                    <a:cubicBezTo>
                      <a:pt x="762" y="174"/>
                      <a:pt x="756" y="168"/>
                      <a:pt x="753" y="171"/>
                    </a:cubicBezTo>
                    <a:cubicBezTo>
                      <a:pt x="753" y="171"/>
                      <a:pt x="756" y="174"/>
                      <a:pt x="759" y="174"/>
                    </a:cubicBezTo>
                    <a:cubicBezTo>
                      <a:pt x="762" y="174"/>
                      <a:pt x="765" y="177"/>
                      <a:pt x="765" y="177"/>
                    </a:cubicBezTo>
                    <a:cubicBezTo>
                      <a:pt x="765" y="180"/>
                      <a:pt x="759" y="177"/>
                      <a:pt x="756" y="177"/>
                    </a:cubicBezTo>
                    <a:cubicBezTo>
                      <a:pt x="756" y="180"/>
                      <a:pt x="756" y="180"/>
                      <a:pt x="762" y="180"/>
                    </a:cubicBezTo>
                    <a:cubicBezTo>
                      <a:pt x="765" y="183"/>
                      <a:pt x="762" y="183"/>
                      <a:pt x="765" y="186"/>
                    </a:cubicBezTo>
                    <a:cubicBezTo>
                      <a:pt x="765" y="186"/>
                      <a:pt x="765" y="186"/>
                      <a:pt x="765" y="186"/>
                    </a:cubicBezTo>
                    <a:cubicBezTo>
                      <a:pt x="765" y="189"/>
                      <a:pt x="762" y="189"/>
                      <a:pt x="765" y="192"/>
                    </a:cubicBezTo>
                    <a:cubicBezTo>
                      <a:pt x="765" y="192"/>
                      <a:pt x="759" y="195"/>
                      <a:pt x="759" y="192"/>
                    </a:cubicBezTo>
                    <a:cubicBezTo>
                      <a:pt x="759" y="189"/>
                      <a:pt x="753" y="189"/>
                      <a:pt x="750" y="192"/>
                    </a:cubicBezTo>
                    <a:cubicBezTo>
                      <a:pt x="747" y="192"/>
                      <a:pt x="747" y="195"/>
                      <a:pt x="744" y="192"/>
                    </a:cubicBezTo>
                    <a:cubicBezTo>
                      <a:pt x="741" y="192"/>
                      <a:pt x="735" y="192"/>
                      <a:pt x="729" y="195"/>
                    </a:cubicBezTo>
                    <a:cubicBezTo>
                      <a:pt x="720" y="195"/>
                      <a:pt x="702" y="195"/>
                      <a:pt x="699" y="195"/>
                    </a:cubicBezTo>
                    <a:cubicBezTo>
                      <a:pt x="693" y="198"/>
                      <a:pt x="690" y="204"/>
                      <a:pt x="696" y="207"/>
                    </a:cubicBezTo>
                    <a:cubicBezTo>
                      <a:pt x="699" y="210"/>
                      <a:pt x="696" y="213"/>
                      <a:pt x="696" y="216"/>
                    </a:cubicBezTo>
                    <a:cubicBezTo>
                      <a:pt x="696" y="219"/>
                      <a:pt x="705" y="222"/>
                      <a:pt x="711" y="225"/>
                    </a:cubicBezTo>
                    <a:cubicBezTo>
                      <a:pt x="717" y="225"/>
                      <a:pt x="720" y="231"/>
                      <a:pt x="717" y="234"/>
                    </a:cubicBezTo>
                    <a:cubicBezTo>
                      <a:pt x="714" y="240"/>
                      <a:pt x="705" y="234"/>
                      <a:pt x="699" y="228"/>
                    </a:cubicBezTo>
                    <a:cubicBezTo>
                      <a:pt x="690" y="222"/>
                      <a:pt x="678" y="222"/>
                      <a:pt x="672" y="222"/>
                    </a:cubicBezTo>
                    <a:cubicBezTo>
                      <a:pt x="666" y="222"/>
                      <a:pt x="669" y="216"/>
                      <a:pt x="663" y="219"/>
                    </a:cubicBezTo>
                    <a:cubicBezTo>
                      <a:pt x="657" y="219"/>
                      <a:pt x="651" y="222"/>
                      <a:pt x="657" y="222"/>
                    </a:cubicBezTo>
                    <a:cubicBezTo>
                      <a:pt x="660" y="222"/>
                      <a:pt x="663" y="222"/>
                      <a:pt x="660" y="225"/>
                    </a:cubicBezTo>
                    <a:cubicBezTo>
                      <a:pt x="660" y="228"/>
                      <a:pt x="663" y="225"/>
                      <a:pt x="666" y="228"/>
                    </a:cubicBezTo>
                    <a:cubicBezTo>
                      <a:pt x="672" y="231"/>
                      <a:pt x="663" y="234"/>
                      <a:pt x="657" y="231"/>
                    </a:cubicBezTo>
                    <a:cubicBezTo>
                      <a:pt x="654" y="228"/>
                      <a:pt x="648" y="231"/>
                      <a:pt x="645" y="234"/>
                    </a:cubicBezTo>
                    <a:cubicBezTo>
                      <a:pt x="645" y="234"/>
                      <a:pt x="651" y="243"/>
                      <a:pt x="660" y="243"/>
                    </a:cubicBezTo>
                    <a:cubicBezTo>
                      <a:pt x="669" y="246"/>
                      <a:pt x="666" y="249"/>
                      <a:pt x="672" y="249"/>
                    </a:cubicBezTo>
                    <a:cubicBezTo>
                      <a:pt x="675" y="252"/>
                      <a:pt x="672" y="252"/>
                      <a:pt x="669" y="252"/>
                    </a:cubicBezTo>
                    <a:cubicBezTo>
                      <a:pt x="666" y="255"/>
                      <a:pt x="660" y="249"/>
                      <a:pt x="657" y="246"/>
                    </a:cubicBezTo>
                    <a:cubicBezTo>
                      <a:pt x="651" y="243"/>
                      <a:pt x="639" y="249"/>
                      <a:pt x="636" y="246"/>
                    </a:cubicBezTo>
                    <a:cubicBezTo>
                      <a:pt x="636" y="243"/>
                      <a:pt x="639" y="240"/>
                      <a:pt x="636" y="237"/>
                    </a:cubicBezTo>
                    <a:cubicBezTo>
                      <a:pt x="633" y="237"/>
                      <a:pt x="636" y="231"/>
                      <a:pt x="639" y="228"/>
                    </a:cubicBezTo>
                    <a:cubicBezTo>
                      <a:pt x="642" y="222"/>
                      <a:pt x="639" y="213"/>
                      <a:pt x="633" y="213"/>
                    </a:cubicBezTo>
                    <a:cubicBezTo>
                      <a:pt x="630" y="210"/>
                      <a:pt x="630" y="216"/>
                      <a:pt x="630" y="216"/>
                    </a:cubicBezTo>
                    <a:cubicBezTo>
                      <a:pt x="633" y="219"/>
                      <a:pt x="633" y="225"/>
                      <a:pt x="627" y="228"/>
                    </a:cubicBezTo>
                    <a:cubicBezTo>
                      <a:pt x="624" y="234"/>
                      <a:pt x="615" y="234"/>
                      <a:pt x="615" y="237"/>
                    </a:cubicBezTo>
                    <a:cubicBezTo>
                      <a:pt x="615" y="240"/>
                      <a:pt x="609" y="240"/>
                      <a:pt x="609" y="243"/>
                    </a:cubicBezTo>
                    <a:cubicBezTo>
                      <a:pt x="612" y="246"/>
                      <a:pt x="621" y="255"/>
                      <a:pt x="624" y="258"/>
                    </a:cubicBezTo>
                    <a:cubicBezTo>
                      <a:pt x="624" y="261"/>
                      <a:pt x="615" y="273"/>
                      <a:pt x="618" y="276"/>
                    </a:cubicBezTo>
                    <a:cubicBezTo>
                      <a:pt x="618" y="282"/>
                      <a:pt x="615" y="285"/>
                      <a:pt x="618" y="288"/>
                    </a:cubicBezTo>
                    <a:cubicBezTo>
                      <a:pt x="618" y="291"/>
                      <a:pt x="624" y="288"/>
                      <a:pt x="627" y="291"/>
                    </a:cubicBezTo>
                    <a:cubicBezTo>
                      <a:pt x="627" y="291"/>
                      <a:pt x="633" y="288"/>
                      <a:pt x="639" y="288"/>
                    </a:cubicBezTo>
                    <a:cubicBezTo>
                      <a:pt x="645" y="285"/>
                      <a:pt x="657" y="294"/>
                      <a:pt x="660" y="294"/>
                    </a:cubicBezTo>
                    <a:cubicBezTo>
                      <a:pt x="666" y="297"/>
                      <a:pt x="663" y="300"/>
                      <a:pt x="666" y="303"/>
                    </a:cubicBezTo>
                    <a:cubicBezTo>
                      <a:pt x="666" y="306"/>
                      <a:pt x="660" y="306"/>
                      <a:pt x="660" y="312"/>
                    </a:cubicBezTo>
                    <a:cubicBezTo>
                      <a:pt x="660" y="318"/>
                      <a:pt x="672" y="318"/>
                      <a:pt x="672" y="321"/>
                    </a:cubicBezTo>
                    <a:cubicBezTo>
                      <a:pt x="672" y="321"/>
                      <a:pt x="663" y="321"/>
                      <a:pt x="660" y="318"/>
                    </a:cubicBezTo>
                    <a:cubicBezTo>
                      <a:pt x="657" y="318"/>
                      <a:pt x="657" y="312"/>
                      <a:pt x="654" y="312"/>
                    </a:cubicBezTo>
                    <a:cubicBezTo>
                      <a:pt x="654" y="312"/>
                      <a:pt x="657" y="306"/>
                      <a:pt x="657" y="303"/>
                    </a:cubicBezTo>
                    <a:cubicBezTo>
                      <a:pt x="657" y="300"/>
                      <a:pt x="654" y="300"/>
                      <a:pt x="651" y="297"/>
                    </a:cubicBezTo>
                    <a:cubicBezTo>
                      <a:pt x="651" y="294"/>
                      <a:pt x="648" y="291"/>
                      <a:pt x="645" y="291"/>
                    </a:cubicBezTo>
                    <a:cubicBezTo>
                      <a:pt x="642" y="294"/>
                      <a:pt x="630" y="294"/>
                      <a:pt x="627" y="297"/>
                    </a:cubicBezTo>
                    <a:cubicBezTo>
                      <a:pt x="624" y="300"/>
                      <a:pt x="627" y="309"/>
                      <a:pt x="630" y="312"/>
                    </a:cubicBezTo>
                    <a:cubicBezTo>
                      <a:pt x="633" y="318"/>
                      <a:pt x="621" y="324"/>
                      <a:pt x="621" y="327"/>
                    </a:cubicBezTo>
                    <a:cubicBezTo>
                      <a:pt x="621" y="330"/>
                      <a:pt x="618" y="330"/>
                      <a:pt x="612" y="333"/>
                    </a:cubicBezTo>
                    <a:cubicBezTo>
                      <a:pt x="606" y="336"/>
                      <a:pt x="600" y="339"/>
                      <a:pt x="603" y="342"/>
                    </a:cubicBezTo>
                    <a:cubicBezTo>
                      <a:pt x="603" y="348"/>
                      <a:pt x="594" y="345"/>
                      <a:pt x="591" y="342"/>
                    </a:cubicBezTo>
                    <a:cubicBezTo>
                      <a:pt x="588" y="339"/>
                      <a:pt x="582" y="345"/>
                      <a:pt x="579" y="342"/>
                    </a:cubicBezTo>
                    <a:cubicBezTo>
                      <a:pt x="573" y="342"/>
                      <a:pt x="573" y="339"/>
                      <a:pt x="570" y="342"/>
                    </a:cubicBezTo>
                    <a:cubicBezTo>
                      <a:pt x="564" y="342"/>
                      <a:pt x="564" y="339"/>
                      <a:pt x="564" y="336"/>
                    </a:cubicBezTo>
                    <a:cubicBezTo>
                      <a:pt x="564" y="333"/>
                      <a:pt x="570" y="336"/>
                      <a:pt x="570" y="336"/>
                    </a:cubicBezTo>
                    <a:cubicBezTo>
                      <a:pt x="570" y="339"/>
                      <a:pt x="573" y="339"/>
                      <a:pt x="576" y="336"/>
                    </a:cubicBezTo>
                    <a:cubicBezTo>
                      <a:pt x="579" y="336"/>
                      <a:pt x="579" y="339"/>
                      <a:pt x="582" y="339"/>
                    </a:cubicBezTo>
                    <a:cubicBezTo>
                      <a:pt x="588" y="339"/>
                      <a:pt x="585" y="336"/>
                      <a:pt x="588" y="336"/>
                    </a:cubicBezTo>
                    <a:cubicBezTo>
                      <a:pt x="591" y="336"/>
                      <a:pt x="594" y="336"/>
                      <a:pt x="591" y="333"/>
                    </a:cubicBezTo>
                    <a:cubicBezTo>
                      <a:pt x="591" y="333"/>
                      <a:pt x="594" y="330"/>
                      <a:pt x="597" y="330"/>
                    </a:cubicBezTo>
                    <a:cubicBezTo>
                      <a:pt x="600" y="330"/>
                      <a:pt x="597" y="324"/>
                      <a:pt x="600" y="324"/>
                    </a:cubicBezTo>
                    <a:cubicBezTo>
                      <a:pt x="603" y="324"/>
                      <a:pt x="600" y="321"/>
                      <a:pt x="603" y="321"/>
                    </a:cubicBezTo>
                    <a:cubicBezTo>
                      <a:pt x="606" y="321"/>
                      <a:pt x="606" y="318"/>
                      <a:pt x="609" y="318"/>
                    </a:cubicBezTo>
                    <a:cubicBezTo>
                      <a:pt x="612" y="318"/>
                      <a:pt x="612" y="312"/>
                      <a:pt x="609" y="312"/>
                    </a:cubicBezTo>
                    <a:cubicBezTo>
                      <a:pt x="609" y="309"/>
                      <a:pt x="612" y="306"/>
                      <a:pt x="612" y="303"/>
                    </a:cubicBezTo>
                    <a:cubicBezTo>
                      <a:pt x="615" y="303"/>
                      <a:pt x="615" y="300"/>
                      <a:pt x="615" y="300"/>
                    </a:cubicBezTo>
                    <a:cubicBezTo>
                      <a:pt x="612" y="297"/>
                      <a:pt x="603" y="294"/>
                      <a:pt x="606" y="291"/>
                    </a:cubicBezTo>
                    <a:cubicBezTo>
                      <a:pt x="606" y="288"/>
                      <a:pt x="603" y="282"/>
                      <a:pt x="606" y="279"/>
                    </a:cubicBezTo>
                    <a:cubicBezTo>
                      <a:pt x="606" y="276"/>
                      <a:pt x="606" y="270"/>
                      <a:pt x="603" y="267"/>
                    </a:cubicBezTo>
                    <a:cubicBezTo>
                      <a:pt x="603" y="264"/>
                      <a:pt x="606" y="261"/>
                      <a:pt x="606" y="255"/>
                    </a:cubicBezTo>
                    <a:cubicBezTo>
                      <a:pt x="609" y="252"/>
                      <a:pt x="600" y="246"/>
                      <a:pt x="597" y="243"/>
                    </a:cubicBezTo>
                    <a:cubicBezTo>
                      <a:pt x="594" y="243"/>
                      <a:pt x="597" y="240"/>
                      <a:pt x="603" y="234"/>
                    </a:cubicBezTo>
                    <a:cubicBezTo>
                      <a:pt x="606" y="231"/>
                      <a:pt x="606" y="219"/>
                      <a:pt x="606" y="216"/>
                    </a:cubicBezTo>
                    <a:cubicBezTo>
                      <a:pt x="606" y="213"/>
                      <a:pt x="597" y="210"/>
                      <a:pt x="594" y="210"/>
                    </a:cubicBezTo>
                    <a:cubicBezTo>
                      <a:pt x="588" y="210"/>
                      <a:pt x="576" y="210"/>
                      <a:pt x="570" y="210"/>
                    </a:cubicBezTo>
                    <a:cubicBezTo>
                      <a:pt x="567" y="210"/>
                      <a:pt x="567" y="213"/>
                      <a:pt x="564" y="216"/>
                    </a:cubicBezTo>
                    <a:cubicBezTo>
                      <a:pt x="564" y="219"/>
                      <a:pt x="558" y="225"/>
                      <a:pt x="558" y="231"/>
                    </a:cubicBezTo>
                    <a:cubicBezTo>
                      <a:pt x="555" y="240"/>
                      <a:pt x="546" y="243"/>
                      <a:pt x="543" y="243"/>
                    </a:cubicBezTo>
                    <a:cubicBezTo>
                      <a:pt x="537" y="246"/>
                      <a:pt x="537" y="252"/>
                      <a:pt x="537" y="255"/>
                    </a:cubicBezTo>
                    <a:cubicBezTo>
                      <a:pt x="540" y="255"/>
                      <a:pt x="543" y="255"/>
                      <a:pt x="543" y="255"/>
                    </a:cubicBezTo>
                    <a:cubicBezTo>
                      <a:pt x="546" y="255"/>
                      <a:pt x="543" y="264"/>
                      <a:pt x="543" y="264"/>
                    </a:cubicBezTo>
                    <a:cubicBezTo>
                      <a:pt x="540" y="264"/>
                      <a:pt x="546" y="267"/>
                      <a:pt x="543" y="270"/>
                    </a:cubicBezTo>
                    <a:cubicBezTo>
                      <a:pt x="540" y="270"/>
                      <a:pt x="537" y="276"/>
                      <a:pt x="537" y="276"/>
                    </a:cubicBezTo>
                    <a:cubicBezTo>
                      <a:pt x="540" y="279"/>
                      <a:pt x="549" y="279"/>
                      <a:pt x="552" y="282"/>
                    </a:cubicBezTo>
                    <a:cubicBezTo>
                      <a:pt x="555" y="285"/>
                      <a:pt x="555" y="288"/>
                      <a:pt x="555" y="291"/>
                    </a:cubicBezTo>
                    <a:cubicBezTo>
                      <a:pt x="558" y="294"/>
                      <a:pt x="561" y="294"/>
                      <a:pt x="564" y="294"/>
                    </a:cubicBezTo>
                    <a:cubicBezTo>
                      <a:pt x="564" y="297"/>
                      <a:pt x="558" y="306"/>
                      <a:pt x="555" y="306"/>
                    </a:cubicBezTo>
                    <a:cubicBezTo>
                      <a:pt x="555" y="306"/>
                      <a:pt x="546" y="297"/>
                      <a:pt x="543" y="294"/>
                    </a:cubicBezTo>
                    <a:cubicBezTo>
                      <a:pt x="540" y="294"/>
                      <a:pt x="528" y="291"/>
                      <a:pt x="525" y="288"/>
                    </a:cubicBezTo>
                    <a:cubicBezTo>
                      <a:pt x="519" y="285"/>
                      <a:pt x="516" y="285"/>
                      <a:pt x="510" y="282"/>
                    </a:cubicBezTo>
                    <a:cubicBezTo>
                      <a:pt x="504" y="276"/>
                      <a:pt x="498" y="276"/>
                      <a:pt x="489" y="276"/>
                    </a:cubicBezTo>
                    <a:cubicBezTo>
                      <a:pt x="477" y="276"/>
                      <a:pt x="471" y="273"/>
                      <a:pt x="468" y="273"/>
                    </a:cubicBezTo>
                    <a:cubicBezTo>
                      <a:pt x="465" y="273"/>
                      <a:pt x="465" y="270"/>
                      <a:pt x="459" y="267"/>
                    </a:cubicBezTo>
                    <a:cubicBezTo>
                      <a:pt x="453" y="264"/>
                      <a:pt x="450" y="261"/>
                      <a:pt x="447" y="264"/>
                    </a:cubicBezTo>
                    <a:cubicBezTo>
                      <a:pt x="441" y="264"/>
                      <a:pt x="444" y="273"/>
                      <a:pt x="450" y="273"/>
                    </a:cubicBezTo>
                    <a:cubicBezTo>
                      <a:pt x="453" y="273"/>
                      <a:pt x="453" y="276"/>
                      <a:pt x="456" y="276"/>
                    </a:cubicBezTo>
                    <a:cubicBezTo>
                      <a:pt x="462" y="276"/>
                      <a:pt x="465" y="279"/>
                      <a:pt x="465" y="282"/>
                    </a:cubicBezTo>
                    <a:cubicBezTo>
                      <a:pt x="465" y="285"/>
                      <a:pt x="468" y="288"/>
                      <a:pt x="471" y="291"/>
                    </a:cubicBezTo>
                    <a:cubicBezTo>
                      <a:pt x="471" y="294"/>
                      <a:pt x="471" y="297"/>
                      <a:pt x="465" y="297"/>
                    </a:cubicBezTo>
                    <a:cubicBezTo>
                      <a:pt x="462" y="297"/>
                      <a:pt x="456" y="297"/>
                      <a:pt x="459" y="300"/>
                    </a:cubicBezTo>
                    <a:cubicBezTo>
                      <a:pt x="462" y="303"/>
                      <a:pt x="456" y="303"/>
                      <a:pt x="453" y="303"/>
                    </a:cubicBezTo>
                    <a:cubicBezTo>
                      <a:pt x="447" y="300"/>
                      <a:pt x="450" y="297"/>
                      <a:pt x="453" y="297"/>
                    </a:cubicBezTo>
                    <a:cubicBezTo>
                      <a:pt x="456" y="294"/>
                      <a:pt x="450" y="291"/>
                      <a:pt x="447" y="291"/>
                    </a:cubicBezTo>
                    <a:cubicBezTo>
                      <a:pt x="444" y="291"/>
                      <a:pt x="432" y="297"/>
                      <a:pt x="429" y="300"/>
                    </a:cubicBezTo>
                    <a:cubicBezTo>
                      <a:pt x="426" y="300"/>
                      <a:pt x="417" y="297"/>
                      <a:pt x="411" y="300"/>
                    </a:cubicBezTo>
                    <a:cubicBezTo>
                      <a:pt x="402" y="303"/>
                      <a:pt x="402" y="309"/>
                      <a:pt x="399" y="306"/>
                    </a:cubicBezTo>
                    <a:cubicBezTo>
                      <a:pt x="396" y="306"/>
                      <a:pt x="387" y="309"/>
                      <a:pt x="384" y="306"/>
                    </a:cubicBezTo>
                    <a:cubicBezTo>
                      <a:pt x="381" y="303"/>
                      <a:pt x="384" y="303"/>
                      <a:pt x="387" y="303"/>
                    </a:cubicBezTo>
                    <a:cubicBezTo>
                      <a:pt x="390" y="303"/>
                      <a:pt x="390" y="303"/>
                      <a:pt x="390" y="300"/>
                    </a:cubicBezTo>
                    <a:cubicBezTo>
                      <a:pt x="387" y="297"/>
                      <a:pt x="393" y="294"/>
                      <a:pt x="393" y="291"/>
                    </a:cubicBezTo>
                    <a:cubicBezTo>
                      <a:pt x="393" y="291"/>
                      <a:pt x="378" y="294"/>
                      <a:pt x="378" y="297"/>
                    </a:cubicBezTo>
                    <a:cubicBezTo>
                      <a:pt x="375" y="297"/>
                      <a:pt x="378" y="303"/>
                      <a:pt x="375" y="303"/>
                    </a:cubicBezTo>
                    <a:cubicBezTo>
                      <a:pt x="372" y="303"/>
                      <a:pt x="372" y="300"/>
                      <a:pt x="369" y="300"/>
                    </a:cubicBezTo>
                    <a:cubicBezTo>
                      <a:pt x="366" y="300"/>
                      <a:pt x="348" y="303"/>
                      <a:pt x="345" y="309"/>
                    </a:cubicBezTo>
                    <a:cubicBezTo>
                      <a:pt x="339" y="312"/>
                      <a:pt x="333" y="312"/>
                      <a:pt x="333" y="315"/>
                    </a:cubicBezTo>
                    <a:cubicBezTo>
                      <a:pt x="333" y="318"/>
                      <a:pt x="324" y="315"/>
                      <a:pt x="321" y="318"/>
                    </a:cubicBezTo>
                    <a:cubicBezTo>
                      <a:pt x="318" y="321"/>
                      <a:pt x="318" y="327"/>
                      <a:pt x="318" y="330"/>
                    </a:cubicBezTo>
                    <a:cubicBezTo>
                      <a:pt x="318" y="333"/>
                      <a:pt x="303" y="333"/>
                      <a:pt x="300" y="333"/>
                    </a:cubicBezTo>
                    <a:cubicBezTo>
                      <a:pt x="294" y="333"/>
                      <a:pt x="294" y="324"/>
                      <a:pt x="291" y="324"/>
                    </a:cubicBezTo>
                    <a:cubicBezTo>
                      <a:pt x="285" y="324"/>
                      <a:pt x="288" y="318"/>
                      <a:pt x="288" y="318"/>
                    </a:cubicBezTo>
                    <a:cubicBezTo>
                      <a:pt x="291" y="315"/>
                      <a:pt x="294" y="315"/>
                      <a:pt x="297" y="315"/>
                    </a:cubicBezTo>
                    <a:cubicBezTo>
                      <a:pt x="300" y="312"/>
                      <a:pt x="306" y="315"/>
                      <a:pt x="306" y="312"/>
                    </a:cubicBezTo>
                    <a:cubicBezTo>
                      <a:pt x="309" y="312"/>
                      <a:pt x="300" y="306"/>
                      <a:pt x="300" y="303"/>
                    </a:cubicBezTo>
                    <a:cubicBezTo>
                      <a:pt x="300" y="297"/>
                      <a:pt x="291" y="297"/>
                      <a:pt x="285" y="297"/>
                    </a:cubicBezTo>
                    <a:cubicBezTo>
                      <a:pt x="282" y="300"/>
                      <a:pt x="276" y="300"/>
                      <a:pt x="273" y="297"/>
                    </a:cubicBezTo>
                    <a:cubicBezTo>
                      <a:pt x="270" y="294"/>
                      <a:pt x="270" y="300"/>
                      <a:pt x="273" y="300"/>
                    </a:cubicBezTo>
                    <a:cubicBezTo>
                      <a:pt x="279" y="303"/>
                      <a:pt x="276" y="306"/>
                      <a:pt x="276" y="309"/>
                    </a:cubicBezTo>
                    <a:cubicBezTo>
                      <a:pt x="279" y="312"/>
                      <a:pt x="276" y="318"/>
                      <a:pt x="273" y="321"/>
                    </a:cubicBezTo>
                    <a:cubicBezTo>
                      <a:pt x="270" y="327"/>
                      <a:pt x="273" y="327"/>
                      <a:pt x="276" y="327"/>
                    </a:cubicBezTo>
                    <a:cubicBezTo>
                      <a:pt x="282" y="324"/>
                      <a:pt x="282" y="330"/>
                      <a:pt x="282" y="336"/>
                    </a:cubicBezTo>
                    <a:cubicBezTo>
                      <a:pt x="282" y="339"/>
                      <a:pt x="276" y="342"/>
                      <a:pt x="276" y="345"/>
                    </a:cubicBezTo>
                    <a:cubicBezTo>
                      <a:pt x="276" y="348"/>
                      <a:pt x="273" y="342"/>
                      <a:pt x="273" y="345"/>
                    </a:cubicBezTo>
                    <a:cubicBezTo>
                      <a:pt x="270" y="345"/>
                      <a:pt x="270" y="342"/>
                      <a:pt x="270" y="342"/>
                    </a:cubicBezTo>
                    <a:cubicBezTo>
                      <a:pt x="270" y="339"/>
                      <a:pt x="261" y="339"/>
                      <a:pt x="258" y="339"/>
                    </a:cubicBezTo>
                    <a:cubicBezTo>
                      <a:pt x="255" y="339"/>
                      <a:pt x="252" y="339"/>
                      <a:pt x="252" y="342"/>
                    </a:cubicBezTo>
                    <a:cubicBezTo>
                      <a:pt x="249" y="345"/>
                      <a:pt x="243" y="345"/>
                      <a:pt x="240" y="345"/>
                    </a:cubicBezTo>
                    <a:cubicBezTo>
                      <a:pt x="237" y="348"/>
                      <a:pt x="234" y="351"/>
                      <a:pt x="231" y="354"/>
                    </a:cubicBezTo>
                    <a:cubicBezTo>
                      <a:pt x="228" y="357"/>
                      <a:pt x="225" y="360"/>
                      <a:pt x="231" y="363"/>
                    </a:cubicBezTo>
                    <a:cubicBezTo>
                      <a:pt x="234" y="369"/>
                      <a:pt x="237" y="372"/>
                      <a:pt x="234" y="372"/>
                    </a:cubicBezTo>
                    <a:cubicBezTo>
                      <a:pt x="234" y="375"/>
                      <a:pt x="225" y="375"/>
                      <a:pt x="222" y="372"/>
                    </a:cubicBezTo>
                    <a:cubicBezTo>
                      <a:pt x="219" y="369"/>
                      <a:pt x="213" y="369"/>
                      <a:pt x="210" y="369"/>
                    </a:cubicBezTo>
                    <a:cubicBezTo>
                      <a:pt x="207" y="369"/>
                      <a:pt x="201" y="363"/>
                      <a:pt x="198" y="363"/>
                    </a:cubicBezTo>
                    <a:cubicBezTo>
                      <a:pt x="195" y="363"/>
                      <a:pt x="192" y="366"/>
                      <a:pt x="189" y="369"/>
                    </a:cubicBezTo>
                    <a:cubicBezTo>
                      <a:pt x="189" y="369"/>
                      <a:pt x="192" y="372"/>
                      <a:pt x="195" y="375"/>
                    </a:cubicBezTo>
                    <a:cubicBezTo>
                      <a:pt x="195" y="378"/>
                      <a:pt x="201" y="378"/>
                      <a:pt x="204" y="378"/>
                    </a:cubicBezTo>
                    <a:cubicBezTo>
                      <a:pt x="207" y="378"/>
                      <a:pt x="207" y="384"/>
                      <a:pt x="207" y="384"/>
                    </a:cubicBezTo>
                    <a:cubicBezTo>
                      <a:pt x="204" y="387"/>
                      <a:pt x="198" y="390"/>
                      <a:pt x="198" y="387"/>
                    </a:cubicBezTo>
                    <a:cubicBezTo>
                      <a:pt x="195" y="384"/>
                      <a:pt x="189" y="387"/>
                      <a:pt x="189" y="384"/>
                    </a:cubicBezTo>
                    <a:cubicBezTo>
                      <a:pt x="189" y="381"/>
                      <a:pt x="183" y="378"/>
                      <a:pt x="177" y="378"/>
                    </a:cubicBezTo>
                    <a:cubicBezTo>
                      <a:pt x="174" y="378"/>
                      <a:pt x="171" y="375"/>
                      <a:pt x="171" y="372"/>
                    </a:cubicBezTo>
                    <a:cubicBezTo>
                      <a:pt x="174" y="369"/>
                      <a:pt x="168" y="366"/>
                      <a:pt x="171" y="363"/>
                    </a:cubicBezTo>
                    <a:cubicBezTo>
                      <a:pt x="171" y="363"/>
                      <a:pt x="168" y="357"/>
                      <a:pt x="171" y="357"/>
                    </a:cubicBezTo>
                    <a:cubicBezTo>
                      <a:pt x="174" y="354"/>
                      <a:pt x="171" y="351"/>
                      <a:pt x="171" y="348"/>
                    </a:cubicBezTo>
                    <a:cubicBezTo>
                      <a:pt x="171" y="345"/>
                      <a:pt x="165" y="342"/>
                      <a:pt x="162" y="342"/>
                    </a:cubicBezTo>
                    <a:cubicBezTo>
                      <a:pt x="159" y="342"/>
                      <a:pt x="159" y="339"/>
                      <a:pt x="156" y="339"/>
                    </a:cubicBezTo>
                    <a:cubicBezTo>
                      <a:pt x="153" y="336"/>
                      <a:pt x="144" y="330"/>
                      <a:pt x="144" y="327"/>
                    </a:cubicBezTo>
                    <a:cubicBezTo>
                      <a:pt x="144" y="327"/>
                      <a:pt x="138" y="327"/>
                      <a:pt x="141" y="324"/>
                    </a:cubicBezTo>
                    <a:cubicBezTo>
                      <a:pt x="141" y="324"/>
                      <a:pt x="147" y="324"/>
                      <a:pt x="150" y="327"/>
                    </a:cubicBezTo>
                    <a:cubicBezTo>
                      <a:pt x="153" y="330"/>
                      <a:pt x="156" y="333"/>
                      <a:pt x="165" y="336"/>
                    </a:cubicBezTo>
                    <a:cubicBezTo>
                      <a:pt x="174" y="336"/>
                      <a:pt x="177" y="339"/>
                      <a:pt x="186" y="342"/>
                    </a:cubicBezTo>
                    <a:cubicBezTo>
                      <a:pt x="192" y="342"/>
                      <a:pt x="198" y="342"/>
                      <a:pt x="210" y="345"/>
                    </a:cubicBezTo>
                    <a:cubicBezTo>
                      <a:pt x="222" y="348"/>
                      <a:pt x="240" y="333"/>
                      <a:pt x="243" y="330"/>
                    </a:cubicBezTo>
                    <a:cubicBezTo>
                      <a:pt x="246" y="327"/>
                      <a:pt x="243" y="321"/>
                      <a:pt x="243" y="318"/>
                    </a:cubicBezTo>
                    <a:cubicBezTo>
                      <a:pt x="243" y="315"/>
                      <a:pt x="237" y="315"/>
                      <a:pt x="237" y="312"/>
                    </a:cubicBezTo>
                    <a:cubicBezTo>
                      <a:pt x="234" y="312"/>
                      <a:pt x="231" y="306"/>
                      <a:pt x="228" y="306"/>
                    </a:cubicBezTo>
                    <a:cubicBezTo>
                      <a:pt x="222" y="306"/>
                      <a:pt x="222" y="300"/>
                      <a:pt x="216" y="303"/>
                    </a:cubicBezTo>
                    <a:cubicBezTo>
                      <a:pt x="213" y="303"/>
                      <a:pt x="210" y="300"/>
                      <a:pt x="201" y="294"/>
                    </a:cubicBezTo>
                    <a:cubicBezTo>
                      <a:pt x="192" y="288"/>
                      <a:pt x="177" y="282"/>
                      <a:pt x="174" y="282"/>
                    </a:cubicBezTo>
                    <a:cubicBezTo>
                      <a:pt x="171" y="285"/>
                      <a:pt x="171" y="285"/>
                      <a:pt x="168" y="282"/>
                    </a:cubicBezTo>
                    <a:cubicBezTo>
                      <a:pt x="168" y="279"/>
                      <a:pt x="162" y="279"/>
                      <a:pt x="162" y="282"/>
                    </a:cubicBezTo>
                    <a:cubicBezTo>
                      <a:pt x="159" y="285"/>
                      <a:pt x="156" y="279"/>
                      <a:pt x="150" y="282"/>
                    </a:cubicBezTo>
                    <a:cubicBezTo>
                      <a:pt x="144" y="282"/>
                      <a:pt x="144" y="279"/>
                      <a:pt x="144" y="279"/>
                    </a:cubicBezTo>
                    <a:cubicBezTo>
                      <a:pt x="144" y="276"/>
                      <a:pt x="153" y="279"/>
                      <a:pt x="153" y="276"/>
                    </a:cubicBezTo>
                    <a:cubicBezTo>
                      <a:pt x="153" y="273"/>
                      <a:pt x="150" y="276"/>
                      <a:pt x="144" y="273"/>
                    </a:cubicBezTo>
                    <a:cubicBezTo>
                      <a:pt x="141" y="270"/>
                      <a:pt x="138" y="270"/>
                      <a:pt x="138" y="273"/>
                    </a:cubicBezTo>
                    <a:cubicBezTo>
                      <a:pt x="135" y="276"/>
                      <a:pt x="132" y="276"/>
                      <a:pt x="129" y="273"/>
                    </a:cubicBezTo>
                    <a:cubicBezTo>
                      <a:pt x="129" y="273"/>
                      <a:pt x="129" y="273"/>
                      <a:pt x="129" y="273"/>
                    </a:cubicBezTo>
                    <a:cubicBezTo>
                      <a:pt x="129" y="276"/>
                      <a:pt x="126" y="276"/>
                      <a:pt x="123" y="276"/>
                    </a:cubicBezTo>
                    <a:cubicBezTo>
                      <a:pt x="120" y="276"/>
                      <a:pt x="117" y="282"/>
                      <a:pt x="114" y="282"/>
                    </a:cubicBezTo>
                    <a:cubicBezTo>
                      <a:pt x="111" y="282"/>
                      <a:pt x="108" y="285"/>
                      <a:pt x="105" y="288"/>
                    </a:cubicBezTo>
                    <a:cubicBezTo>
                      <a:pt x="105" y="291"/>
                      <a:pt x="102" y="288"/>
                      <a:pt x="102" y="291"/>
                    </a:cubicBezTo>
                    <a:cubicBezTo>
                      <a:pt x="102" y="294"/>
                      <a:pt x="102" y="294"/>
                      <a:pt x="99" y="297"/>
                    </a:cubicBezTo>
                    <a:cubicBezTo>
                      <a:pt x="99" y="300"/>
                      <a:pt x="99" y="300"/>
                      <a:pt x="102" y="303"/>
                    </a:cubicBezTo>
                    <a:cubicBezTo>
                      <a:pt x="105" y="306"/>
                      <a:pt x="108" y="306"/>
                      <a:pt x="108" y="309"/>
                    </a:cubicBezTo>
                    <a:cubicBezTo>
                      <a:pt x="111" y="309"/>
                      <a:pt x="117" y="315"/>
                      <a:pt x="117" y="315"/>
                    </a:cubicBezTo>
                    <a:cubicBezTo>
                      <a:pt x="117" y="318"/>
                      <a:pt x="111" y="324"/>
                      <a:pt x="111" y="324"/>
                    </a:cubicBezTo>
                    <a:cubicBezTo>
                      <a:pt x="108" y="327"/>
                      <a:pt x="105" y="330"/>
                      <a:pt x="108" y="330"/>
                    </a:cubicBezTo>
                    <a:cubicBezTo>
                      <a:pt x="108" y="333"/>
                      <a:pt x="114" y="342"/>
                      <a:pt x="117" y="348"/>
                    </a:cubicBezTo>
                    <a:cubicBezTo>
                      <a:pt x="120" y="354"/>
                      <a:pt x="117" y="351"/>
                      <a:pt x="114" y="354"/>
                    </a:cubicBezTo>
                    <a:cubicBezTo>
                      <a:pt x="111" y="357"/>
                      <a:pt x="114" y="360"/>
                      <a:pt x="114" y="363"/>
                    </a:cubicBezTo>
                    <a:cubicBezTo>
                      <a:pt x="117" y="366"/>
                      <a:pt x="111" y="366"/>
                      <a:pt x="114" y="366"/>
                    </a:cubicBezTo>
                    <a:cubicBezTo>
                      <a:pt x="114" y="369"/>
                      <a:pt x="117" y="369"/>
                      <a:pt x="117" y="369"/>
                    </a:cubicBezTo>
                    <a:cubicBezTo>
                      <a:pt x="120" y="372"/>
                      <a:pt x="114" y="372"/>
                      <a:pt x="117" y="375"/>
                    </a:cubicBezTo>
                    <a:cubicBezTo>
                      <a:pt x="117" y="378"/>
                      <a:pt x="123" y="378"/>
                      <a:pt x="123" y="381"/>
                    </a:cubicBezTo>
                    <a:cubicBezTo>
                      <a:pt x="123" y="384"/>
                      <a:pt x="114" y="387"/>
                      <a:pt x="117" y="387"/>
                    </a:cubicBezTo>
                    <a:cubicBezTo>
                      <a:pt x="117" y="390"/>
                      <a:pt x="126" y="393"/>
                      <a:pt x="129" y="399"/>
                    </a:cubicBezTo>
                    <a:cubicBezTo>
                      <a:pt x="135" y="405"/>
                      <a:pt x="135" y="405"/>
                      <a:pt x="132" y="408"/>
                    </a:cubicBezTo>
                    <a:cubicBezTo>
                      <a:pt x="132" y="414"/>
                      <a:pt x="120" y="417"/>
                      <a:pt x="117" y="423"/>
                    </a:cubicBezTo>
                    <a:cubicBezTo>
                      <a:pt x="114" y="429"/>
                      <a:pt x="105" y="435"/>
                      <a:pt x="99" y="438"/>
                    </a:cubicBezTo>
                    <a:cubicBezTo>
                      <a:pt x="96" y="441"/>
                      <a:pt x="96" y="444"/>
                      <a:pt x="93" y="444"/>
                    </a:cubicBezTo>
                    <a:cubicBezTo>
                      <a:pt x="96" y="444"/>
                      <a:pt x="96" y="444"/>
                      <a:pt x="99" y="444"/>
                    </a:cubicBezTo>
                    <a:cubicBezTo>
                      <a:pt x="102" y="441"/>
                      <a:pt x="102" y="450"/>
                      <a:pt x="105" y="450"/>
                    </a:cubicBezTo>
                    <a:cubicBezTo>
                      <a:pt x="108" y="453"/>
                      <a:pt x="114" y="450"/>
                      <a:pt x="114" y="453"/>
                    </a:cubicBezTo>
                    <a:cubicBezTo>
                      <a:pt x="117" y="456"/>
                      <a:pt x="114" y="456"/>
                      <a:pt x="111" y="453"/>
                    </a:cubicBezTo>
                    <a:cubicBezTo>
                      <a:pt x="105" y="453"/>
                      <a:pt x="105" y="456"/>
                      <a:pt x="99" y="459"/>
                    </a:cubicBezTo>
                    <a:cubicBezTo>
                      <a:pt x="96" y="459"/>
                      <a:pt x="96" y="462"/>
                      <a:pt x="93" y="462"/>
                    </a:cubicBezTo>
                    <a:cubicBezTo>
                      <a:pt x="96" y="465"/>
                      <a:pt x="93" y="468"/>
                      <a:pt x="90" y="471"/>
                    </a:cubicBezTo>
                    <a:cubicBezTo>
                      <a:pt x="90" y="474"/>
                      <a:pt x="87" y="474"/>
                      <a:pt x="87" y="477"/>
                    </a:cubicBezTo>
                    <a:cubicBezTo>
                      <a:pt x="87" y="477"/>
                      <a:pt x="87" y="480"/>
                      <a:pt x="87" y="483"/>
                    </a:cubicBezTo>
                    <a:cubicBezTo>
                      <a:pt x="90" y="486"/>
                      <a:pt x="90" y="486"/>
                      <a:pt x="90" y="489"/>
                    </a:cubicBezTo>
                    <a:cubicBezTo>
                      <a:pt x="93" y="492"/>
                      <a:pt x="90" y="492"/>
                      <a:pt x="87" y="492"/>
                    </a:cubicBezTo>
                    <a:cubicBezTo>
                      <a:pt x="87" y="492"/>
                      <a:pt x="87" y="495"/>
                      <a:pt x="90" y="498"/>
                    </a:cubicBezTo>
                    <a:cubicBezTo>
                      <a:pt x="90" y="501"/>
                      <a:pt x="90" y="501"/>
                      <a:pt x="90" y="504"/>
                    </a:cubicBezTo>
                    <a:cubicBezTo>
                      <a:pt x="90" y="507"/>
                      <a:pt x="93" y="510"/>
                      <a:pt x="93" y="510"/>
                    </a:cubicBezTo>
                    <a:cubicBezTo>
                      <a:pt x="96" y="513"/>
                      <a:pt x="96" y="516"/>
                      <a:pt x="96" y="519"/>
                    </a:cubicBezTo>
                    <a:cubicBezTo>
                      <a:pt x="99" y="519"/>
                      <a:pt x="99" y="522"/>
                      <a:pt x="102" y="519"/>
                    </a:cubicBezTo>
                    <a:cubicBezTo>
                      <a:pt x="105" y="519"/>
                      <a:pt x="108" y="522"/>
                      <a:pt x="108" y="522"/>
                    </a:cubicBezTo>
                    <a:cubicBezTo>
                      <a:pt x="111" y="525"/>
                      <a:pt x="111" y="525"/>
                      <a:pt x="114" y="522"/>
                    </a:cubicBezTo>
                    <a:cubicBezTo>
                      <a:pt x="117" y="522"/>
                      <a:pt x="123" y="525"/>
                      <a:pt x="126" y="525"/>
                    </a:cubicBezTo>
                    <a:cubicBezTo>
                      <a:pt x="126" y="528"/>
                      <a:pt x="126" y="531"/>
                      <a:pt x="126" y="534"/>
                    </a:cubicBezTo>
                    <a:cubicBezTo>
                      <a:pt x="126" y="537"/>
                      <a:pt x="126" y="540"/>
                      <a:pt x="129" y="543"/>
                    </a:cubicBezTo>
                    <a:cubicBezTo>
                      <a:pt x="129" y="543"/>
                      <a:pt x="129" y="546"/>
                      <a:pt x="132" y="549"/>
                    </a:cubicBezTo>
                    <a:cubicBezTo>
                      <a:pt x="135" y="549"/>
                      <a:pt x="138" y="555"/>
                      <a:pt x="138" y="555"/>
                    </a:cubicBezTo>
                    <a:cubicBezTo>
                      <a:pt x="141" y="555"/>
                      <a:pt x="144" y="558"/>
                      <a:pt x="147" y="561"/>
                    </a:cubicBezTo>
                    <a:cubicBezTo>
                      <a:pt x="147" y="564"/>
                      <a:pt x="141" y="564"/>
                      <a:pt x="141" y="567"/>
                    </a:cubicBezTo>
                    <a:cubicBezTo>
                      <a:pt x="138" y="567"/>
                      <a:pt x="132" y="564"/>
                      <a:pt x="132" y="564"/>
                    </a:cubicBezTo>
                    <a:cubicBezTo>
                      <a:pt x="129" y="567"/>
                      <a:pt x="132" y="570"/>
                      <a:pt x="135" y="576"/>
                    </a:cubicBezTo>
                    <a:cubicBezTo>
                      <a:pt x="135" y="582"/>
                      <a:pt x="135" y="582"/>
                      <a:pt x="138" y="582"/>
                    </a:cubicBezTo>
                    <a:cubicBezTo>
                      <a:pt x="141" y="582"/>
                      <a:pt x="141" y="579"/>
                      <a:pt x="144" y="579"/>
                    </a:cubicBezTo>
                    <a:cubicBezTo>
                      <a:pt x="144" y="576"/>
                      <a:pt x="150" y="579"/>
                      <a:pt x="150" y="579"/>
                    </a:cubicBezTo>
                    <a:cubicBezTo>
                      <a:pt x="153" y="576"/>
                      <a:pt x="159" y="576"/>
                      <a:pt x="159" y="579"/>
                    </a:cubicBezTo>
                    <a:cubicBezTo>
                      <a:pt x="162" y="582"/>
                      <a:pt x="162" y="585"/>
                      <a:pt x="162" y="588"/>
                    </a:cubicBezTo>
                    <a:cubicBezTo>
                      <a:pt x="162" y="588"/>
                      <a:pt x="162" y="591"/>
                      <a:pt x="165" y="594"/>
                    </a:cubicBezTo>
                    <a:cubicBezTo>
                      <a:pt x="165" y="597"/>
                      <a:pt x="171" y="594"/>
                      <a:pt x="174" y="597"/>
                    </a:cubicBezTo>
                    <a:cubicBezTo>
                      <a:pt x="174" y="597"/>
                      <a:pt x="177" y="603"/>
                      <a:pt x="177" y="606"/>
                    </a:cubicBezTo>
                    <a:cubicBezTo>
                      <a:pt x="177" y="606"/>
                      <a:pt x="180" y="609"/>
                      <a:pt x="183" y="606"/>
                    </a:cubicBezTo>
                    <a:cubicBezTo>
                      <a:pt x="186" y="609"/>
                      <a:pt x="186" y="609"/>
                      <a:pt x="186" y="609"/>
                    </a:cubicBezTo>
                    <a:cubicBezTo>
                      <a:pt x="189" y="612"/>
                      <a:pt x="192" y="609"/>
                      <a:pt x="192" y="609"/>
                    </a:cubicBezTo>
                    <a:cubicBezTo>
                      <a:pt x="195" y="609"/>
                      <a:pt x="198" y="606"/>
                      <a:pt x="198" y="609"/>
                    </a:cubicBezTo>
                    <a:cubicBezTo>
                      <a:pt x="201" y="609"/>
                      <a:pt x="204" y="612"/>
                      <a:pt x="204" y="615"/>
                    </a:cubicBezTo>
                    <a:cubicBezTo>
                      <a:pt x="204" y="615"/>
                      <a:pt x="210" y="615"/>
                      <a:pt x="213" y="615"/>
                    </a:cubicBezTo>
                    <a:cubicBezTo>
                      <a:pt x="216" y="618"/>
                      <a:pt x="219" y="618"/>
                      <a:pt x="222" y="618"/>
                    </a:cubicBezTo>
                    <a:cubicBezTo>
                      <a:pt x="225" y="621"/>
                      <a:pt x="228" y="621"/>
                      <a:pt x="231" y="621"/>
                    </a:cubicBezTo>
                    <a:cubicBezTo>
                      <a:pt x="231" y="624"/>
                      <a:pt x="225" y="627"/>
                      <a:pt x="225" y="627"/>
                    </a:cubicBezTo>
                    <a:cubicBezTo>
                      <a:pt x="228" y="630"/>
                      <a:pt x="228" y="630"/>
                      <a:pt x="228" y="630"/>
                    </a:cubicBezTo>
                    <a:cubicBezTo>
                      <a:pt x="228" y="633"/>
                      <a:pt x="225" y="633"/>
                      <a:pt x="225" y="633"/>
                    </a:cubicBezTo>
                    <a:cubicBezTo>
                      <a:pt x="228" y="636"/>
                      <a:pt x="228" y="636"/>
                      <a:pt x="228" y="636"/>
                    </a:cubicBezTo>
                    <a:cubicBezTo>
                      <a:pt x="228" y="639"/>
                      <a:pt x="225" y="642"/>
                      <a:pt x="225" y="645"/>
                    </a:cubicBezTo>
                    <a:cubicBezTo>
                      <a:pt x="225" y="645"/>
                      <a:pt x="219" y="645"/>
                      <a:pt x="216" y="645"/>
                    </a:cubicBezTo>
                    <a:cubicBezTo>
                      <a:pt x="216" y="645"/>
                      <a:pt x="210" y="651"/>
                      <a:pt x="207" y="651"/>
                    </a:cubicBezTo>
                    <a:cubicBezTo>
                      <a:pt x="207" y="654"/>
                      <a:pt x="207" y="654"/>
                      <a:pt x="207" y="654"/>
                    </a:cubicBezTo>
                    <a:cubicBezTo>
                      <a:pt x="213" y="654"/>
                      <a:pt x="219" y="654"/>
                      <a:pt x="219" y="654"/>
                    </a:cubicBezTo>
                    <a:cubicBezTo>
                      <a:pt x="219" y="657"/>
                      <a:pt x="207" y="663"/>
                      <a:pt x="204" y="663"/>
                    </a:cubicBezTo>
                    <a:cubicBezTo>
                      <a:pt x="204" y="663"/>
                      <a:pt x="210" y="666"/>
                      <a:pt x="210" y="669"/>
                    </a:cubicBezTo>
                    <a:cubicBezTo>
                      <a:pt x="210" y="672"/>
                      <a:pt x="201" y="672"/>
                      <a:pt x="204" y="675"/>
                    </a:cubicBezTo>
                    <a:cubicBezTo>
                      <a:pt x="204" y="681"/>
                      <a:pt x="201" y="681"/>
                      <a:pt x="195" y="681"/>
                    </a:cubicBezTo>
                    <a:cubicBezTo>
                      <a:pt x="192" y="681"/>
                      <a:pt x="192" y="684"/>
                      <a:pt x="192" y="684"/>
                    </a:cubicBezTo>
                    <a:cubicBezTo>
                      <a:pt x="195" y="684"/>
                      <a:pt x="195" y="690"/>
                      <a:pt x="201" y="690"/>
                    </a:cubicBezTo>
                    <a:cubicBezTo>
                      <a:pt x="210" y="693"/>
                      <a:pt x="216" y="699"/>
                      <a:pt x="222" y="705"/>
                    </a:cubicBezTo>
                    <a:cubicBezTo>
                      <a:pt x="225" y="708"/>
                      <a:pt x="225" y="708"/>
                      <a:pt x="225" y="708"/>
                    </a:cubicBezTo>
                    <a:cubicBezTo>
                      <a:pt x="228" y="708"/>
                      <a:pt x="228" y="705"/>
                      <a:pt x="231" y="705"/>
                    </a:cubicBezTo>
                    <a:cubicBezTo>
                      <a:pt x="234" y="705"/>
                      <a:pt x="240" y="708"/>
                      <a:pt x="243" y="711"/>
                    </a:cubicBezTo>
                    <a:cubicBezTo>
                      <a:pt x="246" y="714"/>
                      <a:pt x="261" y="711"/>
                      <a:pt x="261" y="711"/>
                    </a:cubicBezTo>
                    <a:cubicBezTo>
                      <a:pt x="264" y="714"/>
                      <a:pt x="267" y="717"/>
                      <a:pt x="267" y="717"/>
                    </a:cubicBezTo>
                    <a:cubicBezTo>
                      <a:pt x="270" y="717"/>
                      <a:pt x="273" y="720"/>
                      <a:pt x="276" y="720"/>
                    </a:cubicBezTo>
                    <a:cubicBezTo>
                      <a:pt x="276" y="717"/>
                      <a:pt x="285" y="717"/>
                      <a:pt x="288" y="717"/>
                    </a:cubicBezTo>
                    <a:cubicBezTo>
                      <a:pt x="288" y="717"/>
                      <a:pt x="288" y="720"/>
                      <a:pt x="291" y="720"/>
                    </a:cubicBezTo>
                    <a:cubicBezTo>
                      <a:pt x="294" y="720"/>
                      <a:pt x="294" y="726"/>
                      <a:pt x="294" y="726"/>
                    </a:cubicBezTo>
                    <a:cubicBezTo>
                      <a:pt x="297" y="726"/>
                      <a:pt x="300" y="732"/>
                      <a:pt x="306" y="732"/>
                    </a:cubicBezTo>
                    <a:cubicBezTo>
                      <a:pt x="309" y="732"/>
                      <a:pt x="312" y="738"/>
                      <a:pt x="312" y="738"/>
                    </a:cubicBezTo>
                    <a:cubicBezTo>
                      <a:pt x="315" y="738"/>
                      <a:pt x="318" y="741"/>
                      <a:pt x="318" y="738"/>
                    </a:cubicBezTo>
                    <a:cubicBezTo>
                      <a:pt x="318" y="735"/>
                      <a:pt x="324" y="735"/>
                      <a:pt x="327" y="732"/>
                    </a:cubicBezTo>
                    <a:cubicBezTo>
                      <a:pt x="318" y="723"/>
                      <a:pt x="312" y="717"/>
                      <a:pt x="312" y="714"/>
                    </a:cubicBezTo>
                    <a:cubicBezTo>
                      <a:pt x="312" y="708"/>
                      <a:pt x="315" y="702"/>
                      <a:pt x="309" y="696"/>
                    </a:cubicBezTo>
                    <a:cubicBezTo>
                      <a:pt x="300" y="690"/>
                      <a:pt x="309" y="687"/>
                      <a:pt x="315" y="681"/>
                    </a:cubicBezTo>
                    <a:cubicBezTo>
                      <a:pt x="318" y="675"/>
                      <a:pt x="327" y="672"/>
                      <a:pt x="333" y="669"/>
                    </a:cubicBezTo>
                    <a:cubicBezTo>
                      <a:pt x="333" y="669"/>
                      <a:pt x="333" y="666"/>
                      <a:pt x="330" y="666"/>
                    </a:cubicBezTo>
                    <a:cubicBezTo>
                      <a:pt x="327" y="666"/>
                      <a:pt x="324" y="663"/>
                      <a:pt x="327" y="663"/>
                    </a:cubicBezTo>
                    <a:cubicBezTo>
                      <a:pt x="330" y="660"/>
                      <a:pt x="330" y="660"/>
                      <a:pt x="327" y="654"/>
                    </a:cubicBezTo>
                    <a:cubicBezTo>
                      <a:pt x="324" y="651"/>
                      <a:pt x="321" y="648"/>
                      <a:pt x="318" y="648"/>
                    </a:cubicBezTo>
                    <a:cubicBezTo>
                      <a:pt x="318" y="648"/>
                      <a:pt x="315" y="645"/>
                      <a:pt x="312" y="648"/>
                    </a:cubicBezTo>
                    <a:cubicBezTo>
                      <a:pt x="309" y="648"/>
                      <a:pt x="309" y="645"/>
                      <a:pt x="309" y="642"/>
                    </a:cubicBezTo>
                    <a:cubicBezTo>
                      <a:pt x="309" y="639"/>
                      <a:pt x="303" y="639"/>
                      <a:pt x="303" y="636"/>
                    </a:cubicBezTo>
                    <a:cubicBezTo>
                      <a:pt x="303" y="636"/>
                      <a:pt x="303" y="630"/>
                      <a:pt x="306" y="630"/>
                    </a:cubicBezTo>
                    <a:cubicBezTo>
                      <a:pt x="309" y="627"/>
                      <a:pt x="309" y="627"/>
                      <a:pt x="309" y="627"/>
                    </a:cubicBezTo>
                    <a:cubicBezTo>
                      <a:pt x="309" y="624"/>
                      <a:pt x="303" y="624"/>
                      <a:pt x="306" y="621"/>
                    </a:cubicBezTo>
                    <a:cubicBezTo>
                      <a:pt x="309" y="618"/>
                      <a:pt x="312" y="618"/>
                      <a:pt x="312" y="615"/>
                    </a:cubicBezTo>
                    <a:cubicBezTo>
                      <a:pt x="312" y="609"/>
                      <a:pt x="315" y="606"/>
                      <a:pt x="318" y="609"/>
                    </a:cubicBezTo>
                    <a:cubicBezTo>
                      <a:pt x="321" y="612"/>
                      <a:pt x="324" y="618"/>
                      <a:pt x="327" y="618"/>
                    </a:cubicBezTo>
                    <a:cubicBezTo>
                      <a:pt x="330" y="615"/>
                      <a:pt x="330" y="612"/>
                      <a:pt x="327" y="609"/>
                    </a:cubicBezTo>
                    <a:cubicBezTo>
                      <a:pt x="327" y="609"/>
                      <a:pt x="327" y="606"/>
                      <a:pt x="330" y="603"/>
                    </a:cubicBezTo>
                    <a:cubicBezTo>
                      <a:pt x="336" y="603"/>
                      <a:pt x="333" y="600"/>
                      <a:pt x="336" y="600"/>
                    </a:cubicBezTo>
                    <a:cubicBezTo>
                      <a:pt x="342" y="600"/>
                      <a:pt x="348" y="594"/>
                      <a:pt x="348" y="594"/>
                    </a:cubicBezTo>
                    <a:cubicBezTo>
                      <a:pt x="351" y="591"/>
                      <a:pt x="357" y="591"/>
                      <a:pt x="357" y="591"/>
                    </a:cubicBezTo>
                    <a:cubicBezTo>
                      <a:pt x="360" y="591"/>
                      <a:pt x="363" y="594"/>
                      <a:pt x="363" y="591"/>
                    </a:cubicBezTo>
                    <a:cubicBezTo>
                      <a:pt x="366" y="588"/>
                      <a:pt x="372" y="588"/>
                      <a:pt x="372" y="591"/>
                    </a:cubicBezTo>
                    <a:cubicBezTo>
                      <a:pt x="372" y="594"/>
                      <a:pt x="381" y="594"/>
                      <a:pt x="384" y="594"/>
                    </a:cubicBezTo>
                    <a:cubicBezTo>
                      <a:pt x="387" y="597"/>
                      <a:pt x="393" y="600"/>
                      <a:pt x="393" y="603"/>
                    </a:cubicBezTo>
                    <a:cubicBezTo>
                      <a:pt x="393" y="606"/>
                      <a:pt x="396" y="609"/>
                      <a:pt x="396" y="603"/>
                    </a:cubicBezTo>
                    <a:cubicBezTo>
                      <a:pt x="396" y="600"/>
                      <a:pt x="399" y="603"/>
                      <a:pt x="405" y="603"/>
                    </a:cubicBezTo>
                    <a:cubicBezTo>
                      <a:pt x="408" y="606"/>
                      <a:pt x="414" y="606"/>
                      <a:pt x="414" y="603"/>
                    </a:cubicBezTo>
                    <a:cubicBezTo>
                      <a:pt x="414" y="600"/>
                      <a:pt x="423" y="597"/>
                      <a:pt x="426" y="600"/>
                    </a:cubicBezTo>
                    <a:cubicBezTo>
                      <a:pt x="429" y="603"/>
                      <a:pt x="429" y="603"/>
                      <a:pt x="432" y="600"/>
                    </a:cubicBezTo>
                    <a:cubicBezTo>
                      <a:pt x="435" y="597"/>
                      <a:pt x="441" y="597"/>
                      <a:pt x="444" y="600"/>
                    </a:cubicBezTo>
                    <a:cubicBezTo>
                      <a:pt x="444" y="603"/>
                      <a:pt x="447" y="603"/>
                      <a:pt x="450" y="603"/>
                    </a:cubicBezTo>
                    <a:cubicBezTo>
                      <a:pt x="453" y="603"/>
                      <a:pt x="453" y="609"/>
                      <a:pt x="456" y="609"/>
                    </a:cubicBezTo>
                    <a:cubicBezTo>
                      <a:pt x="459" y="606"/>
                      <a:pt x="456" y="603"/>
                      <a:pt x="459" y="603"/>
                    </a:cubicBezTo>
                    <a:cubicBezTo>
                      <a:pt x="462" y="603"/>
                      <a:pt x="465" y="606"/>
                      <a:pt x="468" y="606"/>
                    </a:cubicBezTo>
                    <a:cubicBezTo>
                      <a:pt x="471" y="606"/>
                      <a:pt x="474" y="606"/>
                      <a:pt x="474" y="603"/>
                    </a:cubicBezTo>
                    <a:cubicBezTo>
                      <a:pt x="474" y="600"/>
                      <a:pt x="474" y="594"/>
                      <a:pt x="471" y="594"/>
                    </a:cubicBezTo>
                    <a:cubicBezTo>
                      <a:pt x="471" y="594"/>
                      <a:pt x="468" y="591"/>
                      <a:pt x="465" y="591"/>
                    </a:cubicBezTo>
                    <a:cubicBezTo>
                      <a:pt x="462" y="591"/>
                      <a:pt x="459" y="585"/>
                      <a:pt x="462" y="585"/>
                    </a:cubicBezTo>
                    <a:cubicBezTo>
                      <a:pt x="465" y="585"/>
                      <a:pt x="468" y="582"/>
                      <a:pt x="468" y="579"/>
                    </a:cubicBezTo>
                    <a:cubicBezTo>
                      <a:pt x="468" y="576"/>
                      <a:pt x="465" y="573"/>
                      <a:pt x="471" y="570"/>
                    </a:cubicBezTo>
                    <a:cubicBezTo>
                      <a:pt x="474" y="570"/>
                      <a:pt x="483" y="570"/>
                      <a:pt x="483" y="570"/>
                    </a:cubicBezTo>
                    <a:cubicBezTo>
                      <a:pt x="483" y="567"/>
                      <a:pt x="474" y="567"/>
                      <a:pt x="471" y="564"/>
                    </a:cubicBezTo>
                    <a:cubicBezTo>
                      <a:pt x="471" y="561"/>
                      <a:pt x="471" y="555"/>
                      <a:pt x="471" y="555"/>
                    </a:cubicBezTo>
                    <a:cubicBezTo>
                      <a:pt x="474" y="555"/>
                      <a:pt x="477" y="555"/>
                      <a:pt x="480" y="555"/>
                    </a:cubicBezTo>
                    <a:cubicBezTo>
                      <a:pt x="483" y="552"/>
                      <a:pt x="492" y="555"/>
                      <a:pt x="495" y="552"/>
                    </a:cubicBezTo>
                    <a:cubicBezTo>
                      <a:pt x="498" y="549"/>
                      <a:pt x="507" y="549"/>
                      <a:pt x="513" y="549"/>
                    </a:cubicBezTo>
                    <a:cubicBezTo>
                      <a:pt x="516" y="549"/>
                      <a:pt x="519" y="546"/>
                      <a:pt x="522" y="546"/>
                    </a:cubicBezTo>
                    <a:cubicBezTo>
                      <a:pt x="528" y="546"/>
                      <a:pt x="537" y="543"/>
                      <a:pt x="540" y="543"/>
                    </a:cubicBezTo>
                    <a:cubicBezTo>
                      <a:pt x="543" y="543"/>
                      <a:pt x="555" y="540"/>
                      <a:pt x="555" y="537"/>
                    </a:cubicBezTo>
                    <a:cubicBezTo>
                      <a:pt x="555" y="534"/>
                      <a:pt x="567" y="534"/>
                      <a:pt x="570" y="534"/>
                    </a:cubicBezTo>
                    <a:cubicBezTo>
                      <a:pt x="573" y="534"/>
                      <a:pt x="576" y="537"/>
                      <a:pt x="579" y="534"/>
                    </a:cubicBezTo>
                    <a:cubicBezTo>
                      <a:pt x="582" y="534"/>
                      <a:pt x="585" y="537"/>
                      <a:pt x="585" y="540"/>
                    </a:cubicBezTo>
                    <a:cubicBezTo>
                      <a:pt x="585" y="543"/>
                      <a:pt x="588" y="546"/>
                      <a:pt x="588" y="549"/>
                    </a:cubicBezTo>
                    <a:cubicBezTo>
                      <a:pt x="588" y="549"/>
                      <a:pt x="585" y="552"/>
                      <a:pt x="588" y="552"/>
                    </a:cubicBezTo>
                    <a:cubicBezTo>
                      <a:pt x="588" y="555"/>
                      <a:pt x="594" y="552"/>
                      <a:pt x="597" y="552"/>
                    </a:cubicBezTo>
                    <a:cubicBezTo>
                      <a:pt x="600" y="549"/>
                      <a:pt x="600" y="552"/>
                      <a:pt x="600" y="552"/>
                    </a:cubicBezTo>
                    <a:cubicBezTo>
                      <a:pt x="600" y="555"/>
                      <a:pt x="603" y="555"/>
                      <a:pt x="603" y="555"/>
                    </a:cubicBezTo>
                    <a:cubicBezTo>
                      <a:pt x="603" y="552"/>
                      <a:pt x="609" y="552"/>
                      <a:pt x="609" y="555"/>
                    </a:cubicBezTo>
                    <a:cubicBezTo>
                      <a:pt x="612" y="555"/>
                      <a:pt x="615" y="552"/>
                      <a:pt x="615" y="555"/>
                    </a:cubicBezTo>
                    <a:cubicBezTo>
                      <a:pt x="615" y="558"/>
                      <a:pt x="609" y="561"/>
                      <a:pt x="612" y="564"/>
                    </a:cubicBezTo>
                    <a:cubicBezTo>
                      <a:pt x="615" y="567"/>
                      <a:pt x="615" y="561"/>
                      <a:pt x="621" y="561"/>
                    </a:cubicBezTo>
                    <a:cubicBezTo>
                      <a:pt x="624" y="561"/>
                      <a:pt x="630" y="558"/>
                      <a:pt x="633" y="555"/>
                    </a:cubicBezTo>
                    <a:cubicBezTo>
                      <a:pt x="636" y="555"/>
                      <a:pt x="639" y="552"/>
                      <a:pt x="642" y="549"/>
                    </a:cubicBezTo>
                    <a:cubicBezTo>
                      <a:pt x="645" y="549"/>
                      <a:pt x="651" y="549"/>
                      <a:pt x="651" y="552"/>
                    </a:cubicBezTo>
                    <a:cubicBezTo>
                      <a:pt x="648" y="552"/>
                      <a:pt x="645" y="558"/>
                      <a:pt x="654" y="558"/>
                    </a:cubicBezTo>
                    <a:cubicBezTo>
                      <a:pt x="660" y="561"/>
                      <a:pt x="669" y="576"/>
                      <a:pt x="675" y="585"/>
                    </a:cubicBezTo>
                    <a:cubicBezTo>
                      <a:pt x="678" y="591"/>
                      <a:pt x="684" y="603"/>
                      <a:pt x="687" y="603"/>
                    </a:cubicBezTo>
                    <a:cubicBezTo>
                      <a:pt x="687" y="603"/>
                      <a:pt x="690" y="597"/>
                      <a:pt x="693" y="597"/>
                    </a:cubicBezTo>
                    <a:cubicBezTo>
                      <a:pt x="696" y="597"/>
                      <a:pt x="699" y="603"/>
                      <a:pt x="702" y="603"/>
                    </a:cubicBezTo>
                    <a:cubicBezTo>
                      <a:pt x="705" y="603"/>
                      <a:pt x="708" y="606"/>
                      <a:pt x="711" y="606"/>
                    </a:cubicBezTo>
                    <a:cubicBezTo>
                      <a:pt x="714" y="603"/>
                      <a:pt x="720" y="600"/>
                      <a:pt x="723" y="603"/>
                    </a:cubicBezTo>
                    <a:cubicBezTo>
                      <a:pt x="726" y="603"/>
                      <a:pt x="729" y="603"/>
                      <a:pt x="732" y="609"/>
                    </a:cubicBezTo>
                    <a:cubicBezTo>
                      <a:pt x="732" y="612"/>
                      <a:pt x="735" y="612"/>
                      <a:pt x="738" y="612"/>
                    </a:cubicBezTo>
                    <a:cubicBezTo>
                      <a:pt x="741" y="612"/>
                      <a:pt x="741" y="615"/>
                      <a:pt x="741" y="618"/>
                    </a:cubicBezTo>
                    <a:cubicBezTo>
                      <a:pt x="741" y="621"/>
                      <a:pt x="744" y="621"/>
                      <a:pt x="747" y="621"/>
                    </a:cubicBezTo>
                    <a:cubicBezTo>
                      <a:pt x="747" y="621"/>
                      <a:pt x="753" y="621"/>
                      <a:pt x="756" y="621"/>
                    </a:cubicBezTo>
                    <a:cubicBezTo>
                      <a:pt x="756" y="621"/>
                      <a:pt x="759" y="618"/>
                      <a:pt x="759" y="621"/>
                    </a:cubicBezTo>
                    <a:cubicBezTo>
                      <a:pt x="759" y="624"/>
                      <a:pt x="762" y="627"/>
                      <a:pt x="765" y="627"/>
                    </a:cubicBezTo>
                    <a:cubicBezTo>
                      <a:pt x="765" y="627"/>
                      <a:pt x="771" y="630"/>
                      <a:pt x="771" y="627"/>
                    </a:cubicBezTo>
                    <a:cubicBezTo>
                      <a:pt x="771" y="624"/>
                      <a:pt x="777" y="624"/>
                      <a:pt x="777" y="624"/>
                    </a:cubicBezTo>
                    <a:cubicBezTo>
                      <a:pt x="780" y="624"/>
                      <a:pt x="786" y="621"/>
                      <a:pt x="789" y="618"/>
                    </a:cubicBezTo>
                    <a:cubicBezTo>
                      <a:pt x="789" y="615"/>
                      <a:pt x="795" y="615"/>
                      <a:pt x="798" y="615"/>
                    </a:cubicBezTo>
                    <a:cubicBezTo>
                      <a:pt x="798" y="612"/>
                      <a:pt x="804" y="612"/>
                      <a:pt x="804" y="609"/>
                    </a:cubicBezTo>
                    <a:cubicBezTo>
                      <a:pt x="804" y="606"/>
                      <a:pt x="810" y="609"/>
                      <a:pt x="813" y="606"/>
                    </a:cubicBezTo>
                    <a:cubicBezTo>
                      <a:pt x="813" y="603"/>
                      <a:pt x="819" y="603"/>
                      <a:pt x="819" y="606"/>
                    </a:cubicBezTo>
                    <a:cubicBezTo>
                      <a:pt x="822" y="606"/>
                      <a:pt x="834" y="609"/>
                      <a:pt x="837" y="606"/>
                    </a:cubicBezTo>
                    <a:cubicBezTo>
                      <a:pt x="837" y="606"/>
                      <a:pt x="837" y="612"/>
                      <a:pt x="840" y="615"/>
                    </a:cubicBezTo>
                    <a:cubicBezTo>
                      <a:pt x="840" y="615"/>
                      <a:pt x="846" y="618"/>
                      <a:pt x="849" y="618"/>
                    </a:cubicBezTo>
                    <a:cubicBezTo>
                      <a:pt x="849" y="615"/>
                      <a:pt x="855" y="615"/>
                      <a:pt x="858" y="618"/>
                    </a:cubicBezTo>
                    <a:cubicBezTo>
                      <a:pt x="861" y="618"/>
                      <a:pt x="864" y="621"/>
                      <a:pt x="867" y="618"/>
                    </a:cubicBezTo>
                    <a:cubicBezTo>
                      <a:pt x="867" y="618"/>
                      <a:pt x="873" y="615"/>
                      <a:pt x="876" y="615"/>
                    </a:cubicBezTo>
                    <a:cubicBezTo>
                      <a:pt x="876" y="612"/>
                      <a:pt x="876" y="609"/>
                      <a:pt x="876" y="609"/>
                    </a:cubicBezTo>
                    <a:cubicBezTo>
                      <a:pt x="873" y="606"/>
                      <a:pt x="873" y="600"/>
                      <a:pt x="870" y="597"/>
                    </a:cubicBezTo>
                    <a:cubicBezTo>
                      <a:pt x="876" y="594"/>
                      <a:pt x="876" y="594"/>
                      <a:pt x="876" y="594"/>
                    </a:cubicBezTo>
                    <a:cubicBezTo>
                      <a:pt x="876" y="591"/>
                      <a:pt x="882" y="591"/>
                      <a:pt x="882" y="588"/>
                    </a:cubicBezTo>
                    <a:cubicBezTo>
                      <a:pt x="885" y="585"/>
                      <a:pt x="885" y="585"/>
                      <a:pt x="885" y="585"/>
                    </a:cubicBezTo>
                    <a:cubicBezTo>
                      <a:pt x="888" y="585"/>
                      <a:pt x="894" y="588"/>
                      <a:pt x="894" y="588"/>
                    </a:cubicBezTo>
                    <a:cubicBezTo>
                      <a:pt x="900" y="591"/>
                      <a:pt x="900" y="591"/>
                      <a:pt x="900" y="591"/>
                    </a:cubicBezTo>
                    <a:cubicBezTo>
                      <a:pt x="903" y="591"/>
                      <a:pt x="906" y="591"/>
                      <a:pt x="909" y="594"/>
                    </a:cubicBezTo>
                    <a:cubicBezTo>
                      <a:pt x="912" y="594"/>
                      <a:pt x="918" y="594"/>
                      <a:pt x="921" y="597"/>
                    </a:cubicBezTo>
                    <a:cubicBezTo>
                      <a:pt x="921" y="600"/>
                      <a:pt x="921" y="603"/>
                      <a:pt x="921" y="606"/>
                    </a:cubicBezTo>
                    <a:cubicBezTo>
                      <a:pt x="924" y="609"/>
                      <a:pt x="927" y="612"/>
                      <a:pt x="930" y="612"/>
                    </a:cubicBezTo>
                    <a:cubicBezTo>
                      <a:pt x="930" y="612"/>
                      <a:pt x="936" y="615"/>
                      <a:pt x="939" y="615"/>
                    </a:cubicBezTo>
                    <a:cubicBezTo>
                      <a:pt x="942" y="615"/>
                      <a:pt x="945" y="612"/>
                      <a:pt x="948" y="612"/>
                    </a:cubicBezTo>
                    <a:cubicBezTo>
                      <a:pt x="948" y="612"/>
                      <a:pt x="954" y="609"/>
                      <a:pt x="957" y="609"/>
                    </a:cubicBezTo>
                    <a:cubicBezTo>
                      <a:pt x="960" y="609"/>
                      <a:pt x="966" y="612"/>
                      <a:pt x="969" y="612"/>
                    </a:cubicBezTo>
                    <a:cubicBezTo>
                      <a:pt x="969" y="612"/>
                      <a:pt x="975" y="612"/>
                      <a:pt x="975" y="615"/>
                    </a:cubicBezTo>
                    <a:cubicBezTo>
                      <a:pt x="978" y="615"/>
                      <a:pt x="987" y="615"/>
                      <a:pt x="987" y="618"/>
                    </a:cubicBezTo>
                    <a:cubicBezTo>
                      <a:pt x="987" y="621"/>
                      <a:pt x="990" y="621"/>
                      <a:pt x="993" y="624"/>
                    </a:cubicBezTo>
                    <a:cubicBezTo>
                      <a:pt x="993" y="627"/>
                      <a:pt x="1005" y="627"/>
                      <a:pt x="1005" y="627"/>
                    </a:cubicBezTo>
                    <a:cubicBezTo>
                      <a:pt x="1008" y="630"/>
                      <a:pt x="1020" y="630"/>
                      <a:pt x="1020" y="627"/>
                    </a:cubicBezTo>
                    <a:cubicBezTo>
                      <a:pt x="1020" y="627"/>
                      <a:pt x="1032" y="624"/>
                      <a:pt x="1035" y="624"/>
                    </a:cubicBezTo>
                    <a:cubicBezTo>
                      <a:pt x="1038" y="621"/>
                      <a:pt x="1044" y="624"/>
                      <a:pt x="1044" y="621"/>
                    </a:cubicBezTo>
                    <a:cubicBezTo>
                      <a:pt x="1044" y="618"/>
                      <a:pt x="1050" y="615"/>
                      <a:pt x="1053" y="615"/>
                    </a:cubicBezTo>
                    <a:cubicBezTo>
                      <a:pt x="1056" y="612"/>
                      <a:pt x="1068" y="612"/>
                      <a:pt x="1068" y="615"/>
                    </a:cubicBezTo>
                    <a:cubicBezTo>
                      <a:pt x="1068" y="618"/>
                      <a:pt x="1074" y="618"/>
                      <a:pt x="1077" y="618"/>
                    </a:cubicBezTo>
                    <a:cubicBezTo>
                      <a:pt x="1080" y="615"/>
                      <a:pt x="1086" y="618"/>
                      <a:pt x="1089" y="621"/>
                    </a:cubicBezTo>
                    <a:cubicBezTo>
                      <a:pt x="1098" y="624"/>
                      <a:pt x="1098" y="624"/>
                      <a:pt x="1098" y="624"/>
                    </a:cubicBezTo>
                    <a:cubicBezTo>
                      <a:pt x="1101" y="621"/>
                      <a:pt x="1107" y="618"/>
                      <a:pt x="1110" y="618"/>
                    </a:cubicBezTo>
                    <a:cubicBezTo>
                      <a:pt x="1113" y="618"/>
                      <a:pt x="1116" y="615"/>
                      <a:pt x="1116" y="612"/>
                    </a:cubicBezTo>
                    <a:cubicBezTo>
                      <a:pt x="1113" y="609"/>
                      <a:pt x="1119" y="603"/>
                      <a:pt x="1119" y="600"/>
                    </a:cubicBezTo>
                    <a:cubicBezTo>
                      <a:pt x="1122" y="597"/>
                      <a:pt x="1125" y="591"/>
                      <a:pt x="1128" y="591"/>
                    </a:cubicBezTo>
                    <a:cubicBezTo>
                      <a:pt x="1128" y="588"/>
                      <a:pt x="1131" y="585"/>
                      <a:pt x="1131" y="585"/>
                    </a:cubicBezTo>
                    <a:cubicBezTo>
                      <a:pt x="1131" y="582"/>
                      <a:pt x="1131" y="576"/>
                      <a:pt x="1128" y="576"/>
                    </a:cubicBezTo>
                    <a:cubicBezTo>
                      <a:pt x="1128" y="576"/>
                      <a:pt x="1122" y="576"/>
                      <a:pt x="1128" y="570"/>
                    </a:cubicBezTo>
                    <a:cubicBezTo>
                      <a:pt x="1131" y="564"/>
                      <a:pt x="1140" y="564"/>
                      <a:pt x="1143" y="564"/>
                    </a:cubicBezTo>
                    <a:cubicBezTo>
                      <a:pt x="1143" y="564"/>
                      <a:pt x="1155" y="564"/>
                      <a:pt x="1158" y="564"/>
                    </a:cubicBezTo>
                    <a:cubicBezTo>
                      <a:pt x="1164" y="564"/>
                      <a:pt x="1167" y="564"/>
                      <a:pt x="1170" y="567"/>
                    </a:cubicBezTo>
                    <a:cubicBezTo>
                      <a:pt x="1176" y="570"/>
                      <a:pt x="1182" y="567"/>
                      <a:pt x="1185" y="570"/>
                    </a:cubicBezTo>
                    <a:cubicBezTo>
                      <a:pt x="1188" y="573"/>
                      <a:pt x="1194" y="573"/>
                      <a:pt x="1191" y="579"/>
                    </a:cubicBezTo>
                    <a:cubicBezTo>
                      <a:pt x="1191" y="582"/>
                      <a:pt x="1197" y="579"/>
                      <a:pt x="1197" y="588"/>
                    </a:cubicBezTo>
                    <a:cubicBezTo>
                      <a:pt x="1200" y="597"/>
                      <a:pt x="1203" y="597"/>
                      <a:pt x="1203" y="603"/>
                    </a:cubicBezTo>
                    <a:cubicBezTo>
                      <a:pt x="1206" y="606"/>
                      <a:pt x="1212" y="612"/>
                      <a:pt x="1209" y="615"/>
                    </a:cubicBezTo>
                    <a:cubicBezTo>
                      <a:pt x="1209" y="618"/>
                      <a:pt x="1209" y="621"/>
                      <a:pt x="1215" y="621"/>
                    </a:cubicBezTo>
                    <a:cubicBezTo>
                      <a:pt x="1221" y="621"/>
                      <a:pt x="1224" y="627"/>
                      <a:pt x="1224" y="627"/>
                    </a:cubicBezTo>
                    <a:cubicBezTo>
                      <a:pt x="1227" y="624"/>
                      <a:pt x="1233" y="627"/>
                      <a:pt x="1236" y="630"/>
                    </a:cubicBezTo>
                    <a:cubicBezTo>
                      <a:pt x="1239" y="633"/>
                      <a:pt x="1245" y="633"/>
                      <a:pt x="1245" y="636"/>
                    </a:cubicBezTo>
                    <a:cubicBezTo>
                      <a:pt x="1245" y="639"/>
                      <a:pt x="1248" y="642"/>
                      <a:pt x="1248" y="645"/>
                    </a:cubicBezTo>
                    <a:cubicBezTo>
                      <a:pt x="1248" y="648"/>
                      <a:pt x="1254" y="651"/>
                      <a:pt x="1257" y="651"/>
                    </a:cubicBezTo>
                    <a:cubicBezTo>
                      <a:pt x="1263" y="651"/>
                      <a:pt x="1266" y="651"/>
                      <a:pt x="1269" y="648"/>
                    </a:cubicBezTo>
                    <a:cubicBezTo>
                      <a:pt x="1269" y="645"/>
                      <a:pt x="1278" y="645"/>
                      <a:pt x="1278" y="645"/>
                    </a:cubicBezTo>
                    <a:cubicBezTo>
                      <a:pt x="1281" y="642"/>
                      <a:pt x="1287" y="639"/>
                      <a:pt x="1287" y="645"/>
                    </a:cubicBezTo>
                    <a:cubicBezTo>
                      <a:pt x="1287" y="651"/>
                      <a:pt x="1293" y="654"/>
                      <a:pt x="1287" y="657"/>
                    </a:cubicBezTo>
                    <a:cubicBezTo>
                      <a:pt x="1284" y="657"/>
                      <a:pt x="1284" y="666"/>
                      <a:pt x="1281" y="669"/>
                    </a:cubicBezTo>
                    <a:cubicBezTo>
                      <a:pt x="1281" y="675"/>
                      <a:pt x="1275" y="675"/>
                      <a:pt x="1275" y="678"/>
                    </a:cubicBezTo>
                    <a:cubicBezTo>
                      <a:pt x="1275" y="684"/>
                      <a:pt x="1269" y="684"/>
                      <a:pt x="1269" y="687"/>
                    </a:cubicBezTo>
                    <a:cubicBezTo>
                      <a:pt x="1269" y="690"/>
                      <a:pt x="1263" y="687"/>
                      <a:pt x="1260" y="687"/>
                    </a:cubicBezTo>
                    <a:cubicBezTo>
                      <a:pt x="1257" y="684"/>
                      <a:pt x="1254" y="690"/>
                      <a:pt x="1251" y="690"/>
                    </a:cubicBezTo>
                    <a:cubicBezTo>
                      <a:pt x="1248" y="690"/>
                      <a:pt x="1248" y="696"/>
                      <a:pt x="1248" y="699"/>
                    </a:cubicBezTo>
                    <a:cubicBezTo>
                      <a:pt x="1251" y="702"/>
                      <a:pt x="1248" y="705"/>
                      <a:pt x="1251" y="708"/>
                    </a:cubicBezTo>
                    <a:cubicBezTo>
                      <a:pt x="1251" y="711"/>
                      <a:pt x="1251" y="714"/>
                      <a:pt x="1251" y="717"/>
                    </a:cubicBezTo>
                    <a:cubicBezTo>
                      <a:pt x="1254" y="714"/>
                      <a:pt x="1260" y="714"/>
                      <a:pt x="1260" y="714"/>
                    </a:cubicBezTo>
                    <a:cubicBezTo>
                      <a:pt x="1263" y="714"/>
                      <a:pt x="1269" y="720"/>
                      <a:pt x="1272" y="720"/>
                    </a:cubicBezTo>
                    <a:cubicBezTo>
                      <a:pt x="1278" y="720"/>
                      <a:pt x="1299" y="708"/>
                      <a:pt x="1299" y="705"/>
                    </a:cubicBezTo>
                    <a:cubicBezTo>
                      <a:pt x="1299" y="702"/>
                      <a:pt x="1311" y="690"/>
                      <a:pt x="1317" y="684"/>
                    </a:cubicBezTo>
                    <a:cubicBezTo>
                      <a:pt x="1323" y="678"/>
                      <a:pt x="1332" y="669"/>
                      <a:pt x="1335" y="663"/>
                    </a:cubicBezTo>
                    <a:cubicBezTo>
                      <a:pt x="1335" y="657"/>
                      <a:pt x="1344" y="648"/>
                      <a:pt x="1347" y="645"/>
                    </a:cubicBezTo>
                    <a:cubicBezTo>
                      <a:pt x="1347" y="642"/>
                      <a:pt x="1350" y="642"/>
                      <a:pt x="1353" y="633"/>
                    </a:cubicBezTo>
                    <a:cubicBezTo>
                      <a:pt x="1356" y="627"/>
                      <a:pt x="1356" y="606"/>
                      <a:pt x="1359" y="606"/>
                    </a:cubicBezTo>
                    <a:cubicBezTo>
                      <a:pt x="1359" y="603"/>
                      <a:pt x="1359" y="600"/>
                      <a:pt x="1359" y="597"/>
                    </a:cubicBezTo>
                    <a:cubicBezTo>
                      <a:pt x="1362" y="594"/>
                      <a:pt x="1362" y="591"/>
                      <a:pt x="1365" y="591"/>
                    </a:cubicBezTo>
                    <a:cubicBezTo>
                      <a:pt x="1368" y="588"/>
                      <a:pt x="1368" y="585"/>
                      <a:pt x="1365" y="582"/>
                    </a:cubicBezTo>
                    <a:cubicBezTo>
                      <a:pt x="1365" y="579"/>
                      <a:pt x="1365" y="576"/>
                      <a:pt x="1365" y="573"/>
                    </a:cubicBezTo>
                    <a:cubicBezTo>
                      <a:pt x="1365" y="573"/>
                      <a:pt x="1365" y="570"/>
                      <a:pt x="1368" y="570"/>
                    </a:cubicBezTo>
                    <a:cubicBezTo>
                      <a:pt x="1368" y="570"/>
                      <a:pt x="1365" y="567"/>
                      <a:pt x="1362" y="564"/>
                    </a:cubicBezTo>
                    <a:cubicBezTo>
                      <a:pt x="1359" y="564"/>
                      <a:pt x="1356" y="561"/>
                      <a:pt x="1356" y="558"/>
                    </a:cubicBezTo>
                    <a:cubicBezTo>
                      <a:pt x="1356" y="555"/>
                      <a:pt x="1350" y="552"/>
                      <a:pt x="1347" y="552"/>
                    </a:cubicBezTo>
                    <a:cubicBezTo>
                      <a:pt x="1344" y="552"/>
                      <a:pt x="1335" y="549"/>
                      <a:pt x="1338" y="552"/>
                    </a:cubicBezTo>
                    <a:cubicBezTo>
                      <a:pt x="1338" y="555"/>
                      <a:pt x="1338" y="558"/>
                      <a:pt x="1335" y="558"/>
                    </a:cubicBezTo>
                    <a:cubicBezTo>
                      <a:pt x="1332" y="555"/>
                      <a:pt x="1332" y="558"/>
                      <a:pt x="1329" y="561"/>
                    </a:cubicBezTo>
                    <a:cubicBezTo>
                      <a:pt x="1329" y="564"/>
                      <a:pt x="1320" y="564"/>
                      <a:pt x="1323" y="561"/>
                    </a:cubicBezTo>
                    <a:cubicBezTo>
                      <a:pt x="1326" y="558"/>
                      <a:pt x="1323" y="558"/>
                      <a:pt x="1323" y="555"/>
                    </a:cubicBezTo>
                    <a:cubicBezTo>
                      <a:pt x="1323" y="552"/>
                      <a:pt x="1326" y="549"/>
                      <a:pt x="1323" y="549"/>
                    </a:cubicBezTo>
                    <a:cubicBezTo>
                      <a:pt x="1320" y="552"/>
                      <a:pt x="1320" y="558"/>
                      <a:pt x="1317" y="558"/>
                    </a:cubicBezTo>
                    <a:cubicBezTo>
                      <a:pt x="1314" y="558"/>
                      <a:pt x="1314" y="549"/>
                      <a:pt x="1314" y="546"/>
                    </a:cubicBezTo>
                    <a:cubicBezTo>
                      <a:pt x="1317" y="543"/>
                      <a:pt x="1308" y="546"/>
                      <a:pt x="1302" y="546"/>
                    </a:cubicBezTo>
                    <a:cubicBezTo>
                      <a:pt x="1296" y="546"/>
                      <a:pt x="1296" y="540"/>
                      <a:pt x="1302" y="537"/>
                    </a:cubicBezTo>
                    <a:cubicBezTo>
                      <a:pt x="1308" y="534"/>
                      <a:pt x="1308" y="531"/>
                      <a:pt x="1311" y="531"/>
                    </a:cubicBezTo>
                    <a:cubicBezTo>
                      <a:pt x="1314" y="531"/>
                      <a:pt x="1320" y="525"/>
                      <a:pt x="1323" y="522"/>
                    </a:cubicBezTo>
                    <a:cubicBezTo>
                      <a:pt x="1329" y="519"/>
                      <a:pt x="1329" y="516"/>
                      <a:pt x="1332" y="513"/>
                    </a:cubicBezTo>
                    <a:cubicBezTo>
                      <a:pt x="1332" y="513"/>
                      <a:pt x="1341" y="507"/>
                      <a:pt x="1347" y="501"/>
                    </a:cubicBezTo>
                    <a:cubicBezTo>
                      <a:pt x="1353" y="495"/>
                      <a:pt x="1356" y="492"/>
                      <a:pt x="1359" y="489"/>
                    </a:cubicBezTo>
                    <a:cubicBezTo>
                      <a:pt x="1362" y="486"/>
                      <a:pt x="1371" y="483"/>
                      <a:pt x="1371" y="480"/>
                    </a:cubicBezTo>
                    <a:cubicBezTo>
                      <a:pt x="1371" y="477"/>
                      <a:pt x="1383" y="471"/>
                      <a:pt x="1392" y="468"/>
                    </a:cubicBezTo>
                    <a:cubicBezTo>
                      <a:pt x="1401" y="465"/>
                      <a:pt x="1416" y="468"/>
                      <a:pt x="1416" y="471"/>
                    </a:cubicBezTo>
                    <a:cubicBezTo>
                      <a:pt x="1419" y="474"/>
                      <a:pt x="1422" y="474"/>
                      <a:pt x="1422" y="471"/>
                    </a:cubicBezTo>
                    <a:cubicBezTo>
                      <a:pt x="1425" y="468"/>
                      <a:pt x="1428" y="471"/>
                      <a:pt x="1434" y="471"/>
                    </a:cubicBezTo>
                    <a:cubicBezTo>
                      <a:pt x="1440" y="471"/>
                      <a:pt x="1440" y="468"/>
                      <a:pt x="1443" y="468"/>
                    </a:cubicBezTo>
                    <a:cubicBezTo>
                      <a:pt x="1449" y="471"/>
                      <a:pt x="1452" y="471"/>
                      <a:pt x="1455" y="468"/>
                    </a:cubicBezTo>
                    <a:cubicBezTo>
                      <a:pt x="1455" y="462"/>
                      <a:pt x="1467" y="462"/>
                      <a:pt x="1470" y="465"/>
                    </a:cubicBezTo>
                    <a:cubicBezTo>
                      <a:pt x="1473" y="468"/>
                      <a:pt x="1473" y="468"/>
                      <a:pt x="1479" y="465"/>
                    </a:cubicBezTo>
                    <a:cubicBezTo>
                      <a:pt x="1482" y="465"/>
                      <a:pt x="1482" y="471"/>
                      <a:pt x="1485" y="471"/>
                    </a:cubicBezTo>
                    <a:cubicBezTo>
                      <a:pt x="1491" y="471"/>
                      <a:pt x="1488" y="474"/>
                      <a:pt x="1485" y="474"/>
                    </a:cubicBezTo>
                    <a:cubicBezTo>
                      <a:pt x="1482" y="474"/>
                      <a:pt x="1476" y="477"/>
                      <a:pt x="1479" y="477"/>
                    </a:cubicBezTo>
                    <a:cubicBezTo>
                      <a:pt x="1485" y="480"/>
                      <a:pt x="1488" y="477"/>
                      <a:pt x="1491" y="477"/>
                    </a:cubicBezTo>
                    <a:cubicBezTo>
                      <a:pt x="1494" y="477"/>
                      <a:pt x="1500" y="477"/>
                      <a:pt x="1503" y="474"/>
                    </a:cubicBezTo>
                    <a:cubicBezTo>
                      <a:pt x="1509" y="471"/>
                      <a:pt x="1509" y="477"/>
                      <a:pt x="1512" y="474"/>
                    </a:cubicBezTo>
                    <a:cubicBezTo>
                      <a:pt x="1515" y="471"/>
                      <a:pt x="1521" y="471"/>
                      <a:pt x="1524" y="471"/>
                    </a:cubicBezTo>
                    <a:cubicBezTo>
                      <a:pt x="1527" y="471"/>
                      <a:pt x="1524" y="468"/>
                      <a:pt x="1518" y="468"/>
                    </a:cubicBezTo>
                    <a:cubicBezTo>
                      <a:pt x="1515" y="468"/>
                      <a:pt x="1515" y="465"/>
                      <a:pt x="1518" y="459"/>
                    </a:cubicBezTo>
                    <a:cubicBezTo>
                      <a:pt x="1521" y="450"/>
                      <a:pt x="1530" y="447"/>
                      <a:pt x="1533" y="444"/>
                    </a:cubicBezTo>
                    <a:cubicBezTo>
                      <a:pt x="1539" y="438"/>
                      <a:pt x="1542" y="441"/>
                      <a:pt x="1542" y="438"/>
                    </a:cubicBezTo>
                    <a:cubicBezTo>
                      <a:pt x="1542" y="435"/>
                      <a:pt x="1545" y="429"/>
                      <a:pt x="1548" y="429"/>
                    </a:cubicBezTo>
                    <a:cubicBezTo>
                      <a:pt x="1551" y="429"/>
                      <a:pt x="1560" y="429"/>
                      <a:pt x="1566" y="426"/>
                    </a:cubicBezTo>
                    <a:cubicBezTo>
                      <a:pt x="1572" y="423"/>
                      <a:pt x="1572" y="429"/>
                      <a:pt x="1575" y="429"/>
                    </a:cubicBezTo>
                    <a:cubicBezTo>
                      <a:pt x="1578" y="432"/>
                      <a:pt x="1581" y="426"/>
                      <a:pt x="1584" y="426"/>
                    </a:cubicBezTo>
                    <a:cubicBezTo>
                      <a:pt x="1584" y="429"/>
                      <a:pt x="1578" y="432"/>
                      <a:pt x="1578" y="438"/>
                    </a:cubicBezTo>
                    <a:cubicBezTo>
                      <a:pt x="1575" y="441"/>
                      <a:pt x="1581" y="441"/>
                      <a:pt x="1584" y="441"/>
                    </a:cubicBezTo>
                    <a:cubicBezTo>
                      <a:pt x="1587" y="444"/>
                      <a:pt x="1581" y="444"/>
                      <a:pt x="1581" y="447"/>
                    </a:cubicBezTo>
                    <a:cubicBezTo>
                      <a:pt x="1581" y="447"/>
                      <a:pt x="1587" y="447"/>
                      <a:pt x="1593" y="441"/>
                    </a:cubicBezTo>
                    <a:cubicBezTo>
                      <a:pt x="1602" y="432"/>
                      <a:pt x="1608" y="432"/>
                      <a:pt x="1614" y="432"/>
                    </a:cubicBezTo>
                    <a:cubicBezTo>
                      <a:pt x="1617" y="432"/>
                      <a:pt x="1614" y="426"/>
                      <a:pt x="1614" y="420"/>
                    </a:cubicBezTo>
                    <a:cubicBezTo>
                      <a:pt x="1617" y="414"/>
                      <a:pt x="1629" y="411"/>
                      <a:pt x="1635" y="414"/>
                    </a:cubicBezTo>
                    <a:cubicBezTo>
                      <a:pt x="1638" y="414"/>
                      <a:pt x="1638" y="417"/>
                      <a:pt x="1635" y="417"/>
                    </a:cubicBezTo>
                    <a:cubicBezTo>
                      <a:pt x="1629" y="414"/>
                      <a:pt x="1626" y="420"/>
                      <a:pt x="1626" y="426"/>
                    </a:cubicBezTo>
                    <a:cubicBezTo>
                      <a:pt x="1626" y="429"/>
                      <a:pt x="1623" y="432"/>
                      <a:pt x="1623" y="435"/>
                    </a:cubicBezTo>
                    <a:cubicBezTo>
                      <a:pt x="1626" y="435"/>
                      <a:pt x="1620" y="438"/>
                      <a:pt x="1620" y="438"/>
                    </a:cubicBezTo>
                    <a:cubicBezTo>
                      <a:pt x="1620" y="441"/>
                      <a:pt x="1620" y="444"/>
                      <a:pt x="1617" y="444"/>
                    </a:cubicBezTo>
                    <a:cubicBezTo>
                      <a:pt x="1614" y="444"/>
                      <a:pt x="1602" y="447"/>
                      <a:pt x="1602" y="450"/>
                    </a:cubicBezTo>
                    <a:cubicBezTo>
                      <a:pt x="1602" y="456"/>
                      <a:pt x="1596" y="456"/>
                      <a:pt x="1593" y="462"/>
                    </a:cubicBezTo>
                    <a:cubicBezTo>
                      <a:pt x="1590" y="465"/>
                      <a:pt x="1581" y="471"/>
                      <a:pt x="1572" y="480"/>
                    </a:cubicBezTo>
                    <a:cubicBezTo>
                      <a:pt x="1566" y="492"/>
                      <a:pt x="1554" y="492"/>
                      <a:pt x="1554" y="492"/>
                    </a:cubicBezTo>
                    <a:cubicBezTo>
                      <a:pt x="1554" y="495"/>
                      <a:pt x="1545" y="495"/>
                      <a:pt x="1545" y="495"/>
                    </a:cubicBezTo>
                    <a:cubicBezTo>
                      <a:pt x="1542" y="495"/>
                      <a:pt x="1545" y="501"/>
                      <a:pt x="1539" y="510"/>
                    </a:cubicBezTo>
                    <a:cubicBezTo>
                      <a:pt x="1533" y="516"/>
                      <a:pt x="1530" y="525"/>
                      <a:pt x="1530" y="534"/>
                    </a:cubicBezTo>
                    <a:cubicBezTo>
                      <a:pt x="1530" y="543"/>
                      <a:pt x="1533" y="570"/>
                      <a:pt x="1536" y="576"/>
                    </a:cubicBezTo>
                    <a:cubicBezTo>
                      <a:pt x="1539" y="582"/>
                      <a:pt x="1536" y="594"/>
                      <a:pt x="1539" y="594"/>
                    </a:cubicBezTo>
                    <a:cubicBezTo>
                      <a:pt x="1542" y="597"/>
                      <a:pt x="1542" y="603"/>
                      <a:pt x="1542" y="603"/>
                    </a:cubicBezTo>
                    <a:cubicBezTo>
                      <a:pt x="1545" y="606"/>
                      <a:pt x="1551" y="597"/>
                      <a:pt x="1554" y="594"/>
                    </a:cubicBezTo>
                    <a:cubicBezTo>
                      <a:pt x="1557" y="591"/>
                      <a:pt x="1557" y="588"/>
                      <a:pt x="1560" y="588"/>
                    </a:cubicBezTo>
                    <a:cubicBezTo>
                      <a:pt x="1563" y="585"/>
                      <a:pt x="1560" y="576"/>
                      <a:pt x="1563" y="576"/>
                    </a:cubicBezTo>
                    <a:cubicBezTo>
                      <a:pt x="1563" y="573"/>
                      <a:pt x="1569" y="573"/>
                      <a:pt x="1569" y="570"/>
                    </a:cubicBezTo>
                    <a:cubicBezTo>
                      <a:pt x="1572" y="567"/>
                      <a:pt x="1575" y="570"/>
                      <a:pt x="1578" y="570"/>
                    </a:cubicBezTo>
                    <a:cubicBezTo>
                      <a:pt x="1581" y="567"/>
                      <a:pt x="1578" y="561"/>
                      <a:pt x="1578" y="558"/>
                    </a:cubicBezTo>
                    <a:cubicBezTo>
                      <a:pt x="1575" y="555"/>
                      <a:pt x="1584" y="552"/>
                      <a:pt x="1587" y="549"/>
                    </a:cubicBezTo>
                    <a:cubicBezTo>
                      <a:pt x="1593" y="546"/>
                      <a:pt x="1596" y="552"/>
                      <a:pt x="1602" y="546"/>
                    </a:cubicBezTo>
                    <a:cubicBezTo>
                      <a:pt x="1605" y="543"/>
                      <a:pt x="1602" y="537"/>
                      <a:pt x="1599" y="534"/>
                    </a:cubicBezTo>
                    <a:cubicBezTo>
                      <a:pt x="1599" y="534"/>
                      <a:pt x="1605" y="522"/>
                      <a:pt x="1608" y="522"/>
                    </a:cubicBezTo>
                    <a:cubicBezTo>
                      <a:pt x="1611" y="522"/>
                      <a:pt x="1614" y="525"/>
                      <a:pt x="1617" y="522"/>
                    </a:cubicBezTo>
                    <a:cubicBezTo>
                      <a:pt x="1620" y="519"/>
                      <a:pt x="1614" y="513"/>
                      <a:pt x="1611" y="513"/>
                    </a:cubicBezTo>
                    <a:cubicBezTo>
                      <a:pt x="1608" y="513"/>
                      <a:pt x="1608" y="504"/>
                      <a:pt x="1614" y="501"/>
                    </a:cubicBezTo>
                    <a:cubicBezTo>
                      <a:pt x="1620" y="498"/>
                      <a:pt x="1617" y="495"/>
                      <a:pt x="1614" y="495"/>
                    </a:cubicBezTo>
                    <a:cubicBezTo>
                      <a:pt x="1608" y="495"/>
                      <a:pt x="1608" y="495"/>
                      <a:pt x="1605" y="495"/>
                    </a:cubicBezTo>
                    <a:cubicBezTo>
                      <a:pt x="1602" y="495"/>
                      <a:pt x="1599" y="489"/>
                      <a:pt x="1605" y="483"/>
                    </a:cubicBezTo>
                    <a:cubicBezTo>
                      <a:pt x="1608" y="477"/>
                      <a:pt x="1614" y="480"/>
                      <a:pt x="1614" y="474"/>
                    </a:cubicBezTo>
                    <a:cubicBezTo>
                      <a:pt x="1614" y="468"/>
                      <a:pt x="1620" y="462"/>
                      <a:pt x="1623" y="459"/>
                    </a:cubicBezTo>
                    <a:cubicBezTo>
                      <a:pt x="1623" y="456"/>
                      <a:pt x="1629" y="459"/>
                      <a:pt x="1632" y="459"/>
                    </a:cubicBezTo>
                    <a:cubicBezTo>
                      <a:pt x="1635" y="459"/>
                      <a:pt x="1635" y="465"/>
                      <a:pt x="1635" y="462"/>
                    </a:cubicBezTo>
                    <a:cubicBezTo>
                      <a:pt x="1638" y="459"/>
                      <a:pt x="1644" y="450"/>
                      <a:pt x="1647" y="450"/>
                    </a:cubicBezTo>
                    <a:cubicBezTo>
                      <a:pt x="1653" y="450"/>
                      <a:pt x="1650" y="456"/>
                      <a:pt x="1650" y="459"/>
                    </a:cubicBezTo>
                    <a:cubicBezTo>
                      <a:pt x="1650" y="465"/>
                      <a:pt x="1653" y="459"/>
                      <a:pt x="1662" y="453"/>
                    </a:cubicBezTo>
                    <a:cubicBezTo>
                      <a:pt x="1668" y="450"/>
                      <a:pt x="1683" y="450"/>
                      <a:pt x="1689" y="453"/>
                    </a:cubicBezTo>
                    <a:cubicBezTo>
                      <a:pt x="1695" y="453"/>
                      <a:pt x="1695" y="459"/>
                      <a:pt x="1698" y="459"/>
                    </a:cubicBezTo>
                    <a:cubicBezTo>
                      <a:pt x="1701" y="459"/>
                      <a:pt x="1698" y="453"/>
                      <a:pt x="1701" y="453"/>
                    </a:cubicBezTo>
                    <a:cubicBezTo>
                      <a:pt x="1707" y="450"/>
                      <a:pt x="1713" y="447"/>
                      <a:pt x="1719" y="444"/>
                    </a:cubicBezTo>
                    <a:cubicBezTo>
                      <a:pt x="1722" y="438"/>
                      <a:pt x="1722" y="441"/>
                      <a:pt x="1725" y="438"/>
                    </a:cubicBezTo>
                    <a:cubicBezTo>
                      <a:pt x="1728" y="435"/>
                      <a:pt x="1731" y="438"/>
                      <a:pt x="1731" y="435"/>
                    </a:cubicBezTo>
                    <a:cubicBezTo>
                      <a:pt x="1731" y="432"/>
                      <a:pt x="1740" y="429"/>
                      <a:pt x="1749" y="426"/>
                    </a:cubicBezTo>
                    <a:cubicBezTo>
                      <a:pt x="1761" y="423"/>
                      <a:pt x="1773" y="417"/>
                      <a:pt x="1773" y="414"/>
                    </a:cubicBezTo>
                    <a:cubicBezTo>
                      <a:pt x="1773" y="411"/>
                      <a:pt x="1779" y="411"/>
                      <a:pt x="1779" y="414"/>
                    </a:cubicBezTo>
                    <a:cubicBezTo>
                      <a:pt x="1779" y="417"/>
                      <a:pt x="1782" y="414"/>
                      <a:pt x="1788" y="417"/>
                    </a:cubicBezTo>
                    <a:cubicBezTo>
                      <a:pt x="1794" y="417"/>
                      <a:pt x="1797" y="420"/>
                      <a:pt x="1800" y="414"/>
                    </a:cubicBezTo>
                    <a:cubicBezTo>
                      <a:pt x="1806" y="411"/>
                      <a:pt x="1800" y="408"/>
                      <a:pt x="1800" y="405"/>
                    </a:cubicBezTo>
                    <a:cubicBezTo>
                      <a:pt x="1800" y="402"/>
                      <a:pt x="1794" y="399"/>
                      <a:pt x="1794" y="396"/>
                    </a:cubicBezTo>
                    <a:cubicBezTo>
                      <a:pt x="1794" y="393"/>
                      <a:pt x="1788" y="384"/>
                      <a:pt x="1785" y="384"/>
                    </a:cubicBezTo>
                    <a:cubicBezTo>
                      <a:pt x="1785" y="387"/>
                      <a:pt x="1779" y="384"/>
                      <a:pt x="1779" y="381"/>
                    </a:cubicBezTo>
                    <a:cubicBezTo>
                      <a:pt x="1779" y="378"/>
                      <a:pt x="1779" y="375"/>
                      <a:pt x="1776" y="375"/>
                    </a:cubicBezTo>
                    <a:cubicBezTo>
                      <a:pt x="1773" y="378"/>
                      <a:pt x="1767" y="378"/>
                      <a:pt x="1767" y="375"/>
                    </a:cubicBezTo>
                    <a:cubicBezTo>
                      <a:pt x="1764" y="372"/>
                      <a:pt x="1773" y="369"/>
                      <a:pt x="1779" y="372"/>
                    </a:cubicBezTo>
                    <a:cubicBezTo>
                      <a:pt x="1782" y="372"/>
                      <a:pt x="1782" y="375"/>
                      <a:pt x="1785" y="378"/>
                    </a:cubicBezTo>
                    <a:cubicBezTo>
                      <a:pt x="1785" y="378"/>
                      <a:pt x="1794" y="378"/>
                      <a:pt x="1797" y="375"/>
                    </a:cubicBezTo>
                    <a:cubicBezTo>
                      <a:pt x="1800" y="375"/>
                      <a:pt x="1809" y="372"/>
                      <a:pt x="1812" y="369"/>
                    </a:cubicBezTo>
                    <a:cubicBezTo>
                      <a:pt x="1812" y="366"/>
                      <a:pt x="1812" y="363"/>
                      <a:pt x="1815" y="363"/>
                    </a:cubicBezTo>
                    <a:cubicBezTo>
                      <a:pt x="1818" y="360"/>
                      <a:pt x="1815" y="357"/>
                      <a:pt x="1812" y="357"/>
                    </a:cubicBezTo>
                    <a:cubicBezTo>
                      <a:pt x="1809" y="354"/>
                      <a:pt x="1809" y="351"/>
                      <a:pt x="1812" y="351"/>
                    </a:cubicBezTo>
                    <a:cubicBezTo>
                      <a:pt x="1815" y="351"/>
                      <a:pt x="1815" y="348"/>
                      <a:pt x="1818" y="348"/>
                    </a:cubicBezTo>
                    <a:cubicBezTo>
                      <a:pt x="1821" y="345"/>
                      <a:pt x="1821" y="348"/>
                      <a:pt x="1824" y="345"/>
                    </a:cubicBezTo>
                    <a:cubicBezTo>
                      <a:pt x="1827" y="345"/>
                      <a:pt x="1824" y="348"/>
                      <a:pt x="1821" y="351"/>
                    </a:cubicBezTo>
                    <a:cubicBezTo>
                      <a:pt x="1821" y="354"/>
                      <a:pt x="1827" y="357"/>
                      <a:pt x="1827" y="360"/>
                    </a:cubicBezTo>
                    <a:cubicBezTo>
                      <a:pt x="1827" y="363"/>
                      <a:pt x="1833" y="363"/>
                      <a:pt x="1839" y="360"/>
                    </a:cubicBezTo>
                    <a:cubicBezTo>
                      <a:pt x="1842" y="357"/>
                      <a:pt x="1854" y="363"/>
                      <a:pt x="1854" y="366"/>
                    </a:cubicBezTo>
                    <a:cubicBezTo>
                      <a:pt x="1857" y="369"/>
                      <a:pt x="1857" y="372"/>
                      <a:pt x="1863" y="375"/>
                    </a:cubicBezTo>
                    <a:cubicBezTo>
                      <a:pt x="1869" y="378"/>
                      <a:pt x="1875" y="378"/>
                      <a:pt x="1875" y="381"/>
                    </a:cubicBezTo>
                    <a:cubicBezTo>
                      <a:pt x="1875" y="381"/>
                      <a:pt x="1878" y="384"/>
                      <a:pt x="1881" y="384"/>
                    </a:cubicBezTo>
                    <a:cubicBezTo>
                      <a:pt x="1884" y="381"/>
                      <a:pt x="1884" y="387"/>
                      <a:pt x="1887" y="384"/>
                    </a:cubicBezTo>
                    <a:cubicBezTo>
                      <a:pt x="1890" y="381"/>
                      <a:pt x="1890" y="384"/>
                      <a:pt x="1893" y="381"/>
                    </a:cubicBezTo>
                    <a:cubicBezTo>
                      <a:pt x="1896" y="381"/>
                      <a:pt x="1887" y="378"/>
                      <a:pt x="1890" y="375"/>
                    </a:cubicBezTo>
                    <a:cubicBezTo>
                      <a:pt x="1893" y="378"/>
                      <a:pt x="1893" y="378"/>
                      <a:pt x="1893" y="378"/>
                    </a:cubicBezTo>
                    <a:cubicBezTo>
                      <a:pt x="1896" y="378"/>
                      <a:pt x="1893" y="372"/>
                      <a:pt x="1896" y="372"/>
                    </a:cubicBezTo>
                    <a:cubicBezTo>
                      <a:pt x="1896" y="372"/>
                      <a:pt x="1896" y="360"/>
                      <a:pt x="1893" y="360"/>
                    </a:cubicBezTo>
                    <a:cubicBezTo>
                      <a:pt x="1893" y="360"/>
                      <a:pt x="1893" y="357"/>
                      <a:pt x="1896" y="360"/>
                    </a:cubicBezTo>
                    <a:cubicBezTo>
                      <a:pt x="1902" y="363"/>
                      <a:pt x="1908" y="363"/>
                      <a:pt x="1911" y="363"/>
                    </a:cubicBezTo>
                    <a:cubicBezTo>
                      <a:pt x="1914" y="363"/>
                      <a:pt x="1911" y="360"/>
                      <a:pt x="1908" y="360"/>
                    </a:cubicBezTo>
                    <a:cubicBezTo>
                      <a:pt x="1905" y="357"/>
                      <a:pt x="1908" y="357"/>
                      <a:pt x="1911" y="357"/>
                    </a:cubicBezTo>
                    <a:cubicBezTo>
                      <a:pt x="1911" y="360"/>
                      <a:pt x="1914" y="360"/>
                      <a:pt x="1917" y="360"/>
                    </a:cubicBezTo>
                    <a:cubicBezTo>
                      <a:pt x="1917" y="357"/>
                      <a:pt x="1917" y="351"/>
                      <a:pt x="1923" y="351"/>
                    </a:cubicBezTo>
                    <a:cubicBezTo>
                      <a:pt x="1926" y="354"/>
                      <a:pt x="1926" y="351"/>
                      <a:pt x="1923" y="348"/>
                    </a:cubicBezTo>
                    <a:close/>
                    <a:moveTo>
                      <a:pt x="993" y="567"/>
                    </a:moveTo>
                    <a:cubicBezTo>
                      <a:pt x="984" y="576"/>
                      <a:pt x="966" y="579"/>
                      <a:pt x="966" y="585"/>
                    </a:cubicBezTo>
                    <a:cubicBezTo>
                      <a:pt x="966" y="594"/>
                      <a:pt x="942" y="597"/>
                      <a:pt x="939" y="594"/>
                    </a:cubicBezTo>
                    <a:cubicBezTo>
                      <a:pt x="939" y="591"/>
                      <a:pt x="957" y="591"/>
                      <a:pt x="960" y="579"/>
                    </a:cubicBezTo>
                    <a:cubicBezTo>
                      <a:pt x="966" y="570"/>
                      <a:pt x="984" y="564"/>
                      <a:pt x="990" y="552"/>
                    </a:cubicBezTo>
                    <a:cubicBezTo>
                      <a:pt x="996" y="543"/>
                      <a:pt x="1002" y="528"/>
                      <a:pt x="1005" y="528"/>
                    </a:cubicBezTo>
                    <a:cubicBezTo>
                      <a:pt x="1008" y="528"/>
                      <a:pt x="1002" y="561"/>
                      <a:pt x="993" y="567"/>
                    </a:cubicBezTo>
                    <a:close/>
                    <a:moveTo>
                      <a:pt x="1035" y="177"/>
                    </a:moveTo>
                    <a:cubicBezTo>
                      <a:pt x="1035" y="180"/>
                      <a:pt x="1026" y="180"/>
                      <a:pt x="1029" y="183"/>
                    </a:cubicBezTo>
                    <a:cubicBezTo>
                      <a:pt x="1032" y="186"/>
                      <a:pt x="1050" y="183"/>
                      <a:pt x="1050" y="180"/>
                    </a:cubicBezTo>
                    <a:cubicBezTo>
                      <a:pt x="1050" y="174"/>
                      <a:pt x="1038" y="174"/>
                      <a:pt x="1035" y="177"/>
                    </a:cubicBezTo>
                    <a:close/>
                    <a:moveTo>
                      <a:pt x="339" y="24"/>
                    </a:moveTo>
                    <a:cubicBezTo>
                      <a:pt x="345" y="27"/>
                      <a:pt x="327" y="27"/>
                      <a:pt x="324" y="30"/>
                    </a:cubicBezTo>
                    <a:cubicBezTo>
                      <a:pt x="324" y="33"/>
                      <a:pt x="312" y="30"/>
                      <a:pt x="315" y="36"/>
                    </a:cubicBezTo>
                    <a:cubicBezTo>
                      <a:pt x="315" y="39"/>
                      <a:pt x="333" y="39"/>
                      <a:pt x="333" y="36"/>
                    </a:cubicBezTo>
                    <a:cubicBezTo>
                      <a:pt x="333" y="33"/>
                      <a:pt x="342" y="36"/>
                      <a:pt x="342" y="33"/>
                    </a:cubicBezTo>
                    <a:cubicBezTo>
                      <a:pt x="342" y="30"/>
                      <a:pt x="345" y="27"/>
                      <a:pt x="354" y="27"/>
                    </a:cubicBezTo>
                    <a:cubicBezTo>
                      <a:pt x="366" y="24"/>
                      <a:pt x="366" y="21"/>
                      <a:pt x="357" y="18"/>
                    </a:cubicBezTo>
                    <a:cubicBezTo>
                      <a:pt x="348" y="15"/>
                      <a:pt x="336" y="21"/>
                      <a:pt x="339" y="24"/>
                    </a:cubicBezTo>
                    <a:close/>
                    <a:moveTo>
                      <a:pt x="384" y="204"/>
                    </a:moveTo>
                    <a:cubicBezTo>
                      <a:pt x="384" y="207"/>
                      <a:pt x="384" y="210"/>
                      <a:pt x="378" y="210"/>
                    </a:cubicBezTo>
                    <a:cubicBezTo>
                      <a:pt x="369" y="210"/>
                      <a:pt x="381" y="213"/>
                      <a:pt x="381" y="216"/>
                    </a:cubicBezTo>
                    <a:cubicBezTo>
                      <a:pt x="381" y="219"/>
                      <a:pt x="375" y="219"/>
                      <a:pt x="375" y="222"/>
                    </a:cubicBezTo>
                    <a:cubicBezTo>
                      <a:pt x="372" y="228"/>
                      <a:pt x="360" y="222"/>
                      <a:pt x="360" y="231"/>
                    </a:cubicBezTo>
                    <a:cubicBezTo>
                      <a:pt x="357" y="237"/>
                      <a:pt x="366" y="237"/>
                      <a:pt x="372" y="237"/>
                    </a:cubicBezTo>
                    <a:cubicBezTo>
                      <a:pt x="375" y="237"/>
                      <a:pt x="369" y="243"/>
                      <a:pt x="372" y="246"/>
                    </a:cubicBezTo>
                    <a:cubicBezTo>
                      <a:pt x="378" y="249"/>
                      <a:pt x="381" y="249"/>
                      <a:pt x="378" y="243"/>
                    </a:cubicBezTo>
                    <a:cubicBezTo>
                      <a:pt x="375" y="237"/>
                      <a:pt x="390" y="243"/>
                      <a:pt x="387" y="249"/>
                    </a:cubicBezTo>
                    <a:cubicBezTo>
                      <a:pt x="381" y="252"/>
                      <a:pt x="393" y="255"/>
                      <a:pt x="402" y="255"/>
                    </a:cubicBezTo>
                    <a:cubicBezTo>
                      <a:pt x="408" y="258"/>
                      <a:pt x="429" y="261"/>
                      <a:pt x="429" y="255"/>
                    </a:cubicBezTo>
                    <a:cubicBezTo>
                      <a:pt x="429" y="252"/>
                      <a:pt x="423" y="249"/>
                      <a:pt x="414" y="243"/>
                    </a:cubicBezTo>
                    <a:cubicBezTo>
                      <a:pt x="408" y="234"/>
                      <a:pt x="402" y="222"/>
                      <a:pt x="411" y="219"/>
                    </a:cubicBezTo>
                    <a:cubicBezTo>
                      <a:pt x="420" y="213"/>
                      <a:pt x="411" y="210"/>
                      <a:pt x="420" y="204"/>
                    </a:cubicBezTo>
                    <a:cubicBezTo>
                      <a:pt x="429" y="201"/>
                      <a:pt x="423" y="195"/>
                      <a:pt x="429" y="195"/>
                    </a:cubicBezTo>
                    <a:cubicBezTo>
                      <a:pt x="435" y="192"/>
                      <a:pt x="429" y="186"/>
                      <a:pt x="435" y="186"/>
                    </a:cubicBezTo>
                    <a:cubicBezTo>
                      <a:pt x="441" y="186"/>
                      <a:pt x="444" y="177"/>
                      <a:pt x="444" y="174"/>
                    </a:cubicBezTo>
                    <a:cubicBezTo>
                      <a:pt x="441" y="171"/>
                      <a:pt x="450" y="174"/>
                      <a:pt x="453" y="171"/>
                    </a:cubicBezTo>
                    <a:cubicBezTo>
                      <a:pt x="456" y="168"/>
                      <a:pt x="465" y="171"/>
                      <a:pt x="468" y="165"/>
                    </a:cubicBezTo>
                    <a:cubicBezTo>
                      <a:pt x="471" y="159"/>
                      <a:pt x="510" y="147"/>
                      <a:pt x="531" y="141"/>
                    </a:cubicBezTo>
                    <a:cubicBezTo>
                      <a:pt x="552" y="135"/>
                      <a:pt x="567" y="126"/>
                      <a:pt x="561" y="120"/>
                    </a:cubicBezTo>
                    <a:cubicBezTo>
                      <a:pt x="552" y="114"/>
                      <a:pt x="531" y="123"/>
                      <a:pt x="525" y="126"/>
                    </a:cubicBezTo>
                    <a:cubicBezTo>
                      <a:pt x="519" y="132"/>
                      <a:pt x="513" y="129"/>
                      <a:pt x="507" y="132"/>
                    </a:cubicBezTo>
                    <a:cubicBezTo>
                      <a:pt x="501" y="135"/>
                      <a:pt x="489" y="138"/>
                      <a:pt x="486" y="135"/>
                    </a:cubicBezTo>
                    <a:cubicBezTo>
                      <a:pt x="480" y="129"/>
                      <a:pt x="471" y="138"/>
                      <a:pt x="468" y="138"/>
                    </a:cubicBezTo>
                    <a:cubicBezTo>
                      <a:pt x="465" y="138"/>
                      <a:pt x="459" y="141"/>
                      <a:pt x="453" y="141"/>
                    </a:cubicBezTo>
                    <a:cubicBezTo>
                      <a:pt x="450" y="141"/>
                      <a:pt x="441" y="144"/>
                      <a:pt x="438" y="147"/>
                    </a:cubicBezTo>
                    <a:cubicBezTo>
                      <a:pt x="438" y="150"/>
                      <a:pt x="432" y="150"/>
                      <a:pt x="432" y="153"/>
                    </a:cubicBezTo>
                    <a:cubicBezTo>
                      <a:pt x="432" y="156"/>
                      <a:pt x="423" y="159"/>
                      <a:pt x="420" y="156"/>
                    </a:cubicBezTo>
                    <a:cubicBezTo>
                      <a:pt x="417" y="153"/>
                      <a:pt x="414" y="159"/>
                      <a:pt x="417" y="165"/>
                    </a:cubicBezTo>
                    <a:cubicBezTo>
                      <a:pt x="423" y="168"/>
                      <a:pt x="411" y="168"/>
                      <a:pt x="411" y="171"/>
                    </a:cubicBezTo>
                    <a:cubicBezTo>
                      <a:pt x="414" y="174"/>
                      <a:pt x="408" y="177"/>
                      <a:pt x="408" y="180"/>
                    </a:cubicBezTo>
                    <a:cubicBezTo>
                      <a:pt x="411" y="183"/>
                      <a:pt x="405" y="183"/>
                      <a:pt x="399" y="183"/>
                    </a:cubicBezTo>
                    <a:cubicBezTo>
                      <a:pt x="393" y="186"/>
                      <a:pt x="390" y="192"/>
                      <a:pt x="399" y="192"/>
                    </a:cubicBezTo>
                    <a:cubicBezTo>
                      <a:pt x="405" y="192"/>
                      <a:pt x="393" y="192"/>
                      <a:pt x="396" y="198"/>
                    </a:cubicBezTo>
                    <a:cubicBezTo>
                      <a:pt x="396" y="204"/>
                      <a:pt x="384" y="201"/>
                      <a:pt x="384" y="204"/>
                    </a:cubicBezTo>
                    <a:close/>
                    <a:moveTo>
                      <a:pt x="429" y="30"/>
                    </a:moveTo>
                    <a:cubicBezTo>
                      <a:pt x="432" y="33"/>
                      <a:pt x="429" y="33"/>
                      <a:pt x="423" y="33"/>
                    </a:cubicBezTo>
                    <a:cubicBezTo>
                      <a:pt x="414" y="33"/>
                      <a:pt x="411" y="36"/>
                      <a:pt x="414" y="39"/>
                    </a:cubicBezTo>
                    <a:cubicBezTo>
                      <a:pt x="420" y="42"/>
                      <a:pt x="438" y="42"/>
                      <a:pt x="441" y="39"/>
                    </a:cubicBezTo>
                    <a:cubicBezTo>
                      <a:pt x="444" y="33"/>
                      <a:pt x="450" y="36"/>
                      <a:pt x="453" y="33"/>
                    </a:cubicBezTo>
                    <a:cubicBezTo>
                      <a:pt x="453" y="30"/>
                      <a:pt x="429" y="27"/>
                      <a:pt x="429" y="30"/>
                    </a:cubicBezTo>
                    <a:close/>
                    <a:moveTo>
                      <a:pt x="429" y="12"/>
                    </a:moveTo>
                    <a:cubicBezTo>
                      <a:pt x="438" y="12"/>
                      <a:pt x="435" y="6"/>
                      <a:pt x="441" y="9"/>
                    </a:cubicBezTo>
                    <a:cubicBezTo>
                      <a:pt x="444" y="9"/>
                      <a:pt x="453" y="9"/>
                      <a:pt x="450" y="6"/>
                    </a:cubicBezTo>
                    <a:cubicBezTo>
                      <a:pt x="447" y="0"/>
                      <a:pt x="426" y="3"/>
                      <a:pt x="429" y="6"/>
                    </a:cubicBezTo>
                    <a:cubicBezTo>
                      <a:pt x="432" y="9"/>
                      <a:pt x="414" y="6"/>
                      <a:pt x="414" y="9"/>
                    </a:cubicBezTo>
                    <a:cubicBezTo>
                      <a:pt x="414" y="9"/>
                      <a:pt x="420" y="12"/>
                      <a:pt x="429" y="12"/>
                    </a:cubicBezTo>
                    <a:close/>
                    <a:moveTo>
                      <a:pt x="486" y="24"/>
                    </a:moveTo>
                    <a:cubicBezTo>
                      <a:pt x="489" y="21"/>
                      <a:pt x="483" y="21"/>
                      <a:pt x="483" y="18"/>
                    </a:cubicBezTo>
                    <a:cubicBezTo>
                      <a:pt x="483" y="15"/>
                      <a:pt x="462" y="15"/>
                      <a:pt x="465" y="18"/>
                    </a:cubicBezTo>
                    <a:cubicBezTo>
                      <a:pt x="465" y="21"/>
                      <a:pt x="450" y="24"/>
                      <a:pt x="456" y="27"/>
                    </a:cubicBezTo>
                    <a:cubicBezTo>
                      <a:pt x="462" y="33"/>
                      <a:pt x="486" y="27"/>
                      <a:pt x="486" y="24"/>
                    </a:cubicBezTo>
                    <a:close/>
                    <a:moveTo>
                      <a:pt x="387" y="33"/>
                    </a:moveTo>
                    <a:cubicBezTo>
                      <a:pt x="387" y="30"/>
                      <a:pt x="369" y="36"/>
                      <a:pt x="372" y="36"/>
                    </a:cubicBezTo>
                    <a:cubicBezTo>
                      <a:pt x="375" y="36"/>
                      <a:pt x="387" y="39"/>
                      <a:pt x="387" y="33"/>
                    </a:cubicBezTo>
                    <a:close/>
                    <a:moveTo>
                      <a:pt x="435" y="18"/>
                    </a:moveTo>
                    <a:cubicBezTo>
                      <a:pt x="435" y="12"/>
                      <a:pt x="423" y="18"/>
                      <a:pt x="414" y="12"/>
                    </a:cubicBezTo>
                    <a:cubicBezTo>
                      <a:pt x="405" y="9"/>
                      <a:pt x="402" y="9"/>
                      <a:pt x="408" y="15"/>
                    </a:cubicBezTo>
                    <a:cubicBezTo>
                      <a:pt x="411" y="18"/>
                      <a:pt x="393" y="18"/>
                      <a:pt x="396" y="21"/>
                    </a:cubicBezTo>
                    <a:cubicBezTo>
                      <a:pt x="402" y="27"/>
                      <a:pt x="432" y="24"/>
                      <a:pt x="435" y="18"/>
                    </a:cubicBezTo>
                    <a:close/>
                  </a:path>
                </a:pathLst>
              </a:custGeom>
              <a:grpFill/>
              <a:ln w="63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6" name="Freeform 166">
                <a:extLst>
                  <a:ext uri="{FF2B5EF4-FFF2-40B4-BE49-F238E27FC236}">
                    <a16:creationId xmlns:a16="http://schemas.microsoft.com/office/drawing/2014/main" id="{810B8A56-BE8A-EB90-EE41-D1E4EB6DC9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3139" y="878129"/>
                <a:ext cx="3689008" cy="1420720"/>
              </a:xfrm>
              <a:custGeom>
                <a:avLst/>
                <a:gdLst>
                  <a:gd name="T0" fmla="*/ 960 w 1926"/>
                  <a:gd name="T1" fmla="*/ 78 h 741"/>
                  <a:gd name="T2" fmla="*/ 897 w 1926"/>
                  <a:gd name="T3" fmla="*/ 51 h 741"/>
                  <a:gd name="T4" fmla="*/ 822 w 1926"/>
                  <a:gd name="T5" fmla="*/ 30 h 741"/>
                  <a:gd name="T6" fmla="*/ 1794 w 1926"/>
                  <a:gd name="T7" fmla="*/ 255 h 741"/>
                  <a:gd name="T8" fmla="*/ 1377 w 1926"/>
                  <a:gd name="T9" fmla="*/ 153 h 741"/>
                  <a:gd name="T10" fmla="*/ 1365 w 1926"/>
                  <a:gd name="T11" fmla="*/ 183 h 741"/>
                  <a:gd name="T12" fmla="*/ 1377 w 1926"/>
                  <a:gd name="T13" fmla="*/ 600 h 741"/>
                  <a:gd name="T14" fmla="*/ 1923 w 1926"/>
                  <a:gd name="T15" fmla="*/ 348 h 741"/>
                  <a:gd name="T16" fmla="*/ 1737 w 1926"/>
                  <a:gd name="T17" fmla="*/ 276 h 741"/>
                  <a:gd name="T18" fmla="*/ 1593 w 1926"/>
                  <a:gd name="T19" fmla="*/ 282 h 741"/>
                  <a:gd name="T20" fmla="*/ 1410 w 1926"/>
                  <a:gd name="T21" fmla="*/ 234 h 741"/>
                  <a:gd name="T22" fmla="*/ 1332 w 1926"/>
                  <a:gd name="T23" fmla="*/ 240 h 741"/>
                  <a:gd name="T24" fmla="*/ 1230 w 1926"/>
                  <a:gd name="T25" fmla="*/ 222 h 741"/>
                  <a:gd name="T26" fmla="*/ 1122 w 1926"/>
                  <a:gd name="T27" fmla="*/ 207 h 741"/>
                  <a:gd name="T28" fmla="*/ 963 w 1926"/>
                  <a:gd name="T29" fmla="*/ 210 h 741"/>
                  <a:gd name="T30" fmla="*/ 1041 w 1926"/>
                  <a:gd name="T31" fmla="*/ 126 h 741"/>
                  <a:gd name="T32" fmla="*/ 927 w 1926"/>
                  <a:gd name="T33" fmla="*/ 102 h 741"/>
                  <a:gd name="T34" fmla="*/ 825 w 1926"/>
                  <a:gd name="T35" fmla="*/ 141 h 741"/>
                  <a:gd name="T36" fmla="*/ 762 w 1926"/>
                  <a:gd name="T37" fmla="*/ 180 h 741"/>
                  <a:gd name="T38" fmla="*/ 663 w 1926"/>
                  <a:gd name="T39" fmla="*/ 219 h 741"/>
                  <a:gd name="T40" fmla="*/ 627 w 1926"/>
                  <a:gd name="T41" fmla="*/ 228 h 741"/>
                  <a:gd name="T42" fmla="*/ 651 w 1926"/>
                  <a:gd name="T43" fmla="*/ 297 h 741"/>
                  <a:gd name="T44" fmla="*/ 591 w 1926"/>
                  <a:gd name="T45" fmla="*/ 333 h 741"/>
                  <a:gd name="T46" fmla="*/ 594 w 1926"/>
                  <a:gd name="T47" fmla="*/ 210 h 741"/>
                  <a:gd name="T48" fmla="*/ 525 w 1926"/>
                  <a:gd name="T49" fmla="*/ 288 h 741"/>
                  <a:gd name="T50" fmla="*/ 429 w 1926"/>
                  <a:gd name="T51" fmla="*/ 300 h 741"/>
                  <a:gd name="T52" fmla="*/ 291 w 1926"/>
                  <a:gd name="T53" fmla="*/ 324 h 741"/>
                  <a:gd name="T54" fmla="*/ 258 w 1926"/>
                  <a:gd name="T55" fmla="*/ 339 h 741"/>
                  <a:gd name="T56" fmla="*/ 177 w 1926"/>
                  <a:gd name="T57" fmla="*/ 378 h 741"/>
                  <a:gd name="T58" fmla="*/ 237 w 1926"/>
                  <a:gd name="T59" fmla="*/ 312 h 741"/>
                  <a:gd name="T60" fmla="*/ 114 w 1926"/>
                  <a:gd name="T61" fmla="*/ 282 h 741"/>
                  <a:gd name="T62" fmla="*/ 123 w 1926"/>
                  <a:gd name="T63" fmla="*/ 381 h 741"/>
                  <a:gd name="T64" fmla="*/ 87 w 1926"/>
                  <a:gd name="T65" fmla="*/ 483 h 741"/>
                  <a:gd name="T66" fmla="*/ 147 w 1926"/>
                  <a:gd name="T67" fmla="*/ 561 h 741"/>
                  <a:gd name="T68" fmla="*/ 198 w 1926"/>
                  <a:gd name="T69" fmla="*/ 609 h 741"/>
                  <a:gd name="T70" fmla="*/ 210 w 1926"/>
                  <a:gd name="T71" fmla="*/ 669 h 741"/>
                  <a:gd name="T72" fmla="*/ 306 w 1926"/>
                  <a:gd name="T73" fmla="*/ 732 h 741"/>
                  <a:gd name="T74" fmla="*/ 306 w 1926"/>
                  <a:gd name="T75" fmla="*/ 630 h 741"/>
                  <a:gd name="T76" fmla="*/ 396 w 1926"/>
                  <a:gd name="T77" fmla="*/ 603 h 741"/>
                  <a:gd name="T78" fmla="*/ 471 w 1926"/>
                  <a:gd name="T79" fmla="*/ 570 h 741"/>
                  <a:gd name="T80" fmla="*/ 597 w 1926"/>
                  <a:gd name="T81" fmla="*/ 552 h 741"/>
                  <a:gd name="T82" fmla="*/ 711 w 1926"/>
                  <a:gd name="T83" fmla="*/ 606 h 741"/>
                  <a:gd name="T84" fmla="*/ 819 w 1926"/>
                  <a:gd name="T85" fmla="*/ 606 h 741"/>
                  <a:gd name="T86" fmla="*/ 921 w 1926"/>
                  <a:gd name="T87" fmla="*/ 597 h 741"/>
                  <a:gd name="T88" fmla="*/ 1068 w 1926"/>
                  <a:gd name="T89" fmla="*/ 615 h 741"/>
                  <a:gd name="T90" fmla="*/ 1191 w 1926"/>
                  <a:gd name="T91" fmla="*/ 579 h 741"/>
                  <a:gd name="T92" fmla="*/ 1275 w 1926"/>
                  <a:gd name="T93" fmla="*/ 678 h 741"/>
                  <a:gd name="T94" fmla="*/ 1359 w 1926"/>
                  <a:gd name="T95" fmla="*/ 597 h 741"/>
                  <a:gd name="T96" fmla="*/ 1314 w 1926"/>
                  <a:gd name="T97" fmla="*/ 546 h 741"/>
                  <a:gd name="T98" fmla="*/ 1470 w 1926"/>
                  <a:gd name="T99" fmla="*/ 465 h 741"/>
                  <a:gd name="T100" fmla="*/ 1575 w 1926"/>
                  <a:gd name="T101" fmla="*/ 429 h 741"/>
                  <a:gd name="T102" fmla="*/ 1593 w 1926"/>
                  <a:gd name="T103" fmla="*/ 462 h 741"/>
                  <a:gd name="T104" fmla="*/ 1587 w 1926"/>
                  <a:gd name="T105" fmla="*/ 549 h 741"/>
                  <a:gd name="T106" fmla="*/ 1650 w 1926"/>
                  <a:gd name="T107" fmla="*/ 459 h 741"/>
                  <a:gd name="T108" fmla="*/ 1785 w 1926"/>
                  <a:gd name="T109" fmla="*/ 384 h 741"/>
                  <a:gd name="T110" fmla="*/ 1839 w 1926"/>
                  <a:gd name="T111" fmla="*/ 360 h 741"/>
                  <a:gd name="T112" fmla="*/ 1917 w 1926"/>
                  <a:gd name="T113" fmla="*/ 360 h 741"/>
                  <a:gd name="T114" fmla="*/ 324 w 1926"/>
                  <a:gd name="T115" fmla="*/ 30 h 741"/>
                  <a:gd name="T116" fmla="*/ 387 w 1926"/>
                  <a:gd name="T117" fmla="*/ 249 h 741"/>
                  <a:gd name="T118" fmla="*/ 486 w 1926"/>
                  <a:gd name="T119" fmla="*/ 135 h 741"/>
                  <a:gd name="T120" fmla="*/ 414 w 1926"/>
                  <a:gd name="T121" fmla="*/ 39 h 741"/>
                  <a:gd name="T122" fmla="*/ 387 w 1926"/>
                  <a:gd name="T123" fmla="*/ 33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26" h="741">
                    <a:moveTo>
                      <a:pt x="30" y="534"/>
                    </a:moveTo>
                    <a:cubicBezTo>
                      <a:pt x="27" y="537"/>
                      <a:pt x="24" y="534"/>
                      <a:pt x="24" y="534"/>
                    </a:cubicBezTo>
                    <a:cubicBezTo>
                      <a:pt x="21" y="531"/>
                      <a:pt x="18" y="531"/>
                      <a:pt x="15" y="531"/>
                    </a:cubicBezTo>
                    <a:cubicBezTo>
                      <a:pt x="15" y="534"/>
                      <a:pt x="18" y="534"/>
                      <a:pt x="18" y="534"/>
                    </a:cubicBezTo>
                    <a:cubicBezTo>
                      <a:pt x="18" y="537"/>
                      <a:pt x="12" y="537"/>
                      <a:pt x="15" y="540"/>
                    </a:cubicBezTo>
                    <a:cubicBezTo>
                      <a:pt x="15" y="543"/>
                      <a:pt x="9" y="543"/>
                      <a:pt x="9" y="540"/>
                    </a:cubicBezTo>
                    <a:cubicBezTo>
                      <a:pt x="9" y="537"/>
                      <a:pt x="0" y="537"/>
                      <a:pt x="0" y="540"/>
                    </a:cubicBezTo>
                    <a:cubicBezTo>
                      <a:pt x="0" y="543"/>
                      <a:pt x="0" y="543"/>
                      <a:pt x="0" y="543"/>
                    </a:cubicBezTo>
                    <a:cubicBezTo>
                      <a:pt x="3" y="543"/>
                      <a:pt x="6" y="546"/>
                      <a:pt x="6" y="546"/>
                    </a:cubicBezTo>
                    <a:cubicBezTo>
                      <a:pt x="6" y="546"/>
                      <a:pt x="27" y="549"/>
                      <a:pt x="36" y="546"/>
                    </a:cubicBezTo>
                    <a:cubicBezTo>
                      <a:pt x="36" y="540"/>
                      <a:pt x="36" y="540"/>
                      <a:pt x="36" y="540"/>
                    </a:cubicBezTo>
                    <a:cubicBezTo>
                      <a:pt x="36" y="537"/>
                      <a:pt x="30" y="534"/>
                      <a:pt x="30" y="534"/>
                    </a:cubicBezTo>
                    <a:close/>
                    <a:moveTo>
                      <a:pt x="891" y="93"/>
                    </a:moveTo>
                    <a:cubicBezTo>
                      <a:pt x="897" y="96"/>
                      <a:pt x="912" y="90"/>
                      <a:pt x="921" y="90"/>
                    </a:cubicBezTo>
                    <a:cubicBezTo>
                      <a:pt x="930" y="90"/>
                      <a:pt x="960" y="84"/>
                      <a:pt x="960" y="78"/>
                    </a:cubicBezTo>
                    <a:cubicBezTo>
                      <a:pt x="960" y="72"/>
                      <a:pt x="951" y="72"/>
                      <a:pt x="945" y="69"/>
                    </a:cubicBezTo>
                    <a:cubicBezTo>
                      <a:pt x="942" y="63"/>
                      <a:pt x="933" y="66"/>
                      <a:pt x="930" y="72"/>
                    </a:cubicBezTo>
                    <a:cubicBezTo>
                      <a:pt x="927" y="75"/>
                      <a:pt x="924" y="72"/>
                      <a:pt x="930" y="66"/>
                    </a:cubicBezTo>
                    <a:cubicBezTo>
                      <a:pt x="936" y="60"/>
                      <a:pt x="924" y="54"/>
                      <a:pt x="924" y="57"/>
                    </a:cubicBezTo>
                    <a:cubicBezTo>
                      <a:pt x="924" y="63"/>
                      <a:pt x="912" y="57"/>
                      <a:pt x="912" y="63"/>
                    </a:cubicBezTo>
                    <a:cubicBezTo>
                      <a:pt x="912" y="66"/>
                      <a:pt x="909" y="66"/>
                      <a:pt x="909" y="72"/>
                    </a:cubicBezTo>
                    <a:cubicBezTo>
                      <a:pt x="909" y="75"/>
                      <a:pt x="900" y="69"/>
                      <a:pt x="900" y="78"/>
                    </a:cubicBezTo>
                    <a:cubicBezTo>
                      <a:pt x="900" y="87"/>
                      <a:pt x="888" y="90"/>
                      <a:pt x="891" y="93"/>
                    </a:cubicBezTo>
                    <a:close/>
                    <a:moveTo>
                      <a:pt x="840" y="45"/>
                    </a:moveTo>
                    <a:cubicBezTo>
                      <a:pt x="840" y="51"/>
                      <a:pt x="828" y="54"/>
                      <a:pt x="831" y="57"/>
                    </a:cubicBezTo>
                    <a:cubicBezTo>
                      <a:pt x="834" y="60"/>
                      <a:pt x="837" y="57"/>
                      <a:pt x="840" y="60"/>
                    </a:cubicBezTo>
                    <a:cubicBezTo>
                      <a:pt x="843" y="60"/>
                      <a:pt x="846" y="69"/>
                      <a:pt x="852" y="66"/>
                    </a:cubicBezTo>
                    <a:cubicBezTo>
                      <a:pt x="858" y="66"/>
                      <a:pt x="873" y="72"/>
                      <a:pt x="885" y="72"/>
                    </a:cubicBezTo>
                    <a:cubicBezTo>
                      <a:pt x="894" y="72"/>
                      <a:pt x="894" y="66"/>
                      <a:pt x="891" y="66"/>
                    </a:cubicBezTo>
                    <a:cubicBezTo>
                      <a:pt x="888" y="63"/>
                      <a:pt x="891" y="60"/>
                      <a:pt x="897" y="51"/>
                    </a:cubicBezTo>
                    <a:cubicBezTo>
                      <a:pt x="903" y="45"/>
                      <a:pt x="879" y="39"/>
                      <a:pt x="879" y="45"/>
                    </a:cubicBezTo>
                    <a:cubicBezTo>
                      <a:pt x="879" y="51"/>
                      <a:pt x="873" y="42"/>
                      <a:pt x="870" y="39"/>
                    </a:cubicBezTo>
                    <a:cubicBezTo>
                      <a:pt x="870" y="36"/>
                      <a:pt x="840" y="42"/>
                      <a:pt x="840" y="45"/>
                    </a:cubicBezTo>
                    <a:close/>
                    <a:moveTo>
                      <a:pt x="822" y="36"/>
                    </a:moveTo>
                    <a:cubicBezTo>
                      <a:pt x="828" y="39"/>
                      <a:pt x="825" y="42"/>
                      <a:pt x="819" y="42"/>
                    </a:cubicBezTo>
                    <a:cubicBezTo>
                      <a:pt x="813" y="42"/>
                      <a:pt x="807" y="42"/>
                      <a:pt x="813" y="45"/>
                    </a:cubicBezTo>
                    <a:cubicBezTo>
                      <a:pt x="816" y="48"/>
                      <a:pt x="816" y="51"/>
                      <a:pt x="822" y="51"/>
                    </a:cubicBezTo>
                    <a:cubicBezTo>
                      <a:pt x="828" y="54"/>
                      <a:pt x="837" y="48"/>
                      <a:pt x="834" y="45"/>
                    </a:cubicBezTo>
                    <a:cubicBezTo>
                      <a:pt x="834" y="39"/>
                      <a:pt x="858" y="36"/>
                      <a:pt x="867" y="36"/>
                    </a:cubicBezTo>
                    <a:cubicBezTo>
                      <a:pt x="873" y="33"/>
                      <a:pt x="861" y="27"/>
                      <a:pt x="870" y="24"/>
                    </a:cubicBezTo>
                    <a:cubicBezTo>
                      <a:pt x="876" y="24"/>
                      <a:pt x="873" y="21"/>
                      <a:pt x="864" y="21"/>
                    </a:cubicBezTo>
                    <a:cubicBezTo>
                      <a:pt x="855" y="18"/>
                      <a:pt x="858" y="12"/>
                      <a:pt x="855" y="9"/>
                    </a:cubicBezTo>
                    <a:cubicBezTo>
                      <a:pt x="852" y="6"/>
                      <a:pt x="852" y="12"/>
                      <a:pt x="840" y="15"/>
                    </a:cubicBezTo>
                    <a:cubicBezTo>
                      <a:pt x="828" y="15"/>
                      <a:pt x="822" y="18"/>
                      <a:pt x="828" y="21"/>
                    </a:cubicBezTo>
                    <a:cubicBezTo>
                      <a:pt x="831" y="24"/>
                      <a:pt x="828" y="30"/>
                      <a:pt x="822" y="30"/>
                    </a:cubicBezTo>
                    <a:cubicBezTo>
                      <a:pt x="816" y="30"/>
                      <a:pt x="816" y="33"/>
                      <a:pt x="822" y="36"/>
                    </a:cubicBezTo>
                    <a:close/>
                    <a:moveTo>
                      <a:pt x="672" y="213"/>
                    </a:moveTo>
                    <a:cubicBezTo>
                      <a:pt x="678" y="216"/>
                      <a:pt x="684" y="213"/>
                      <a:pt x="681" y="210"/>
                    </a:cubicBezTo>
                    <a:cubicBezTo>
                      <a:pt x="681" y="204"/>
                      <a:pt x="669" y="210"/>
                      <a:pt x="672" y="213"/>
                    </a:cubicBezTo>
                    <a:close/>
                    <a:moveTo>
                      <a:pt x="813" y="12"/>
                    </a:moveTo>
                    <a:cubicBezTo>
                      <a:pt x="816" y="9"/>
                      <a:pt x="792" y="9"/>
                      <a:pt x="798" y="15"/>
                    </a:cubicBezTo>
                    <a:cubicBezTo>
                      <a:pt x="801" y="18"/>
                      <a:pt x="813" y="18"/>
                      <a:pt x="813" y="12"/>
                    </a:cubicBezTo>
                    <a:close/>
                    <a:moveTo>
                      <a:pt x="1422" y="162"/>
                    </a:moveTo>
                    <a:cubicBezTo>
                      <a:pt x="1431" y="162"/>
                      <a:pt x="1434" y="171"/>
                      <a:pt x="1449" y="171"/>
                    </a:cubicBezTo>
                    <a:cubicBezTo>
                      <a:pt x="1464" y="171"/>
                      <a:pt x="1476" y="168"/>
                      <a:pt x="1476" y="165"/>
                    </a:cubicBezTo>
                    <a:cubicBezTo>
                      <a:pt x="1476" y="162"/>
                      <a:pt x="1464" y="156"/>
                      <a:pt x="1458" y="159"/>
                    </a:cubicBezTo>
                    <a:cubicBezTo>
                      <a:pt x="1455" y="162"/>
                      <a:pt x="1452" y="156"/>
                      <a:pt x="1446" y="156"/>
                    </a:cubicBezTo>
                    <a:cubicBezTo>
                      <a:pt x="1440" y="159"/>
                      <a:pt x="1434" y="159"/>
                      <a:pt x="1431" y="153"/>
                    </a:cubicBezTo>
                    <a:cubicBezTo>
                      <a:pt x="1428" y="150"/>
                      <a:pt x="1419" y="162"/>
                      <a:pt x="1422" y="162"/>
                    </a:cubicBezTo>
                    <a:close/>
                    <a:moveTo>
                      <a:pt x="1794" y="255"/>
                    </a:moveTo>
                    <a:cubicBezTo>
                      <a:pt x="1800" y="258"/>
                      <a:pt x="1806" y="252"/>
                      <a:pt x="1812" y="255"/>
                    </a:cubicBezTo>
                    <a:cubicBezTo>
                      <a:pt x="1815" y="258"/>
                      <a:pt x="1830" y="252"/>
                      <a:pt x="1833" y="252"/>
                    </a:cubicBezTo>
                    <a:cubicBezTo>
                      <a:pt x="1839" y="252"/>
                      <a:pt x="1836" y="243"/>
                      <a:pt x="1821" y="243"/>
                    </a:cubicBezTo>
                    <a:cubicBezTo>
                      <a:pt x="1806" y="240"/>
                      <a:pt x="1788" y="252"/>
                      <a:pt x="1794" y="255"/>
                    </a:cubicBezTo>
                    <a:close/>
                    <a:moveTo>
                      <a:pt x="513" y="21"/>
                    </a:moveTo>
                    <a:cubicBezTo>
                      <a:pt x="525" y="21"/>
                      <a:pt x="525" y="15"/>
                      <a:pt x="516" y="12"/>
                    </a:cubicBezTo>
                    <a:cubicBezTo>
                      <a:pt x="510" y="12"/>
                      <a:pt x="510" y="15"/>
                      <a:pt x="507" y="15"/>
                    </a:cubicBezTo>
                    <a:cubicBezTo>
                      <a:pt x="504" y="15"/>
                      <a:pt x="489" y="18"/>
                      <a:pt x="492" y="21"/>
                    </a:cubicBezTo>
                    <a:cubicBezTo>
                      <a:pt x="495" y="24"/>
                      <a:pt x="504" y="24"/>
                      <a:pt x="513" y="21"/>
                    </a:cubicBezTo>
                    <a:close/>
                    <a:moveTo>
                      <a:pt x="1323" y="162"/>
                    </a:moveTo>
                    <a:cubicBezTo>
                      <a:pt x="1326" y="165"/>
                      <a:pt x="1329" y="168"/>
                      <a:pt x="1332" y="168"/>
                    </a:cubicBezTo>
                    <a:cubicBezTo>
                      <a:pt x="1332" y="171"/>
                      <a:pt x="1344" y="168"/>
                      <a:pt x="1347" y="168"/>
                    </a:cubicBezTo>
                    <a:cubicBezTo>
                      <a:pt x="1350" y="165"/>
                      <a:pt x="1353" y="174"/>
                      <a:pt x="1359" y="168"/>
                    </a:cubicBezTo>
                    <a:cubicBezTo>
                      <a:pt x="1365" y="165"/>
                      <a:pt x="1371" y="168"/>
                      <a:pt x="1377" y="168"/>
                    </a:cubicBezTo>
                    <a:cubicBezTo>
                      <a:pt x="1386" y="168"/>
                      <a:pt x="1377" y="159"/>
                      <a:pt x="1377" y="153"/>
                    </a:cubicBezTo>
                    <a:cubicBezTo>
                      <a:pt x="1377" y="150"/>
                      <a:pt x="1386" y="153"/>
                      <a:pt x="1383" y="156"/>
                    </a:cubicBezTo>
                    <a:cubicBezTo>
                      <a:pt x="1380" y="159"/>
                      <a:pt x="1386" y="168"/>
                      <a:pt x="1398" y="165"/>
                    </a:cubicBezTo>
                    <a:cubicBezTo>
                      <a:pt x="1407" y="165"/>
                      <a:pt x="1401" y="159"/>
                      <a:pt x="1407" y="156"/>
                    </a:cubicBezTo>
                    <a:cubicBezTo>
                      <a:pt x="1410" y="153"/>
                      <a:pt x="1410" y="150"/>
                      <a:pt x="1404" y="147"/>
                    </a:cubicBezTo>
                    <a:cubicBezTo>
                      <a:pt x="1395" y="141"/>
                      <a:pt x="1386" y="144"/>
                      <a:pt x="1377" y="141"/>
                    </a:cubicBezTo>
                    <a:cubicBezTo>
                      <a:pt x="1371" y="138"/>
                      <a:pt x="1362" y="138"/>
                      <a:pt x="1362" y="147"/>
                    </a:cubicBezTo>
                    <a:cubicBezTo>
                      <a:pt x="1362" y="153"/>
                      <a:pt x="1347" y="138"/>
                      <a:pt x="1341" y="135"/>
                    </a:cubicBezTo>
                    <a:cubicBezTo>
                      <a:pt x="1332" y="132"/>
                      <a:pt x="1311" y="156"/>
                      <a:pt x="1323" y="162"/>
                    </a:cubicBezTo>
                    <a:close/>
                    <a:moveTo>
                      <a:pt x="1392" y="204"/>
                    </a:moveTo>
                    <a:cubicBezTo>
                      <a:pt x="1398" y="204"/>
                      <a:pt x="1386" y="192"/>
                      <a:pt x="1377" y="192"/>
                    </a:cubicBezTo>
                    <a:cubicBezTo>
                      <a:pt x="1365" y="189"/>
                      <a:pt x="1356" y="198"/>
                      <a:pt x="1359" y="198"/>
                    </a:cubicBezTo>
                    <a:cubicBezTo>
                      <a:pt x="1362" y="204"/>
                      <a:pt x="1386" y="207"/>
                      <a:pt x="1392" y="204"/>
                    </a:cubicBezTo>
                    <a:close/>
                    <a:moveTo>
                      <a:pt x="1365" y="183"/>
                    </a:moveTo>
                    <a:cubicBezTo>
                      <a:pt x="1365" y="177"/>
                      <a:pt x="1347" y="183"/>
                      <a:pt x="1353" y="186"/>
                    </a:cubicBezTo>
                    <a:cubicBezTo>
                      <a:pt x="1359" y="189"/>
                      <a:pt x="1365" y="189"/>
                      <a:pt x="1365" y="183"/>
                    </a:cubicBezTo>
                    <a:close/>
                    <a:moveTo>
                      <a:pt x="576" y="207"/>
                    </a:moveTo>
                    <a:cubicBezTo>
                      <a:pt x="579" y="207"/>
                      <a:pt x="591" y="207"/>
                      <a:pt x="594" y="204"/>
                    </a:cubicBezTo>
                    <a:cubicBezTo>
                      <a:pt x="594" y="201"/>
                      <a:pt x="588" y="198"/>
                      <a:pt x="582" y="198"/>
                    </a:cubicBezTo>
                    <a:cubicBezTo>
                      <a:pt x="573" y="198"/>
                      <a:pt x="573" y="207"/>
                      <a:pt x="576" y="207"/>
                    </a:cubicBezTo>
                    <a:close/>
                    <a:moveTo>
                      <a:pt x="309" y="27"/>
                    </a:moveTo>
                    <a:cubicBezTo>
                      <a:pt x="318" y="18"/>
                      <a:pt x="327" y="27"/>
                      <a:pt x="327" y="24"/>
                    </a:cubicBezTo>
                    <a:cubicBezTo>
                      <a:pt x="330" y="18"/>
                      <a:pt x="315" y="18"/>
                      <a:pt x="309" y="21"/>
                    </a:cubicBezTo>
                    <a:cubicBezTo>
                      <a:pt x="303" y="24"/>
                      <a:pt x="288" y="21"/>
                      <a:pt x="291" y="27"/>
                    </a:cubicBezTo>
                    <a:cubicBezTo>
                      <a:pt x="291" y="27"/>
                      <a:pt x="300" y="33"/>
                      <a:pt x="309" y="27"/>
                    </a:cubicBezTo>
                    <a:close/>
                    <a:moveTo>
                      <a:pt x="1389" y="591"/>
                    </a:moveTo>
                    <a:cubicBezTo>
                      <a:pt x="1386" y="579"/>
                      <a:pt x="1395" y="570"/>
                      <a:pt x="1386" y="567"/>
                    </a:cubicBezTo>
                    <a:cubicBezTo>
                      <a:pt x="1380" y="561"/>
                      <a:pt x="1383" y="549"/>
                      <a:pt x="1380" y="552"/>
                    </a:cubicBezTo>
                    <a:cubicBezTo>
                      <a:pt x="1377" y="555"/>
                      <a:pt x="1380" y="564"/>
                      <a:pt x="1374" y="564"/>
                    </a:cubicBezTo>
                    <a:cubicBezTo>
                      <a:pt x="1368" y="564"/>
                      <a:pt x="1374" y="570"/>
                      <a:pt x="1371" y="576"/>
                    </a:cubicBezTo>
                    <a:cubicBezTo>
                      <a:pt x="1371" y="582"/>
                      <a:pt x="1374" y="594"/>
                      <a:pt x="1377" y="600"/>
                    </a:cubicBezTo>
                    <a:cubicBezTo>
                      <a:pt x="1380" y="606"/>
                      <a:pt x="1371" y="636"/>
                      <a:pt x="1374" y="642"/>
                    </a:cubicBezTo>
                    <a:cubicBezTo>
                      <a:pt x="1377" y="648"/>
                      <a:pt x="1371" y="672"/>
                      <a:pt x="1374" y="675"/>
                    </a:cubicBezTo>
                    <a:cubicBezTo>
                      <a:pt x="1377" y="678"/>
                      <a:pt x="1374" y="666"/>
                      <a:pt x="1380" y="666"/>
                    </a:cubicBezTo>
                    <a:cubicBezTo>
                      <a:pt x="1386" y="666"/>
                      <a:pt x="1386" y="672"/>
                      <a:pt x="1389" y="675"/>
                    </a:cubicBezTo>
                    <a:cubicBezTo>
                      <a:pt x="1395" y="675"/>
                      <a:pt x="1392" y="663"/>
                      <a:pt x="1389" y="666"/>
                    </a:cubicBezTo>
                    <a:cubicBezTo>
                      <a:pt x="1386" y="666"/>
                      <a:pt x="1383" y="657"/>
                      <a:pt x="1380" y="651"/>
                    </a:cubicBezTo>
                    <a:cubicBezTo>
                      <a:pt x="1380" y="645"/>
                      <a:pt x="1383" y="639"/>
                      <a:pt x="1383" y="633"/>
                    </a:cubicBezTo>
                    <a:cubicBezTo>
                      <a:pt x="1383" y="627"/>
                      <a:pt x="1392" y="627"/>
                      <a:pt x="1398" y="633"/>
                    </a:cubicBezTo>
                    <a:cubicBezTo>
                      <a:pt x="1401" y="636"/>
                      <a:pt x="1404" y="633"/>
                      <a:pt x="1401" y="630"/>
                    </a:cubicBezTo>
                    <a:cubicBezTo>
                      <a:pt x="1398" y="627"/>
                      <a:pt x="1392" y="600"/>
                      <a:pt x="1389" y="591"/>
                    </a:cubicBezTo>
                    <a:close/>
                    <a:moveTo>
                      <a:pt x="327" y="294"/>
                    </a:moveTo>
                    <a:cubicBezTo>
                      <a:pt x="336" y="300"/>
                      <a:pt x="342" y="288"/>
                      <a:pt x="348" y="288"/>
                    </a:cubicBezTo>
                    <a:cubicBezTo>
                      <a:pt x="351" y="288"/>
                      <a:pt x="345" y="282"/>
                      <a:pt x="336" y="282"/>
                    </a:cubicBezTo>
                    <a:cubicBezTo>
                      <a:pt x="330" y="279"/>
                      <a:pt x="318" y="285"/>
                      <a:pt x="327" y="294"/>
                    </a:cubicBezTo>
                    <a:close/>
                    <a:moveTo>
                      <a:pt x="1923" y="348"/>
                    </a:moveTo>
                    <a:cubicBezTo>
                      <a:pt x="1920" y="348"/>
                      <a:pt x="1908" y="342"/>
                      <a:pt x="1905" y="339"/>
                    </a:cubicBezTo>
                    <a:cubicBezTo>
                      <a:pt x="1905" y="333"/>
                      <a:pt x="1890" y="333"/>
                      <a:pt x="1890" y="333"/>
                    </a:cubicBezTo>
                    <a:cubicBezTo>
                      <a:pt x="1890" y="336"/>
                      <a:pt x="1887" y="333"/>
                      <a:pt x="1887" y="330"/>
                    </a:cubicBezTo>
                    <a:cubicBezTo>
                      <a:pt x="1884" y="330"/>
                      <a:pt x="1872" y="330"/>
                      <a:pt x="1872" y="330"/>
                    </a:cubicBezTo>
                    <a:cubicBezTo>
                      <a:pt x="1872" y="333"/>
                      <a:pt x="1875" y="333"/>
                      <a:pt x="1875" y="336"/>
                    </a:cubicBezTo>
                    <a:cubicBezTo>
                      <a:pt x="1878" y="339"/>
                      <a:pt x="1872" y="339"/>
                      <a:pt x="1875" y="342"/>
                    </a:cubicBezTo>
                    <a:cubicBezTo>
                      <a:pt x="1875" y="345"/>
                      <a:pt x="1869" y="342"/>
                      <a:pt x="1866" y="339"/>
                    </a:cubicBezTo>
                    <a:cubicBezTo>
                      <a:pt x="1866" y="339"/>
                      <a:pt x="1866" y="333"/>
                      <a:pt x="1866" y="330"/>
                    </a:cubicBezTo>
                    <a:cubicBezTo>
                      <a:pt x="1866" y="324"/>
                      <a:pt x="1863" y="327"/>
                      <a:pt x="1863" y="324"/>
                    </a:cubicBezTo>
                    <a:cubicBezTo>
                      <a:pt x="1863" y="318"/>
                      <a:pt x="1848" y="312"/>
                      <a:pt x="1842" y="309"/>
                    </a:cubicBezTo>
                    <a:cubicBezTo>
                      <a:pt x="1833" y="306"/>
                      <a:pt x="1827" y="306"/>
                      <a:pt x="1824" y="303"/>
                    </a:cubicBezTo>
                    <a:cubicBezTo>
                      <a:pt x="1821" y="297"/>
                      <a:pt x="1809" y="297"/>
                      <a:pt x="1806" y="294"/>
                    </a:cubicBezTo>
                    <a:cubicBezTo>
                      <a:pt x="1803" y="288"/>
                      <a:pt x="1782" y="282"/>
                      <a:pt x="1776" y="279"/>
                    </a:cubicBezTo>
                    <a:cubicBezTo>
                      <a:pt x="1767" y="279"/>
                      <a:pt x="1767" y="276"/>
                      <a:pt x="1764" y="276"/>
                    </a:cubicBezTo>
                    <a:cubicBezTo>
                      <a:pt x="1761" y="276"/>
                      <a:pt x="1743" y="276"/>
                      <a:pt x="1737" y="276"/>
                    </a:cubicBezTo>
                    <a:cubicBezTo>
                      <a:pt x="1731" y="273"/>
                      <a:pt x="1731" y="279"/>
                      <a:pt x="1728" y="276"/>
                    </a:cubicBezTo>
                    <a:cubicBezTo>
                      <a:pt x="1725" y="276"/>
                      <a:pt x="1704" y="267"/>
                      <a:pt x="1701" y="270"/>
                    </a:cubicBezTo>
                    <a:cubicBezTo>
                      <a:pt x="1698" y="273"/>
                      <a:pt x="1701" y="276"/>
                      <a:pt x="1698" y="279"/>
                    </a:cubicBezTo>
                    <a:cubicBezTo>
                      <a:pt x="1695" y="279"/>
                      <a:pt x="1698" y="282"/>
                      <a:pt x="1704" y="288"/>
                    </a:cubicBezTo>
                    <a:cubicBezTo>
                      <a:pt x="1710" y="291"/>
                      <a:pt x="1704" y="297"/>
                      <a:pt x="1701" y="297"/>
                    </a:cubicBezTo>
                    <a:cubicBezTo>
                      <a:pt x="1695" y="300"/>
                      <a:pt x="1686" y="297"/>
                      <a:pt x="1686" y="291"/>
                    </a:cubicBezTo>
                    <a:cubicBezTo>
                      <a:pt x="1683" y="288"/>
                      <a:pt x="1677" y="291"/>
                      <a:pt x="1674" y="285"/>
                    </a:cubicBezTo>
                    <a:cubicBezTo>
                      <a:pt x="1671" y="279"/>
                      <a:pt x="1677" y="279"/>
                      <a:pt x="1680" y="282"/>
                    </a:cubicBezTo>
                    <a:cubicBezTo>
                      <a:pt x="1683" y="285"/>
                      <a:pt x="1686" y="282"/>
                      <a:pt x="1689" y="279"/>
                    </a:cubicBezTo>
                    <a:cubicBezTo>
                      <a:pt x="1689" y="276"/>
                      <a:pt x="1680" y="273"/>
                      <a:pt x="1674" y="273"/>
                    </a:cubicBezTo>
                    <a:cubicBezTo>
                      <a:pt x="1668" y="273"/>
                      <a:pt x="1665" y="279"/>
                      <a:pt x="1659" y="282"/>
                    </a:cubicBezTo>
                    <a:cubicBezTo>
                      <a:pt x="1656" y="285"/>
                      <a:pt x="1635" y="282"/>
                      <a:pt x="1632" y="279"/>
                    </a:cubicBezTo>
                    <a:cubicBezTo>
                      <a:pt x="1629" y="279"/>
                      <a:pt x="1602" y="279"/>
                      <a:pt x="1599" y="282"/>
                    </a:cubicBezTo>
                    <a:cubicBezTo>
                      <a:pt x="1596" y="285"/>
                      <a:pt x="1596" y="291"/>
                      <a:pt x="1596" y="294"/>
                    </a:cubicBezTo>
                    <a:cubicBezTo>
                      <a:pt x="1593" y="294"/>
                      <a:pt x="1593" y="285"/>
                      <a:pt x="1593" y="282"/>
                    </a:cubicBezTo>
                    <a:cubicBezTo>
                      <a:pt x="1593" y="279"/>
                      <a:pt x="1590" y="279"/>
                      <a:pt x="1584" y="279"/>
                    </a:cubicBezTo>
                    <a:cubicBezTo>
                      <a:pt x="1578" y="279"/>
                      <a:pt x="1575" y="279"/>
                      <a:pt x="1578" y="276"/>
                    </a:cubicBezTo>
                    <a:cubicBezTo>
                      <a:pt x="1581" y="273"/>
                      <a:pt x="1575" y="273"/>
                      <a:pt x="1581" y="270"/>
                    </a:cubicBezTo>
                    <a:cubicBezTo>
                      <a:pt x="1584" y="267"/>
                      <a:pt x="1572" y="258"/>
                      <a:pt x="1563" y="252"/>
                    </a:cubicBezTo>
                    <a:cubicBezTo>
                      <a:pt x="1551" y="249"/>
                      <a:pt x="1527" y="252"/>
                      <a:pt x="1518" y="252"/>
                    </a:cubicBezTo>
                    <a:cubicBezTo>
                      <a:pt x="1512" y="255"/>
                      <a:pt x="1500" y="255"/>
                      <a:pt x="1494" y="255"/>
                    </a:cubicBezTo>
                    <a:cubicBezTo>
                      <a:pt x="1485" y="255"/>
                      <a:pt x="1491" y="252"/>
                      <a:pt x="1491" y="249"/>
                    </a:cubicBezTo>
                    <a:cubicBezTo>
                      <a:pt x="1488" y="246"/>
                      <a:pt x="1476" y="243"/>
                      <a:pt x="1476" y="246"/>
                    </a:cubicBezTo>
                    <a:cubicBezTo>
                      <a:pt x="1473" y="249"/>
                      <a:pt x="1470" y="246"/>
                      <a:pt x="1470" y="243"/>
                    </a:cubicBezTo>
                    <a:cubicBezTo>
                      <a:pt x="1470" y="243"/>
                      <a:pt x="1461" y="237"/>
                      <a:pt x="1458" y="240"/>
                    </a:cubicBezTo>
                    <a:cubicBezTo>
                      <a:pt x="1452" y="240"/>
                      <a:pt x="1452" y="234"/>
                      <a:pt x="1455" y="234"/>
                    </a:cubicBezTo>
                    <a:cubicBezTo>
                      <a:pt x="1461" y="234"/>
                      <a:pt x="1467" y="237"/>
                      <a:pt x="1464" y="231"/>
                    </a:cubicBezTo>
                    <a:cubicBezTo>
                      <a:pt x="1461" y="225"/>
                      <a:pt x="1431" y="225"/>
                      <a:pt x="1428" y="225"/>
                    </a:cubicBezTo>
                    <a:cubicBezTo>
                      <a:pt x="1425" y="225"/>
                      <a:pt x="1428" y="231"/>
                      <a:pt x="1422" y="237"/>
                    </a:cubicBezTo>
                    <a:cubicBezTo>
                      <a:pt x="1416" y="243"/>
                      <a:pt x="1410" y="237"/>
                      <a:pt x="1410" y="234"/>
                    </a:cubicBezTo>
                    <a:cubicBezTo>
                      <a:pt x="1410" y="231"/>
                      <a:pt x="1419" y="231"/>
                      <a:pt x="1419" y="228"/>
                    </a:cubicBezTo>
                    <a:cubicBezTo>
                      <a:pt x="1419" y="225"/>
                      <a:pt x="1407" y="228"/>
                      <a:pt x="1407" y="225"/>
                    </a:cubicBezTo>
                    <a:cubicBezTo>
                      <a:pt x="1404" y="222"/>
                      <a:pt x="1407" y="222"/>
                      <a:pt x="1413" y="222"/>
                    </a:cubicBezTo>
                    <a:cubicBezTo>
                      <a:pt x="1416" y="225"/>
                      <a:pt x="1422" y="225"/>
                      <a:pt x="1425" y="222"/>
                    </a:cubicBezTo>
                    <a:cubicBezTo>
                      <a:pt x="1425" y="222"/>
                      <a:pt x="1419" y="219"/>
                      <a:pt x="1413" y="219"/>
                    </a:cubicBezTo>
                    <a:cubicBezTo>
                      <a:pt x="1407" y="219"/>
                      <a:pt x="1389" y="213"/>
                      <a:pt x="1383" y="216"/>
                    </a:cubicBezTo>
                    <a:cubicBezTo>
                      <a:pt x="1374" y="216"/>
                      <a:pt x="1368" y="213"/>
                      <a:pt x="1365" y="210"/>
                    </a:cubicBezTo>
                    <a:cubicBezTo>
                      <a:pt x="1359" y="210"/>
                      <a:pt x="1359" y="213"/>
                      <a:pt x="1362" y="216"/>
                    </a:cubicBezTo>
                    <a:cubicBezTo>
                      <a:pt x="1365" y="219"/>
                      <a:pt x="1359" y="222"/>
                      <a:pt x="1353" y="219"/>
                    </a:cubicBezTo>
                    <a:cubicBezTo>
                      <a:pt x="1347" y="219"/>
                      <a:pt x="1338" y="222"/>
                      <a:pt x="1341" y="228"/>
                    </a:cubicBezTo>
                    <a:cubicBezTo>
                      <a:pt x="1344" y="231"/>
                      <a:pt x="1347" y="225"/>
                      <a:pt x="1350" y="228"/>
                    </a:cubicBezTo>
                    <a:cubicBezTo>
                      <a:pt x="1353" y="228"/>
                      <a:pt x="1344" y="231"/>
                      <a:pt x="1347" y="234"/>
                    </a:cubicBezTo>
                    <a:cubicBezTo>
                      <a:pt x="1353" y="234"/>
                      <a:pt x="1350" y="240"/>
                      <a:pt x="1350" y="240"/>
                    </a:cubicBezTo>
                    <a:cubicBezTo>
                      <a:pt x="1350" y="243"/>
                      <a:pt x="1344" y="243"/>
                      <a:pt x="1341" y="240"/>
                    </a:cubicBezTo>
                    <a:cubicBezTo>
                      <a:pt x="1341" y="237"/>
                      <a:pt x="1335" y="240"/>
                      <a:pt x="1332" y="240"/>
                    </a:cubicBezTo>
                    <a:cubicBezTo>
                      <a:pt x="1326" y="240"/>
                      <a:pt x="1323" y="243"/>
                      <a:pt x="1329" y="243"/>
                    </a:cubicBezTo>
                    <a:cubicBezTo>
                      <a:pt x="1332" y="243"/>
                      <a:pt x="1335" y="246"/>
                      <a:pt x="1329" y="246"/>
                    </a:cubicBezTo>
                    <a:cubicBezTo>
                      <a:pt x="1323" y="249"/>
                      <a:pt x="1323" y="240"/>
                      <a:pt x="1320" y="243"/>
                    </a:cubicBezTo>
                    <a:cubicBezTo>
                      <a:pt x="1314" y="243"/>
                      <a:pt x="1308" y="240"/>
                      <a:pt x="1302" y="240"/>
                    </a:cubicBezTo>
                    <a:cubicBezTo>
                      <a:pt x="1296" y="240"/>
                      <a:pt x="1296" y="243"/>
                      <a:pt x="1290" y="243"/>
                    </a:cubicBezTo>
                    <a:cubicBezTo>
                      <a:pt x="1284" y="243"/>
                      <a:pt x="1275" y="240"/>
                      <a:pt x="1272" y="237"/>
                    </a:cubicBezTo>
                    <a:cubicBezTo>
                      <a:pt x="1269" y="234"/>
                      <a:pt x="1269" y="231"/>
                      <a:pt x="1266" y="237"/>
                    </a:cubicBezTo>
                    <a:cubicBezTo>
                      <a:pt x="1263" y="240"/>
                      <a:pt x="1263" y="246"/>
                      <a:pt x="1260" y="249"/>
                    </a:cubicBezTo>
                    <a:cubicBezTo>
                      <a:pt x="1257" y="249"/>
                      <a:pt x="1254" y="255"/>
                      <a:pt x="1251" y="258"/>
                    </a:cubicBezTo>
                    <a:cubicBezTo>
                      <a:pt x="1248" y="258"/>
                      <a:pt x="1248" y="255"/>
                      <a:pt x="1245" y="255"/>
                    </a:cubicBezTo>
                    <a:cubicBezTo>
                      <a:pt x="1242" y="255"/>
                      <a:pt x="1230" y="243"/>
                      <a:pt x="1227" y="240"/>
                    </a:cubicBezTo>
                    <a:cubicBezTo>
                      <a:pt x="1227" y="237"/>
                      <a:pt x="1221" y="228"/>
                      <a:pt x="1218" y="228"/>
                    </a:cubicBezTo>
                    <a:cubicBezTo>
                      <a:pt x="1215" y="225"/>
                      <a:pt x="1221" y="225"/>
                      <a:pt x="1224" y="228"/>
                    </a:cubicBezTo>
                    <a:cubicBezTo>
                      <a:pt x="1224" y="231"/>
                      <a:pt x="1227" y="231"/>
                      <a:pt x="1230" y="228"/>
                    </a:cubicBezTo>
                    <a:cubicBezTo>
                      <a:pt x="1233" y="228"/>
                      <a:pt x="1233" y="222"/>
                      <a:pt x="1230" y="222"/>
                    </a:cubicBezTo>
                    <a:cubicBezTo>
                      <a:pt x="1224" y="222"/>
                      <a:pt x="1227" y="216"/>
                      <a:pt x="1227" y="216"/>
                    </a:cubicBezTo>
                    <a:cubicBezTo>
                      <a:pt x="1230" y="216"/>
                      <a:pt x="1224" y="210"/>
                      <a:pt x="1227" y="210"/>
                    </a:cubicBezTo>
                    <a:cubicBezTo>
                      <a:pt x="1227" y="207"/>
                      <a:pt x="1227" y="204"/>
                      <a:pt x="1224" y="204"/>
                    </a:cubicBezTo>
                    <a:cubicBezTo>
                      <a:pt x="1221" y="204"/>
                      <a:pt x="1215" y="201"/>
                      <a:pt x="1215" y="198"/>
                    </a:cubicBezTo>
                    <a:cubicBezTo>
                      <a:pt x="1215" y="198"/>
                      <a:pt x="1200" y="198"/>
                      <a:pt x="1200" y="201"/>
                    </a:cubicBezTo>
                    <a:cubicBezTo>
                      <a:pt x="1203" y="201"/>
                      <a:pt x="1197" y="201"/>
                      <a:pt x="1197" y="198"/>
                    </a:cubicBezTo>
                    <a:cubicBezTo>
                      <a:pt x="1197" y="198"/>
                      <a:pt x="1191" y="198"/>
                      <a:pt x="1185" y="195"/>
                    </a:cubicBezTo>
                    <a:cubicBezTo>
                      <a:pt x="1176" y="195"/>
                      <a:pt x="1176" y="189"/>
                      <a:pt x="1173" y="189"/>
                    </a:cubicBezTo>
                    <a:cubicBezTo>
                      <a:pt x="1170" y="189"/>
                      <a:pt x="1173" y="195"/>
                      <a:pt x="1170" y="195"/>
                    </a:cubicBezTo>
                    <a:cubicBezTo>
                      <a:pt x="1164" y="192"/>
                      <a:pt x="1161" y="195"/>
                      <a:pt x="1164" y="201"/>
                    </a:cubicBezTo>
                    <a:cubicBezTo>
                      <a:pt x="1164" y="204"/>
                      <a:pt x="1164" y="204"/>
                      <a:pt x="1164" y="207"/>
                    </a:cubicBezTo>
                    <a:cubicBezTo>
                      <a:pt x="1161" y="213"/>
                      <a:pt x="1161" y="210"/>
                      <a:pt x="1155" y="210"/>
                    </a:cubicBezTo>
                    <a:cubicBezTo>
                      <a:pt x="1152" y="207"/>
                      <a:pt x="1152" y="213"/>
                      <a:pt x="1143" y="210"/>
                    </a:cubicBezTo>
                    <a:cubicBezTo>
                      <a:pt x="1134" y="207"/>
                      <a:pt x="1128" y="210"/>
                      <a:pt x="1128" y="207"/>
                    </a:cubicBezTo>
                    <a:cubicBezTo>
                      <a:pt x="1125" y="204"/>
                      <a:pt x="1122" y="204"/>
                      <a:pt x="1122" y="207"/>
                    </a:cubicBezTo>
                    <a:cubicBezTo>
                      <a:pt x="1122" y="210"/>
                      <a:pt x="1107" y="207"/>
                      <a:pt x="1107" y="204"/>
                    </a:cubicBezTo>
                    <a:cubicBezTo>
                      <a:pt x="1104" y="201"/>
                      <a:pt x="1110" y="201"/>
                      <a:pt x="1110" y="198"/>
                    </a:cubicBezTo>
                    <a:cubicBezTo>
                      <a:pt x="1113" y="198"/>
                      <a:pt x="1110" y="195"/>
                      <a:pt x="1101" y="198"/>
                    </a:cubicBezTo>
                    <a:cubicBezTo>
                      <a:pt x="1092" y="198"/>
                      <a:pt x="1089" y="192"/>
                      <a:pt x="1080" y="195"/>
                    </a:cubicBezTo>
                    <a:cubicBezTo>
                      <a:pt x="1071" y="195"/>
                      <a:pt x="1053" y="195"/>
                      <a:pt x="1053" y="198"/>
                    </a:cubicBezTo>
                    <a:cubicBezTo>
                      <a:pt x="1050" y="198"/>
                      <a:pt x="1053" y="204"/>
                      <a:pt x="1050" y="204"/>
                    </a:cubicBezTo>
                    <a:cubicBezTo>
                      <a:pt x="1047" y="204"/>
                      <a:pt x="1050" y="195"/>
                      <a:pt x="1050" y="192"/>
                    </a:cubicBezTo>
                    <a:cubicBezTo>
                      <a:pt x="1047" y="189"/>
                      <a:pt x="1041" y="189"/>
                      <a:pt x="1044" y="192"/>
                    </a:cubicBezTo>
                    <a:cubicBezTo>
                      <a:pt x="1044" y="195"/>
                      <a:pt x="1035" y="195"/>
                      <a:pt x="1032" y="192"/>
                    </a:cubicBezTo>
                    <a:cubicBezTo>
                      <a:pt x="1029" y="189"/>
                      <a:pt x="1026" y="189"/>
                      <a:pt x="1017" y="186"/>
                    </a:cubicBezTo>
                    <a:cubicBezTo>
                      <a:pt x="1011" y="183"/>
                      <a:pt x="1005" y="192"/>
                      <a:pt x="1005" y="192"/>
                    </a:cubicBezTo>
                    <a:cubicBezTo>
                      <a:pt x="1008" y="195"/>
                      <a:pt x="1011" y="195"/>
                      <a:pt x="1011" y="195"/>
                    </a:cubicBezTo>
                    <a:cubicBezTo>
                      <a:pt x="1014" y="198"/>
                      <a:pt x="999" y="198"/>
                      <a:pt x="999" y="198"/>
                    </a:cubicBezTo>
                    <a:cubicBezTo>
                      <a:pt x="999" y="201"/>
                      <a:pt x="984" y="204"/>
                      <a:pt x="981" y="204"/>
                    </a:cubicBezTo>
                    <a:cubicBezTo>
                      <a:pt x="969" y="207"/>
                      <a:pt x="969" y="207"/>
                      <a:pt x="963" y="210"/>
                    </a:cubicBezTo>
                    <a:cubicBezTo>
                      <a:pt x="957" y="216"/>
                      <a:pt x="963" y="207"/>
                      <a:pt x="966" y="204"/>
                    </a:cubicBezTo>
                    <a:cubicBezTo>
                      <a:pt x="969" y="198"/>
                      <a:pt x="975" y="201"/>
                      <a:pt x="975" y="198"/>
                    </a:cubicBezTo>
                    <a:cubicBezTo>
                      <a:pt x="978" y="195"/>
                      <a:pt x="981" y="195"/>
                      <a:pt x="990" y="195"/>
                    </a:cubicBezTo>
                    <a:cubicBezTo>
                      <a:pt x="996" y="192"/>
                      <a:pt x="996" y="189"/>
                      <a:pt x="999" y="189"/>
                    </a:cubicBezTo>
                    <a:cubicBezTo>
                      <a:pt x="1002" y="186"/>
                      <a:pt x="1008" y="183"/>
                      <a:pt x="1008" y="180"/>
                    </a:cubicBezTo>
                    <a:cubicBezTo>
                      <a:pt x="1011" y="177"/>
                      <a:pt x="1026" y="171"/>
                      <a:pt x="1029" y="174"/>
                    </a:cubicBezTo>
                    <a:cubicBezTo>
                      <a:pt x="1032" y="174"/>
                      <a:pt x="1032" y="168"/>
                      <a:pt x="1035" y="168"/>
                    </a:cubicBezTo>
                    <a:cubicBezTo>
                      <a:pt x="1035" y="168"/>
                      <a:pt x="1044" y="162"/>
                      <a:pt x="1047" y="162"/>
                    </a:cubicBezTo>
                    <a:cubicBezTo>
                      <a:pt x="1050" y="159"/>
                      <a:pt x="1053" y="156"/>
                      <a:pt x="1053" y="153"/>
                    </a:cubicBezTo>
                    <a:cubicBezTo>
                      <a:pt x="1053" y="153"/>
                      <a:pt x="1047" y="153"/>
                      <a:pt x="1047" y="150"/>
                    </a:cubicBezTo>
                    <a:cubicBezTo>
                      <a:pt x="1047" y="150"/>
                      <a:pt x="1050" y="150"/>
                      <a:pt x="1053" y="150"/>
                    </a:cubicBezTo>
                    <a:cubicBezTo>
                      <a:pt x="1056" y="147"/>
                      <a:pt x="1053" y="144"/>
                      <a:pt x="1050" y="144"/>
                    </a:cubicBezTo>
                    <a:cubicBezTo>
                      <a:pt x="1047" y="144"/>
                      <a:pt x="1053" y="141"/>
                      <a:pt x="1050" y="138"/>
                    </a:cubicBezTo>
                    <a:cubicBezTo>
                      <a:pt x="1047" y="135"/>
                      <a:pt x="1041" y="141"/>
                      <a:pt x="1041" y="138"/>
                    </a:cubicBezTo>
                    <a:cubicBezTo>
                      <a:pt x="1041" y="132"/>
                      <a:pt x="1041" y="129"/>
                      <a:pt x="1041" y="126"/>
                    </a:cubicBezTo>
                    <a:cubicBezTo>
                      <a:pt x="1038" y="126"/>
                      <a:pt x="1035" y="132"/>
                      <a:pt x="1029" y="129"/>
                    </a:cubicBezTo>
                    <a:cubicBezTo>
                      <a:pt x="1026" y="126"/>
                      <a:pt x="1014" y="123"/>
                      <a:pt x="1014" y="123"/>
                    </a:cubicBezTo>
                    <a:cubicBezTo>
                      <a:pt x="1014" y="126"/>
                      <a:pt x="1008" y="123"/>
                      <a:pt x="1008" y="123"/>
                    </a:cubicBezTo>
                    <a:cubicBezTo>
                      <a:pt x="1005" y="126"/>
                      <a:pt x="996" y="123"/>
                      <a:pt x="993" y="123"/>
                    </a:cubicBezTo>
                    <a:cubicBezTo>
                      <a:pt x="990" y="123"/>
                      <a:pt x="987" y="126"/>
                      <a:pt x="987" y="129"/>
                    </a:cubicBezTo>
                    <a:cubicBezTo>
                      <a:pt x="984" y="132"/>
                      <a:pt x="975" y="129"/>
                      <a:pt x="972" y="129"/>
                    </a:cubicBezTo>
                    <a:cubicBezTo>
                      <a:pt x="969" y="129"/>
                      <a:pt x="981" y="120"/>
                      <a:pt x="981" y="120"/>
                    </a:cubicBezTo>
                    <a:cubicBezTo>
                      <a:pt x="981" y="117"/>
                      <a:pt x="963" y="120"/>
                      <a:pt x="960" y="117"/>
                    </a:cubicBezTo>
                    <a:cubicBezTo>
                      <a:pt x="960" y="117"/>
                      <a:pt x="951" y="114"/>
                      <a:pt x="948" y="114"/>
                    </a:cubicBezTo>
                    <a:cubicBezTo>
                      <a:pt x="945" y="114"/>
                      <a:pt x="948" y="114"/>
                      <a:pt x="951" y="114"/>
                    </a:cubicBezTo>
                    <a:cubicBezTo>
                      <a:pt x="954" y="114"/>
                      <a:pt x="957" y="111"/>
                      <a:pt x="963" y="111"/>
                    </a:cubicBezTo>
                    <a:cubicBezTo>
                      <a:pt x="966" y="108"/>
                      <a:pt x="966" y="108"/>
                      <a:pt x="963" y="105"/>
                    </a:cubicBezTo>
                    <a:cubicBezTo>
                      <a:pt x="960" y="102"/>
                      <a:pt x="957" y="105"/>
                      <a:pt x="954" y="102"/>
                    </a:cubicBezTo>
                    <a:cubicBezTo>
                      <a:pt x="951" y="102"/>
                      <a:pt x="945" y="99"/>
                      <a:pt x="942" y="99"/>
                    </a:cubicBezTo>
                    <a:cubicBezTo>
                      <a:pt x="939" y="99"/>
                      <a:pt x="936" y="102"/>
                      <a:pt x="927" y="102"/>
                    </a:cubicBezTo>
                    <a:cubicBezTo>
                      <a:pt x="918" y="105"/>
                      <a:pt x="918" y="111"/>
                      <a:pt x="915" y="114"/>
                    </a:cubicBezTo>
                    <a:cubicBezTo>
                      <a:pt x="909" y="114"/>
                      <a:pt x="903" y="123"/>
                      <a:pt x="906" y="123"/>
                    </a:cubicBezTo>
                    <a:cubicBezTo>
                      <a:pt x="909" y="123"/>
                      <a:pt x="909" y="126"/>
                      <a:pt x="909" y="126"/>
                    </a:cubicBezTo>
                    <a:cubicBezTo>
                      <a:pt x="909" y="129"/>
                      <a:pt x="906" y="129"/>
                      <a:pt x="903" y="129"/>
                    </a:cubicBezTo>
                    <a:cubicBezTo>
                      <a:pt x="900" y="129"/>
                      <a:pt x="885" y="129"/>
                      <a:pt x="885" y="132"/>
                    </a:cubicBezTo>
                    <a:cubicBezTo>
                      <a:pt x="885" y="135"/>
                      <a:pt x="894" y="135"/>
                      <a:pt x="894" y="138"/>
                    </a:cubicBezTo>
                    <a:cubicBezTo>
                      <a:pt x="891" y="138"/>
                      <a:pt x="888" y="138"/>
                      <a:pt x="885" y="135"/>
                    </a:cubicBezTo>
                    <a:cubicBezTo>
                      <a:pt x="882" y="135"/>
                      <a:pt x="876" y="135"/>
                      <a:pt x="873" y="138"/>
                    </a:cubicBezTo>
                    <a:cubicBezTo>
                      <a:pt x="873" y="141"/>
                      <a:pt x="867" y="141"/>
                      <a:pt x="867" y="138"/>
                    </a:cubicBezTo>
                    <a:cubicBezTo>
                      <a:pt x="864" y="138"/>
                      <a:pt x="861" y="141"/>
                      <a:pt x="861" y="141"/>
                    </a:cubicBezTo>
                    <a:cubicBezTo>
                      <a:pt x="858" y="138"/>
                      <a:pt x="864" y="135"/>
                      <a:pt x="864" y="135"/>
                    </a:cubicBezTo>
                    <a:cubicBezTo>
                      <a:pt x="861" y="132"/>
                      <a:pt x="852" y="132"/>
                      <a:pt x="852" y="135"/>
                    </a:cubicBezTo>
                    <a:cubicBezTo>
                      <a:pt x="852" y="138"/>
                      <a:pt x="846" y="135"/>
                      <a:pt x="846" y="135"/>
                    </a:cubicBezTo>
                    <a:cubicBezTo>
                      <a:pt x="843" y="135"/>
                      <a:pt x="840" y="138"/>
                      <a:pt x="837" y="138"/>
                    </a:cubicBezTo>
                    <a:cubicBezTo>
                      <a:pt x="834" y="141"/>
                      <a:pt x="828" y="138"/>
                      <a:pt x="825" y="141"/>
                    </a:cubicBezTo>
                    <a:cubicBezTo>
                      <a:pt x="825" y="144"/>
                      <a:pt x="834" y="144"/>
                      <a:pt x="834" y="144"/>
                    </a:cubicBezTo>
                    <a:cubicBezTo>
                      <a:pt x="834" y="147"/>
                      <a:pt x="816" y="147"/>
                      <a:pt x="816" y="147"/>
                    </a:cubicBezTo>
                    <a:cubicBezTo>
                      <a:pt x="813" y="150"/>
                      <a:pt x="807" y="150"/>
                      <a:pt x="801" y="150"/>
                    </a:cubicBezTo>
                    <a:cubicBezTo>
                      <a:pt x="792" y="150"/>
                      <a:pt x="795" y="153"/>
                      <a:pt x="789" y="153"/>
                    </a:cubicBezTo>
                    <a:cubicBezTo>
                      <a:pt x="783" y="156"/>
                      <a:pt x="780" y="156"/>
                      <a:pt x="780" y="159"/>
                    </a:cubicBezTo>
                    <a:cubicBezTo>
                      <a:pt x="777" y="162"/>
                      <a:pt x="774" y="162"/>
                      <a:pt x="771" y="159"/>
                    </a:cubicBezTo>
                    <a:cubicBezTo>
                      <a:pt x="768" y="159"/>
                      <a:pt x="762" y="162"/>
                      <a:pt x="765" y="162"/>
                    </a:cubicBezTo>
                    <a:cubicBezTo>
                      <a:pt x="768" y="162"/>
                      <a:pt x="765" y="165"/>
                      <a:pt x="765" y="165"/>
                    </a:cubicBezTo>
                    <a:cubicBezTo>
                      <a:pt x="762" y="162"/>
                      <a:pt x="756" y="168"/>
                      <a:pt x="759" y="168"/>
                    </a:cubicBezTo>
                    <a:cubicBezTo>
                      <a:pt x="762" y="168"/>
                      <a:pt x="765" y="168"/>
                      <a:pt x="762" y="171"/>
                    </a:cubicBezTo>
                    <a:cubicBezTo>
                      <a:pt x="762" y="174"/>
                      <a:pt x="756" y="168"/>
                      <a:pt x="753" y="171"/>
                    </a:cubicBezTo>
                    <a:cubicBezTo>
                      <a:pt x="753" y="171"/>
                      <a:pt x="756" y="174"/>
                      <a:pt x="759" y="174"/>
                    </a:cubicBezTo>
                    <a:cubicBezTo>
                      <a:pt x="762" y="174"/>
                      <a:pt x="765" y="177"/>
                      <a:pt x="765" y="177"/>
                    </a:cubicBezTo>
                    <a:cubicBezTo>
                      <a:pt x="765" y="180"/>
                      <a:pt x="759" y="177"/>
                      <a:pt x="756" y="177"/>
                    </a:cubicBezTo>
                    <a:cubicBezTo>
                      <a:pt x="756" y="180"/>
                      <a:pt x="756" y="180"/>
                      <a:pt x="762" y="180"/>
                    </a:cubicBezTo>
                    <a:cubicBezTo>
                      <a:pt x="765" y="183"/>
                      <a:pt x="762" y="183"/>
                      <a:pt x="765" y="186"/>
                    </a:cubicBezTo>
                    <a:cubicBezTo>
                      <a:pt x="765" y="186"/>
                      <a:pt x="765" y="186"/>
                      <a:pt x="765" y="186"/>
                    </a:cubicBezTo>
                    <a:cubicBezTo>
                      <a:pt x="765" y="189"/>
                      <a:pt x="762" y="189"/>
                      <a:pt x="765" y="192"/>
                    </a:cubicBezTo>
                    <a:cubicBezTo>
                      <a:pt x="765" y="192"/>
                      <a:pt x="759" y="195"/>
                      <a:pt x="759" y="192"/>
                    </a:cubicBezTo>
                    <a:cubicBezTo>
                      <a:pt x="759" y="189"/>
                      <a:pt x="753" y="189"/>
                      <a:pt x="750" y="192"/>
                    </a:cubicBezTo>
                    <a:cubicBezTo>
                      <a:pt x="747" y="192"/>
                      <a:pt x="747" y="195"/>
                      <a:pt x="744" y="192"/>
                    </a:cubicBezTo>
                    <a:cubicBezTo>
                      <a:pt x="741" y="192"/>
                      <a:pt x="735" y="192"/>
                      <a:pt x="729" y="195"/>
                    </a:cubicBezTo>
                    <a:cubicBezTo>
                      <a:pt x="720" y="195"/>
                      <a:pt x="702" y="195"/>
                      <a:pt x="699" y="195"/>
                    </a:cubicBezTo>
                    <a:cubicBezTo>
                      <a:pt x="693" y="198"/>
                      <a:pt x="690" y="204"/>
                      <a:pt x="696" y="207"/>
                    </a:cubicBezTo>
                    <a:cubicBezTo>
                      <a:pt x="699" y="210"/>
                      <a:pt x="696" y="213"/>
                      <a:pt x="696" y="216"/>
                    </a:cubicBezTo>
                    <a:cubicBezTo>
                      <a:pt x="696" y="219"/>
                      <a:pt x="705" y="222"/>
                      <a:pt x="711" y="225"/>
                    </a:cubicBezTo>
                    <a:cubicBezTo>
                      <a:pt x="717" y="225"/>
                      <a:pt x="720" y="231"/>
                      <a:pt x="717" y="234"/>
                    </a:cubicBezTo>
                    <a:cubicBezTo>
                      <a:pt x="714" y="240"/>
                      <a:pt x="705" y="234"/>
                      <a:pt x="699" y="228"/>
                    </a:cubicBezTo>
                    <a:cubicBezTo>
                      <a:pt x="690" y="222"/>
                      <a:pt x="678" y="222"/>
                      <a:pt x="672" y="222"/>
                    </a:cubicBezTo>
                    <a:cubicBezTo>
                      <a:pt x="666" y="222"/>
                      <a:pt x="669" y="216"/>
                      <a:pt x="663" y="219"/>
                    </a:cubicBezTo>
                    <a:cubicBezTo>
                      <a:pt x="657" y="219"/>
                      <a:pt x="651" y="222"/>
                      <a:pt x="657" y="222"/>
                    </a:cubicBezTo>
                    <a:cubicBezTo>
                      <a:pt x="660" y="222"/>
                      <a:pt x="663" y="222"/>
                      <a:pt x="660" y="225"/>
                    </a:cubicBezTo>
                    <a:cubicBezTo>
                      <a:pt x="660" y="228"/>
                      <a:pt x="663" y="225"/>
                      <a:pt x="666" y="228"/>
                    </a:cubicBezTo>
                    <a:cubicBezTo>
                      <a:pt x="672" y="231"/>
                      <a:pt x="663" y="234"/>
                      <a:pt x="657" y="231"/>
                    </a:cubicBezTo>
                    <a:cubicBezTo>
                      <a:pt x="654" y="228"/>
                      <a:pt x="648" y="231"/>
                      <a:pt x="645" y="234"/>
                    </a:cubicBezTo>
                    <a:cubicBezTo>
                      <a:pt x="645" y="234"/>
                      <a:pt x="651" y="243"/>
                      <a:pt x="660" y="243"/>
                    </a:cubicBezTo>
                    <a:cubicBezTo>
                      <a:pt x="669" y="246"/>
                      <a:pt x="666" y="249"/>
                      <a:pt x="672" y="249"/>
                    </a:cubicBezTo>
                    <a:cubicBezTo>
                      <a:pt x="675" y="252"/>
                      <a:pt x="672" y="252"/>
                      <a:pt x="669" y="252"/>
                    </a:cubicBezTo>
                    <a:cubicBezTo>
                      <a:pt x="666" y="255"/>
                      <a:pt x="660" y="249"/>
                      <a:pt x="657" y="246"/>
                    </a:cubicBezTo>
                    <a:cubicBezTo>
                      <a:pt x="651" y="243"/>
                      <a:pt x="639" y="249"/>
                      <a:pt x="636" y="246"/>
                    </a:cubicBezTo>
                    <a:cubicBezTo>
                      <a:pt x="636" y="243"/>
                      <a:pt x="639" y="240"/>
                      <a:pt x="636" y="237"/>
                    </a:cubicBezTo>
                    <a:cubicBezTo>
                      <a:pt x="633" y="237"/>
                      <a:pt x="636" y="231"/>
                      <a:pt x="639" y="228"/>
                    </a:cubicBezTo>
                    <a:cubicBezTo>
                      <a:pt x="642" y="222"/>
                      <a:pt x="639" y="213"/>
                      <a:pt x="633" y="213"/>
                    </a:cubicBezTo>
                    <a:cubicBezTo>
                      <a:pt x="630" y="210"/>
                      <a:pt x="630" y="216"/>
                      <a:pt x="630" y="216"/>
                    </a:cubicBezTo>
                    <a:cubicBezTo>
                      <a:pt x="633" y="219"/>
                      <a:pt x="633" y="225"/>
                      <a:pt x="627" y="228"/>
                    </a:cubicBezTo>
                    <a:cubicBezTo>
                      <a:pt x="624" y="234"/>
                      <a:pt x="615" y="234"/>
                      <a:pt x="615" y="237"/>
                    </a:cubicBezTo>
                    <a:cubicBezTo>
                      <a:pt x="615" y="240"/>
                      <a:pt x="609" y="240"/>
                      <a:pt x="609" y="243"/>
                    </a:cubicBezTo>
                    <a:cubicBezTo>
                      <a:pt x="612" y="246"/>
                      <a:pt x="621" y="255"/>
                      <a:pt x="624" y="258"/>
                    </a:cubicBezTo>
                    <a:cubicBezTo>
                      <a:pt x="624" y="261"/>
                      <a:pt x="615" y="273"/>
                      <a:pt x="618" y="276"/>
                    </a:cubicBezTo>
                    <a:cubicBezTo>
                      <a:pt x="618" y="282"/>
                      <a:pt x="615" y="285"/>
                      <a:pt x="618" y="288"/>
                    </a:cubicBezTo>
                    <a:cubicBezTo>
                      <a:pt x="618" y="291"/>
                      <a:pt x="624" y="288"/>
                      <a:pt x="627" y="291"/>
                    </a:cubicBezTo>
                    <a:cubicBezTo>
                      <a:pt x="627" y="291"/>
                      <a:pt x="633" y="288"/>
                      <a:pt x="639" y="288"/>
                    </a:cubicBezTo>
                    <a:cubicBezTo>
                      <a:pt x="645" y="285"/>
                      <a:pt x="657" y="294"/>
                      <a:pt x="660" y="294"/>
                    </a:cubicBezTo>
                    <a:cubicBezTo>
                      <a:pt x="666" y="297"/>
                      <a:pt x="663" y="300"/>
                      <a:pt x="666" y="303"/>
                    </a:cubicBezTo>
                    <a:cubicBezTo>
                      <a:pt x="666" y="306"/>
                      <a:pt x="660" y="306"/>
                      <a:pt x="660" y="312"/>
                    </a:cubicBezTo>
                    <a:cubicBezTo>
                      <a:pt x="660" y="318"/>
                      <a:pt x="672" y="318"/>
                      <a:pt x="672" y="321"/>
                    </a:cubicBezTo>
                    <a:cubicBezTo>
                      <a:pt x="672" y="321"/>
                      <a:pt x="663" y="321"/>
                      <a:pt x="660" y="318"/>
                    </a:cubicBezTo>
                    <a:cubicBezTo>
                      <a:pt x="657" y="318"/>
                      <a:pt x="657" y="312"/>
                      <a:pt x="654" y="312"/>
                    </a:cubicBezTo>
                    <a:cubicBezTo>
                      <a:pt x="654" y="312"/>
                      <a:pt x="657" y="306"/>
                      <a:pt x="657" y="303"/>
                    </a:cubicBezTo>
                    <a:cubicBezTo>
                      <a:pt x="657" y="300"/>
                      <a:pt x="654" y="300"/>
                      <a:pt x="651" y="297"/>
                    </a:cubicBezTo>
                    <a:cubicBezTo>
                      <a:pt x="651" y="294"/>
                      <a:pt x="648" y="291"/>
                      <a:pt x="645" y="291"/>
                    </a:cubicBezTo>
                    <a:cubicBezTo>
                      <a:pt x="642" y="294"/>
                      <a:pt x="630" y="294"/>
                      <a:pt x="627" y="297"/>
                    </a:cubicBezTo>
                    <a:cubicBezTo>
                      <a:pt x="624" y="300"/>
                      <a:pt x="627" y="309"/>
                      <a:pt x="630" y="312"/>
                    </a:cubicBezTo>
                    <a:cubicBezTo>
                      <a:pt x="633" y="318"/>
                      <a:pt x="621" y="324"/>
                      <a:pt x="621" y="327"/>
                    </a:cubicBezTo>
                    <a:cubicBezTo>
                      <a:pt x="621" y="330"/>
                      <a:pt x="618" y="330"/>
                      <a:pt x="612" y="333"/>
                    </a:cubicBezTo>
                    <a:cubicBezTo>
                      <a:pt x="606" y="336"/>
                      <a:pt x="600" y="339"/>
                      <a:pt x="603" y="342"/>
                    </a:cubicBezTo>
                    <a:cubicBezTo>
                      <a:pt x="603" y="348"/>
                      <a:pt x="594" y="345"/>
                      <a:pt x="591" y="342"/>
                    </a:cubicBezTo>
                    <a:cubicBezTo>
                      <a:pt x="588" y="339"/>
                      <a:pt x="582" y="345"/>
                      <a:pt x="579" y="342"/>
                    </a:cubicBezTo>
                    <a:cubicBezTo>
                      <a:pt x="573" y="342"/>
                      <a:pt x="573" y="339"/>
                      <a:pt x="570" y="342"/>
                    </a:cubicBezTo>
                    <a:cubicBezTo>
                      <a:pt x="564" y="342"/>
                      <a:pt x="564" y="339"/>
                      <a:pt x="564" y="336"/>
                    </a:cubicBezTo>
                    <a:cubicBezTo>
                      <a:pt x="564" y="333"/>
                      <a:pt x="570" y="336"/>
                      <a:pt x="570" y="336"/>
                    </a:cubicBezTo>
                    <a:cubicBezTo>
                      <a:pt x="570" y="339"/>
                      <a:pt x="573" y="339"/>
                      <a:pt x="576" y="336"/>
                    </a:cubicBezTo>
                    <a:cubicBezTo>
                      <a:pt x="579" y="336"/>
                      <a:pt x="579" y="339"/>
                      <a:pt x="582" y="339"/>
                    </a:cubicBezTo>
                    <a:cubicBezTo>
                      <a:pt x="588" y="339"/>
                      <a:pt x="585" y="336"/>
                      <a:pt x="588" y="336"/>
                    </a:cubicBezTo>
                    <a:cubicBezTo>
                      <a:pt x="591" y="336"/>
                      <a:pt x="594" y="336"/>
                      <a:pt x="591" y="333"/>
                    </a:cubicBezTo>
                    <a:cubicBezTo>
                      <a:pt x="591" y="333"/>
                      <a:pt x="594" y="330"/>
                      <a:pt x="597" y="330"/>
                    </a:cubicBezTo>
                    <a:cubicBezTo>
                      <a:pt x="600" y="330"/>
                      <a:pt x="597" y="324"/>
                      <a:pt x="600" y="324"/>
                    </a:cubicBezTo>
                    <a:cubicBezTo>
                      <a:pt x="603" y="324"/>
                      <a:pt x="600" y="321"/>
                      <a:pt x="603" y="321"/>
                    </a:cubicBezTo>
                    <a:cubicBezTo>
                      <a:pt x="606" y="321"/>
                      <a:pt x="606" y="318"/>
                      <a:pt x="609" y="318"/>
                    </a:cubicBezTo>
                    <a:cubicBezTo>
                      <a:pt x="612" y="318"/>
                      <a:pt x="612" y="312"/>
                      <a:pt x="609" y="312"/>
                    </a:cubicBezTo>
                    <a:cubicBezTo>
                      <a:pt x="609" y="309"/>
                      <a:pt x="612" y="306"/>
                      <a:pt x="612" y="303"/>
                    </a:cubicBezTo>
                    <a:cubicBezTo>
                      <a:pt x="615" y="303"/>
                      <a:pt x="615" y="300"/>
                      <a:pt x="615" y="300"/>
                    </a:cubicBezTo>
                    <a:cubicBezTo>
                      <a:pt x="612" y="297"/>
                      <a:pt x="603" y="294"/>
                      <a:pt x="606" y="291"/>
                    </a:cubicBezTo>
                    <a:cubicBezTo>
                      <a:pt x="606" y="288"/>
                      <a:pt x="603" y="282"/>
                      <a:pt x="606" y="279"/>
                    </a:cubicBezTo>
                    <a:cubicBezTo>
                      <a:pt x="606" y="276"/>
                      <a:pt x="606" y="270"/>
                      <a:pt x="603" y="267"/>
                    </a:cubicBezTo>
                    <a:cubicBezTo>
                      <a:pt x="603" y="264"/>
                      <a:pt x="606" y="261"/>
                      <a:pt x="606" y="255"/>
                    </a:cubicBezTo>
                    <a:cubicBezTo>
                      <a:pt x="609" y="252"/>
                      <a:pt x="600" y="246"/>
                      <a:pt x="597" y="243"/>
                    </a:cubicBezTo>
                    <a:cubicBezTo>
                      <a:pt x="594" y="243"/>
                      <a:pt x="597" y="240"/>
                      <a:pt x="603" y="234"/>
                    </a:cubicBezTo>
                    <a:cubicBezTo>
                      <a:pt x="606" y="231"/>
                      <a:pt x="606" y="219"/>
                      <a:pt x="606" y="216"/>
                    </a:cubicBezTo>
                    <a:cubicBezTo>
                      <a:pt x="606" y="213"/>
                      <a:pt x="597" y="210"/>
                      <a:pt x="594" y="210"/>
                    </a:cubicBezTo>
                    <a:cubicBezTo>
                      <a:pt x="588" y="210"/>
                      <a:pt x="576" y="210"/>
                      <a:pt x="570" y="210"/>
                    </a:cubicBezTo>
                    <a:cubicBezTo>
                      <a:pt x="567" y="210"/>
                      <a:pt x="567" y="213"/>
                      <a:pt x="564" y="216"/>
                    </a:cubicBezTo>
                    <a:cubicBezTo>
                      <a:pt x="564" y="219"/>
                      <a:pt x="558" y="225"/>
                      <a:pt x="558" y="231"/>
                    </a:cubicBezTo>
                    <a:cubicBezTo>
                      <a:pt x="555" y="240"/>
                      <a:pt x="546" y="243"/>
                      <a:pt x="543" y="243"/>
                    </a:cubicBezTo>
                    <a:cubicBezTo>
                      <a:pt x="537" y="246"/>
                      <a:pt x="537" y="252"/>
                      <a:pt x="537" y="255"/>
                    </a:cubicBezTo>
                    <a:cubicBezTo>
                      <a:pt x="540" y="255"/>
                      <a:pt x="543" y="255"/>
                      <a:pt x="543" y="255"/>
                    </a:cubicBezTo>
                    <a:cubicBezTo>
                      <a:pt x="546" y="255"/>
                      <a:pt x="543" y="264"/>
                      <a:pt x="543" y="264"/>
                    </a:cubicBezTo>
                    <a:cubicBezTo>
                      <a:pt x="540" y="264"/>
                      <a:pt x="546" y="267"/>
                      <a:pt x="543" y="270"/>
                    </a:cubicBezTo>
                    <a:cubicBezTo>
                      <a:pt x="540" y="270"/>
                      <a:pt x="537" y="276"/>
                      <a:pt x="537" y="276"/>
                    </a:cubicBezTo>
                    <a:cubicBezTo>
                      <a:pt x="540" y="279"/>
                      <a:pt x="549" y="279"/>
                      <a:pt x="552" y="282"/>
                    </a:cubicBezTo>
                    <a:cubicBezTo>
                      <a:pt x="555" y="285"/>
                      <a:pt x="555" y="288"/>
                      <a:pt x="555" y="291"/>
                    </a:cubicBezTo>
                    <a:cubicBezTo>
                      <a:pt x="558" y="294"/>
                      <a:pt x="561" y="294"/>
                      <a:pt x="564" y="294"/>
                    </a:cubicBezTo>
                    <a:cubicBezTo>
                      <a:pt x="564" y="297"/>
                      <a:pt x="558" y="306"/>
                      <a:pt x="555" y="306"/>
                    </a:cubicBezTo>
                    <a:cubicBezTo>
                      <a:pt x="555" y="306"/>
                      <a:pt x="546" y="297"/>
                      <a:pt x="543" y="294"/>
                    </a:cubicBezTo>
                    <a:cubicBezTo>
                      <a:pt x="540" y="294"/>
                      <a:pt x="528" y="291"/>
                      <a:pt x="525" y="288"/>
                    </a:cubicBezTo>
                    <a:cubicBezTo>
                      <a:pt x="519" y="285"/>
                      <a:pt x="516" y="285"/>
                      <a:pt x="510" y="282"/>
                    </a:cubicBezTo>
                    <a:cubicBezTo>
                      <a:pt x="504" y="276"/>
                      <a:pt x="498" y="276"/>
                      <a:pt x="489" y="276"/>
                    </a:cubicBezTo>
                    <a:cubicBezTo>
                      <a:pt x="477" y="276"/>
                      <a:pt x="471" y="273"/>
                      <a:pt x="468" y="273"/>
                    </a:cubicBezTo>
                    <a:cubicBezTo>
                      <a:pt x="465" y="273"/>
                      <a:pt x="465" y="270"/>
                      <a:pt x="459" y="267"/>
                    </a:cubicBezTo>
                    <a:cubicBezTo>
                      <a:pt x="453" y="264"/>
                      <a:pt x="450" y="261"/>
                      <a:pt x="447" y="264"/>
                    </a:cubicBezTo>
                    <a:cubicBezTo>
                      <a:pt x="441" y="264"/>
                      <a:pt x="444" y="273"/>
                      <a:pt x="450" y="273"/>
                    </a:cubicBezTo>
                    <a:cubicBezTo>
                      <a:pt x="453" y="273"/>
                      <a:pt x="453" y="276"/>
                      <a:pt x="456" y="276"/>
                    </a:cubicBezTo>
                    <a:cubicBezTo>
                      <a:pt x="462" y="276"/>
                      <a:pt x="465" y="279"/>
                      <a:pt x="465" y="282"/>
                    </a:cubicBezTo>
                    <a:cubicBezTo>
                      <a:pt x="465" y="285"/>
                      <a:pt x="468" y="288"/>
                      <a:pt x="471" y="291"/>
                    </a:cubicBezTo>
                    <a:cubicBezTo>
                      <a:pt x="471" y="294"/>
                      <a:pt x="471" y="297"/>
                      <a:pt x="465" y="297"/>
                    </a:cubicBezTo>
                    <a:cubicBezTo>
                      <a:pt x="462" y="297"/>
                      <a:pt x="456" y="297"/>
                      <a:pt x="459" y="300"/>
                    </a:cubicBezTo>
                    <a:cubicBezTo>
                      <a:pt x="462" y="303"/>
                      <a:pt x="456" y="303"/>
                      <a:pt x="453" y="303"/>
                    </a:cubicBezTo>
                    <a:cubicBezTo>
                      <a:pt x="447" y="300"/>
                      <a:pt x="450" y="297"/>
                      <a:pt x="453" y="297"/>
                    </a:cubicBezTo>
                    <a:cubicBezTo>
                      <a:pt x="456" y="294"/>
                      <a:pt x="450" y="291"/>
                      <a:pt x="447" y="291"/>
                    </a:cubicBezTo>
                    <a:cubicBezTo>
                      <a:pt x="444" y="291"/>
                      <a:pt x="432" y="297"/>
                      <a:pt x="429" y="300"/>
                    </a:cubicBezTo>
                    <a:cubicBezTo>
                      <a:pt x="426" y="300"/>
                      <a:pt x="417" y="297"/>
                      <a:pt x="411" y="300"/>
                    </a:cubicBezTo>
                    <a:cubicBezTo>
                      <a:pt x="402" y="303"/>
                      <a:pt x="402" y="309"/>
                      <a:pt x="399" y="306"/>
                    </a:cubicBezTo>
                    <a:cubicBezTo>
                      <a:pt x="396" y="306"/>
                      <a:pt x="387" y="309"/>
                      <a:pt x="384" y="306"/>
                    </a:cubicBezTo>
                    <a:cubicBezTo>
                      <a:pt x="381" y="303"/>
                      <a:pt x="384" y="303"/>
                      <a:pt x="387" y="303"/>
                    </a:cubicBezTo>
                    <a:cubicBezTo>
                      <a:pt x="390" y="303"/>
                      <a:pt x="390" y="303"/>
                      <a:pt x="390" y="300"/>
                    </a:cubicBezTo>
                    <a:cubicBezTo>
                      <a:pt x="387" y="297"/>
                      <a:pt x="393" y="294"/>
                      <a:pt x="393" y="291"/>
                    </a:cubicBezTo>
                    <a:cubicBezTo>
                      <a:pt x="393" y="291"/>
                      <a:pt x="378" y="294"/>
                      <a:pt x="378" y="297"/>
                    </a:cubicBezTo>
                    <a:cubicBezTo>
                      <a:pt x="375" y="297"/>
                      <a:pt x="378" y="303"/>
                      <a:pt x="375" y="303"/>
                    </a:cubicBezTo>
                    <a:cubicBezTo>
                      <a:pt x="372" y="303"/>
                      <a:pt x="372" y="300"/>
                      <a:pt x="369" y="300"/>
                    </a:cubicBezTo>
                    <a:cubicBezTo>
                      <a:pt x="366" y="300"/>
                      <a:pt x="348" y="303"/>
                      <a:pt x="345" y="309"/>
                    </a:cubicBezTo>
                    <a:cubicBezTo>
                      <a:pt x="339" y="312"/>
                      <a:pt x="333" y="312"/>
                      <a:pt x="333" y="315"/>
                    </a:cubicBezTo>
                    <a:cubicBezTo>
                      <a:pt x="333" y="318"/>
                      <a:pt x="324" y="315"/>
                      <a:pt x="321" y="318"/>
                    </a:cubicBezTo>
                    <a:cubicBezTo>
                      <a:pt x="318" y="321"/>
                      <a:pt x="318" y="327"/>
                      <a:pt x="318" y="330"/>
                    </a:cubicBezTo>
                    <a:cubicBezTo>
                      <a:pt x="318" y="333"/>
                      <a:pt x="303" y="333"/>
                      <a:pt x="300" y="333"/>
                    </a:cubicBezTo>
                    <a:cubicBezTo>
                      <a:pt x="294" y="333"/>
                      <a:pt x="294" y="324"/>
                      <a:pt x="291" y="324"/>
                    </a:cubicBezTo>
                    <a:cubicBezTo>
                      <a:pt x="285" y="324"/>
                      <a:pt x="288" y="318"/>
                      <a:pt x="288" y="318"/>
                    </a:cubicBezTo>
                    <a:cubicBezTo>
                      <a:pt x="291" y="315"/>
                      <a:pt x="294" y="315"/>
                      <a:pt x="297" y="315"/>
                    </a:cubicBezTo>
                    <a:cubicBezTo>
                      <a:pt x="300" y="312"/>
                      <a:pt x="306" y="315"/>
                      <a:pt x="306" y="312"/>
                    </a:cubicBezTo>
                    <a:cubicBezTo>
                      <a:pt x="309" y="312"/>
                      <a:pt x="300" y="306"/>
                      <a:pt x="300" y="303"/>
                    </a:cubicBezTo>
                    <a:cubicBezTo>
                      <a:pt x="300" y="297"/>
                      <a:pt x="291" y="297"/>
                      <a:pt x="285" y="297"/>
                    </a:cubicBezTo>
                    <a:cubicBezTo>
                      <a:pt x="282" y="300"/>
                      <a:pt x="276" y="300"/>
                      <a:pt x="273" y="297"/>
                    </a:cubicBezTo>
                    <a:cubicBezTo>
                      <a:pt x="270" y="294"/>
                      <a:pt x="270" y="300"/>
                      <a:pt x="273" y="300"/>
                    </a:cubicBezTo>
                    <a:cubicBezTo>
                      <a:pt x="279" y="303"/>
                      <a:pt x="276" y="306"/>
                      <a:pt x="276" y="309"/>
                    </a:cubicBezTo>
                    <a:cubicBezTo>
                      <a:pt x="279" y="312"/>
                      <a:pt x="276" y="318"/>
                      <a:pt x="273" y="321"/>
                    </a:cubicBezTo>
                    <a:cubicBezTo>
                      <a:pt x="270" y="327"/>
                      <a:pt x="273" y="327"/>
                      <a:pt x="276" y="327"/>
                    </a:cubicBezTo>
                    <a:cubicBezTo>
                      <a:pt x="282" y="324"/>
                      <a:pt x="282" y="330"/>
                      <a:pt x="282" y="336"/>
                    </a:cubicBezTo>
                    <a:cubicBezTo>
                      <a:pt x="282" y="339"/>
                      <a:pt x="276" y="342"/>
                      <a:pt x="276" y="345"/>
                    </a:cubicBezTo>
                    <a:cubicBezTo>
                      <a:pt x="276" y="348"/>
                      <a:pt x="273" y="342"/>
                      <a:pt x="273" y="345"/>
                    </a:cubicBezTo>
                    <a:cubicBezTo>
                      <a:pt x="270" y="345"/>
                      <a:pt x="270" y="342"/>
                      <a:pt x="270" y="342"/>
                    </a:cubicBezTo>
                    <a:cubicBezTo>
                      <a:pt x="270" y="339"/>
                      <a:pt x="261" y="339"/>
                      <a:pt x="258" y="339"/>
                    </a:cubicBezTo>
                    <a:cubicBezTo>
                      <a:pt x="255" y="339"/>
                      <a:pt x="252" y="339"/>
                      <a:pt x="252" y="342"/>
                    </a:cubicBezTo>
                    <a:cubicBezTo>
                      <a:pt x="249" y="345"/>
                      <a:pt x="243" y="345"/>
                      <a:pt x="240" y="345"/>
                    </a:cubicBezTo>
                    <a:cubicBezTo>
                      <a:pt x="237" y="348"/>
                      <a:pt x="234" y="351"/>
                      <a:pt x="231" y="354"/>
                    </a:cubicBezTo>
                    <a:cubicBezTo>
                      <a:pt x="228" y="357"/>
                      <a:pt x="225" y="360"/>
                      <a:pt x="231" y="363"/>
                    </a:cubicBezTo>
                    <a:cubicBezTo>
                      <a:pt x="234" y="369"/>
                      <a:pt x="237" y="372"/>
                      <a:pt x="234" y="372"/>
                    </a:cubicBezTo>
                    <a:cubicBezTo>
                      <a:pt x="234" y="375"/>
                      <a:pt x="225" y="375"/>
                      <a:pt x="222" y="372"/>
                    </a:cubicBezTo>
                    <a:cubicBezTo>
                      <a:pt x="219" y="369"/>
                      <a:pt x="213" y="369"/>
                      <a:pt x="210" y="369"/>
                    </a:cubicBezTo>
                    <a:cubicBezTo>
                      <a:pt x="207" y="369"/>
                      <a:pt x="201" y="363"/>
                      <a:pt x="198" y="363"/>
                    </a:cubicBezTo>
                    <a:cubicBezTo>
                      <a:pt x="195" y="363"/>
                      <a:pt x="192" y="366"/>
                      <a:pt x="189" y="369"/>
                    </a:cubicBezTo>
                    <a:cubicBezTo>
                      <a:pt x="189" y="369"/>
                      <a:pt x="192" y="372"/>
                      <a:pt x="195" y="375"/>
                    </a:cubicBezTo>
                    <a:cubicBezTo>
                      <a:pt x="195" y="378"/>
                      <a:pt x="201" y="378"/>
                      <a:pt x="204" y="378"/>
                    </a:cubicBezTo>
                    <a:cubicBezTo>
                      <a:pt x="207" y="378"/>
                      <a:pt x="207" y="384"/>
                      <a:pt x="207" y="384"/>
                    </a:cubicBezTo>
                    <a:cubicBezTo>
                      <a:pt x="204" y="387"/>
                      <a:pt x="198" y="390"/>
                      <a:pt x="198" y="387"/>
                    </a:cubicBezTo>
                    <a:cubicBezTo>
                      <a:pt x="195" y="384"/>
                      <a:pt x="189" y="387"/>
                      <a:pt x="189" y="384"/>
                    </a:cubicBezTo>
                    <a:cubicBezTo>
                      <a:pt x="189" y="381"/>
                      <a:pt x="183" y="378"/>
                      <a:pt x="177" y="378"/>
                    </a:cubicBezTo>
                    <a:cubicBezTo>
                      <a:pt x="174" y="378"/>
                      <a:pt x="171" y="375"/>
                      <a:pt x="171" y="372"/>
                    </a:cubicBezTo>
                    <a:cubicBezTo>
                      <a:pt x="174" y="369"/>
                      <a:pt x="168" y="366"/>
                      <a:pt x="171" y="363"/>
                    </a:cubicBezTo>
                    <a:cubicBezTo>
                      <a:pt x="171" y="363"/>
                      <a:pt x="168" y="357"/>
                      <a:pt x="171" y="357"/>
                    </a:cubicBezTo>
                    <a:cubicBezTo>
                      <a:pt x="174" y="354"/>
                      <a:pt x="171" y="351"/>
                      <a:pt x="171" y="348"/>
                    </a:cubicBezTo>
                    <a:cubicBezTo>
                      <a:pt x="171" y="345"/>
                      <a:pt x="165" y="342"/>
                      <a:pt x="162" y="342"/>
                    </a:cubicBezTo>
                    <a:cubicBezTo>
                      <a:pt x="159" y="342"/>
                      <a:pt x="159" y="339"/>
                      <a:pt x="156" y="339"/>
                    </a:cubicBezTo>
                    <a:cubicBezTo>
                      <a:pt x="153" y="336"/>
                      <a:pt x="144" y="330"/>
                      <a:pt x="144" y="327"/>
                    </a:cubicBezTo>
                    <a:cubicBezTo>
                      <a:pt x="144" y="327"/>
                      <a:pt x="138" y="327"/>
                      <a:pt x="141" y="324"/>
                    </a:cubicBezTo>
                    <a:cubicBezTo>
                      <a:pt x="141" y="324"/>
                      <a:pt x="147" y="324"/>
                      <a:pt x="150" y="327"/>
                    </a:cubicBezTo>
                    <a:cubicBezTo>
                      <a:pt x="153" y="330"/>
                      <a:pt x="156" y="333"/>
                      <a:pt x="165" y="336"/>
                    </a:cubicBezTo>
                    <a:cubicBezTo>
                      <a:pt x="174" y="336"/>
                      <a:pt x="177" y="339"/>
                      <a:pt x="186" y="342"/>
                    </a:cubicBezTo>
                    <a:cubicBezTo>
                      <a:pt x="192" y="342"/>
                      <a:pt x="198" y="342"/>
                      <a:pt x="210" y="345"/>
                    </a:cubicBezTo>
                    <a:cubicBezTo>
                      <a:pt x="222" y="348"/>
                      <a:pt x="240" y="333"/>
                      <a:pt x="243" y="330"/>
                    </a:cubicBezTo>
                    <a:cubicBezTo>
                      <a:pt x="246" y="327"/>
                      <a:pt x="243" y="321"/>
                      <a:pt x="243" y="318"/>
                    </a:cubicBezTo>
                    <a:cubicBezTo>
                      <a:pt x="243" y="315"/>
                      <a:pt x="237" y="315"/>
                      <a:pt x="237" y="312"/>
                    </a:cubicBezTo>
                    <a:cubicBezTo>
                      <a:pt x="234" y="312"/>
                      <a:pt x="231" y="306"/>
                      <a:pt x="228" y="306"/>
                    </a:cubicBezTo>
                    <a:cubicBezTo>
                      <a:pt x="222" y="306"/>
                      <a:pt x="222" y="300"/>
                      <a:pt x="216" y="303"/>
                    </a:cubicBezTo>
                    <a:cubicBezTo>
                      <a:pt x="213" y="303"/>
                      <a:pt x="210" y="300"/>
                      <a:pt x="201" y="294"/>
                    </a:cubicBezTo>
                    <a:cubicBezTo>
                      <a:pt x="192" y="288"/>
                      <a:pt x="177" y="282"/>
                      <a:pt x="174" y="282"/>
                    </a:cubicBezTo>
                    <a:cubicBezTo>
                      <a:pt x="171" y="285"/>
                      <a:pt x="171" y="285"/>
                      <a:pt x="168" y="282"/>
                    </a:cubicBezTo>
                    <a:cubicBezTo>
                      <a:pt x="168" y="279"/>
                      <a:pt x="162" y="279"/>
                      <a:pt x="162" y="282"/>
                    </a:cubicBezTo>
                    <a:cubicBezTo>
                      <a:pt x="159" y="285"/>
                      <a:pt x="156" y="279"/>
                      <a:pt x="150" y="282"/>
                    </a:cubicBezTo>
                    <a:cubicBezTo>
                      <a:pt x="144" y="282"/>
                      <a:pt x="144" y="279"/>
                      <a:pt x="144" y="279"/>
                    </a:cubicBezTo>
                    <a:cubicBezTo>
                      <a:pt x="144" y="276"/>
                      <a:pt x="153" y="279"/>
                      <a:pt x="153" y="276"/>
                    </a:cubicBezTo>
                    <a:cubicBezTo>
                      <a:pt x="153" y="273"/>
                      <a:pt x="150" y="276"/>
                      <a:pt x="144" y="273"/>
                    </a:cubicBezTo>
                    <a:cubicBezTo>
                      <a:pt x="141" y="270"/>
                      <a:pt x="138" y="270"/>
                      <a:pt x="138" y="273"/>
                    </a:cubicBezTo>
                    <a:cubicBezTo>
                      <a:pt x="135" y="276"/>
                      <a:pt x="132" y="276"/>
                      <a:pt x="129" y="273"/>
                    </a:cubicBezTo>
                    <a:cubicBezTo>
                      <a:pt x="129" y="273"/>
                      <a:pt x="129" y="273"/>
                      <a:pt x="129" y="273"/>
                    </a:cubicBezTo>
                    <a:cubicBezTo>
                      <a:pt x="129" y="276"/>
                      <a:pt x="126" y="276"/>
                      <a:pt x="123" y="276"/>
                    </a:cubicBezTo>
                    <a:cubicBezTo>
                      <a:pt x="120" y="276"/>
                      <a:pt x="117" y="282"/>
                      <a:pt x="114" y="282"/>
                    </a:cubicBezTo>
                    <a:cubicBezTo>
                      <a:pt x="111" y="282"/>
                      <a:pt x="108" y="285"/>
                      <a:pt x="105" y="288"/>
                    </a:cubicBezTo>
                    <a:cubicBezTo>
                      <a:pt x="105" y="291"/>
                      <a:pt x="102" y="288"/>
                      <a:pt x="102" y="291"/>
                    </a:cubicBezTo>
                    <a:cubicBezTo>
                      <a:pt x="102" y="294"/>
                      <a:pt x="102" y="294"/>
                      <a:pt x="99" y="297"/>
                    </a:cubicBezTo>
                    <a:cubicBezTo>
                      <a:pt x="99" y="300"/>
                      <a:pt x="99" y="300"/>
                      <a:pt x="102" y="303"/>
                    </a:cubicBezTo>
                    <a:cubicBezTo>
                      <a:pt x="105" y="306"/>
                      <a:pt x="108" y="306"/>
                      <a:pt x="108" y="309"/>
                    </a:cubicBezTo>
                    <a:cubicBezTo>
                      <a:pt x="111" y="309"/>
                      <a:pt x="117" y="315"/>
                      <a:pt x="117" y="315"/>
                    </a:cubicBezTo>
                    <a:cubicBezTo>
                      <a:pt x="117" y="318"/>
                      <a:pt x="111" y="324"/>
                      <a:pt x="111" y="324"/>
                    </a:cubicBezTo>
                    <a:cubicBezTo>
                      <a:pt x="108" y="327"/>
                      <a:pt x="105" y="330"/>
                      <a:pt x="108" y="330"/>
                    </a:cubicBezTo>
                    <a:cubicBezTo>
                      <a:pt x="108" y="333"/>
                      <a:pt x="114" y="342"/>
                      <a:pt x="117" y="348"/>
                    </a:cubicBezTo>
                    <a:cubicBezTo>
                      <a:pt x="120" y="354"/>
                      <a:pt x="117" y="351"/>
                      <a:pt x="114" y="354"/>
                    </a:cubicBezTo>
                    <a:cubicBezTo>
                      <a:pt x="111" y="357"/>
                      <a:pt x="114" y="360"/>
                      <a:pt x="114" y="363"/>
                    </a:cubicBezTo>
                    <a:cubicBezTo>
                      <a:pt x="117" y="366"/>
                      <a:pt x="111" y="366"/>
                      <a:pt x="114" y="366"/>
                    </a:cubicBezTo>
                    <a:cubicBezTo>
                      <a:pt x="114" y="369"/>
                      <a:pt x="117" y="369"/>
                      <a:pt x="117" y="369"/>
                    </a:cubicBezTo>
                    <a:cubicBezTo>
                      <a:pt x="120" y="372"/>
                      <a:pt x="114" y="372"/>
                      <a:pt x="117" y="375"/>
                    </a:cubicBezTo>
                    <a:cubicBezTo>
                      <a:pt x="117" y="378"/>
                      <a:pt x="123" y="378"/>
                      <a:pt x="123" y="381"/>
                    </a:cubicBezTo>
                    <a:cubicBezTo>
                      <a:pt x="123" y="384"/>
                      <a:pt x="114" y="387"/>
                      <a:pt x="117" y="387"/>
                    </a:cubicBezTo>
                    <a:cubicBezTo>
                      <a:pt x="117" y="390"/>
                      <a:pt x="126" y="393"/>
                      <a:pt x="129" y="399"/>
                    </a:cubicBezTo>
                    <a:cubicBezTo>
                      <a:pt x="135" y="405"/>
                      <a:pt x="135" y="405"/>
                      <a:pt x="132" y="408"/>
                    </a:cubicBezTo>
                    <a:cubicBezTo>
                      <a:pt x="132" y="414"/>
                      <a:pt x="120" y="417"/>
                      <a:pt x="117" y="423"/>
                    </a:cubicBezTo>
                    <a:cubicBezTo>
                      <a:pt x="114" y="429"/>
                      <a:pt x="105" y="435"/>
                      <a:pt x="99" y="438"/>
                    </a:cubicBezTo>
                    <a:cubicBezTo>
                      <a:pt x="96" y="441"/>
                      <a:pt x="96" y="444"/>
                      <a:pt x="93" y="444"/>
                    </a:cubicBezTo>
                    <a:cubicBezTo>
                      <a:pt x="96" y="444"/>
                      <a:pt x="96" y="444"/>
                      <a:pt x="99" y="444"/>
                    </a:cubicBezTo>
                    <a:cubicBezTo>
                      <a:pt x="102" y="441"/>
                      <a:pt x="102" y="450"/>
                      <a:pt x="105" y="450"/>
                    </a:cubicBezTo>
                    <a:cubicBezTo>
                      <a:pt x="108" y="453"/>
                      <a:pt x="114" y="450"/>
                      <a:pt x="114" y="453"/>
                    </a:cubicBezTo>
                    <a:cubicBezTo>
                      <a:pt x="117" y="456"/>
                      <a:pt x="114" y="456"/>
                      <a:pt x="111" y="453"/>
                    </a:cubicBezTo>
                    <a:cubicBezTo>
                      <a:pt x="105" y="453"/>
                      <a:pt x="105" y="456"/>
                      <a:pt x="99" y="459"/>
                    </a:cubicBezTo>
                    <a:cubicBezTo>
                      <a:pt x="96" y="459"/>
                      <a:pt x="96" y="462"/>
                      <a:pt x="93" y="462"/>
                    </a:cubicBezTo>
                    <a:cubicBezTo>
                      <a:pt x="96" y="465"/>
                      <a:pt x="93" y="468"/>
                      <a:pt x="90" y="471"/>
                    </a:cubicBezTo>
                    <a:cubicBezTo>
                      <a:pt x="90" y="474"/>
                      <a:pt x="87" y="474"/>
                      <a:pt x="87" y="477"/>
                    </a:cubicBezTo>
                    <a:cubicBezTo>
                      <a:pt x="87" y="477"/>
                      <a:pt x="87" y="480"/>
                      <a:pt x="87" y="483"/>
                    </a:cubicBezTo>
                    <a:cubicBezTo>
                      <a:pt x="90" y="486"/>
                      <a:pt x="90" y="486"/>
                      <a:pt x="90" y="489"/>
                    </a:cubicBezTo>
                    <a:cubicBezTo>
                      <a:pt x="93" y="492"/>
                      <a:pt x="90" y="492"/>
                      <a:pt x="87" y="492"/>
                    </a:cubicBezTo>
                    <a:cubicBezTo>
                      <a:pt x="87" y="492"/>
                      <a:pt x="87" y="495"/>
                      <a:pt x="90" y="498"/>
                    </a:cubicBezTo>
                    <a:cubicBezTo>
                      <a:pt x="90" y="501"/>
                      <a:pt x="90" y="501"/>
                      <a:pt x="90" y="504"/>
                    </a:cubicBezTo>
                    <a:cubicBezTo>
                      <a:pt x="90" y="507"/>
                      <a:pt x="93" y="510"/>
                      <a:pt x="93" y="510"/>
                    </a:cubicBezTo>
                    <a:cubicBezTo>
                      <a:pt x="96" y="513"/>
                      <a:pt x="96" y="516"/>
                      <a:pt x="96" y="519"/>
                    </a:cubicBezTo>
                    <a:cubicBezTo>
                      <a:pt x="99" y="519"/>
                      <a:pt x="99" y="522"/>
                      <a:pt x="102" y="519"/>
                    </a:cubicBezTo>
                    <a:cubicBezTo>
                      <a:pt x="105" y="519"/>
                      <a:pt x="108" y="522"/>
                      <a:pt x="108" y="522"/>
                    </a:cubicBezTo>
                    <a:cubicBezTo>
                      <a:pt x="111" y="525"/>
                      <a:pt x="111" y="525"/>
                      <a:pt x="114" y="522"/>
                    </a:cubicBezTo>
                    <a:cubicBezTo>
                      <a:pt x="117" y="522"/>
                      <a:pt x="123" y="525"/>
                      <a:pt x="126" y="525"/>
                    </a:cubicBezTo>
                    <a:cubicBezTo>
                      <a:pt x="126" y="528"/>
                      <a:pt x="126" y="531"/>
                      <a:pt x="126" y="534"/>
                    </a:cubicBezTo>
                    <a:cubicBezTo>
                      <a:pt x="126" y="537"/>
                      <a:pt x="126" y="540"/>
                      <a:pt x="129" y="543"/>
                    </a:cubicBezTo>
                    <a:cubicBezTo>
                      <a:pt x="129" y="543"/>
                      <a:pt x="129" y="546"/>
                      <a:pt x="132" y="549"/>
                    </a:cubicBezTo>
                    <a:cubicBezTo>
                      <a:pt x="135" y="549"/>
                      <a:pt x="138" y="555"/>
                      <a:pt x="138" y="555"/>
                    </a:cubicBezTo>
                    <a:cubicBezTo>
                      <a:pt x="141" y="555"/>
                      <a:pt x="144" y="558"/>
                      <a:pt x="147" y="561"/>
                    </a:cubicBezTo>
                    <a:cubicBezTo>
                      <a:pt x="147" y="564"/>
                      <a:pt x="141" y="564"/>
                      <a:pt x="141" y="567"/>
                    </a:cubicBezTo>
                    <a:cubicBezTo>
                      <a:pt x="138" y="567"/>
                      <a:pt x="132" y="564"/>
                      <a:pt x="132" y="564"/>
                    </a:cubicBezTo>
                    <a:cubicBezTo>
                      <a:pt x="129" y="567"/>
                      <a:pt x="132" y="570"/>
                      <a:pt x="135" y="576"/>
                    </a:cubicBezTo>
                    <a:cubicBezTo>
                      <a:pt x="135" y="582"/>
                      <a:pt x="135" y="582"/>
                      <a:pt x="138" y="582"/>
                    </a:cubicBezTo>
                    <a:cubicBezTo>
                      <a:pt x="141" y="582"/>
                      <a:pt x="141" y="579"/>
                      <a:pt x="144" y="579"/>
                    </a:cubicBezTo>
                    <a:cubicBezTo>
                      <a:pt x="144" y="576"/>
                      <a:pt x="150" y="579"/>
                      <a:pt x="150" y="579"/>
                    </a:cubicBezTo>
                    <a:cubicBezTo>
                      <a:pt x="153" y="576"/>
                      <a:pt x="159" y="576"/>
                      <a:pt x="159" y="579"/>
                    </a:cubicBezTo>
                    <a:cubicBezTo>
                      <a:pt x="162" y="582"/>
                      <a:pt x="162" y="585"/>
                      <a:pt x="162" y="588"/>
                    </a:cubicBezTo>
                    <a:cubicBezTo>
                      <a:pt x="162" y="588"/>
                      <a:pt x="162" y="591"/>
                      <a:pt x="165" y="594"/>
                    </a:cubicBezTo>
                    <a:cubicBezTo>
                      <a:pt x="165" y="597"/>
                      <a:pt x="171" y="594"/>
                      <a:pt x="174" y="597"/>
                    </a:cubicBezTo>
                    <a:cubicBezTo>
                      <a:pt x="174" y="597"/>
                      <a:pt x="177" y="603"/>
                      <a:pt x="177" y="606"/>
                    </a:cubicBezTo>
                    <a:cubicBezTo>
                      <a:pt x="177" y="606"/>
                      <a:pt x="180" y="609"/>
                      <a:pt x="183" y="606"/>
                    </a:cubicBezTo>
                    <a:cubicBezTo>
                      <a:pt x="186" y="609"/>
                      <a:pt x="186" y="609"/>
                      <a:pt x="186" y="609"/>
                    </a:cubicBezTo>
                    <a:cubicBezTo>
                      <a:pt x="189" y="612"/>
                      <a:pt x="192" y="609"/>
                      <a:pt x="192" y="609"/>
                    </a:cubicBezTo>
                    <a:cubicBezTo>
                      <a:pt x="195" y="609"/>
                      <a:pt x="198" y="606"/>
                      <a:pt x="198" y="609"/>
                    </a:cubicBezTo>
                    <a:cubicBezTo>
                      <a:pt x="201" y="609"/>
                      <a:pt x="204" y="612"/>
                      <a:pt x="204" y="615"/>
                    </a:cubicBezTo>
                    <a:cubicBezTo>
                      <a:pt x="204" y="615"/>
                      <a:pt x="210" y="615"/>
                      <a:pt x="213" y="615"/>
                    </a:cubicBezTo>
                    <a:cubicBezTo>
                      <a:pt x="216" y="618"/>
                      <a:pt x="219" y="618"/>
                      <a:pt x="222" y="618"/>
                    </a:cubicBezTo>
                    <a:cubicBezTo>
                      <a:pt x="225" y="621"/>
                      <a:pt x="228" y="621"/>
                      <a:pt x="231" y="621"/>
                    </a:cubicBezTo>
                    <a:cubicBezTo>
                      <a:pt x="231" y="624"/>
                      <a:pt x="225" y="627"/>
                      <a:pt x="225" y="627"/>
                    </a:cubicBezTo>
                    <a:cubicBezTo>
                      <a:pt x="228" y="630"/>
                      <a:pt x="228" y="630"/>
                      <a:pt x="228" y="630"/>
                    </a:cubicBezTo>
                    <a:cubicBezTo>
                      <a:pt x="228" y="633"/>
                      <a:pt x="225" y="633"/>
                      <a:pt x="225" y="633"/>
                    </a:cubicBezTo>
                    <a:cubicBezTo>
                      <a:pt x="228" y="636"/>
                      <a:pt x="228" y="636"/>
                      <a:pt x="228" y="636"/>
                    </a:cubicBezTo>
                    <a:cubicBezTo>
                      <a:pt x="228" y="639"/>
                      <a:pt x="225" y="642"/>
                      <a:pt x="225" y="645"/>
                    </a:cubicBezTo>
                    <a:cubicBezTo>
                      <a:pt x="225" y="645"/>
                      <a:pt x="219" y="645"/>
                      <a:pt x="216" y="645"/>
                    </a:cubicBezTo>
                    <a:cubicBezTo>
                      <a:pt x="216" y="645"/>
                      <a:pt x="210" y="651"/>
                      <a:pt x="207" y="651"/>
                    </a:cubicBezTo>
                    <a:cubicBezTo>
                      <a:pt x="207" y="654"/>
                      <a:pt x="207" y="654"/>
                      <a:pt x="207" y="654"/>
                    </a:cubicBezTo>
                    <a:cubicBezTo>
                      <a:pt x="213" y="654"/>
                      <a:pt x="219" y="654"/>
                      <a:pt x="219" y="654"/>
                    </a:cubicBezTo>
                    <a:cubicBezTo>
                      <a:pt x="219" y="657"/>
                      <a:pt x="207" y="663"/>
                      <a:pt x="204" y="663"/>
                    </a:cubicBezTo>
                    <a:cubicBezTo>
                      <a:pt x="204" y="663"/>
                      <a:pt x="210" y="666"/>
                      <a:pt x="210" y="669"/>
                    </a:cubicBezTo>
                    <a:cubicBezTo>
                      <a:pt x="210" y="672"/>
                      <a:pt x="201" y="672"/>
                      <a:pt x="204" y="675"/>
                    </a:cubicBezTo>
                    <a:cubicBezTo>
                      <a:pt x="204" y="681"/>
                      <a:pt x="201" y="681"/>
                      <a:pt x="195" y="681"/>
                    </a:cubicBezTo>
                    <a:cubicBezTo>
                      <a:pt x="192" y="681"/>
                      <a:pt x="192" y="684"/>
                      <a:pt x="192" y="684"/>
                    </a:cubicBezTo>
                    <a:cubicBezTo>
                      <a:pt x="195" y="684"/>
                      <a:pt x="195" y="690"/>
                      <a:pt x="201" y="690"/>
                    </a:cubicBezTo>
                    <a:cubicBezTo>
                      <a:pt x="210" y="693"/>
                      <a:pt x="216" y="699"/>
                      <a:pt x="222" y="705"/>
                    </a:cubicBezTo>
                    <a:cubicBezTo>
                      <a:pt x="225" y="708"/>
                      <a:pt x="225" y="708"/>
                      <a:pt x="225" y="708"/>
                    </a:cubicBezTo>
                    <a:cubicBezTo>
                      <a:pt x="228" y="708"/>
                      <a:pt x="228" y="705"/>
                      <a:pt x="231" y="705"/>
                    </a:cubicBezTo>
                    <a:cubicBezTo>
                      <a:pt x="234" y="705"/>
                      <a:pt x="240" y="708"/>
                      <a:pt x="243" y="711"/>
                    </a:cubicBezTo>
                    <a:cubicBezTo>
                      <a:pt x="246" y="714"/>
                      <a:pt x="261" y="711"/>
                      <a:pt x="261" y="711"/>
                    </a:cubicBezTo>
                    <a:cubicBezTo>
                      <a:pt x="264" y="714"/>
                      <a:pt x="267" y="717"/>
                      <a:pt x="267" y="717"/>
                    </a:cubicBezTo>
                    <a:cubicBezTo>
                      <a:pt x="270" y="717"/>
                      <a:pt x="273" y="720"/>
                      <a:pt x="276" y="720"/>
                    </a:cubicBezTo>
                    <a:cubicBezTo>
                      <a:pt x="276" y="717"/>
                      <a:pt x="285" y="717"/>
                      <a:pt x="288" y="717"/>
                    </a:cubicBezTo>
                    <a:cubicBezTo>
                      <a:pt x="288" y="717"/>
                      <a:pt x="288" y="720"/>
                      <a:pt x="291" y="720"/>
                    </a:cubicBezTo>
                    <a:cubicBezTo>
                      <a:pt x="294" y="720"/>
                      <a:pt x="294" y="726"/>
                      <a:pt x="294" y="726"/>
                    </a:cubicBezTo>
                    <a:cubicBezTo>
                      <a:pt x="297" y="726"/>
                      <a:pt x="300" y="732"/>
                      <a:pt x="306" y="732"/>
                    </a:cubicBezTo>
                    <a:cubicBezTo>
                      <a:pt x="309" y="732"/>
                      <a:pt x="312" y="738"/>
                      <a:pt x="312" y="738"/>
                    </a:cubicBezTo>
                    <a:cubicBezTo>
                      <a:pt x="315" y="738"/>
                      <a:pt x="318" y="741"/>
                      <a:pt x="318" y="738"/>
                    </a:cubicBezTo>
                    <a:cubicBezTo>
                      <a:pt x="318" y="735"/>
                      <a:pt x="324" y="735"/>
                      <a:pt x="327" y="732"/>
                    </a:cubicBezTo>
                    <a:cubicBezTo>
                      <a:pt x="318" y="723"/>
                      <a:pt x="312" y="717"/>
                      <a:pt x="312" y="714"/>
                    </a:cubicBezTo>
                    <a:cubicBezTo>
                      <a:pt x="312" y="708"/>
                      <a:pt x="315" y="702"/>
                      <a:pt x="309" y="696"/>
                    </a:cubicBezTo>
                    <a:cubicBezTo>
                      <a:pt x="300" y="690"/>
                      <a:pt x="309" y="687"/>
                      <a:pt x="315" y="681"/>
                    </a:cubicBezTo>
                    <a:cubicBezTo>
                      <a:pt x="318" y="675"/>
                      <a:pt x="327" y="672"/>
                      <a:pt x="333" y="669"/>
                    </a:cubicBezTo>
                    <a:cubicBezTo>
                      <a:pt x="333" y="669"/>
                      <a:pt x="333" y="666"/>
                      <a:pt x="330" y="666"/>
                    </a:cubicBezTo>
                    <a:cubicBezTo>
                      <a:pt x="327" y="666"/>
                      <a:pt x="324" y="663"/>
                      <a:pt x="327" y="663"/>
                    </a:cubicBezTo>
                    <a:cubicBezTo>
                      <a:pt x="330" y="660"/>
                      <a:pt x="330" y="660"/>
                      <a:pt x="327" y="654"/>
                    </a:cubicBezTo>
                    <a:cubicBezTo>
                      <a:pt x="324" y="651"/>
                      <a:pt x="321" y="648"/>
                      <a:pt x="318" y="648"/>
                    </a:cubicBezTo>
                    <a:cubicBezTo>
                      <a:pt x="318" y="648"/>
                      <a:pt x="315" y="645"/>
                      <a:pt x="312" y="648"/>
                    </a:cubicBezTo>
                    <a:cubicBezTo>
                      <a:pt x="309" y="648"/>
                      <a:pt x="309" y="645"/>
                      <a:pt x="309" y="642"/>
                    </a:cubicBezTo>
                    <a:cubicBezTo>
                      <a:pt x="309" y="639"/>
                      <a:pt x="303" y="639"/>
                      <a:pt x="303" y="636"/>
                    </a:cubicBezTo>
                    <a:cubicBezTo>
                      <a:pt x="303" y="636"/>
                      <a:pt x="303" y="630"/>
                      <a:pt x="306" y="630"/>
                    </a:cubicBezTo>
                    <a:cubicBezTo>
                      <a:pt x="309" y="627"/>
                      <a:pt x="309" y="627"/>
                      <a:pt x="309" y="627"/>
                    </a:cubicBezTo>
                    <a:cubicBezTo>
                      <a:pt x="309" y="624"/>
                      <a:pt x="303" y="624"/>
                      <a:pt x="306" y="621"/>
                    </a:cubicBezTo>
                    <a:cubicBezTo>
                      <a:pt x="309" y="618"/>
                      <a:pt x="312" y="618"/>
                      <a:pt x="312" y="615"/>
                    </a:cubicBezTo>
                    <a:cubicBezTo>
                      <a:pt x="312" y="609"/>
                      <a:pt x="315" y="606"/>
                      <a:pt x="318" y="609"/>
                    </a:cubicBezTo>
                    <a:cubicBezTo>
                      <a:pt x="321" y="612"/>
                      <a:pt x="324" y="618"/>
                      <a:pt x="327" y="618"/>
                    </a:cubicBezTo>
                    <a:cubicBezTo>
                      <a:pt x="330" y="615"/>
                      <a:pt x="330" y="612"/>
                      <a:pt x="327" y="609"/>
                    </a:cubicBezTo>
                    <a:cubicBezTo>
                      <a:pt x="327" y="609"/>
                      <a:pt x="327" y="606"/>
                      <a:pt x="330" y="603"/>
                    </a:cubicBezTo>
                    <a:cubicBezTo>
                      <a:pt x="336" y="603"/>
                      <a:pt x="333" y="600"/>
                      <a:pt x="336" y="600"/>
                    </a:cubicBezTo>
                    <a:cubicBezTo>
                      <a:pt x="342" y="600"/>
                      <a:pt x="348" y="594"/>
                      <a:pt x="348" y="594"/>
                    </a:cubicBezTo>
                    <a:cubicBezTo>
                      <a:pt x="351" y="591"/>
                      <a:pt x="357" y="591"/>
                      <a:pt x="357" y="591"/>
                    </a:cubicBezTo>
                    <a:cubicBezTo>
                      <a:pt x="360" y="591"/>
                      <a:pt x="363" y="594"/>
                      <a:pt x="363" y="591"/>
                    </a:cubicBezTo>
                    <a:cubicBezTo>
                      <a:pt x="366" y="588"/>
                      <a:pt x="372" y="588"/>
                      <a:pt x="372" y="591"/>
                    </a:cubicBezTo>
                    <a:cubicBezTo>
                      <a:pt x="372" y="594"/>
                      <a:pt x="381" y="594"/>
                      <a:pt x="384" y="594"/>
                    </a:cubicBezTo>
                    <a:cubicBezTo>
                      <a:pt x="387" y="597"/>
                      <a:pt x="393" y="600"/>
                      <a:pt x="393" y="603"/>
                    </a:cubicBezTo>
                    <a:cubicBezTo>
                      <a:pt x="393" y="606"/>
                      <a:pt x="396" y="609"/>
                      <a:pt x="396" y="603"/>
                    </a:cubicBezTo>
                    <a:cubicBezTo>
                      <a:pt x="396" y="600"/>
                      <a:pt x="399" y="603"/>
                      <a:pt x="405" y="603"/>
                    </a:cubicBezTo>
                    <a:cubicBezTo>
                      <a:pt x="408" y="606"/>
                      <a:pt x="414" y="606"/>
                      <a:pt x="414" y="603"/>
                    </a:cubicBezTo>
                    <a:cubicBezTo>
                      <a:pt x="414" y="600"/>
                      <a:pt x="423" y="597"/>
                      <a:pt x="426" y="600"/>
                    </a:cubicBezTo>
                    <a:cubicBezTo>
                      <a:pt x="429" y="603"/>
                      <a:pt x="429" y="603"/>
                      <a:pt x="432" y="600"/>
                    </a:cubicBezTo>
                    <a:cubicBezTo>
                      <a:pt x="435" y="597"/>
                      <a:pt x="441" y="597"/>
                      <a:pt x="444" y="600"/>
                    </a:cubicBezTo>
                    <a:cubicBezTo>
                      <a:pt x="444" y="603"/>
                      <a:pt x="447" y="603"/>
                      <a:pt x="450" y="603"/>
                    </a:cubicBezTo>
                    <a:cubicBezTo>
                      <a:pt x="453" y="603"/>
                      <a:pt x="453" y="609"/>
                      <a:pt x="456" y="609"/>
                    </a:cubicBezTo>
                    <a:cubicBezTo>
                      <a:pt x="459" y="606"/>
                      <a:pt x="456" y="603"/>
                      <a:pt x="459" y="603"/>
                    </a:cubicBezTo>
                    <a:cubicBezTo>
                      <a:pt x="462" y="603"/>
                      <a:pt x="465" y="606"/>
                      <a:pt x="468" y="606"/>
                    </a:cubicBezTo>
                    <a:cubicBezTo>
                      <a:pt x="471" y="606"/>
                      <a:pt x="474" y="606"/>
                      <a:pt x="474" y="603"/>
                    </a:cubicBezTo>
                    <a:cubicBezTo>
                      <a:pt x="474" y="600"/>
                      <a:pt x="474" y="594"/>
                      <a:pt x="471" y="594"/>
                    </a:cubicBezTo>
                    <a:cubicBezTo>
                      <a:pt x="471" y="594"/>
                      <a:pt x="468" y="591"/>
                      <a:pt x="465" y="591"/>
                    </a:cubicBezTo>
                    <a:cubicBezTo>
                      <a:pt x="462" y="591"/>
                      <a:pt x="459" y="585"/>
                      <a:pt x="462" y="585"/>
                    </a:cubicBezTo>
                    <a:cubicBezTo>
                      <a:pt x="465" y="585"/>
                      <a:pt x="468" y="582"/>
                      <a:pt x="468" y="579"/>
                    </a:cubicBezTo>
                    <a:cubicBezTo>
                      <a:pt x="468" y="576"/>
                      <a:pt x="465" y="573"/>
                      <a:pt x="471" y="570"/>
                    </a:cubicBezTo>
                    <a:cubicBezTo>
                      <a:pt x="474" y="570"/>
                      <a:pt x="483" y="570"/>
                      <a:pt x="483" y="570"/>
                    </a:cubicBezTo>
                    <a:cubicBezTo>
                      <a:pt x="483" y="567"/>
                      <a:pt x="474" y="567"/>
                      <a:pt x="471" y="564"/>
                    </a:cubicBezTo>
                    <a:cubicBezTo>
                      <a:pt x="471" y="561"/>
                      <a:pt x="471" y="555"/>
                      <a:pt x="471" y="555"/>
                    </a:cubicBezTo>
                    <a:cubicBezTo>
                      <a:pt x="474" y="555"/>
                      <a:pt x="477" y="555"/>
                      <a:pt x="480" y="555"/>
                    </a:cubicBezTo>
                    <a:cubicBezTo>
                      <a:pt x="483" y="552"/>
                      <a:pt x="492" y="555"/>
                      <a:pt x="495" y="552"/>
                    </a:cubicBezTo>
                    <a:cubicBezTo>
                      <a:pt x="498" y="549"/>
                      <a:pt x="507" y="549"/>
                      <a:pt x="513" y="549"/>
                    </a:cubicBezTo>
                    <a:cubicBezTo>
                      <a:pt x="516" y="549"/>
                      <a:pt x="519" y="546"/>
                      <a:pt x="522" y="546"/>
                    </a:cubicBezTo>
                    <a:cubicBezTo>
                      <a:pt x="528" y="546"/>
                      <a:pt x="537" y="543"/>
                      <a:pt x="540" y="543"/>
                    </a:cubicBezTo>
                    <a:cubicBezTo>
                      <a:pt x="543" y="543"/>
                      <a:pt x="555" y="540"/>
                      <a:pt x="555" y="537"/>
                    </a:cubicBezTo>
                    <a:cubicBezTo>
                      <a:pt x="555" y="534"/>
                      <a:pt x="567" y="534"/>
                      <a:pt x="570" y="534"/>
                    </a:cubicBezTo>
                    <a:cubicBezTo>
                      <a:pt x="573" y="534"/>
                      <a:pt x="576" y="537"/>
                      <a:pt x="579" y="534"/>
                    </a:cubicBezTo>
                    <a:cubicBezTo>
                      <a:pt x="582" y="534"/>
                      <a:pt x="585" y="537"/>
                      <a:pt x="585" y="540"/>
                    </a:cubicBezTo>
                    <a:cubicBezTo>
                      <a:pt x="585" y="543"/>
                      <a:pt x="588" y="546"/>
                      <a:pt x="588" y="549"/>
                    </a:cubicBezTo>
                    <a:cubicBezTo>
                      <a:pt x="588" y="549"/>
                      <a:pt x="585" y="552"/>
                      <a:pt x="588" y="552"/>
                    </a:cubicBezTo>
                    <a:cubicBezTo>
                      <a:pt x="588" y="555"/>
                      <a:pt x="594" y="552"/>
                      <a:pt x="597" y="552"/>
                    </a:cubicBezTo>
                    <a:cubicBezTo>
                      <a:pt x="600" y="549"/>
                      <a:pt x="600" y="552"/>
                      <a:pt x="600" y="552"/>
                    </a:cubicBezTo>
                    <a:cubicBezTo>
                      <a:pt x="600" y="555"/>
                      <a:pt x="603" y="555"/>
                      <a:pt x="603" y="555"/>
                    </a:cubicBezTo>
                    <a:cubicBezTo>
                      <a:pt x="603" y="552"/>
                      <a:pt x="609" y="552"/>
                      <a:pt x="609" y="555"/>
                    </a:cubicBezTo>
                    <a:cubicBezTo>
                      <a:pt x="612" y="555"/>
                      <a:pt x="615" y="552"/>
                      <a:pt x="615" y="555"/>
                    </a:cubicBezTo>
                    <a:cubicBezTo>
                      <a:pt x="615" y="558"/>
                      <a:pt x="609" y="561"/>
                      <a:pt x="612" y="564"/>
                    </a:cubicBezTo>
                    <a:cubicBezTo>
                      <a:pt x="615" y="567"/>
                      <a:pt x="615" y="561"/>
                      <a:pt x="621" y="561"/>
                    </a:cubicBezTo>
                    <a:cubicBezTo>
                      <a:pt x="624" y="561"/>
                      <a:pt x="630" y="558"/>
                      <a:pt x="633" y="555"/>
                    </a:cubicBezTo>
                    <a:cubicBezTo>
                      <a:pt x="636" y="555"/>
                      <a:pt x="639" y="552"/>
                      <a:pt x="642" y="549"/>
                    </a:cubicBezTo>
                    <a:cubicBezTo>
                      <a:pt x="645" y="549"/>
                      <a:pt x="651" y="549"/>
                      <a:pt x="651" y="552"/>
                    </a:cubicBezTo>
                    <a:cubicBezTo>
                      <a:pt x="648" y="552"/>
                      <a:pt x="645" y="558"/>
                      <a:pt x="654" y="558"/>
                    </a:cubicBezTo>
                    <a:cubicBezTo>
                      <a:pt x="660" y="561"/>
                      <a:pt x="669" y="576"/>
                      <a:pt x="675" y="585"/>
                    </a:cubicBezTo>
                    <a:cubicBezTo>
                      <a:pt x="678" y="591"/>
                      <a:pt x="684" y="603"/>
                      <a:pt x="687" y="603"/>
                    </a:cubicBezTo>
                    <a:cubicBezTo>
                      <a:pt x="687" y="603"/>
                      <a:pt x="690" y="597"/>
                      <a:pt x="693" y="597"/>
                    </a:cubicBezTo>
                    <a:cubicBezTo>
                      <a:pt x="696" y="597"/>
                      <a:pt x="699" y="603"/>
                      <a:pt x="702" y="603"/>
                    </a:cubicBezTo>
                    <a:cubicBezTo>
                      <a:pt x="705" y="603"/>
                      <a:pt x="708" y="606"/>
                      <a:pt x="711" y="606"/>
                    </a:cubicBezTo>
                    <a:cubicBezTo>
                      <a:pt x="714" y="603"/>
                      <a:pt x="720" y="600"/>
                      <a:pt x="723" y="603"/>
                    </a:cubicBezTo>
                    <a:cubicBezTo>
                      <a:pt x="726" y="603"/>
                      <a:pt x="729" y="603"/>
                      <a:pt x="732" y="609"/>
                    </a:cubicBezTo>
                    <a:cubicBezTo>
                      <a:pt x="732" y="612"/>
                      <a:pt x="735" y="612"/>
                      <a:pt x="738" y="612"/>
                    </a:cubicBezTo>
                    <a:cubicBezTo>
                      <a:pt x="741" y="612"/>
                      <a:pt x="741" y="615"/>
                      <a:pt x="741" y="618"/>
                    </a:cubicBezTo>
                    <a:cubicBezTo>
                      <a:pt x="741" y="621"/>
                      <a:pt x="744" y="621"/>
                      <a:pt x="747" y="621"/>
                    </a:cubicBezTo>
                    <a:cubicBezTo>
                      <a:pt x="747" y="621"/>
                      <a:pt x="753" y="621"/>
                      <a:pt x="756" y="621"/>
                    </a:cubicBezTo>
                    <a:cubicBezTo>
                      <a:pt x="756" y="621"/>
                      <a:pt x="759" y="618"/>
                      <a:pt x="759" y="621"/>
                    </a:cubicBezTo>
                    <a:cubicBezTo>
                      <a:pt x="759" y="624"/>
                      <a:pt x="762" y="627"/>
                      <a:pt x="765" y="627"/>
                    </a:cubicBezTo>
                    <a:cubicBezTo>
                      <a:pt x="765" y="627"/>
                      <a:pt x="771" y="630"/>
                      <a:pt x="771" y="627"/>
                    </a:cubicBezTo>
                    <a:cubicBezTo>
                      <a:pt x="771" y="624"/>
                      <a:pt x="777" y="624"/>
                      <a:pt x="777" y="624"/>
                    </a:cubicBezTo>
                    <a:cubicBezTo>
                      <a:pt x="780" y="624"/>
                      <a:pt x="786" y="621"/>
                      <a:pt x="789" y="618"/>
                    </a:cubicBezTo>
                    <a:cubicBezTo>
                      <a:pt x="789" y="615"/>
                      <a:pt x="795" y="615"/>
                      <a:pt x="798" y="615"/>
                    </a:cubicBezTo>
                    <a:cubicBezTo>
                      <a:pt x="798" y="612"/>
                      <a:pt x="804" y="612"/>
                      <a:pt x="804" y="609"/>
                    </a:cubicBezTo>
                    <a:cubicBezTo>
                      <a:pt x="804" y="606"/>
                      <a:pt x="810" y="609"/>
                      <a:pt x="813" y="606"/>
                    </a:cubicBezTo>
                    <a:cubicBezTo>
                      <a:pt x="813" y="603"/>
                      <a:pt x="819" y="603"/>
                      <a:pt x="819" y="606"/>
                    </a:cubicBezTo>
                    <a:cubicBezTo>
                      <a:pt x="822" y="606"/>
                      <a:pt x="834" y="609"/>
                      <a:pt x="837" y="606"/>
                    </a:cubicBezTo>
                    <a:cubicBezTo>
                      <a:pt x="837" y="606"/>
                      <a:pt x="837" y="612"/>
                      <a:pt x="840" y="615"/>
                    </a:cubicBezTo>
                    <a:cubicBezTo>
                      <a:pt x="840" y="615"/>
                      <a:pt x="846" y="618"/>
                      <a:pt x="849" y="618"/>
                    </a:cubicBezTo>
                    <a:cubicBezTo>
                      <a:pt x="849" y="615"/>
                      <a:pt x="855" y="615"/>
                      <a:pt x="858" y="618"/>
                    </a:cubicBezTo>
                    <a:cubicBezTo>
                      <a:pt x="861" y="618"/>
                      <a:pt x="864" y="621"/>
                      <a:pt x="867" y="618"/>
                    </a:cubicBezTo>
                    <a:cubicBezTo>
                      <a:pt x="867" y="618"/>
                      <a:pt x="873" y="615"/>
                      <a:pt x="876" y="615"/>
                    </a:cubicBezTo>
                    <a:cubicBezTo>
                      <a:pt x="876" y="612"/>
                      <a:pt x="876" y="609"/>
                      <a:pt x="876" y="609"/>
                    </a:cubicBezTo>
                    <a:cubicBezTo>
                      <a:pt x="873" y="606"/>
                      <a:pt x="873" y="600"/>
                      <a:pt x="870" y="597"/>
                    </a:cubicBezTo>
                    <a:cubicBezTo>
                      <a:pt x="876" y="594"/>
                      <a:pt x="876" y="594"/>
                      <a:pt x="876" y="594"/>
                    </a:cubicBezTo>
                    <a:cubicBezTo>
                      <a:pt x="876" y="591"/>
                      <a:pt x="882" y="591"/>
                      <a:pt x="882" y="588"/>
                    </a:cubicBezTo>
                    <a:cubicBezTo>
                      <a:pt x="885" y="585"/>
                      <a:pt x="885" y="585"/>
                      <a:pt x="885" y="585"/>
                    </a:cubicBezTo>
                    <a:cubicBezTo>
                      <a:pt x="888" y="585"/>
                      <a:pt x="894" y="588"/>
                      <a:pt x="894" y="588"/>
                    </a:cubicBezTo>
                    <a:cubicBezTo>
                      <a:pt x="900" y="591"/>
                      <a:pt x="900" y="591"/>
                      <a:pt x="900" y="591"/>
                    </a:cubicBezTo>
                    <a:cubicBezTo>
                      <a:pt x="903" y="591"/>
                      <a:pt x="906" y="591"/>
                      <a:pt x="909" y="594"/>
                    </a:cubicBezTo>
                    <a:cubicBezTo>
                      <a:pt x="912" y="594"/>
                      <a:pt x="918" y="594"/>
                      <a:pt x="921" y="597"/>
                    </a:cubicBezTo>
                    <a:cubicBezTo>
                      <a:pt x="921" y="600"/>
                      <a:pt x="921" y="603"/>
                      <a:pt x="921" y="606"/>
                    </a:cubicBezTo>
                    <a:cubicBezTo>
                      <a:pt x="924" y="609"/>
                      <a:pt x="927" y="612"/>
                      <a:pt x="930" y="612"/>
                    </a:cubicBezTo>
                    <a:cubicBezTo>
                      <a:pt x="930" y="612"/>
                      <a:pt x="936" y="615"/>
                      <a:pt x="939" y="615"/>
                    </a:cubicBezTo>
                    <a:cubicBezTo>
                      <a:pt x="942" y="615"/>
                      <a:pt x="945" y="612"/>
                      <a:pt x="948" y="612"/>
                    </a:cubicBezTo>
                    <a:cubicBezTo>
                      <a:pt x="948" y="612"/>
                      <a:pt x="954" y="609"/>
                      <a:pt x="957" y="609"/>
                    </a:cubicBezTo>
                    <a:cubicBezTo>
                      <a:pt x="960" y="609"/>
                      <a:pt x="966" y="612"/>
                      <a:pt x="969" y="612"/>
                    </a:cubicBezTo>
                    <a:cubicBezTo>
                      <a:pt x="969" y="612"/>
                      <a:pt x="975" y="612"/>
                      <a:pt x="975" y="615"/>
                    </a:cubicBezTo>
                    <a:cubicBezTo>
                      <a:pt x="978" y="615"/>
                      <a:pt x="987" y="615"/>
                      <a:pt x="987" y="618"/>
                    </a:cubicBezTo>
                    <a:cubicBezTo>
                      <a:pt x="987" y="621"/>
                      <a:pt x="990" y="621"/>
                      <a:pt x="993" y="624"/>
                    </a:cubicBezTo>
                    <a:cubicBezTo>
                      <a:pt x="993" y="627"/>
                      <a:pt x="1005" y="627"/>
                      <a:pt x="1005" y="627"/>
                    </a:cubicBezTo>
                    <a:cubicBezTo>
                      <a:pt x="1008" y="630"/>
                      <a:pt x="1020" y="630"/>
                      <a:pt x="1020" y="627"/>
                    </a:cubicBezTo>
                    <a:cubicBezTo>
                      <a:pt x="1020" y="627"/>
                      <a:pt x="1032" y="624"/>
                      <a:pt x="1035" y="624"/>
                    </a:cubicBezTo>
                    <a:cubicBezTo>
                      <a:pt x="1038" y="621"/>
                      <a:pt x="1044" y="624"/>
                      <a:pt x="1044" y="621"/>
                    </a:cubicBezTo>
                    <a:cubicBezTo>
                      <a:pt x="1044" y="618"/>
                      <a:pt x="1050" y="615"/>
                      <a:pt x="1053" y="615"/>
                    </a:cubicBezTo>
                    <a:cubicBezTo>
                      <a:pt x="1056" y="612"/>
                      <a:pt x="1068" y="612"/>
                      <a:pt x="1068" y="615"/>
                    </a:cubicBezTo>
                    <a:cubicBezTo>
                      <a:pt x="1068" y="618"/>
                      <a:pt x="1074" y="618"/>
                      <a:pt x="1077" y="618"/>
                    </a:cubicBezTo>
                    <a:cubicBezTo>
                      <a:pt x="1080" y="615"/>
                      <a:pt x="1086" y="618"/>
                      <a:pt x="1089" y="621"/>
                    </a:cubicBezTo>
                    <a:cubicBezTo>
                      <a:pt x="1098" y="624"/>
                      <a:pt x="1098" y="624"/>
                      <a:pt x="1098" y="624"/>
                    </a:cubicBezTo>
                    <a:cubicBezTo>
                      <a:pt x="1101" y="621"/>
                      <a:pt x="1107" y="618"/>
                      <a:pt x="1110" y="618"/>
                    </a:cubicBezTo>
                    <a:cubicBezTo>
                      <a:pt x="1113" y="618"/>
                      <a:pt x="1116" y="615"/>
                      <a:pt x="1116" y="612"/>
                    </a:cubicBezTo>
                    <a:cubicBezTo>
                      <a:pt x="1113" y="609"/>
                      <a:pt x="1119" y="603"/>
                      <a:pt x="1119" y="600"/>
                    </a:cubicBezTo>
                    <a:cubicBezTo>
                      <a:pt x="1122" y="597"/>
                      <a:pt x="1125" y="591"/>
                      <a:pt x="1128" y="591"/>
                    </a:cubicBezTo>
                    <a:cubicBezTo>
                      <a:pt x="1128" y="588"/>
                      <a:pt x="1131" y="585"/>
                      <a:pt x="1131" y="585"/>
                    </a:cubicBezTo>
                    <a:cubicBezTo>
                      <a:pt x="1131" y="582"/>
                      <a:pt x="1131" y="576"/>
                      <a:pt x="1128" y="576"/>
                    </a:cubicBezTo>
                    <a:cubicBezTo>
                      <a:pt x="1128" y="576"/>
                      <a:pt x="1122" y="576"/>
                      <a:pt x="1128" y="570"/>
                    </a:cubicBezTo>
                    <a:cubicBezTo>
                      <a:pt x="1131" y="564"/>
                      <a:pt x="1140" y="564"/>
                      <a:pt x="1143" y="564"/>
                    </a:cubicBezTo>
                    <a:cubicBezTo>
                      <a:pt x="1143" y="564"/>
                      <a:pt x="1155" y="564"/>
                      <a:pt x="1158" y="564"/>
                    </a:cubicBezTo>
                    <a:cubicBezTo>
                      <a:pt x="1164" y="564"/>
                      <a:pt x="1167" y="564"/>
                      <a:pt x="1170" y="567"/>
                    </a:cubicBezTo>
                    <a:cubicBezTo>
                      <a:pt x="1176" y="570"/>
                      <a:pt x="1182" y="567"/>
                      <a:pt x="1185" y="570"/>
                    </a:cubicBezTo>
                    <a:cubicBezTo>
                      <a:pt x="1188" y="573"/>
                      <a:pt x="1194" y="573"/>
                      <a:pt x="1191" y="579"/>
                    </a:cubicBezTo>
                    <a:cubicBezTo>
                      <a:pt x="1191" y="582"/>
                      <a:pt x="1197" y="579"/>
                      <a:pt x="1197" y="588"/>
                    </a:cubicBezTo>
                    <a:cubicBezTo>
                      <a:pt x="1200" y="597"/>
                      <a:pt x="1203" y="597"/>
                      <a:pt x="1203" y="603"/>
                    </a:cubicBezTo>
                    <a:cubicBezTo>
                      <a:pt x="1206" y="606"/>
                      <a:pt x="1212" y="612"/>
                      <a:pt x="1209" y="615"/>
                    </a:cubicBezTo>
                    <a:cubicBezTo>
                      <a:pt x="1209" y="618"/>
                      <a:pt x="1209" y="621"/>
                      <a:pt x="1215" y="621"/>
                    </a:cubicBezTo>
                    <a:cubicBezTo>
                      <a:pt x="1221" y="621"/>
                      <a:pt x="1224" y="627"/>
                      <a:pt x="1224" y="627"/>
                    </a:cubicBezTo>
                    <a:cubicBezTo>
                      <a:pt x="1227" y="624"/>
                      <a:pt x="1233" y="627"/>
                      <a:pt x="1236" y="630"/>
                    </a:cubicBezTo>
                    <a:cubicBezTo>
                      <a:pt x="1239" y="633"/>
                      <a:pt x="1245" y="633"/>
                      <a:pt x="1245" y="636"/>
                    </a:cubicBezTo>
                    <a:cubicBezTo>
                      <a:pt x="1245" y="639"/>
                      <a:pt x="1248" y="642"/>
                      <a:pt x="1248" y="645"/>
                    </a:cubicBezTo>
                    <a:cubicBezTo>
                      <a:pt x="1248" y="648"/>
                      <a:pt x="1254" y="651"/>
                      <a:pt x="1257" y="651"/>
                    </a:cubicBezTo>
                    <a:cubicBezTo>
                      <a:pt x="1263" y="651"/>
                      <a:pt x="1266" y="651"/>
                      <a:pt x="1269" y="648"/>
                    </a:cubicBezTo>
                    <a:cubicBezTo>
                      <a:pt x="1269" y="645"/>
                      <a:pt x="1278" y="645"/>
                      <a:pt x="1278" y="645"/>
                    </a:cubicBezTo>
                    <a:cubicBezTo>
                      <a:pt x="1281" y="642"/>
                      <a:pt x="1287" y="639"/>
                      <a:pt x="1287" y="645"/>
                    </a:cubicBezTo>
                    <a:cubicBezTo>
                      <a:pt x="1287" y="651"/>
                      <a:pt x="1293" y="654"/>
                      <a:pt x="1287" y="657"/>
                    </a:cubicBezTo>
                    <a:cubicBezTo>
                      <a:pt x="1284" y="657"/>
                      <a:pt x="1284" y="666"/>
                      <a:pt x="1281" y="669"/>
                    </a:cubicBezTo>
                    <a:cubicBezTo>
                      <a:pt x="1281" y="675"/>
                      <a:pt x="1275" y="675"/>
                      <a:pt x="1275" y="678"/>
                    </a:cubicBezTo>
                    <a:cubicBezTo>
                      <a:pt x="1275" y="684"/>
                      <a:pt x="1269" y="684"/>
                      <a:pt x="1269" y="687"/>
                    </a:cubicBezTo>
                    <a:cubicBezTo>
                      <a:pt x="1269" y="690"/>
                      <a:pt x="1263" y="687"/>
                      <a:pt x="1260" y="687"/>
                    </a:cubicBezTo>
                    <a:cubicBezTo>
                      <a:pt x="1257" y="684"/>
                      <a:pt x="1254" y="690"/>
                      <a:pt x="1251" y="690"/>
                    </a:cubicBezTo>
                    <a:cubicBezTo>
                      <a:pt x="1248" y="690"/>
                      <a:pt x="1248" y="696"/>
                      <a:pt x="1248" y="699"/>
                    </a:cubicBezTo>
                    <a:cubicBezTo>
                      <a:pt x="1251" y="702"/>
                      <a:pt x="1248" y="705"/>
                      <a:pt x="1251" y="708"/>
                    </a:cubicBezTo>
                    <a:cubicBezTo>
                      <a:pt x="1251" y="711"/>
                      <a:pt x="1251" y="714"/>
                      <a:pt x="1251" y="717"/>
                    </a:cubicBezTo>
                    <a:cubicBezTo>
                      <a:pt x="1254" y="714"/>
                      <a:pt x="1260" y="714"/>
                      <a:pt x="1260" y="714"/>
                    </a:cubicBezTo>
                    <a:cubicBezTo>
                      <a:pt x="1263" y="714"/>
                      <a:pt x="1269" y="720"/>
                      <a:pt x="1272" y="720"/>
                    </a:cubicBezTo>
                    <a:cubicBezTo>
                      <a:pt x="1278" y="720"/>
                      <a:pt x="1299" y="708"/>
                      <a:pt x="1299" y="705"/>
                    </a:cubicBezTo>
                    <a:cubicBezTo>
                      <a:pt x="1299" y="702"/>
                      <a:pt x="1311" y="690"/>
                      <a:pt x="1317" y="684"/>
                    </a:cubicBezTo>
                    <a:cubicBezTo>
                      <a:pt x="1323" y="678"/>
                      <a:pt x="1332" y="669"/>
                      <a:pt x="1335" y="663"/>
                    </a:cubicBezTo>
                    <a:cubicBezTo>
                      <a:pt x="1335" y="657"/>
                      <a:pt x="1344" y="648"/>
                      <a:pt x="1347" y="645"/>
                    </a:cubicBezTo>
                    <a:cubicBezTo>
                      <a:pt x="1347" y="642"/>
                      <a:pt x="1350" y="642"/>
                      <a:pt x="1353" y="633"/>
                    </a:cubicBezTo>
                    <a:cubicBezTo>
                      <a:pt x="1356" y="627"/>
                      <a:pt x="1356" y="606"/>
                      <a:pt x="1359" y="606"/>
                    </a:cubicBezTo>
                    <a:cubicBezTo>
                      <a:pt x="1359" y="603"/>
                      <a:pt x="1359" y="600"/>
                      <a:pt x="1359" y="597"/>
                    </a:cubicBezTo>
                    <a:cubicBezTo>
                      <a:pt x="1362" y="594"/>
                      <a:pt x="1362" y="591"/>
                      <a:pt x="1365" y="591"/>
                    </a:cubicBezTo>
                    <a:cubicBezTo>
                      <a:pt x="1368" y="588"/>
                      <a:pt x="1368" y="585"/>
                      <a:pt x="1365" y="582"/>
                    </a:cubicBezTo>
                    <a:cubicBezTo>
                      <a:pt x="1365" y="579"/>
                      <a:pt x="1365" y="576"/>
                      <a:pt x="1365" y="573"/>
                    </a:cubicBezTo>
                    <a:cubicBezTo>
                      <a:pt x="1365" y="573"/>
                      <a:pt x="1365" y="570"/>
                      <a:pt x="1368" y="570"/>
                    </a:cubicBezTo>
                    <a:cubicBezTo>
                      <a:pt x="1368" y="570"/>
                      <a:pt x="1365" y="567"/>
                      <a:pt x="1362" y="564"/>
                    </a:cubicBezTo>
                    <a:cubicBezTo>
                      <a:pt x="1359" y="564"/>
                      <a:pt x="1356" y="561"/>
                      <a:pt x="1356" y="558"/>
                    </a:cubicBezTo>
                    <a:cubicBezTo>
                      <a:pt x="1356" y="555"/>
                      <a:pt x="1350" y="552"/>
                      <a:pt x="1347" y="552"/>
                    </a:cubicBezTo>
                    <a:cubicBezTo>
                      <a:pt x="1344" y="552"/>
                      <a:pt x="1335" y="549"/>
                      <a:pt x="1338" y="552"/>
                    </a:cubicBezTo>
                    <a:cubicBezTo>
                      <a:pt x="1338" y="555"/>
                      <a:pt x="1338" y="558"/>
                      <a:pt x="1335" y="558"/>
                    </a:cubicBezTo>
                    <a:cubicBezTo>
                      <a:pt x="1332" y="555"/>
                      <a:pt x="1332" y="558"/>
                      <a:pt x="1329" y="561"/>
                    </a:cubicBezTo>
                    <a:cubicBezTo>
                      <a:pt x="1329" y="564"/>
                      <a:pt x="1320" y="564"/>
                      <a:pt x="1323" y="561"/>
                    </a:cubicBezTo>
                    <a:cubicBezTo>
                      <a:pt x="1326" y="558"/>
                      <a:pt x="1323" y="558"/>
                      <a:pt x="1323" y="555"/>
                    </a:cubicBezTo>
                    <a:cubicBezTo>
                      <a:pt x="1323" y="552"/>
                      <a:pt x="1326" y="549"/>
                      <a:pt x="1323" y="549"/>
                    </a:cubicBezTo>
                    <a:cubicBezTo>
                      <a:pt x="1320" y="552"/>
                      <a:pt x="1320" y="558"/>
                      <a:pt x="1317" y="558"/>
                    </a:cubicBezTo>
                    <a:cubicBezTo>
                      <a:pt x="1314" y="558"/>
                      <a:pt x="1314" y="549"/>
                      <a:pt x="1314" y="546"/>
                    </a:cubicBezTo>
                    <a:cubicBezTo>
                      <a:pt x="1317" y="543"/>
                      <a:pt x="1308" y="546"/>
                      <a:pt x="1302" y="546"/>
                    </a:cubicBezTo>
                    <a:cubicBezTo>
                      <a:pt x="1296" y="546"/>
                      <a:pt x="1296" y="540"/>
                      <a:pt x="1302" y="537"/>
                    </a:cubicBezTo>
                    <a:cubicBezTo>
                      <a:pt x="1308" y="534"/>
                      <a:pt x="1308" y="531"/>
                      <a:pt x="1311" y="531"/>
                    </a:cubicBezTo>
                    <a:cubicBezTo>
                      <a:pt x="1314" y="531"/>
                      <a:pt x="1320" y="525"/>
                      <a:pt x="1323" y="522"/>
                    </a:cubicBezTo>
                    <a:cubicBezTo>
                      <a:pt x="1329" y="519"/>
                      <a:pt x="1329" y="516"/>
                      <a:pt x="1332" y="513"/>
                    </a:cubicBezTo>
                    <a:cubicBezTo>
                      <a:pt x="1332" y="513"/>
                      <a:pt x="1341" y="507"/>
                      <a:pt x="1347" y="501"/>
                    </a:cubicBezTo>
                    <a:cubicBezTo>
                      <a:pt x="1353" y="495"/>
                      <a:pt x="1356" y="492"/>
                      <a:pt x="1359" y="489"/>
                    </a:cubicBezTo>
                    <a:cubicBezTo>
                      <a:pt x="1362" y="486"/>
                      <a:pt x="1371" y="483"/>
                      <a:pt x="1371" y="480"/>
                    </a:cubicBezTo>
                    <a:cubicBezTo>
                      <a:pt x="1371" y="477"/>
                      <a:pt x="1383" y="471"/>
                      <a:pt x="1392" y="468"/>
                    </a:cubicBezTo>
                    <a:cubicBezTo>
                      <a:pt x="1401" y="465"/>
                      <a:pt x="1416" y="468"/>
                      <a:pt x="1416" y="471"/>
                    </a:cubicBezTo>
                    <a:cubicBezTo>
                      <a:pt x="1419" y="474"/>
                      <a:pt x="1422" y="474"/>
                      <a:pt x="1422" y="471"/>
                    </a:cubicBezTo>
                    <a:cubicBezTo>
                      <a:pt x="1425" y="468"/>
                      <a:pt x="1428" y="471"/>
                      <a:pt x="1434" y="471"/>
                    </a:cubicBezTo>
                    <a:cubicBezTo>
                      <a:pt x="1440" y="471"/>
                      <a:pt x="1440" y="468"/>
                      <a:pt x="1443" y="468"/>
                    </a:cubicBezTo>
                    <a:cubicBezTo>
                      <a:pt x="1449" y="471"/>
                      <a:pt x="1452" y="471"/>
                      <a:pt x="1455" y="468"/>
                    </a:cubicBezTo>
                    <a:cubicBezTo>
                      <a:pt x="1455" y="462"/>
                      <a:pt x="1467" y="462"/>
                      <a:pt x="1470" y="465"/>
                    </a:cubicBezTo>
                    <a:cubicBezTo>
                      <a:pt x="1473" y="468"/>
                      <a:pt x="1473" y="468"/>
                      <a:pt x="1479" y="465"/>
                    </a:cubicBezTo>
                    <a:cubicBezTo>
                      <a:pt x="1482" y="465"/>
                      <a:pt x="1482" y="471"/>
                      <a:pt x="1485" y="471"/>
                    </a:cubicBezTo>
                    <a:cubicBezTo>
                      <a:pt x="1491" y="471"/>
                      <a:pt x="1488" y="474"/>
                      <a:pt x="1485" y="474"/>
                    </a:cubicBezTo>
                    <a:cubicBezTo>
                      <a:pt x="1482" y="474"/>
                      <a:pt x="1476" y="477"/>
                      <a:pt x="1479" y="477"/>
                    </a:cubicBezTo>
                    <a:cubicBezTo>
                      <a:pt x="1485" y="480"/>
                      <a:pt x="1488" y="477"/>
                      <a:pt x="1491" y="477"/>
                    </a:cubicBezTo>
                    <a:cubicBezTo>
                      <a:pt x="1494" y="477"/>
                      <a:pt x="1500" y="477"/>
                      <a:pt x="1503" y="474"/>
                    </a:cubicBezTo>
                    <a:cubicBezTo>
                      <a:pt x="1509" y="471"/>
                      <a:pt x="1509" y="477"/>
                      <a:pt x="1512" y="474"/>
                    </a:cubicBezTo>
                    <a:cubicBezTo>
                      <a:pt x="1515" y="471"/>
                      <a:pt x="1521" y="471"/>
                      <a:pt x="1524" y="471"/>
                    </a:cubicBezTo>
                    <a:cubicBezTo>
                      <a:pt x="1527" y="471"/>
                      <a:pt x="1524" y="468"/>
                      <a:pt x="1518" y="468"/>
                    </a:cubicBezTo>
                    <a:cubicBezTo>
                      <a:pt x="1515" y="468"/>
                      <a:pt x="1515" y="465"/>
                      <a:pt x="1518" y="459"/>
                    </a:cubicBezTo>
                    <a:cubicBezTo>
                      <a:pt x="1521" y="450"/>
                      <a:pt x="1530" y="447"/>
                      <a:pt x="1533" y="444"/>
                    </a:cubicBezTo>
                    <a:cubicBezTo>
                      <a:pt x="1539" y="438"/>
                      <a:pt x="1542" y="441"/>
                      <a:pt x="1542" y="438"/>
                    </a:cubicBezTo>
                    <a:cubicBezTo>
                      <a:pt x="1542" y="435"/>
                      <a:pt x="1545" y="429"/>
                      <a:pt x="1548" y="429"/>
                    </a:cubicBezTo>
                    <a:cubicBezTo>
                      <a:pt x="1551" y="429"/>
                      <a:pt x="1560" y="429"/>
                      <a:pt x="1566" y="426"/>
                    </a:cubicBezTo>
                    <a:cubicBezTo>
                      <a:pt x="1572" y="423"/>
                      <a:pt x="1572" y="429"/>
                      <a:pt x="1575" y="429"/>
                    </a:cubicBezTo>
                    <a:cubicBezTo>
                      <a:pt x="1578" y="432"/>
                      <a:pt x="1581" y="426"/>
                      <a:pt x="1584" y="426"/>
                    </a:cubicBezTo>
                    <a:cubicBezTo>
                      <a:pt x="1584" y="429"/>
                      <a:pt x="1578" y="432"/>
                      <a:pt x="1578" y="438"/>
                    </a:cubicBezTo>
                    <a:cubicBezTo>
                      <a:pt x="1575" y="441"/>
                      <a:pt x="1581" y="441"/>
                      <a:pt x="1584" y="441"/>
                    </a:cubicBezTo>
                    <a:cubicBezTo>
                      <a:pt x="1587" y="444"/>
                      <a:pt x="1581" y="444"/>
                      <a:pt x="1581" y="447"/>
                    </a:cubicBezTo>
                    <a:cubicBezTo>
                      <a:pt x="1581" y="447"/>
                      <a:pt x="1587" y="447"/>
                      <a:pt x="1593" y="441"/>
                    </a:cubicBezTo>
                    <a:cubicBezTo>
                      <a:pt x="1602" y="432"/>
                      <a:pt x="1608" y="432"/>
                      <a:pt x="1614" y="432"/>
                    </a:cubicBezTo>
                    <a:cubicBezTo>
                      <a:pt x="1617" y="432"/>
                      <a:pt x="1614" y="426"/>
                      <a:pt x="1614" y="420"/>
                    </a:cubicBezTo>
                    <a:cubicBezTo>
                      <a:pt x="1617" y="414"/>
                      <a:pt x="1629" y="411"/>
                      <a:pt x="1635" y="414"/>
                    </a:cubicBezTo>
                    <a:cubicBezTo>
                      <a:pt x="1638" y="414"/>
                      <a:pt x="1638" y="417"/>
                      <a:pt x="1635" y="417"/>
                    </a:cubicBezTo>
                    <a:cubicBezTo>
                      <a:pt x="1629" y="414"/>
                      <a:pt x="1626" y="420"/>
                      <a:pt x="1626" y="426"/>
                    </a:cubicBezTo>
                    <a:cubicBezTo>
                      <a:pt x="1626" y="429"/>
                      <a:pt x="1623" y="432"/>
                      <a:pt x="1623" y="435"/>
                    </a:cubicBezTo>
                    <a:cubicBezTo>
                      <a:pt x="1626" y="435"/>
                      <a:pt x="1620" y="438"/>
                      <a:pt x="1620" y="438"/>
                    </a:cubicBezTo>
                    <a:cubicBezTo>
                      <a:pt x="1620" y="441"/>
                      <a:pt x="1620" y="444"/>
                      <a:pt x="1617" y="444"/>
                    </a:cubicBezTo>
                    <a:cubicBezTo>
                      <a:pt x="1614" y="444"/>
                      <a:pt x="1602" y="447"/>
                      <a:pt x="1602" y="450"/>
                    </a:cubicBezTo>
                    <a:cubicBezTo>
                      <a:pt x="1602" y="456"/>
                      <a:pt x="1596" y="456"/>
                      <a:pt x="1593" y="462"/>
                    </a:cubicBezTo>
                    <a:cubicBezTo>
                      <a:pt x="1590" y="465"/>
                      <a:pt x="1581" y="471"/>
                      <a:pt x="1572" y="480"/>
                    </a:cubicBezTo>
                    <a:cubicBezTo>
                      <a:pt x="1566" y="492"/>
                      <a:pt x="1554" y="492"/>
                      <a:pt x="1554" y="492"/>
                    </a:cubicBezTo>
                    <a:cubicBezTo>
                      <a:pt x="1554" y="495"/>
                      <a:pt x="1545" y="495"/>
                      <a:pt x="1545" y="495"/>
                    </a:cubicBezTo>
                    <a:cubicBezTo>
                      <a:pt x="1542" y="495"/>
                      <a:pt x="1545" y="501"/>
                      <a:pt x="1539" y="510"/>
                    </a:cubicBezTo>
                    <a:cubicBezTo>
                      <a:pt x="1533" y="516"/>
                      <a:pt x="1530" y="525"/>
                      <a:pt x="1530" y="534"/>
                    </a:cubicBezTo>
                    <a:cubicBezTo>
                      <a:pt x="1530" y="543"/>
                      <a:pt x="1533" y="570"/>
                      <a:pt x="1536" y="576"/>
                    </a:cubicBezTo>
                    <a:cubicBezTo>
                      <a:pt x="1539" y="582"/>
                      <a:pt x="1536" y="594"/>
                      <a:pt x="1539" y="594"/>
                    </a:cubicBezTo>
                    <a:cubicBezTo>
                      <a:pt x="1542" y="597"/>
                      <a:pt x="1542" y="603"/>
                      <a:pt x="1542" y="603"/>
                    </a:cubicBezTo>
                    <a:cubicBezTo>
                      <a:pt x="1545" y="606"/>
                      <a:pt x="1551" y="597"/>
                      <a:pt x="1554" y="594"/>
                    </a:cubicBezTo>
                    <a:cubicBezTo>
                      <a:pt x="1557" y="591"/>
                      <a:pt x="1557" y="588"/>
                      <a:pt x="1560" y="588"/>
                    </a:cubicBezTo>
                    <a:cubicBezTo>
                      <a:pt x="1563" y="585"/>
                      <a:pt x="1560" y="576"/>
                      <a:pt x="1563" y="576"/>
                    </a:cubicBezTo>
                    <a:cubicBezTo>
                      <a:pt x="1563" y="573"/>
                      <a:pt x="1569" y="573"/>
                      <a:pt x="1569" y="570"/>
                    </a:cubicBezTo>
                    <a:cubicBezTo>
                      <a:pt x="1572" y="567"/>
                      <a:pt x="1575" y="570"/>
                      <a:pt x="1578" y="570"/>
                    </a:cubicBezTo>
                    <a:cubicBezTo>
                      <a:pt x="1581" y="567"/>
                      <a:pt x="1578" y="561"/>
                      <a:pt x="1578" y="558"/>
                    </a:cubicBezTo>
                    <a:cubicBezTo>
                      <a:pt x="1575" y="555"/>
                      <a:pt x="1584" y="552"/>
                      <a:pt x="1587" y="549"/>
                    </a:cubicBezTo>
                    <a:cubicBezTo>
                      <a:pt x="1593" y="546"/>
                      <a:pt x="1596" y="552"/>
                      <a:pt x="1602" y="546"/>
                    </a:cubicBezTo>
                    <a:cubicBezTo>
                      <a:pt x="1605" y="543"/>
                      <a:pt x="1602" y="537"/>
                      <a:pt x="1599" y="534"/>
                    </a:cubicBezTo>
                    <a:cubicBezTo>
                      <a:pt x="1599" y="534"/>
                      <a:pt x="1605" y="522"/>
                      <a:pt x="1608" y="522"/>
                    </a:cubicBezTo>
                    <a:cubicBezTo>
                      <a:pt x="1611" y="522"/>
                      <a:pt x="1614" y="525"/>
                      <a:pt x="1617" y="522"/>
                    </a:cubicBezTo>
                    <a:cubicBezTo>
                      <a:pt x="1620" y="519"/>
                      <a:pt x="1614" y="513"/>
                      <a:pt x="1611" y="513"/>
                    </a:cubicBezTo>
                    <a:cubicBezTo>
                      <a:pt x="1608" y="513"/>
                      <a:pt x="1608" y="504"/>
                      <a:pt x="1614" y="501"/>
                    </a:cubicBezTo>
                    <a:cubicBezTo>
                      <a:pt x="1620" y="498"/>
                      <a:pt x="1617" y="495"/>
                      <a:pt x="1614" y="495"/>
                    </a:cubicBezTo>
                    <a:cubicBezTo>
                      <a:pt x="1608" y="495"/>
                      <a:pt x="1608" y="495"/>
                      <a:pt x="1605" y="495"/>
                    </a:cubicBezTo>
                    <a:cubicBezTo>
                      <a:pt x="1602" y="495"/>
                      <a:pt x="1599" y="489"/>
                      <a:pt x="1605" y="483"/>
                    </a:cubicBezTo>
                    <a:cubicBezTo>
                      <a:pt x="1608" y="477"/>
                      <a:pt x="1614" y="480"/>
                      <a:pt x="1614" y="474"/>
                    </a:cubicBezTo>
                    <a:cubicBezTo>
                      <a:pt x="1614" y="468"/>
                      <a:pt x="1620" y="462"/>
                      <a:pt x="1623" y="459"/>
                    </a:cubicBezTo>
                    <a:cubicBezTo>
                      <a:pt x="1623" y="456"/>
                      <a:pt x="1629" y="459"/>
                      <a:pt x="1632" y="459"/>
                    </a:cubicBezTo>
                    <a:cubicBezTo>
                      <a:pt x="1635" y="459"/>
                      <a:pt x="1635" y="465"/>
                      <a:pt x="1635" y="462"/>
                    </a:cubicBezTo>
                    <a:cubicBezTo>
                      <a:pt x="1638" y="459"/>
                      <a:pt x="1644" y="450"/>
                      <a:pt x="1647" y="450"/>
                    </a:cubicBezTo>
                    <a:cubicBezTo>
                      <a:pt x="1653" y="450"/>
                      <a:pt x="1650" y="456"/>
                      <a:pt x="1650" y="459"/>
                    </a:cubicBezTo>
                    <a:cubicBezTo>
                      <a:pt x="1650" y="465"/>
                      <a:pt x="1653" y="459"/>
                      <a:pt x="1662" y="453"/>
                    </a:cubicBezTo>
                    <a:cubicBezTo>
                      <a:pt x="1668" y="450"/>
                      <a:pt x="1683" y="450"/>
                      <a:pt x="1689" y="453"/>
                    </a:cubicBezTo>
                    <a:cubicBezTo>
                      <a:pt x="1695" y="453"/>
                      <a:pt x="1695" y="459"/>
                      <a:pt x="1698" y="459"/>
                    </a:cubicBezTo>
                    <a:cubicBezTo>
                      <a:pt x="1701" y="459"/>
                      <a:pt x="1698" y="453"/>
                      <a:pt x="1701" y="453"/>
                    </a:cubicBezTo>
                    <a:cubicBezTo>
                      <a:pt x="1707" y="450"/>
                      <a:pt x="1713" y="447"/>
                      <a:pt x="1719" y="444"/>
                    </a:cubicBezTo>
                    <a:cubicBezTo>
                      <a:pt x="1722" y="438"/>
                      <a:pt x="1722" y="441"/>
                      <a:pt x="1725" y="438"/>
                    </a:cubicBezTo>
                    <a:cubicBezTo>
                      <a:pt x="1728" y="435"/>
                      <a:pt x="1731" y="438"/>
                      <a:pt x="1731" y="435"/>
                    </a:cubicBezTo>
                    <a:cubicBezTo>
                      <a:pt x="1731" y="432"/>
                      <a:pt x="1740" y="429"/>
                      <a:pt x="1749" y="426"/>
                    </a:cubicBezTo>
                    <a:cubicBezTo>
                      <a:pt x="1761" y="423"/>
                      <a:pt x="1773" y="417"/>
                      <a:pt x="1773" y="414"/>
                    </a:cubicBezTo>
                    <a:cubicBezTo>
                      <a:pt x="1773" y="411"/>
                      <a:pt x="1779" y="411"/>
                      <a:pt x="1779" y="414"/>
                    </a:cubicBezTo>
                    <a:cubicBezTo>
                      <a:pt x="1779" y="417"/>
                      <a:pt x="1782" y="414"/>
                      <a:pt x="1788" y="417"/>
                    </a:cubicBezTo>
                    <a:cubicBezTo>
                      <a:pt x="1794" y="417"/>
                      <a:pt x="1797" y="420"/>
                      <a:pt x="1800" y="414"/>
                    </a:cubicBezTo>
                    <a:cubicBezTo>
                      <a:pt x="1806" y="411"/>
                      <a:pt x="1800" y="408"/>
                      <a:pt x="1800" y="405"/>
                    </a:cubicBezTo>
                    <a:cubicBezTo>
                      <a:pt x="1800" y="402"/>
                      <a:pt x="1794" y="399"/>
                      <a:pt x="1794" y="396"/>
                    </a:cubicBezTo>
                    <a:cubicBezTo>
                      <a:pt x="1794" y="393"/>
                      <a:pt x="1788" y="384"/>
                      <a:pt x="1785" y="384"/>
                    </a:cubicBezTo>
                    <a:cubicBezTo>
                      <a:pt x="1785" y="387"/>
                      <a:pt x="1779" y="384"/>
                      <a:pt x="1779" y="381"/>
                    </a:cubicBezTo>
                    <a:cubicBezTo>
                      <a:pt x="1779" y="378"/>
                      <a:pt x="1779" y="375"/>
                      <a:pt x="1776" y="375"/>
                    </a:cubicBezTo>
                    <a:cubicBezTo>
                      <a:pt x="1773" y="378"/>
                      <a:pt x="1767" y="378"/>
                      <a:pt x="1767" y="375"/>
                    </a:cubicBezTo>
                    <a:cubicBezTo>
                      <a:pt x="1764" y="372"/>
                      <a:pt x="1773" y="369"/>
                      <a:pt x="1779" y="372"/>
                    </a:cubicBezTo>
                    <a:cubicBezTo>
                      <a:pt x="1782" y="372"/>
                      <a:pt x="1782" y="375"/>
                      <a:pt x="1785" y="378"/>
                    </a:cubicBezTo>
                    <a:cubicBezTo>
                      <a:pt x="1785" y="378"/>
                      <a:pt x="1794" y="378"/>
                      <a:pt x="1797" y="375"/>
                    </a:cubicBezTo>
                    <a:cubicBezTo>
                      <a:pt x="1800" y="375"/>
                      <a:pt x="1809" y="372"/>
                      <a:pt x="1812" y="369"/>
                    </a:cubicBezTo>
                    <a:cubicBezTo>
                      <a:pt x="1812" y="366"/>
                      <a:pt x="1812" y="363"/>
                      <a:pt x="1815" y="363"/>
                    </a:cubicBezTo>
                    <a:cubicBezTo>
                      <a:pt x="1818" y="360"/>
                      <a:pt x="1815" y="357"/>
                      <a:pt x="1812" y="357"/>
                    </a:cubicBezTo>
                    <a:cubicBezTo>
                      <a:pt x="1809" y="354"/>
                      <a:pt x="1809" y="351"/>
                      <a:pt x="1812" y="351"/>
                    </a:cubicBezTo>
                    <a:cubicBezTo>
                      <a:pt x="1815" y="351"/>
                      <a:pt x="1815" y="348"/>
                      <a:pt x="1818" y="348"/>
                    </a:cubicBezTo>
                    <a:cubicBezTo>
                      <a:pt x="1821" y="345"/>
                      <a:pt x="1821" y="348"/>
                      <a:pt x="1824" y="345"/>
                    </a:cubicBezTo>
                    <a:cubicBezTo>
                      <a:pt x="1827" y="345"/>
                      <a:pt x="1824" y="348"/>
                      <a:pt x="1821" y="351"/>
                    </a:cubicBezTo>
                    <a:cubicBezTo>
                      <a:pt x="1821" y="354"/>
                      <a:pt x="1827" y="357"/>
                      <a:pt x="1827" y="360"/>
                    </a:cubicBezTo>
                    <a:cubicBezTo>
                      <a:pt x="1827" y="363"/>
                      <a:pt x="1833" y="363"/>
                      <a:pt x="1839" y="360"/>
                    </a:cubicBezTo>
                    <a:cubicBezTo>
                      <a:pt x="1842" y="357"/>
                      <a:pt x="1854" y="363"/>
                      <a:pt x="1854" y="366"/>
                    </a:cubicBezTo>
                    <a:cubicBezTo>
                      <a:pt x="1857" y="369"/>
                      <a:pt x="1857" y="372"/>
                      <a:pt x="1863" y="375"/>
                    </a:cubicBezTo>
                    <a:cubicBezTo>
                      <a:pt x="1869" y="378"/>
                      <a:pt x="1875" y="378"/>
                      <a:pt x="1875" y="381"/>
                    </a:cubicBezTo>
                    <a:cubicBezTo>
                      <a:pt x="1875" y="381"/>
                      <a:pt x="1878" y="384"/>
                      <a:pt x="1881" y="384"/>
                    </a:cubicBezTo>
                    <a:cubicBezTo>
                      <a:pt x="1884" y="381"/>
                      <a:pt x="1884" y="387"/>
                      <a:pt x="1887" y="384"/>
                    </a:cubicBezTo>
                    <a:cubicBezTo>
                      <a:pt x="1890" y="381"/>
                      <a:pt x="1890" y="384"/>
                      <a:pt x="1893" y="381"/>
                    </a:cubicBezTo>
                    <a:cubicBezTo>
                      <a:pt x="1896" y="381"/>
                      <a:pt x="1887" y="378"/>
                      <a:pt x="1890" y="375"/>
                    </a:cubicBezTo>
                    <a:cubicBezTo>
                      <a:pt x="1893" y="378"/>
                      <a:pt x="1893" y="378"/>
                      <a:pt x="1893" y="378"/>
                    </a:cubicBezTo>
                    <a:cubicBezTo>
                      <a:pt x="1896" y="378"/>
                      <a:pt x="1893" y="372"/>
                      <a:pt x="1896" y="372"/>
                    </a:cubicBezTo>
                    <a:cubicBezTo>
                      <a:pt x="1896" y="372"/>
                      <a:pt x="1896" y="360"/>
                      <a:pt x="1893" y="360"/>
                    </a:cubicBezTo>
                    <a:cubicBezTo>
                      <a:pt x="1893" y="360"/>
                      <a:pt x="1893" y="357"/>
                      <a:pt x="1896" y="360"/>
                    </a:cubicBezTo>
                    <a:cubicBezTo>
                      <a:pt x="1902" y="363"/>
                      <a:pt x="1908" y="363"/>
                      <a:pt x="1911" y="363"/>
                    </a:cubicBezTo>
                    <a:cubicBezTo>
                      <a:pt x="1914" y="363"/>
                      <a:pt x="1911" y="360"/>
                      <a:pt x="1908" y="360"/>
                    </a:cubicBezTo>
                    <a:cubicBezTo>
                      <a:pt x="1905" y="357"/>
                      <a:pt x="1908" y="357"/>
                      <a:pt x="1911" y="357"/>
                    </a:cubicBezTo>
                    <a:cubicBezTo>
                      <a:pt x="1911" y="360"/>
                      <a:pt x="1914" y="360"/>
                      <a:pt x="1917" y="360"/>
                    </a:cubicBezTo>
                    <a:cubicBezTo>
                      <a:pt x="1917" y="357"/>
                      <a:pt x="1917" y="351"/>
                      <a:pt x="1923" y="351"/>
                    </a:cubicBezTo>
                    <a:cubicBezTo>
                      <a:pt x="1926" y="354"/>
                      <a:pt x="1926" y="351"/>
                      <a:pt x="1923" y="348"/>
                    </a:cubicBezTo>
                    <a:close/>
                    <a:moveTo>
                      <a:pt x="993" y="567"/>
                    </a:moveTo>
                    <a:cubicBezTo>
                      <a:pt x="984" y="576"/>
                      <a:pt x="966" y="579"/>
                      <a:pt x="966" y="585"/>
                    </a:cubicBezTo>
                    <a:cubicBezTo>
                      <a:pt x="966" y="594"/>
                      <a:pt x="942" y="597"/>
                      <a:pt x="939" y="594"/>
                    </a:cubicBezTo>
                    <a:cubicBezTo>
                      <a:pt x="939" y="591"/>
                      <a:pt x="957" y="591"/>
                      <a:pt x="960" y="579"/>
                    </a:cubicBezTo>
                    <a:cubicBezTo>
                      <a:pt x="966" y="570"/>
                      <a:pt x="984" y="564"/>
                      <a:pt x="990" y="552"/>
                    </a:cubicBezTo>
                    <a:cubicBezTo>
                      <a:pt x="996" y="543"/>
                      <a:pt x="1002" y="528"/>
                      <a:pt x="1005" y="528"/>
                    </a:cubicBezTo>
                    <a:cubicBezTo>
                      <a:pt x="1008" y="528"/>
                      <a:pt x="1002" y="561"/>
                      <a:pt x="993" y="567"/>
                    </a:cubicBezTo>
                    <a:close/>
                    <a:moveTo>
                      <a:pt x="1035" y="177"/>
                    </a:moveTo>
                    <a:cubicBezTo>
                      <a:pt x="1035" y="180"/>
                      <a:pt x="1026" y="180"/>
                      <a:pt x="1029" y="183"/>
                    </a:cubicBezTo>
                    <a:cubicBezTo>
                      <a:pt x="1032" y="186"/>
                      <a:pt x="1050" y="183"/>
                      <a:pt x="1050" y="180"/>
                    </a:cubicBezTo>
                    <a:cubicBezTo>
                      <a:pt x="1050" y="174"/>
                      <a:pt x="1038" y="174"/>
                      <a:pt x="1035" y="177"/>
                    </a:cubicBezTo>
                    <a:close/>
                    <a:moveTo>
                      <a:pt x="339" y="24"/>
                    </a:moveTo>
                    <a:cubicBezTo>
                      <a:pt x="345" y="27"/>
                      <a:pt x="327" y="27"/>
                      <a:pt x="324" y="30"/>
                    </a:cubicBezTo>
                    <a:cubicBezTo>
                      <a:pt x="324" y="33"/>
                      <a:pt x="312" y="30"/>
                      <a:pt x="315" y="36"/>
                    </a:cubicBezTo>
                    <a:cubicBezTo>
                      <a:pt x="315" y="39"/>
                      <a:pt x="333" y="39"/>
                      <a:pt x="333" y="36"/>
                    </a:cubicBezTo>
                    <a:cubicBezTo>
                      <a:pt x="333" y="33"/>
                      <a:pt x="342" y="36"/>
                      <a:pt x="342" y="33"/>
                    </a:cubicBezTo>
                    <a:cubicBezTo>
                      <a:pt x="342" y="30"/>
                      <a:pt x="345" y="27"/>
                      <a:pt x="354" y="27"/>
                    </a:cubicBezTo>
                    <a:cubicBezTo>
                      <a:pt x="366" y="24"/>
                      <a:pt x="366" y="21"/>
                      <a:pt x="357" y="18"/>
                    </a:cubicBezTo>
                    <a:cubicBezTo>
                      <a:pt x="348" y="15"/>
                      <a:pt x="336" y="21"/>
                      <a:pt x="339" y="24"/>
                    </a:cubicBezTo>
                    <a:close/>
                    <a:moveTo>
                      <a:pt x="384" y="204"/>
                    </a:moveTo>
                    <a:cubicBezTo>
                      <a:pt x="384" y="207"/>
                      <a:pt x="384" y="210"/>
                      <a:pt x="378" y="210"/>
                    </a:cubicBezTo>
                    <a:cubicBezTo>
                      <a:pt x="369" y="210"/>
                      <a:pt x="381" y="213"/>
                      <a:pt x="381" y="216"/>
                    </a:cubicBezTo>
                    <a:cubicBezTo>
                      <a:pt x="381" y="219"/>
                      <a:pt x="375" y="219"/>
                      <a:pt x="375" y="222"/>
                    </a:cubicBezTo>
                    <a:cubicBezTo>
                      <a:pt x="372" y="228"/>
                      <a:pt x="360" y="222"/>
                      <a:pt x="360" y="231"/>
                    </a:cubicBezTo>
                    <a:cubicBezTo>
                      <a:pt x="357" y="237"/>
                      <a:pt x="366" y="237"/>
                      <a:pt x="372" y="237"/>
                    </a:cubicBezTo>
                    <a:cubicBezTo>
                      <a:pt x="375" y="237"/>
                      <a:pt x="369" y="243"/>
                      <a:pt x="372" y="246"/>
                    </a:cubicBezTo>
                    <a:cubicBezTo>
                      <a:pt x="378" y="249"/>
                      <a:pt x="381" y="249"/>
                      <a:pt x="378" y="243"/>
                    </a:cubicBezTo>
                    <a:cubicBezTo>
                      <a:pt x="375" y="237"/>
                      <a:pt x="390" y="243"/>
                      <a:pt x="387" y="249"/>
                    </a:cubicBezTo>
                    <a:cubicBezTo>
                      <a:pt x="381" y="252"/>
                      <a:pt x="393" y="255"/>
                      <a:pt x="402" y="255"/>
                    </a:cubicBezTo>
                    <a:cubicBezTo>
                      <a:pt x="408" y="258"/>
                      <a:pt x="429" y="261"/>
                      <a:pt x="429" y="255"/>
                    </a:cubicBezTo>
                    <a:cubicBezTo>
                      <a:pt x="429" y="252"/>
                      <a:pt x="423" y="249"/>
                      <a:pt x="414" y="243"/>
                    </a:cubicBezTo>
                    <a:cubicBezTo>
                      <a:pt x="408" y="234"/>
                      <a:pt x="402" y="222"/>
                      <a:pt x="411" y="219"/>
                    </a:cubicBezTo>
                    <a:cubicBezTo>
                      <a:pt x="420" y="213"/>
                      <a:pt x="411" y="210"/>
                      <a:pt x="420" y="204"/>
                    </a:cubicBezTo>
                    <a:cubicBezTo>
                      <a:pt x="429" y="201"/>
                      <a:pt x="423" y="195"/>
                      <a:pt x="429" y="195"/>
                    </a:cubicBezTo>
                    <a:cubicBezTo>
                      <a:pt x="435" y="192"/>
                      <a:pt x="429" y="186"/>
                      <a:pt x="435" y="186"/>
                    </a:cubicBezTo>
                    <a:cubicBezTo>
                      <a:pt x="441" y="186"/>
                      <a:pt x="444" y="177"/>
                      <a:pt x="444" y="174"/>
                    </a:cubicBezTo>
                    <a:cubicBezTo>
                      <a:pt x="441" y="171"/>
                      <a:pt x="450" y="174"/>
                      <a:pt x="453" y="171"/>
                    </a:cubicBezTo>
                    <a:cubicBezTo>
                      <a:pt x="456" y="168"/>
                      <a:pt x="465" y="171"/>
                      <a:pt x="468" y="165"/>
                    </a:cubicBezTo>
                    <a:cubicBezTo>
                      <a:pt x="471" y="159"/>
                      <a:pt x="510" y="147"/>
                      <a:pt x="531" y="141"/>
                    </a:cubicBezTo>
                    <a:cubicBezTo>
                      <a:pt x="552" y="135"/>
                      <a:pt x="567" y="126"/>
                      <a:pt x="561" y="120"/>
                    </a:cubicBezTo>
                    <a:cubicBezTo>
                      <a:pt x="552" y="114"/>
                      <a:pt x="531" y="123"/>
                      <a:pt x="525" y="126"/>
                    </a:cubicBezTo>
                    <a:cubicBezTo>
                      <a:pt x="519" y="132"/>
                      <a:pt x="513" y="129"/>
                      <a:pt x="507" y="132"/>
                    </a:cubicBezTo>
                    <a:cubicBezTo>
                      <a:pt x="501" y="135"/>
                      <a:pt x="489" y="138"/>
                      <a:pt x="486" y="135"/>
                    </a:cubicBezTo>
                    <a:cubicBezTo>
                      <a:pt x="480" y="129"/>
                      <a:pt x="471" y="138"/>
                      <a:pt x="468" y="138"/>
                    </a:cubicBezTo>
                    <a:cubicBezTo>
                      <a:pt x="465" y="138"/>
                      <a:pt x="459" y="141"/>
                      <a:pt x="453" y="141"/>
                    </a:cubicBezTo>
                    <a:cubicBezTo>
                      <a:pt x="450" y="141"/>
                      <a:pt x="441" y="144"/>
                      <a:pt x="438" y="147"/>
                    </a:cubicBezTo>
                    <a:cubicBezTo>
                      <a:pt x="438" y="150"/>
                      <a:pt x="432" y="150"/>
                      <a:pt x="432" y="153"/>
                    </a:cubicBezTo>
                    <a:cubicBezTo>
                      <a:pt x="432" y="156"/>
                      <a:pt x="423" y="159"/>
                      <a:pt x="420" y="156"/>
                    </a:cubicBezTo>
                    <a:cubicBezTo>
                      <a:pt x="417" y="153"/>
                      <a:pt x="414" y="159"/>
                      <a:pt x="417" y="165"/>
                    </a:cubicBezTo>
                    <a:cubicBezTo>
                      <a:pt x="423" y="168"/>
                      <a:pt x="411" y="168"/>
                      <a:pt x="411" y="171"/>
                    </a:cubicBezTo>
                    <a:cubicBezTo>
                      <a:pt x="414" y="174"/>
                      <a:pt x="408" y="177"/>
                      <a:pt x="408" y="180"/>
                    </a:cubicBezTo>
                    <a:cubicBezTo>
                      <a:pt x="411" y="183"/>
                      <a:pt x="405" y="183"/>
                      <a:pt x="399" y="183"/>
                    </a:cubicBezTo>
                    <a:cubicBezTo>
                      <a:pt x="393" y="186"/>
                      <a:pt x="390" y="192"/>
                      <a:pt x="399" y="192"/>
                    </a:cubicBezTo>
                    <a:cubicBezTo>
                      <a:pt x="405" y="192"/>
                      <a:pt x="393" y="192"/>
                      <a:pt x="396" y="198"/>
                    </a:cubicBezTo>
                    <a:cubicBezTo>
                      <a:pt x="396" y="204"/>
                      <a:pt x="384" y="201"/>
                      <a:pt x="384" y="204"/>
                    </a:cubicBezTo>
                    <a:close/>
                    <a:moveTo>
                      <a:pt x="429" y="30"/>
                    </a:moveTo>
                    <a:cubicBezTo>
                      <a:pt x="432" y="33"/>
                      <a:pt x="429" y="33"/>
                      <a:pt x="423" y="33"/>
                    </a:cubicBezTo>
                    <a:cubicBezTo>
                      <a:pt x="414" y="33"/>
                      <a:pt x="411" y="36"/>
                      <a:pt x="414" y="39"/>
                    </a:cubicBezTo>
                    <a:cubicBezTo>
                      <a:pt x="420" y="42"/>
                      <a:pt x="438" y="42"/>
                      <a:pt x="441" y="39"/>
                    </a:cubicBezTo>
                    <a:cubicBezTo>
                      <a:pt x="444" y="33"/>
                      <a:pt x="450" y="36"/>
                      <a:pt x="453" y="33"/>
                    </a:cubicBezTo>
                    <a:cubicBezTo>
                      <a:pt x="453" y="30"/>
                      <a:pt x="429" y="27"/>
                      <a:pt x="429" y="30"/>
                    </a:cubicBezTo>
                    <a:close/>
                    <a:moveTo>
                      <a:pt x="429" y="12"/>
                    </a:moveTo>
                    <a:cubicBezTo>
                      <a:pt x="438" y="12"/>
                      <a:pt x="435" y="6"/>
                      <a:pt x="441" y="9"/>
                    </a:cubicBezTo>
                    <a:cubicBezTo>
                      <a:pt x="444" y="9"/>
                      <a:pt x="453" y="9"/>
                      <a:pt x="450" y="6"/>
                    </a:cubicBezTo>
                    <a:cubicBezTo>
                      <a:pt x="447" y="0"/>
                      <a:pt x="426" y="3"/>
                      <a:pt x="429" y="6"/>
                    </a:cubicBezTo>
                    <a:cubicBezTo>
                      <a:pt x="432" y="9"/>
                      <a:pt x="414" y="6"/>
                      <a:pt x="414" y="9"/>
                    </a:cubicBezTo>
                    <a:cubicBezTo>
                      <a:pt x="414" y="9"/>
                      <a:pt x="420" y="12"/>
                      <a:pt x="429" y="12"/>
                    </a:cubicBezTo>
                    <a:close/>
                    <a:moveTo>
                      <a:pt x="486" y="24"/>
                    </a:moveTo>
                    <a:cubicBezTo>
                      <a:pt x="489" y="21"/>
                      <a:pt x="483" y="21"/>
                      <a:pt x="483" y="18"/>
                    </a:cubicBezTo>
                    <a:cubicBezTo>
                      <a:pt x="483" y="15"/>
                      <a:pt x="462" y="15"/>
                      <a:pt x="465" y="18"/>
                    </a:cubicBezTo>
                    <a:cubicBezTo>
                      <a:pt x="465" y="21"/>
                      <a:pt x="450" y="24"/>
                      <a:pt x="456" y="27"/>
                    </a:cubicBezTo>
                    <a:cubicBezTo>
                      <a:pt x="462" y="33"/>
                      <a:pt x="486" y="27"/>
                      <a:pt x="486" y="24"/>
                    </a:cubicBezTo>
                    <a:close/>
                    <a:moveTo>
                      <a:pt x="387" y="33"/>
                    </a:moveTo>
                    <a:cubicBezTo>
                      <a:pt x="387" y="30"/>
                      <a:pt x="369" y="36"/>
                      <a:pt x="372" y="36"/>
                    </a:cubicBezTo>
                    <a:cubicBezTo>
                      <a:pt x="375" y="36"/>
                      <a:pt x="387" y="39"/>
                      <a:pt x="387" y="33"/>
                    </a:cubicBezTo>
                    <a:close/>
                    <a:moveTo>
                      <a:pt x="435" y="18"/>
                    </a:moveTo>
                    <a:cubicBezTo>
                      <a:pt x="435" y="12"/>
                      <a:pt x="423" y="18"/>
                      <a:pt x="414" y="12"/>
                    </a:cubicBezTo>
                    <a:cubicBezTo>
                      <a:pt x="405" y="9"/>
                      <a:pt x="402" y="9"/>
                      <a:pt x="408" y="15"/>
                    </a:cubicBezTo>
                    <a:cubicBezTo>
                      <a:pt x="411" y="18"/>
                      <a:pt x="393" y="18"/>
                      <a:pt x="396" y="21"/>
                    </a:cubicBezTo>
                    <a:cubicBezTo>
                      <a:pt x="402" y="27"/>
                      <a:pt x="432" y="24"/>
                      <a:pt x="435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7" name="Freeform 167">
                <a:extLst>
                  <a:ext uri="{FF2B5EF4-FFF2-40B4-BE49-F238E27FC236}">
                    <a16:creationId xmlns:a16="http://schemas.microsoft.com/office/drawing/2014/main" id="{1B785983-89ED-9B67-6119-6F98E2519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7684" y="3120732"/>
                <a:ext cx="396072" cy="420403"/>
              </a:xfrm>
              <a:custGeom>
                <a:avLst/>
                <a:gdLst>
                  <a:gd name="T0" fmla="*/ 183 w 207"/>
                  <a:gd name="T1" fmla="*/ 102 h 219"/>
                  <a:gd name="T2" fmla="*/ 183 w 207"/>
                  <a:gd name="T3" fmla="*/ 96 h 219"/>
                  <a:gd name="T4" fmla="*/ 180 w 207"/>
                  <a:gd name="T5" fmla="*/ 93 h 219"/>
                  <a:gd name="T6" fmla="*/ 186 w 207"/>
                  <a:gd name="T7" fmla="*/ 81 h 219"/>
                  <a:gd name="T8" fmla="*/ 189 w 207"/>
                  <a:gd name="T9" fmla="*/ 72 h 219"/>
                  <a:gd name="T10" fmla="*/ 195 w 207"/>
                  <a:gd name="T11" fmla="*/ 54 h 219"/>
                  <a:gd name="T12" fmla="*/ 204 w 207"/>
                  <a:gd name="T13" fmla="*/ 45 h 219"/>
                  <a:gd name="T14" fmla="*/ 204 w 207"/>
                  <a:gd name="T15" fmla="*/ 33 h 219"/>
                  <a:gd name="T16" fmla="*/ 204 w 207"/>
                  <a:gd name="T17" fmla="*/ 24 h 219"/>
                  <a:gd name="T18" fmla="*/ 186 w 207"/>
                  <a:gd name="T19" fmla="*/ 15 h 219"/>
                  <a:gd name="T20" fmla="*/ 171 w 207"/>
                  <a:gd name="T21" fmla="*/ 15 h 219"/>
                  <a:gd name="T22" fmla="*/ 165 w 207"/>
                  <a:gd name="T23" fmla="*/ 6 h 219"/>
                  <a:gd name="T24" fmla="*/ 156 w 207"/>
                  <a:gd name="T25" fmla="*/ 6 h 219"/>
                  <a:gd name="T26" fmla="*/ 135 w 207"/>
                  <a:gd name="T27" fmla="*/ 6 h 219"/>
                  <a:gd name="T28" fmla="*/ 114 w 207"/>
                  <a:gd name="T29" fmla="*/ 9 h 219"/>
                  <a:gd name="T30" fmla="*/ 90 w 207"/>
                  <a:gd name="T31" fmla="*/ 15 h 219"/>
                  <a:gd name="T32" fmla="*/ 69 w 207"/>
                  <a:gd name="T33" fmla="*/ 18 h 219"/>
                  <a:gd name="T34" fmla="*/ 66 w 207"/>
                  <a:gd name="T35" fmla="*/ 36 h 219"/>
                  <a:gd name="T36" fmla="*/ 54 w 207"/>
                  <a:gd name="T37" fmla="*/ 72 h 219"/>
                  <a:gd name="T38" fmla="*/ 42 w 207"/>
                  <a:gd name="T39" fmla="*/ 102 h 219"/>
                  <a:gd name="T40" fmla="*/ 33 w 207"/>
                  <a:gd name="T41" fmla="*/ 117 h 219"/>
                  <a:gd name="T42" fmla="*/ 18 w 207"/>
                  <a:gd name="T43" fmla="*/ 117 h 219"/>
                  <a:gd name="T44" fmla="*/ 0 w 207"/>
                  <a:gd name="T45" fmla="*/ 123 h 219"/>
                  <a:gd name="T46" fmla="*/ 3 w 207"/>
                  <a:gd name="T47" fmla="*/ 135 h 219"/>
                  <a:gd name="T48" fmla="*/ 48 w 207"/>
                  <a:gd name="T49" fmla="*/ 132 h 219"/>
                  <a:gd name="T50" fmla="*/ 54 w 207"/>
                  <a:gd name="T51" fmla="*/ 150 h 219"/>
                  <a:gd name="T52" fmla="*/ 75 w 207"/>
                  <a:gd name="T53" fmla="*/ 156 h 219"/>
                  <a:gd name="T54" fmla="*/ 90 w 207"/>
                  <a:gd name="T55" fmla="*/ 147 h 219"/>
                  <a:gd name="T56" fmla="*/ 102 w 207"/>
                  <a:gd name="T57" fmla="*/ 150 h 219"/>
                  <a:gd name="T58" fmla="*/ 102 w 207"/>
                  <a:gd name="T59" fmla="*/ 174 h 219"/>
                  <a:gd name="T60" fmla="*/ 108 w 207"/>
                  <a:gd name="T61" fmla="*/ 192 h 219"/>
                  <a:gd name="T62" fmla="*/ 123 w 207"/>
                  <a:gd name="T63" fmla="*/ 189 h 219"/>
                  <a:gd name="T64" fmla="*/ 129 w 207"/>
                  <a:gd name="T65" fmla="*/ 192 h 219"/>
                  <a:gd name="T66" fmla="*/ 141 w 207"/>
                  <a:gd name="T67" fmla="*/ 195 h 219"/>
                  <a:gd name="T68" fmla="*/ 153 w 207"/>
                  <a:gd name="T69" fmla="*/ 201 h 219"/>
                  <a:gd name="T70" fmla="*/ 162 w 207"/>
                  <a:gd name="T71" fmla="*/ 198 h 219"/>
                  <a:gd name="T72" fmla="*/ 177 w 207"/>
                  <a:gd name="T73" fmla="*/ 207 h 219"/>
                  <a:gd name="T74" fmla="*/ 189 w 207"/>
                  <a:gd name="T75" fmla="*/ 216 h 219"/>
                  <a:gd name="T76" fmla="*/ 189 w 207"/>
                  <a:gd name="T77" fmla="*/ 204 h 219"/>
                  <a:gd name="T78" fmla="*/ 174 w 207"/>
                  <a:gd name="T79" fmla="*/ 198 h 219"/>
                  <a:gd name="T80" fmla="*/ 177 w 207"/>
                  <a:gd name="T81" fmla="*/ 174 h 219"/>
                  <a:gd name="T82" fmla="*/ 183 w 207"/>
                  <a:gd name="T83" fmla="*/ 162 h 219"/>
                  <a:gd name="T84" fmla="*/ 195 w 207"/>
                  <a:gd name="T85" fmla="*/ 159 h 219"/>
                  <a:gd name="T86" fmla="*/ 189 w 207"/>
                  <a:gd name="T87" fmla="*/ 14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07" h="219">
                    <a:moveTo>
                      <a:pt x="189" y="144"/>
                    </a:moveTo>
                    <a:cubicBezTo>
                      <a:pt x="183" y="141"/>
                      <a:pt x="180" y="105"/>
                      <a:pt x="183" y="102"/>
                    </a:cubicBezTo>
                    <a:cubicBezTo>
                      <a:pt x="183" y="102"/>
                      <a:pt x="186" y="102"/>
                      <a:pt x="186" y="105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3" y="96"/>
                      <a:pt x="183" y="96"/>
                      <a:pt x="183" y="96"/>
                    </a:cubicBezTo>
                    <a:cubicBezTo>
                      <a:pt x="180" y="93"/>
                      <a:pt x="180" y="93"/>
                      <a:pt x="180" y="93"/>
                    </a:cubicBezTo>
                    <a:cubicBezTo>
                      <a:pt x="180" y="90"/>
                      <a:pt x="183" y="90"/>
                      <a:pt x="183" y="90"/>
                    </a:cubicBezTo>
                    <a:cubicBezTo>
                      <a:pt x="183" y="90"/>
                      <a:pt x="183" y="84"/>
                      <a:pt x="186" y="81"/>
                    </a:cubicBezTo>
                    <a:cubicBezTo>
                      <a:pt x="186" y="81"/>
                      <a:pt x="186" y="81"/>
                      <a:pt x="189" y="81"/>
                    </a:cubicBezTo>
                    <a:cubicBezTo>
                      <a:pt x="189" y="78"/>
                      <a:pt x="189" y="75"/>
                      <a:pt x="189" y="72"/>
                    </a:cubicBezTo>
                    <a:cubicBezTo>
                      <a:pt x="189" y="69"/>
                      <a:pt x="189" y="66"/>
                      <a:pt x="192" y="63"/>
                    </a:cubicBezTo>
                    <a:cubicBezTo>
                      <a:pt x="192" y="60"/>
                      <a:pt x="192" y="57"/>
                      <a:pt x="195" y="54"/>
                    </a:cubicBezTo>
                    <a:cubicBezTo>
                      <a:pt x="195" y="54"/>
                      <a:pt x="195" y="48"/>
                      <a:pt x="198" y="48"/>
                    </a:cubicBezTo>
                    <a:cubicBezTo>
                      <a:pt x="201" y="48"/>
                      <a:pt x="204" y="48"/>
                      <a:pt x="204" y="45"/>
                    </a:cubicBezTo>
                    <a:cubicBezTo>
                      <a:pt x="204" y="45"/>
                      <a:pt x="207" y="42"/>
                      <a:pt x="207" y="39"/>
                    </a:cubicBezTo>
                    <a:cubicBezTo>
                      <a:pt x="207" y="36"/>
                      <a:pt x="204" y="36"/>
                      <a:pt x="204" y="33"/>
                    </a:cubicBezTo>
                    <a:cubicBezTo>
                      <a:pt x="204" y="30"/>
                      <a:pt x="204" y="24"/>
                      <a:pt x="204" y="24"/>
                    </a:cubicBezTo>
                    <a:cubicBezTo>
                      <a:pt x="204" y="24"/>
                      <a:pt x="204" y="24"/>
                      <a:pt x="204" y="24"/>
                    </a:cubicBezTo>
                    <a:cubicBezTo>
                      <a:pt x="198" y="18"/>
                      <a:pt x="192" y="15"/>
                      <a:pt x="192" y="12"/>
                    </a:cubicBezTo>
                    <a:cubicBezTo>
                      <a:pt x="189" y="12"/>
                      <a:pt x="186" y="15"/>
                      <a:pt x="186" y="15"/>
                    </a:cubicBezTo>
                    <a:cubicBezTo>
                      <a:pt x="186" y="15"/>
                      <a:pt x="183" y="12"/>
                      <a:pt x="180" y="15"/>
                    </a:cubicBezTo>
                    <a:cubicBezTo>
                      <a:pt x="177" y="15"/>
                      <a:pt x="171" y="15"/>
                      <a:pt x="171" y="15"/>
                    </a:cubicBezTo>
                    <a:cubicBezTo>
                      <a:pt x="171" y="15"/>
                      <a:pt x="168" y="12"/>
                      <a:pt x="168" y="9"/>
                    </a:cubicBezTo>
                    <a:cubicBezTo>
                      <a:pt x="168" y="6"/>
                      <a:pt x="165" y="6"/>
                      <a:pt x="165" y="6"/>
                    </a:cubicBezTo>
                    <a:cubicBezTo>
                      <a:pt x="165" y="6"/>
                      <a:pt x="165" y="6"/>
                      <a:pt x="165" y="6"/>
                    </a:cubicBezTo>
                    <a:cubicBezTo>
                      <a:pt x="156" y="6"/>
                      <a:pt x="156" y="6"/>
                      <a:pt x="156" y="6"/>
                    </a:cubicBezTo>
                    <a:cubicBezTo>
                      <a:pt x="156" y="6"/>
                      <a:pt x="147" y="0"/>
                      <a:pt x="144" y="6"/>
                    </a:cubicBezTo>
                    <a:cubicBezTo>
                      <a:pt x="141" y="9"/>
                      <a:pt x="138" y="6"/>
                      <a:pt x="135" y="6"/>
                    </a:cubicBezTo>
                    <a:cubicBezTo>
                      <a:pt x="129" y="6"/>
                      <a:pt x="126" y="9"/>
                      <a:pt x="123" y="9"/>
                    </a:cubicBezTo>
                    <a:cubicBezTo>
                      <a:pt x="120" y="12"/>
                      <a:pt x="117" y="9"/>
                      <a:pt x="114" y="9"/>
                    </a:cubicBezTo>
                    <a:cubicBezTo>
                      <a:pt x="111" y="12"/>
                      <a:pt x="111" y="18"/>
                      <a:pt x="111" y="18"/>
                    </a:cubicBezTo>
                    <a:cubicBezTo>
                      <a:pt x="90" y="15"/>
                      <a:pt x="90" y="15"/>
                      <a:pt x="90" y="15"/>
                    </a:cubicBezTo>
                    <a:cubicBezTo>
                      <a:pt x="90" y="15"/>
                      <a:pt x="84" y="9"/>
                      <a:pt x="81" y="9"/>
                    </a:cubicBezTo>
                    <a:cubicBezTo>
                      <a:pt x="75" y="9"/>
                      <a:pt x="69" y="18"/>
                      <a:pt x="69" y="18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30"/>
                      <a:pt x="66" y="33"/>
                      <a:pt x="66" y="36"/>
                    </a:cubicBezTo>
                    <a:cubicBezTo>
                      <a:pt x="63" y="39"/>
                      <a:pt x="63" y="42"/>
                      <a:pt x="63" y="48"/>
                    </a:cubicBezTo>
                    <a:cubicBezTo>
                      <a:pt x="63" y="54"/>
                      <a:pt x="54" y="66"/>
                      <a:pt x="54" y="72"/>
                    </a:cubicBezTo>
                    <a:cubicBezTo>
                      <a:pt x="54" y="78"/>
                      <a:pt x="45" y="81"/>
                      <a:pt x="45" y="84"/>
                    </a:cubicBezTo>
                    <a:cubicBezTo>
                      <a:pt x="45" y="87"/>
                      <a:pt x="42" y="96"/>
                      <a:pt x="42" y="102"/>
                    </a:cubicBezTo>
                    <a:cubicBezTo>
                      <a:pt x="42" y="111"/>
                      <a:pt x="39" y="105"/>
                      <a:pt x="39" y="111"/>
                    </a:cubicBezTo>
                    <a:cubicBezTo>
                      <a:pt x="39" y="117"/>
                      <a:pt x="36" y="114"/>
                      <a:pt x="33" y="117"/>
                    </a:cubicBezTo>
                    <a:cubicBezTo>
                      <a:pt x="27" y="120"/>
                      <a:pt x="27" y="123"/>
                      <a:pt x="27" y="117"/>
                    </a:cubicBezTo>
                    <a:cubicBezTo>
                      <a:pt x="27" y="114"/>
                      <a:pt x="21" y="114"/>
                      <a:pt x="18" y="117"/>
                    </a:cubicBezTo>
                    <a:cubicBezTo>
                      <a:pt x="15" y="120"/>
                      <a:pt x="12" y="117"/>
                      <a:pt x="9" y="117"/>
                    </a:cubicBezTo>
                    <a:cubicBezTo>
                      <a:pt x="9" y="117"/>
                      <a:pt x="3" y="120"/>
                      <a:pt x="0" y="123"/>
                    </a:cubicBezTo>
                    <a:cubicBezTo>
                      <a:pt x="3" y="126"/>
                      <a:pt x="3" y="132"/>
                      <a:pt x="3" y="135"/>
                    </a:cubicBezTo>
                    <a:cubicBezTo>
                      <a:pt x="3" y="135"/>
                      <a:pt x="3" y="135"/>
                      <a:pt x="3" y="135"/>
                    </a:cubicBezTo>
                    <a:cubicBezTo>
                      <a:pt x="6" y="135"/>
                      <a:pt x="9" y="132"/>
                      <a:pt x="9" y="132"/>
                    </a:cubicBezTo>
                    <a:cubicBezTo>
                      <a:pt x="15" y="132"/>
                      <a:pt x="48" y="132"/>
                      <a:pt x="48" y="132"/>
                    </a:cubicBezTo>
                    <a:cubicBezTo>
                      <a:pt x="48" y="132"/>
                      <a:pt x="51" y="138"/>
                      <a:pt x="48" y="141"/>
                    </a:cubicBezTo>
                    <a:cubicBezTo>
                      <a:pt x="48" y="147"/>
                      <a:pt x="51" y="144"/>
                      <a:pt x="54" y="150"/>
                    </a:cubicBezTo>
                    <a:cubicBezTo>
                      <a:pt x="57" y="156"/>
                      <a:pt x="57" y="159"/>
                      <a:pt x="63" y="159"/>
                    </a:cubicBezTo>
                    <a:cubicBezTo>
                      <a:pt x="69" y="156"/>
                      <a:pt x="75" y="156"/>
                      <a:pt x="75" y="156"/>
                    </a:cubicBezTo>
                    <a:cubicBezTo>
                      <a:pt x="78" y="156"/>
                      <a:pt x="78" y="147"/>
                      <a:pt x="81" y="147"/>
                    </a:cubicBezTo>
                    <a:cubicBezTo>
                      <a:pt x="84" y="144"/>
                      <a:pt x="90" y="147"/>
                      <a:pt x="90" y="147"/>
                    </a:cubicBezTo>
                    <a:cubicBezTo>
                      <a:pt x="90" y="147"/>
                      <a:pt x="90" y="147"/>
                      <a:pt x="96" y="147"/>
                    </a:cubicBezTo>
                    <a:cubicBezTo>
                      <a:pt x="99" y="147"/>
                      <a:pt x="102" y="147"/>
                      <a:pt x="102" y="150"/>
                    </a:cubicBezTo>
                    <a:cubicBezTo>
                      <a:pt x="102" y="153"/>
                      <a:pt x="102" y="156"/>
                      <a:pt x="105" y="159"/>
                    </a:cubicBezTo>
                    <a:cubicBezTo>
                      <a:pt x="105" y="159"/>
                      <a:pt x="99" y="174"/>
                      <a:pt x="102" y="174"/>
                    </a:cubicBezTo>
                    <a:cubicBezTo>
                      <a:pt x="105" y="177"/>
                      <a:pt x="108" y="180"/>
                      <a:pt x="108" y="183"/>
                    </a:cubicBezTo>
                    <a:cubicBezTo>
                      <a:pt x="108" y="186"/>
                      <a:pt x="105" y="192"/>
                      <a:pt x="108" y="192"/>
                    </a:cubicBezTo>
                    <a:cubicBezTo>
                      <a:pt x="111" y="192"/>
                      <a:pt x="111" y="189"/>
                      <a:pt x="114" y="189"/>
                    </a:cubicBezTo>
                    <a:cubicBezTo>
                      <a:pt x="117" y="189"/>
                      <a:pt x="120" y="189"/>
                      <a:pt x="123" y="189"/>
                    </a:cubicBezTo>
                    <a:cubicBezTo>
                      <a:pt x="126" y="189"/>
                      <a:pt x="126" y="189"/>
                      <a:pt x="126" y="189"/>
                    </a:cubicBezTo>
                    <a:cubicBezTo>
                      <a:pt x="129" y="189"/>
                      <a:pt x="129" y="192"/>
                      <a:pt x="129" y="192"/>
                    </a:cubicBezTo>
                    <a:cubicBezTo>
                      <a:pt x="132" y="195"/>
                      <a:pt x="132" y="195"/>
                      <a:pt x="132" y="195"/>
                    </a:cubicBezTo>
                    <a:cubicBezTo>
                      <a:pt x="135" y="192"/>
                      <a:pt x="141" y="192"/>
                      <a:pt x="141" y="195"/>
                    </a:cubicBezTo>
                    <a:cubicBezTo>
                      <a:pt x="141" y="195"/>
                      <a:pt x="141" y="201"/>
                      <a:pt x="144" y="198"/>
                    </a:cubicBezTo>
                    <a:cubicBezTo>
                      <a:pt x="147" y="198"/>
                      <a:pt x="150" y="201"/>
                      <a:pt x="153" y="201"/>
                    </a:cubicBezTo>
                    <a:cubicBezTo>
                      <a:pt x="156" y="201"/>
                      <a:pt x="159" y="201"/>
                      <a:pt x="159" y="201"/>
                    </a:cubicBezTo>
                    <a:cubicBezTo>
                      <a:pt x="159" y="198"/>
                      <a:pt x="162" y="198"/>
                      <a:pt x="162" y="198"/>
                    </a:cubicBezTo>
                    <a:cubicBezTo>
                      <a:pt x="162" y="201"/>
                      <a:pt x="165" y="204"/>
                      <a:pt x="168" y="204"/>
                    </a:cubicBezTo>
                    <a:cubicBezTo>
                      <a:pt x="171" y="204"/>
                      <a:pt x="177" y="204"/>
                      <a:pt x="177" y="207"/>
                    </a:cubicBezTo>
                    <a:cubicBezTo>
                      <a:pt x="177" y="210"/>
                      <a:pt x="180" y="216"/>
                      <a:pt x="180" y="216"/>
                    </a:cubicBezTo>
                    <a:cubicBezTo>
                      <a:pt x="183" y="219"/>
                      <a:pt x="189" y="216"/>
                      <a:pt x="189" y="216"/>
                    </a:cubicBezTo>
                    <a:cubicBezTo>
                      <a:pt x="189" y="216"/>
                      <a:pt x="192" y="216"/>
                      <a:pt x="192" y="213"/>
                    </a:cubicBezTo>
                    <a:cubicBezTo>
                      <a:pt x="192" y="207"/>
                      <a:pt x="192" y="204"/>
                      <a:pt x="189" y="204"/>
                    </a:cubicBezTo>
                    <a:cubicBezTo>
                      <a:pt x="189" y="204"/>
                      <a:pt x="186" y="207"/>
                      <a:pt x="183" y="207"/>
                    </a:cubicBezTo>
                    <a:cubicBezTo>
                      <a:pt x="180" y="204"/>
                      <a:pt x="177" y="198"/>
                      <a:pt x="174" y="198"/>
                    </a:cubicBezTo>
                    <a:cubicBezTo>
                      <a:pt x="174" y="195"/>
                      <a:pt x="177" y="189"/>
                      <a:pt x="177" y="186"/>
                    </a:cubicBezTo>
                    <a:cubicBezTo>
                      <a:pt x="177" y="183"/>
                      <a:pt x="180" y="174"/>
                      <a:pt x="177" y="174"/>
                    </a:cubicBezTo>
                    <a:cubicBezTo>
                      <a:pt x="177" y="174"/>
                      <a:pt x="177" y="171"/>
                      <a:pt x="180" y="168"/>
                    </a:cubicBezTo>
                    <a:cubicBezTo>
                      <a:pt x="183" y="165"/>
                      <a:pt x="177" y="162"/>
                      <a:pt x="183" y="162"/>
                    </a:cubicBezTo>
                    <a:cubicBezTo>
                      <a:pt x="186" y="162"/>
                      <a:pt x="195" y="162"/>
                      <a:pt x="195" y="159"/>
                    </a:cubicBezTo>
                    <a:cubicBezTo>
                      <a:pt x="195" y="159"/>
                      <a:pt x="195" y="159"/>
                      <a:pt x="195" y="159"/>
                    </a:cubicBezTo>
                    <a:cubicBezTo>
                      <a:pt x="198" y="156"/>
                      <a:pt x="198" y="156"/>
                      <a:pt x="198" y="156"/>
                    </a:cubicBezTo>
                    <a:cubicBezTo>
                      <a:pt x="195" y="153"/>
                      <a:pt x="192" y="147"/>
                      <a:pt x="189" y="14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8" name="Freeform 168">
                <a:extLst>
                  <a:ext uri="{FF2B5EF4-FFF2-40B4-BE49-F238E27FC236}">
                    <a16:creationId xmlns:a16="http://schemas.microsoft.com/office/drawing/2014/main" id="{0DD543B4-644A-17DF-5205-902F69501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7795" y="3299167"/>
                <a:ext cx="35146" cy="45961"/>
              </a:xfrm>
              <a:custGeom>
                <a:avLst/>
                <a:gdLst>
                  <a:gd name="T0" fmla="*/ 3 w 18"/>
                  <a:gd name="T1" fmla="*/ 12 h 24"/>
                  <a:gd name="T2" fmla="*/ 6 w 18"/>
                  <a:gd name="T3" fmla="*/ 24 h 24"/>
                  <a:gd name="T4" fmla="*/ 9 w 18"/>
                  <a:gd name="T5" fmla="*/ 21 h 24"/>
                  <a:gd name="T6" fmla="*/ 18 w 18"/>
                  <a:gd name="T7" fmla="*/ 6 h 24"/>
                  <a:gd name="T8" fmla="*/ 15 w 18"/>
                  <a:gd name="T9" fmla="*/ 6 h 24"/>
                  <a:gd name="T10" fmla="*/ 15 w 18"/>
                  <a:gd name="T11" fmla="*/ 0 h 24"/>
                  <a:gd name="T12" fmla="*/ 9 w 18"/>
                  <a:gd name="T13" fmla="*/ 0 h 24"/>
                  <a:gd name="T14" fmla="*/ 3 w 18"/>
                  <a:gd name="T15" fmla="*/ 3 h 24"/>
                  <a:gd name="T16" fmla="*/ 0 w 18"/>
                  <a:gd name="T17" fmla="*/ 3 h 24"/>
                  <a:gd name="T18" fmla="*/ 0 w 18"/>
                  <a:gd name="T19" fmla="*/ 3 h 24"/>
                  <a:gd name="T20" fmla="*/ 3 w 18"/>
                  <a:gd name="T21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24">
                    <a:moveTo>
                      <a:pt x="3" y="12"/>
                    </a:moveTo>
                    <a:cubicBezTo>
                      <a:pt x="3" y="12"/>
                      <a:pt x="3" y="18"/>
                      <a:pt x="6" y="24"/>
                    </a:cubicBezTo>
                    <a:cubicBezTo>
                      <a:pt x="6" y="21"/>
                      <a:pt x="9" y="21"/>
                      <a:pt x="9" y="21"/>
                    </a:cubicBezTo>
                    <a:cubicBezTo>
                      <a:pt x="12" y="18"/>
                      <a:pt x="18" y="6"/>
                      <a:pt x="18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3"/>
                      <a:pt x="15" y="0"/>
                    </a:cubicBezTo>
                    <a:cubicBezTo>
                      <a:pt x="12" y="0"/>
                      <a:pt x="9" y="0"/>
                      <a:pt x="9" y="0"/>
                    </a:cubicBezTo>
                    <a:cubicBezTo>
                      <a:pt x="9" y="0"/>
                      <a:pt x="12" y="3"/>
                      <a:pt x="3" y="3"/>
                    </a:cubicBezTo>
                    <a:cubicBezTo>
                      <a:pt x="3" y="3"/>
                      <a:pt x="3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3" y="12"/>
                    </a:ln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99" name="Freeform 169">
                <a:extLst>
                  <a:ext uri="{FF2B5EF4-FFF2-40B4-BE49-F238E27FC236}">
                    <a16:creationId xmlns:a16="http://schemas.microsoft.com/office/drawing/2014/main" id="{2F8C9039-C425-A4E6-4675-1FB83F882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0775" y="3477602"/>
                <a:ext cx="229803" cy="367684"/>
              </a:xfrm>
              <a:custGeom>
                <a:avLst/>
                <a:gdLst>
                  <a:gd name="T0" fmla="*/ 120 w 120"/>
                  <a:gd name="T1" fmla="*/ 48 h 192"/>
                  <a:gd name="T2" fmla="*/ 117 w 120"/>
                  <a:gd name="T3" fmla="*/ 27 h 192"/>
                  <a:gd name="T4" fmla="*/ 114 w 120"/>
                  <a:gd name="T5" fmla="*/ 0 h 192"/>
                  <a:gd name="T6" fmla="*/ 114 w 120"/>
                  <a:gd name="T7" fmla="*/ 0 h 192"/>
                  <a:gd name="T8" fmla="*/ 102 w 120"/>
                  <a:gd name="T9" fmla="*/ 6 h 192"/>
                  <a:gd name="T10" fmla="*/ 96 w 120"/>
                  <a:gd name="T11" fmla="*/ 9 h 192"/>
                  <a:gd name="T12" fmla="*/ 90 w 120"/>
                  <a:gd name="T13" fmla="*/ 6 h 192"/>
                  <a:gd name="T14" fmla="*/ 84 w 120"/>
                  <a:gd name="T15" fmla="*/ 12 h 192"/>
                  <a:gd name="T16" fmla="*/ 78 w 120"/>
                  <a:gd name="T17" fmla="*/ 12 h 192"/>
                  <a:gd name="T18" fmla="*/ 69 w 120"/>
                  <a:gd name="T19" fmla="*/ 15 h 192"/>
                  <a:gd name="T20" fmla="*/ 66 w 120"/>
                  <a:gd name="T21" fmla="*/ 9 h 192"/>
                  <a:gd name="T22" fmla="*/ 57 w 120"/>
                  <a:gd name="T23" fmla="*/ 12 h 192"/>
                  <a:gd name="T24" fmla="*/ 51 w 120"/>
                  <a:gd name="T25" fmla="*/ 12 h 192"/>
                  <a:gd name="T26" fmla="*/ 51 w 120"/>
                  <a:gd name="T27" fmla="*/ 15 h 192"/>
                  <a:gd name="T28" fmla="*/ 57 w 120"/>
                  <a:gd name="T29" fmla="*/ 39 h 192"/>
                  <a:gd name="T30" fmla="*/ 63 w 120"/>
                  <a:gd name="T31" fmla="*/ 45 h 192"/>
                  <a:gd name="T32" fmla="*/ 63 w 120"/>
                  <a:gd name="T33" fmla="*/ 57 h 192"/>
                  <a:gd name="T34" fmla="*/ 57 w 120"/>
                  <a:gd name="T35" fmla="*/ 63 h 192"/>
                  <a:gd name="T36" fmla="*/ 57 w 120"/>
                  <a:gd name="T37" fmla="*/ 75 h 192"/>
                  <a:gd name="T38" fmla="*/ 45 w 120"/>
                  <a:gd name="T39" fmla="*/ 60 h 192"/>
                  <a:gd name="T40" fmla="*/ 48 w 120"/>
                  <a:gd name="T41" fmla="*/ 45 h 192"/>
                  <a:gd name="T42" fmla="*/ 39 w 120"/>
                  <a:gd name="T43" fmla="*/ 45 h 192"/>
                  <a:gd name="T44" fmla="*/ 30 w 120"/>
                  <a:gd name="T45" fmla="*/ 39 h 192"/>
                  <a:gd name="T46" fmla="*/ 0 w 120"/>
                  <a:gd name="T47" fmla="*/ 51 h 192"/>
                  <a:gd name="T48" fmla="*/ 3 w 120"/>
                  <a:gd name="T49" fmla="*/ 60 h 192"/>
                  <a:gd name="T50" fmla="*/ 3 w 120"/>
                  <a:gd name="T51" fmla="*/ 60 h 192"/>
                  <a:gd name="T52" fmla="*/ 3 w 120"/>
                  <a:gd name="T53" fmla="*/ 63 h 192"/>
                  <a:gd name="T54" fmla="*/ 18 w 120"/>
                  <a:gd name="T55" fmla="*/ 66 h 192"/>
                  <a:gd name="T56" fmla="*/ 30 w 120"/>
                  <a:gd name="T57" fmla="*/ 72 h 192"/>
                  <a:gd name="T58" fmla="*/ 30 w 120"/>
                  <a:gd name="T59" fmla="*/ 87 h 192"/>
                  <a:gd name="T60" fmla="*/ 27 w 120"/>
                  <a:gd name="T61" fmla="*/ 99 h 192"/>
                  <a:gd name="T62" fmla="*/ 33 w 120"/>
                  <a:gd name="T63" fmla="*/ 108 h 192"/>
                  <a:gd name="T64" fmla="*/ 27 w 120"/>
                  <a:gd name="T65" fmla="*/ 114 h 192"/>
                  <a:gd name="T66" fmla="*/ 24 w 120"/>
                  <a:gd name="T67" fmla="*/ 126 h 192"/>
                  <a:gd name="T68" fmla="*/ 12 w 120"/>
                  <a:gd name="T69" fmla="*/ 138 h 192"/>
                  <a:gd name="T70" fmla="*/ 12 w 120"/>
                  <a:gd name="T71" fmla="*/ 138 h 192"/>
                  <a:gd name="T72" fmla="*/ 18 w 120"/>
                  <a:gd name="T73" fmla="*/ 159 h 192"/>
                  <a:gd name="T74" fmla="*/ 21 w 120"/>
                  <a:gd name="T75" fmla="*/ 180 h 192"/>
                  <a:gd name="T76" fmla="*/ 21 w 120"/>
                  <a:gd name="T77" fmla="*/ 192 h 192"/>
                  <a:gd name="T78" fmla="*/ 30 w 120"/>
                  <a:gd name="T79" fmla="*/ 192 h 192"/>
                  <a:gd name="T80" fmla="*/ 30 w 120"/>
                  <a:gd name="T81" fmla="*/ 186 h 192"/>
                  <a:gd name="T82" fmla="*/ 27 w 120"/>
                  <a:gd name="T83" fmla="*/ 183 h 192"/>
                  <a:gd name="T84" fmla="*/ 42 w 120"/>
                  <a:gd name="T85" fmla="*/ 168 h 192"/>
                  <a:gd name="T86" fmla="*/ 57 w 120"/>
                  <a:gd name="T87" fmla="*/ 159 h 192"/>
                  <a:gd name="T88" fmla="*/ 60 w 120"/>
                  <a:gd name="T89" fmla="*/ 144 h 192"/>
                  <a:gd name="T90" fmla="*/ 57 w 120"/>
                  <a:gd name="T91" fmla="*/ 129 h 192"/>
                  <a:gd name="T92" fmla="*/ 51 w 120"/>
                  <a:gd name="T93" fmla="*/ 114 h 192"/>
                  <a:gd name="T94" fmla="*/ 54 w 120"/>
                  <a:gd name="T95" fmla="*/ 108 h 192"/>
                  <a:gd name="T96" fmla="*/ 57 w 120"/>
                  <a:gd name="T97" fmla="*/ 102 h 192"/>
                  <a:gd name="T98" fmla="*/ 69 w 120"/>
                  <a:gd name="T99" fmla="*/ 96 h 192"/>
                  <a:gd name="T100" fmla="*/ 78 w 120"/>
                  <a:gd name="T101" fmla="*/ 81 h 192"/>
                  <a:gd name="T102" fmla="*/ 102 w 120"/>
                  <a:gd name="T103" fmla="*/ 72 h 192"/>
                  <a:gd name="T104" fmla="*/ 120 w 120"/>
                  <a:gd name="T105" fmla="*/ 48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0" h="192">
                    <a:moveTo>
                      <a:pt x="120" y="48"/>
                    </a:moveTo>
                    <a:cubicBezTo>
                      <a:pt x="117" y="45"/>
                      <a:pt x="117" y="33"/>
                      <a:pt x="117" y="27"/>
                    </a:cubicBezTo>
                    <a:cubicBezTo>
                      <a:pt x="117" y="21"/>
                      <a:pt x="114" y="6"/>
                      <a:pt x="114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1" y="3"/>
                      <a:pt x="105" y="3"/>
                      <a:pt x="102" y="6"/>
                    </a:cubicBezTo>
                    <a:cubicBezTo>
                      <a:pt x="102" y="9"/>
                      <a:pt x="99" y="6"/>
                      <a:pt x="96" y="9"/>
                    </a:cubicBezTo>
                    <a:cubicBezTo>
                      <a:pt x="93" y="9"/>
                      <a:pt x="90" y="9"/>
                      <a:pt x="90" y="6"/>
                    </a:cubicBezTo>
                    <a:cubicBezTo>
                      <a:pt x="87" y="6"/>
                      <a:pt x="84" y="9"/>
                      <a:pt x="84" y="12"/>
                    </a:cubicBezTo>
                    <a:cubicBezTo>
                      <a:pt x="84" y="15"/>
                      <a:pt x="81" y="12"/>
                      <a:pt x="78" y="12"/>
                    </a:cubicBezTo>
                    <a:cubicBezTo>
                      <a:pt x="78" y="12"/>
                      <a:pt x="72" y="15"/>
                      <a:pt x="69" y="15"/>
                    </a:cubicBezTo>
                    <a:cubicBezTo>
                      <a:pt x="66" y="15"/>
                      <a:pt x="69" y="12"/>
                      <a:pt x="66" y="9"/>
                    </a:cubicBezTo>
                    <a:cubicBezTo>
                      <a:pt x="63" y="9"/>
                      <a:pt x="60" y="12"/>
                      <a:pt x="57" y="12"/>
                    </a:cubicBezTo>
                    <a:cubicBezTo>
                      <a:pt x="57" y="12"/>
                      <a:pt x="54" y="12"/>
                      <a:pt x="51" y="12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8" y="21"/>
                      <a:pt x="57" y="33"/>
                      <a:pt x="57" y="39"/>
                    </a:cubicBezTo>
                    <a:cubicBezTo>
                      <a:pt x="60" y="42"/>
                      <a:pt x="63" y="42"/>
                      <a:pt x="63" y="45"/>
                    </a:cubicBezTo>
                    <a:cubicBezTo>
                      <a:pt x="66" y="48"/>
                      <a:pt x="63" y="48"/>
                      <a:pt x="63" y="57"/>
                    </a:cubicBezTo>
                    <a:cubicBezTo>
                      <a:pt x="63" y="66"/>
                      <a:pt x="60" y="60"/>
                      <a:pt x="57" y="63"/>
                    </a:cubicBezTo>
                    <a:cubicBezTo>
                      <a:pt x="54" y="66"/>
                      <a:pt x="57" y="72"/>
                      <a:pt x="57" y="75"/>
                    </a:cubicBezTo>
                    <a:cubicBezTo>
                      <a:pt x="54" y="75"/>
                      <a:pt x="45" y="63"/>
                      <a:pt x="45" y="60"/>
                    </a:cubicBezTo>
                    <a:cubicBezTo>
                      <a:pt x="45" y="60"/>
                      <a:pt x="48" y="51"/>
                      <a:pt x="48" y="45"/>
                    </a:cubicBezTo>
                    <a:cubicBezTo>
                      <a:pt x="48" y="42"/>
                      <a:pt x="42" y="45"/>
                      <a:pt x="39" y="45"/>
                    </a:cubicBezTo>
                    <a:cubicBezTo>
                      <a:pt x="36" y="45"/>
                      <a:pt x="33" y="39"/>
                      <a:pt x="30" y="3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60"/>
                      <a:pt x="3" y="60"/>
                      <a:pt x="3" y="60"/>
                    </a:cubicBezTo>
                    <a:cubicBezTo>
                      <a:pt x="3" y="60"/>
                      <a:pt x="3" y="60"/>
                      <a:pt x="3" y="60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3" y="63"/>
                      <a:pt x="12" y="63"/>
                      <a:pt x="18" y="66"/>
                    </a:cubicBezTo>
                    <a:cubicBezTo>
                      <a:pt x="21" y="69"/>
                      <a:pt x="30" y="69"/>
                      <a:pt x="30" y="72"/>
                    </a:cubicBezTo>
                    <a:cubicBezTo>
                      <a:pt x="33" y="72"/>
                      <a:pt x="30" y="84"/>
                      <a:pt x="30" y="87"/>
                    </a:cubicBezTo>
                    <a:cubicBezTo>
                      <a:pt x="33" y="93"/>
                      <a:pt x="24" y="96"/>
                      <a:pt x="27" y="99"/>
                    </a:cubicBezTo>
                    <a:cubicBezTo>
                      <a:pt x="30" y="102"/>
                      <a:pt x="30" y="105"/>
                      <a:pt x="33" y="108"/>
                    </a:cubicBezTo>
                    <a:cubicBezTo>
                      <a:pt x="27" y="114"/>
                      <a:pt x="27" y="114"/>
                      <a:pt x="27" y="114"/>
                    </a:cubicBezTo>
                    <a:cubicBezTo>
                      <a:pt x="24" y="117"/>
                      <a:pt x="27" y="123"/>
                      <a:pt x="24" y="126"/>
                    </a:cubicBezTo>
                    <a:cubicBezTo>
                      <a:pt x="21" y="129"/>
                      <a:pt x="15" y="135"/>
                      <a:pt x="12" y="138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12" y="141"/>
                      <a:pt x="15" y="156"/>
                      <a:pt x="18" y="159"/>
                    </a:cubicBezTo>
                    <a:cubicBezTo>
                      <a:pt x="21" y="162"/>
                      <a:pt x="21" y="177"/>
                      <a:pt x="21" y="180"/>
                    </a:cubicBezTo>
                    <a:cubicBezTo>
                      <a:pt x="21" y="192"/>
                      <a:pt x="21" y="192"/>
                      <a:pt x="21" y="192"/>
                    </a:cubicBezTo>
                    <a:cubicBezTo>
                      <a:pt x="21" y="192"/>
                      <a:pt x="27" y="192"/>
                      <a:pt x="30" y="192"/>
                    </a:cubicBezTo>
                    <a:cubicBezTo>
                      <a:pt x="30" y="189"/>
                      <a:pt x="30" y="186"/>
                      <a:pt x="30" y="186"/>
                    </a:cubicBezTo>
                    <a:cubicBezTo>
                      <a:pt x="30" y="180"/>
                      <a:pt x="27" y="186"/>
                      <a:pt x="27" y="183"/>
                    </a:cubicBezTo>
                    <a:cubicBezTo>
                      <a:pt x="24" y="177"/>
                      <a:pt x="33" y="171"/>
                      <a:pt x="42" y="168"/>
                    </a:cubicBezTo>
                    <a:cubicBezTo>
                      <a:pt x="54" y="165"/>
                      <a:pt x="57" y="162"/>
                      <a:pt x="57" y="159"/>
                    </a:cubicBezTo>
                    <a:cubicBezTo>
                      <a:pt x="57" y="156"/>
                      <a:pt x="57" y="147"/>
                      <a:pt x="60" y="144"/>
                    </a:cubicBezTo>
                    <a:cubicBezTo>
                      <a:pt x="60" y="141"/>
                      <a:pt x="57" y="138"/>
                      <a:pt x="57" y="129"/>
                    </a:cubicBezTo>
                    <a:cubicBezTo>
                      <a:pt x="54" y="120"/>
                      <a:pt x="51" y="120"/>
                      <a:pt x="51" y="114"/>
                    </a:cubicBezTo>
                    <a:cubicBezTo>
                      <a:pt x="51" y="111"/>
                      <a:pt x="51" y="108"/>
                      <a:pt x="54" y="108"/>
                    </a:cubicBezTo>
                    <a:cubicBezTo>
                      <a:pt x="57" y="105"/>
                      <a:pt x="57" y="105"/>
                      <a:pt x="57" y="102"/>
                    </a:cubicBezTo>
                    <a:cubicBezTo>
                      <a:pt x="60" y="96"/>
                      <a:pt x="63" y="99"/>
                      <a:pt x="69" y="96"/>
                    </a:cubicBezTo>
                    <a:cubicBezTo>
                      <a:pt x="72" y="90"/>
                      <a:pt x="72" y="87"/>
                      <a:pt x="78" y="81"/>
                    </a:cubicBezTo>
                    <a:cubicBezTo>
                      <a:pt x="87" y="75"/>
                      <a:pt x="93" y="75"/>
                      <a:pt x="102" y="72"/>
                    </a:cubicBezTo>
                    <a:cubicBezTo>
                      <a:pt x="108" y="69"/>
                      <a:pt x="120" y="51"/>
                      <a:pt x="120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0" name="Freeform 170">
                <a:extLst>
                  <a:ext uri="{FF2B5EF4-FFF2-40B4-BE49-F238E27FC236}">
                    <a16:creationId xmlns:a16="http://schemas.microsoft.com/office/drawing/2014/main" id="{A0486312-465D-AF85-0B65-FC1C200A5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9961" y="3264020"/>
                <a:ext cx="229803" cy="241969"/>
              </a:xfrm>
              <a:custGeom>
                <a:avLst/>
                <a:gdLst>
                  <a:gd name="T0" fmla="*/ 114 w 120"/>
                  <a:gd name="T1" fmla="*/ 99 h 126"/>
                  <a:gd name="T2" fmla="*/ 108 w 120"/>
                  <a:gd name="T3" fmla="*/ 87 h 126"/>
                  <a:gd name="T4" fmla="*/ 108 w 120"/>
                  <a:gd name="T5" fmla="*/ 78 h 126"/>
                  <a:gd name="T6" fmla="*/ 111 w 120"/>
                  <a:gd name="T7" fmla="*/ 72 h 126"/>
                  <a:gd name="T8" fmla="*/ 105 w 120"/>
                  <a:gd name="T9" fmla="*/ 60 h 126"/>
                  <a:gd name="T10" fmla="*/ 108 w 120"/>
                  <a:gd name="T11" fmla="*/ 45 h 126"/>
                  <a:gd name="T12" fmla="*/ 90 w 120"/>
                  <a:gd name="T13" fmla="*/ 30 h 126"/>
                  <a:gd name="T14" fmla="*/ 90 w 120"/>
                  <a:gd name="T15" fmla="*/ 24 h 126"/>
                  <a:gd name="T16" fmla="*/ 48 w 120"/>
                  <a:gd name="T17" fmla="*/ 0 h 126"/>
                  <a:gd name="T18" fmla="*/ 42 w 120"/>
                  <a:gd name="T19" fmla="*/ 12 h 126"/>
                  <a:gd name="T20" fmla="*/ 42 w 120"/>
                  <a:gd name="T21" fmla="*/ 18 h 126"/>
                  <a:gd name="T22" fmla="*/ 24 w 120"/>
                  <a:gd name="T23" fmla="*/ 18 h 126"/>
                  <a:gd name="T24" fmla="*/ 24 w 120"/>
                  <a:gd name="T25" fmla="*/ 0 h 126"/>
                  <a:gd name="T26" fmla="*/ 15 w 120"/>
                  <a:gd name="T27" fmla="*/ 0 h 126"/>
                  <a:gd name="T28" fmla="*/ 9 w 120"/>
                  <a:gd name="T29" fmla="*/ 3 h 126"/>
                  <a:gd name="T30" fmla="*/ 12 w 120"/>
                  <a:gd name="T31" fmla="*/ 6 h 126"/>
                  <a:gd name="T32" fmla="*/ 15 w 120"/>
                  <a:gd name="T33" fmla="*/ 15 h 126"/>
                  <a:gd name="T34" fmla="*/ 9 w 120"/>
                  <a:gd name="T35" fmla="*/ 18 h 126"/>
                  <a:gd name="T36" fmla="*/ 9 w 120"/>
                  <a:gd name="T37" fmla="*/ 24 h 126"/>
                  <a:gd name="T38" fmla="*/ 12 w 120"/>
                  <a:gd name="T39" fmla="*/ 24 h 126"/>
                  <a:gd name="T40" fmla="*/ 3 w 120"/>
                  <a:gd name="T41" fmla="*/ 39 h 126"/>
                  <a:gd name="T42" fmla="*/ 0 w 120"/>
                  <a:gd name="T43" fmla="*/ 42 h 126"/>
                  <a:gd name="T44" fmla="*/ 6 w 120"/>
                  <a:gd name="T45" fmla="*/ 63 h 126"/>
                  <a:gd name="T46" fmla="*/ 12 w 120"/>
                  <a:gd name="T47" fmla="*/ 78 h 126"/>
                  <a:gd name="T48" fmla="*/ 15 w 120"/>
                  <a:gd name="T49" fmla="*/ 87 h 126"/>
                  <a:gd name="T50" fmla="*/ 9 w 120"/>
                  <a:gd name="T51" fmla="*/ 81 h 126"/>
                  <a:gd name="T52" fmla="*/ 6 w 120"/>
                  <a:gd name="T53" fmla="*/ 84 h 126"/>
                  <a:gd name="T54" fmla="*/ 6 w 120"/>
                  <a:gd name="T55" fmla="*/ 84 h 126"/>
                  <a:gd name="T56" fmla="*/ 15 w 120"/>
                  <a:gd name="T57" fmla="*/ 87 h 126"/>
                  <a:gd name="T58" fmla="*/ 24 w 120"/>
                  <a:gd name="T59" fmla="*/ 93 h 126"/>
                  <a:gd name="T60" fmla="*/ 39 w 120"/>
                  <a:gd name="T61" fmla="*/ 99 h 126"/>
                  <a:gd name="T62" fmla="*/ 42 w 120"/>
                  <a:gd name="T63" fmla="*/ 99 h 126"/>
                  <a:gd name="T64" fmla="*/ 48 w 120"/>
                  <a:gd name="T65" fmla="*/ 99 h 126"/>
                  <a:gd name="T66" fmla="*/ 51 w 120"/>
                  <a:gd name="T67" fmla="*/ 99 h 126"/>
                  <a:gd name="T68" fmla="*/ 57 w 120"/>
                  <a:gd name="T69" fmla="*/ 123 h 126"/>
                  <a:gd name="T70" fmla="*/ 63 w 120"/>
                  <a:gd name="T71" fmla="*/ 123 h 126"/>
                  <a:gd name="T72" fmla="*/ 72 w 120"/>
                  <a:gd name="T73" fmla="*/ 120 h 126"/>
                  <a:gd name="T74" fmla="*/ 75 w 120"/>
                  <a:gd name="T75" fmla="*/ 126 h 126"/>
                  <a:gd name="T76" fmla="*/ 84 w 120"/>
                  <a:gd name="T77" fmla="*/ 123 h 126"/>
                  <a:gd name="T78" fmla="*/ 90 w 120"/>
                  <a:gd name="T79" fmla="*/ 123 h 126"/>
                  <a:gd name="T80" fmla="*/ 96 w 120"/>
                  <a:gd name="T81" fmla="*/ 117 h 126"/>
                  <a:gd name="T82" fmla="*/ 102 w 120"/>
                  <a:gd name="T83" fmla="*/ 120 h 126"/>
                  <a:gd name="T84" fmla="*/ 108 w 120"/>
                  <a:gd name="T85" fmla="*/ 117 h 126"/>
                  <a:gd name="T86" fmla="*/ 120 w 120"/>
                  <a:gd name="T87" fmla="*/ 111 h 126"/>
                  <a:gd name="T88" fmla="*/ 114 w 120"/>
                  <a:gd name="T89" fmla="*/ 99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0" h="126">
                    <a:moveTo>
                      <a:pt x="114" y="99"/>
                    </a:moveTo>
                    <a:cubicBezTo>
                      <a:pt x="114" y="93"/>
                      <a:pt x="108" y="93"/>
                      <a:pt x="108" y="87"/>
                    </a:cubicBezTo>
                    <a:cubicBezTo>
                      <a:pt x="108" y="84"/>
                      <a:pt x="111" y="81"/>
                      <a:pt x="108" y="78"/>
                    </a:cubicBezTo>
                    <a:cubicBezTo>
                      <a:pt x="105" y="78"/>
                      <a:pt x="108" y="75"/>
                      <a:pt x="111" y="72"/>
                    </a:cubicBezTo>
                    <a:cubicBezTo>
                      <a:pt x="114" y="66"/>
                      <a:pt x="105" y="66"/>
                      <a:pt x="105" y="60"/>
                    </a:cubicBezTo>
                    <a:cubicBezTo>
                      <a:pt x="105" y="60"/>
                      <a:pt x="105" y="51"/>
                      <a:pt x="108" y="45"/>
                    </a:cubicBezTo>
                    <a:cubicBezTo>
                      <a:pt x="99" y="36"/>
                      <a:pt x="90" y="30"/>
                      <a:pt x="90" y="30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6"/>
                      <a:pt x="45" y="9"/>
                      <a:pt x="42" y="12"/>
                    </a:cubicBezTo>
                    <a:cubicBezTo>
                      <a:pt x="39" y="12"/>
                      <a:pt x="48" y="18"/>
                      <a:pt x="42" y="18"/>
                    </a:cubicBezTo>
                    <a:cubicBezTo>
                      <a:pt x="39" y="18"/>
                      <a:pt x="30" y="15"/>
                      <a:pt x="24" y="18"/>
                    </a:cubicBezTo>
                    <a:cubicBezTo>
                      <a:pt x="21" y="18"/>
                      <a:pt x="21" y="9"/>
                      <a:pt x="2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2" y="3"/>
                      <a:pt x="9" y="3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5" y="12"/>
                      <a:pt x="15" y="15"/>
                    </a:cubicBezTo>
                    <a:cubicBezTo>
                      <a:pt x="15" y="15"/>
                      <a:pt x="12" y="18"/>
                      <a:pt x="9" y="18"/>
                    </a:cubicBezTo>
                    <a:cubicBezTo>
                      <a:pt x="9" y="21"/>
                      <a:pt x="9" y="24"/>
                      <a:pt x="9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6" y="36"/>
                      <a:pt x="3" y="39"/>
                    </a:cubicBezTo>
                    <a:cubicBezTo>
                      <a:pt x="3" y="39"/>
                      <a:pt x="0" y="39"/>
                      <a:pt x="0" y="42"/>
                    </a:cubicBezTo>
                    <a:cubicBezTo>
                      <a:pt x="0" y="48"/>
                      <a:pt x="3" y="60"/>
                      <a:pt x="6" y="63"/>
                    </a:cubicBezTo>
                    <a:cubicBezTo>
                      <a:pt x="12" y="69"/>
                      <a:pt x="9" y="75"/>
                      <a:pt x="12" y="78"/>
                    </a:cubicBezTo>
                    <a:cubicBezTo>
                      <a:pt x="12" y="81"/>
                      <a:pt x="18" y="84"/>
                      <a:pt x="15" y="87"/>
                    </a:cubicBezTo>
                    <a:cubicBezTo>
                      <a:pt x="12" y="87"/>
                      <a:pt x="9" y="84"/>
                      <a:pt x="9" y="81"/>
                    </a:cubicBezTo>
                    <a:cubicBezTo>
                      <a:pt x="9" y="81"/>
                      <a:pt x="9" y="81"/>
                      <a:pt x="6" y="84"/>
                    </a:cubicBezTo>
                    <a:cubicBezTo>
                      <a:pt x="6" y="84"/>
                      <a:pt x="6" y="84"/>
                      <a:pt x="6" y="84"/>
                    </a:cubicBezTo>
                    <a:cubicBezTo>
                      <a:pt x="9" y="87"/>
                      <a:pt x="15" y="87"/>
                      <a:pt x="15" y="87"/>
                    </a:cubicBezTo>
                    <a:cubicBezTo>
                      <a:pt x="18" y="87"/>
                      <a:pt x="24" y="93"/>
                      <a:pt x="24" y="93"/>
                    </a:cubicBezTo>
                    <a:cubicBezTo>
                      <a:pt x="27" y="93"/>
                      <a:pt x="39" y="96"/>
                      <a:pt x="39" y="99"/>
                    </a:cubicBezTo>
                    <a:cubicBezTo>
                      <a:pt x="39" y="99"/>
                      <a:pt x="39" y="99"/>
                      <a:pt x="42" y="99"/>
                    </a:cubicBezTo>
                    <a:cubicBezTo>
                      <a:pt x="42" y="99"/>
                      <a:pt x="45" y="99"/>
                      <a:pt x="48" y="99"/>
                    </a:cubicBezTo>
                    <a:cubicBezTo>
                      <a:pt x="48" y="99"/>
                      <a:pt x="48" y="99"/>
                      <a:pt x="51" y="99"/>
                    </a:cubicBezTo>
                    <a:cubicBezTo>
                      <a:pt x="54" y="99"/>
                      <a:pt x="57" y="114"/>
                      <a:pt x="57" y="123"/>
                    </a:cubicBezTo>
                    <a:cubicBezTo>
                      <a:pt x="60" y="123"/>
                      <a:pt x="63" y="123"/>
                      <a:pt x="63" y="123"/>
                    </a:cubicBezTo>
                    <a:cubicBezTo>
                      <a:pt x="66" y="123"/>
                      <a:pt x="69" y="120"/>
                      <a:pt x="72" y="120"/>
                    </a:cubicBezTo>
                    <a:cubicBezTo>
                      <a:pt x="75" y="123"/>
                      <a:pt x="72" y="126"/>
                      <a:pt x="75" y="126"/>
                    </a:cubicBezTo>
                    <a:cubicBezTo>
                      <a:pt x="78" y="126"/>
                      <a:pt x="84" y="123"/>
                      <a:pt x="84" y="123"/>
                    </a:cubicBezTo>
                    <a:cubicBezTo>
                      <a:pt x="87" y="123"/>
                      <a:pt x="90" y="126"/>
                      <a:pt x="90" y="123"/>
                    </a:cubicBezTo>
                    <a:cubicBezTo>
                      <a:pt x="90" y="120"/>
                      <a:pt x="93" y="117"/>
                      <a:pt x="96" y="117"/>
                    </a:cubicBezTo>
                    <a:cubicBezTo>
                      <a:pt x="96" y="120"/>
                      <a:pt x="99" y="120"/>
                      <a:pt x="102" y="120"/>
                    </a:cubicBezTo>
                    <a:cubicBezTo>
                      <a:pt x="105" y="117"/>
                      <a:pt x="108" y="120"/>
                      <a:pt x="108" y="117"/>
                    </a:cubicBezTo>
                    <a:cubicBezTo>
                      <a:pt x="111" y="114"/>
                      <a:pt x="117" y="114"/>
                      <a:pt x="120" y="111"/>
                    </a:cubicBezTo>
                    <a:cubicBezTo>
                      <a:pt x="120" y="105"/>
                      <a:pt x="114" y="108"/>
                      <a:pt x="114" y="9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1" name="Freeform 171">
                <a:extLst>
                  <a:ext uri="{FF2B5EF4-FFF2-40B4-BE49-F238E27FC236}">
                    <a16:creationId xmlns:a16="http://schemas.microsoft.com/office/drawing/2014/main" id="{7C0E1F6C-354F-8E40-C8A4-E92081976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8902" y="3454621"/>
                <a:ext cx="68941" cy="166269"/>
              </a:xfrm>
              <a:custGeom>
                <a:avLst/>
                <a:gdLst>
                  <a:gd name="T0" fmla="*/ 33 w 36"/>
                  <a:gd name="T1" fmla="*/ 57 h 87"/>
                  <a:gd name="T2" fmla="*/ 27 w 36"/>
                  <a:gd name="T3" fmla="*/ 51 h 87"/>
                  <a:gd name="T4" fmla="*/ 27 w 36"/>
                  <a:gd name="T5" fmla="*/ 54 h 87"/>
                  <a:gd name="T6" fmla="*/ 15 w 36"/>
                  <a:gd name="T7" fmla="*/ 36 h 87"/>
                  <a:gd name="T8" fmla="*/ 15 w 36"/>
                  <a:gd name="T9" fmla="*/ 15 h 87"/>
                  <a:gd name="T10" fmla="*/ 12 w 36"/>
                  <a:gd name="T11" fmla="*/ 0 h 87"/>
                  <a:gd name="T12" fmla="*/ 6 w 36"/>
                  <a:gd name="T13" fmla="*/ 0 h 87"/>
                  <a:gd name="T14" fmla="*/ 9 w 36"/>
                  <a:gd name="T15" fmla="*/ 12 h 87"/>
                  <a:gd name="T16" fmla="*/ 6 w 36"/>
                  <a:gd name="T17" fmla="*/ 15 h 87"/>
                  <a:gd name="T18" fmla="*/ 6 w 36"/>
                  <a:gd name="T19" fmla="*/ 33 h 87"/>
                  <a:gd name="T20" fmla="*/ 0 w 36"/>
                  <a:gd name="T21" fmla="*/ 36 h 87"/>
                  <a:gd name="T22" fmla="*/ 0 w 36"/>
                  <a:gd name="T23" fmla="*/ 45 h 87"/>
                  <a:gd name="T24" fmla="*/ 0 w 36"/>
                  <a:gd name="T25" fmla="*/ 51 h 87"/>
                  <a:gd name="T26" fmla="*/ 0 w 36"/>
                  <a:gd name="T27" fmla="*/ 51 h 87"/>
                  <a:gd name="T28" fmla="*/ 9 w 36"/>
                  <a:gd name="T29" fmla="*/ 57 h 87"/>
                  <a:gd name="T30" fmla="*/ 18 w 36"/>
                  <a:gd name="T31" fmla="*/ 57 h 87"/>
                  <a:gd name="T32" fmla="*/ 15 w 36"/>
                  <a:gd name="T33" fmla="*/ 72 h 87"/>
                  <a:gd name="T34" fmla="*/ 27 w 36"/>
                  <a:gd name="T35" fmla="*/ 87 h 87"/>
                  <a:gd name="T36" fmla="*/ 27 w 36"/>
                  <a:gd name="T37" fmla="*/ 75 h 87"/>
                  <a:gd name="T38" fmla="*/ 33 w 36"/>
                  <a:gd name="T39" fmla="*/ 69 h 87"/>
                  <a:gd name="T40" fmla="*/ 33 w 36"/>
                  <a:gd name="T41" fmla="*/ 5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" h="87">
                    <a:moveTo>
                      <a:pt x="33" y="57"/>
                    </a:moveTo>
                    <a:cubicBezTo>
                      <a:pt x="33" y="54"/>
                      <a:pt x="30" y="54"/>
                      <a:pt x="27" y="51"/>
                    </a:cubicBezTo>
                    <a:cubicBezTo>
                      <a:pt x="27" y="51"/>
                      <a:pt x="27" y="51"/>
                      <a:pt x="27" y="54"/>
                    </a:cubicBezTo>
                    <a:cubicBezTo>
                      <a:pt x="24" y="57"/>
                      <a:pt x="15" y="45"/>
                      <a:pt x="15" y="36"/>
                    </a:cubicBezTo>
                    <a:cubicBezTo>
                      <a:pt x="12" y="27"/>
                      <a:pt x="18" y="24"/>
                      <a:pt x="15" y="15"/>
                    </a:cubicBezTo>
                    <a:cubicBezTo>
                      <a:pt x="12" y="9"/>
                      <a:pt x="9" y="3"/>
                      <a:pt x="12" y="0"/>
                    </a:cubicBezTo>
                    <a:cubicBezTo>
                      <a:pt x="9" y="0"/>
                      <a:pt x="6" y="0"/>
                      <a:pt x="6" y="0"/>
                    </a:cubicBezTo>
                    <a:cubicBezTo>
                      <a:pt x="6" y="3"/>
                      <a:pt x="9" y="9"/>
                      <a:pt x="9" y="12"/>
                    </a:cubicBezTo>
                    <a:cubicBezTo>
                      <a:pt x="9" y="15"/>
                      <a:pt x="6" y="12"/>
                      <a:pt x="6" y="15"/>
                    </a:cubicBezTo>
                    <a:cubicBezTo>
                      <a:pt x="3" y="18"/>
                      <a:pt x="3" y="30"/>
                      <a:pt x="6" y="33"/>
                    </a:cubicBezTo>
                    <a:cubicBezTo>
                      <a:pt x="9" y="36"/>
                      <a:pt x="0" y="33"/>
                      <a:pt x="0" y="36"/>
                    </a:cubicBezTo>
                    <a:cubicBezTo>
                      <a:pt x="0" y="39"/>
                      <a:pt x="0" y="45"/>
                      <a:pt x="0" y="45"/>
                    </a:cubicBezTo>
                    <a:cubicBezTo>
                      <a:pt x="0" y="48"/>
                      <a:pt x="0" y="48"/>
                      <a:pt x="0" y="51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51"/>
                      <a:pt x="6" y="57"/>
                      <a:pt x="9" y="57"/>
                    </a:cubicBezTo>
                    <a:cubicBezTo>
                      <a:pt x="12" y="57"/>
                      <a:pt x="18" y="54"/>
                      <a:pt x="18" y="57"/>
                    </a:cubicBezTo>
                    <a:cubicBezTo>
                      <a:pt x="18" y="63"/>
                      <a:pt x="15" y="72"/>
                      <a:pt x="15" y="72"/>
                    </a:cubicBezTo>
                    <a:cubicBezTo>
                      <a:pt x="15" y="75"/>
                      <a:pt x="24" y="87"/>
                      <a:pt x="27" y="87"/>
                    </a:cubicBezTo>
                    <a:cubicBezTo>
                      <a:pt x="27" y="84"/>
                      <a:pt x="24" y="78"/>
                      <a:pt x="27" y="75"/>
                    </a:cubicBezTo>
                    <a:cubicBezTo>
                      <a:pt x="30" y="72"/>
                      <a:pt x="33" y="78"/>
                      <a:pt x="33" y="69"/>
                    </a:cubicBezTo>
                    <a:cubicBezTo>
                      <a:pt x="33" y="60"/>
                      <a:pt x="36" y="60"/>
                      <a:pt x="33" y="5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2" name="Freeform 172">
                <a:extLst>
                  <a:ext uri="{FF2B5EF4-FFF2-40B4-BE49-F238E27FC236}">
                    <a16:creationId xmlns:a16="http://schemas.microsoft.com/office/drawing/2014/main" id="{9CC4B116-FFF0-35E0-14C8-15EB17D31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2233" y="3696590"/>
                <a:ext cx="68941" cy="56775"/>
              </a:xfrm>
              <a:custGeom>
                <a:avLst/>
                <a:gdLst>
                  <a:gd name="T0" fmla="*/ 0 w 36"/>
                  <a:gd name="T1" fmla="*/ 6 h 30"/>
                  <a:gd name="T2" fmla="*/ 33 w 36"/>
                  <a:gd name="T3" fmla="*/ 27 h 30"/>
                  <a:gd name="T4" fmla="*/ 0 w 36"/>
                  <a:gd name="T5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" h="30">
                    <a:moveTo>
                      <a:pt x="0" y="6"/>
                    </a:moveTo>
                    <a:cubicBezTo>
                      <a:pt x="0" y="0"/>
                      <a:pt x="36" y="24"/>
                      <a:pt x="33" y="27"/>
                    </a:cubicBezTo>
                    <a:cubicBezTo>
                      <a:pt x="30" y="30"/>
                      <a:pt x="0" y="9"/>
                      <a:pt x="0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3" name="Freeform 173">
                <a:extLst>
                  <a:ext uri="{FF2B5EF4-FFF2-40B4-BE49-F238E27FC236}">
                    <a16:creationId xmlns:a16="http://schemas.microsoft.com/office/drawing/2014/main" id="{6C5264B0-07BF-C489-50D0-3B55D75BB0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788" y="2684107"/>
                <a:ext cx="22980" cy="40553"/>
              </a:xfrm>
              <a:custGeom>
                <a:avLst/>
                <a:gdLst>
                  <a:gd name="T0" fmla="*/ 9 w 12"/>
                  <a:gd name="T1" fmla="*/ 18 h 21"/>
                  <a:gd name="T2" fmla="*/ 6 w 12"/>
                  <a:gd name="T3" fmla="*/ 15 h 21"/>
                  <a:gd name="T4" fmla="*/ 0 w 12"/>
                  <a:gd name="T5" fmla="*/ 6 h 21"/>
                  <a:gd name="T6" fmla="*/ 6 w 12"/>
                  <a:gd name="T7" fmla="*/ 3 h 21"/>
                  <a:gd name="T8" fmla="*/ 6 w 12"/>
                  <a:gd name="T9" fmla="*/ 12 h 21"/>
                  <a:gd name="T10" fmla="*/ 9 w 12"/>
                  <a:gd name="T11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1">
                    <a:moveTo>
                      <a:pt x="9" y="18"/>
                    </a:moveTo>
                    <a:cubicBezTo>
                      <a:pt x="9" y="21"/>
                      <a:pt x="6" y="15"/>
                      <a:pt x="6" y="15"/>
                    </a:cubicBezTo>
                    <a:cubicBezTo>
                      <a:pt x="6" y="12"/>
                      <a:pt x="0" y="12"/>
                      <a:pt x="0" y="6"/>
                    </a:cubicBezTo>
                    <a:cubicBezTo>
                      <a:pt x="0" y="3"/>
                      <a:pt x="3" y="0"/>
                      <a:pt x="6" y="3"/>
                    </a:cubicBezTo>
                    <a:cubicBezTo>
                      <a:pt x="9" y="6"/>
                      <a:pt x="6" y="9"/>
                      <a:pt x="6" y="12"/>
                    </a:cubicBezTo>
                    <a:cubicBezTo>
                      <a:pt x="6" y="12"/>
                      <a:pt x="12" y="15"/>
                      <a:pt x="9" y="1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4" name="Freeform 174">
                <a:extLst>
                  <a:ext uri="{FF2B5EF4-FFF2-40B4-BE49-F238E27FC236}">
                    <a16:creationId xmlns:a16="http://schemas.microsoft.com/office/drawing/2014/main" id="{DCFE2715-B8A1-956C-9522-13C6A7B26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3658" y="3011238"/>
                <a:ext cx="28387" cy="17573"/>
              </a:xfrm>
              <a:custGeom>
                <a:avLst/>
                <a:gdLst>
                  <a:gd name="T0" fmla="*/ 3 w 15"/>
                  <a:gd name="T1" fmla="*/ 9 h 9"/>
                  <a:gd name="T2" fmla="*/ 3 w 15"/>
                  <a:gd name="T3" fmla="*/ 3 h 9"/>
                  <a:gd name="T4" fmla="*/ 12 w 15"/>
                  <a:gd name="T5" fmla="*/ 0 h 9"/>
                  <a:gd name="T6" fmla="*/ 12 w 15"/>
                  <a:gd name="T7" fmla="*/ 6 h 9"/>
                  <a:gd name="T8" fmla="*/ 3 w 15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9">
                    <a:moveTo>
                      <a:pt x="3" y="9"/>
                    </a:moveTo>
                    <a:cubicBezTo>
                      <a:pt x="3" y="6"/>
                      <a:pt x="6" y="3"/>
                      <a:pt x="3" y="3"/>
                    </a:cubicBezTo>
                    <a:cubicBezTo>
                      <a:pt x="0" y="3"/>
                      <a:pt x="9" y="0"/>
                      <a:pt x="12" y="0"/>
                    </a:cubicBezTo>
                    <a:cubicBezTo>
                      <a:pt x="15" y="3"/>
                      <a:pt x="15" y="6"/>
                      <a:pt x="12" y="6"/>
                    </a:cubicBezTo>
                    <a:cubicBezTo>
                      <a:pt x="9" y="9"/>
                      <a:pt x="6" y="9"/>
                      <a:pt x="3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5" name="Freeform 175">
                <a:extLst>
                  <a:ext uri="{FF2B5EF4-FFF2-40B4-BE49-F238E27FC236}">
                    <a16:creationId xmlns:a16="http://schemas.microsoft.com/office/drawing/2014/main" id="{E94E553F-B43C-36B8-6A30-D02E8AF45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4111" y="2292091"/>
                <a:ext cx="68941" cy="63534"/>
              </a:xfrm>
              <a:custGeom>
                <a:avLst/>
                <a:gdLst>
                  <a:gd name="T0" fmla="*/ 33 w 36"/>
                  <a:gd name="T1" fmla="*/ 24 h 33"/>
                  <a:gd name="T2" fmla="*/ 27 w 36"/>
                  <a:gd name="T3" fmla="*/ 15 h 33"/>
                  <a:gd name="T4" fmla="*/ 24 w 36"/>
                  <a:gd name="T5" fmla="*/ 6 h 33"/>
                  <a:gd name="T6" fmla="*/ 21 w 36"/>
                  <a:gd name="T7" fmla="*/ 0 h 33"/>
                  <a:gd name="T8" fmla="*/ 9 w 36"/>
                  <a:gd name="T9" fmla="*/ 0 h 33"/>
                  <a:gd name="T10" fmla="*/ 0 w 36"/>
                  <a:gd name="T11" fmla="*/ 3 h 33"/>
                  <a:gd name="T12" fmla="*/ 0 w 36"/>
                  <a:gd name="T13" fmla="*/ 12 h 33"/>
                  <a:gd name="T14" fmla="*/ 9 w 36"/>
                  <a:gd name="T15" fmla="*/ 15 h 33"/>
                  <a:gd name="T16" fmla="*/ 12 w 36"/>
                  <a:gd name="T17" fmla="*/ 18 h 33"/>
                  <a:gd name="T18" fmla="*/ 12 w 36"/>
                  <a:gd name="T19" fmla="*/ 18 h 33"/>
                  <a:gd name="T20" fmla="*/ 15 w 36"/>
                  <a:gd name="T21" fmla="*/ 21 h 33"/>
                  <a:gd name="T22" fmla="*/ 21 w 36"/>
                  <a:gd name="T23" fmla="*/ 24 h 33"/>
                  <a:gd name="T24" fmla="*/ 27 w 36"/>
                  <a:gd name="T25" fmla="*/ 27 h 33"/>
                  <a:gd name="T26" fmla="*/ 30 w 36"/>
                  <a:gd name="T27" fmla="*/ 33 h 33"/>
                  <a:gd name="T28" fmla="*/ 36 w 36"/>
                  <a:gd name="T29" fmla="*/ 30 h 33"/>
                  <a:gd name="T30" fmla="*/ 33 w 36"/>
                  <a:gd name="T31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6" h="33">
                    <a:moveTo>
                      <a:pt x="33" y="24"/>
                    </a:moveTo>
                    <a:cubicBezTo>
                      <a:pt x="33" y="21"/>
                      <a:pt x="27" y="21"/>
                      <a:pt x="27" y="15"/>
                    </a:cubicBezTo>
                    <a:cubicBezTo>
                      <a:pt x="27" y="12"/>
                      <a:pt x="21" y="9"/>
                      <a:pt x="24" y="6"/>
                    </a:cubicBezTo>
                    <a:cubicBezTo>
                      <a:pt x="24" y="6"/>
                      <a:pt x="21" y="3"/>
                      <a:pt x="21" y="0"/>
                    </a:cubicBezTo>
                    <a:cubicBezTo>
                      <a:pt x="18" y="0"/>
                      <a:pt x="12" y="0"/>
                      <a:pt x="9" y="0"/>
                    </a:cubicBezTo>
                    <a:cubicBezTo>
                      <a:pt x="6" y="0"/>
                      <a:pt x="3" y="0"/>
                      <a:pt x="0" y="3"/>
                    </a:cubicBezTo>
                    <a:cubicBezTo>
                      <a:pt x="0" y="6"/>
                      <a:pt x="0" y="6"/>
                      <a:pt x="0" y="12"/>
                    </a:cubicBezTo>
                    <a:cubicBezTo>
                      <a:pt x="3" y="15"/>
                      <a:pt x="9" y="12"/>
                      <a:pt x="9" y="15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5" y="18"/>
                      <a:pt x="15" y="21"/>
                      <a:pt x="15" y="21"/>
                    </a:cubicBezTo>
                    <a:cubicBezTo>
                      <a:pt x="18" y="21"/>
                      <a:pt x="21" y="24"/>
                      <a:pt x="21" y="24"/>
                    </a:cubicBezTo>
                    <a:cubicBezTo>
                      <a:pt x="24" y="24"/>
                      <a:pt x="24" y="21"/>
                      <a:pt x="27" y="27"/>
                    </a:cubicBezTo>
                    <a:cubicBezTo>
                      <a:pt x="30" y="27"/>
                      <a:pt x="30" y="30"/>
                      <a:pt x="30" y="33"/>
                    </a:cubicBezTo>
                    <a:cubicBezTo>
                      <a:pt x="33" y="33"/>
                      <a:pt x="33" y="30"/>
                      <a:pt x="36" y="30"/>
                    </a:cubicBezTo>
                    <a:cubicBezTo>
                      <a:pt x="36" y="27"/>
                      <a:pt x="33" y="27"/>
                      <a:pt x="33" y="2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6" name="Freeform 176">
                <a:extLst>
                  <a:ext uri="{FF2B5EF4-FFF2-40B4-BE49-F238E27FC236}">
                    <a16:creationId xmlns:a16="http://schemas.microsoft.com/office/drawing/2014/main" id="{E0081821-146A-5B1A-8A80-2648667CC8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93851" y="2275869"/>
                <a:ext cx="108142" cy="91921"/>
              </a:xfrm>
              <a:custGeom>
                <a:avLst/>
                <a:gdLst>
                  <a:gd name="T0" fmla="*/ 54 w 57"/>
                  <a:gd name="T1" fmla="*/ 15 h 48"/>
                  <a:gd name="T2" fmla="*/ 45 w 57"/>
                  <a:gd name="T3" fmla="*/ 3 h 48"/>
                  <a:gd name="T4" fmla="*/ 36 w 57"/>
                  <a:gd name="T5" fmla="*/ 9 h 48"/>
                  <a:gd name="T6" fmla="*/ 30 w 57"/>
                  <a:gd name="T7" fmla="*/ 9 h 48"/>
                  <a:gd name="T8" fmla="*/ 24 w 57"/>
                  <a:gd name="T9" fmla="*/ 3 h 48"/>
                  <a:gd name="T10" fmla="*/ 18 w 57"/>
                  <a:gd name="T11" fmla="*/ 0 h 48"/>
                  <a:gd name="T12" fmla="*/ 18 w 57"/>
                  <a:gd name="T13" fmla="*/ 6 h 48"/>
                  <a:gd name="T14" fmla="*/ 21 w 57"/>
                  <a:gd name="T15" fmla="*/ 9 h 48"/>
                  <a:gd name="T16" fmla="*/ 12 w 57"/>
                  <a:gd name="T17" fmla="*/ 9 h 48"/>
                  <a:gd name="T18" fmla="*/ 3 w 57"/>
                  <a:gd name="T19" fmla="*/ 6 h 48"/>
                  <a:gd name="T20" fmla="*/ 9 w 57"/>
                  <a:gd name="T21" fmla="*/ 15 h 48"/>
                  <a:gd name="T22" fmla="*/ 12 w 57"/>
                  <a:gd name="T23" fmla="*/ 24 h 48"/>
                  <a:gd name="T24" fmla="*/ 18 w 57"/>
                  <a:gd name="T25" fmla="*/ 33 h 48"/>
                  <a:gd name="T26" fmla="*/ 21 w 57"/>
                  <a:gd name="T27" fmla="*/ 39 h 48"/>
                  <a:gd name="T28" fmla="*/ 36 w 57"/>
                  <a:gd name="T29" fmla="*/ 30 h 48"/>
                  <a:gd name="T30" fmla="*/ 36 w 57"/>
                  <a:gd name="T31" fmla="*/ 42 h 48"/>
                  <a:gd name="T32" fmla="*/ 45 w 57"/>
                  <a:gd name="T33" fmla="*/ 48 h 48"/>
                  <a:gd name="T34" fmla="*/ 48 w 57"/>
                  <a:gd name="T35" fmla="*/ 39 h 48"/>
                  <a:gd name="T36" fmla="*/ 54 w 57"/>
                  <a:gd name="T37" fmla="*/ 15 h 48"/>
                  <a:gd name="T38" fmla="*/ 6 w 57"/>
                  <a:gd name="T39" fmla="*/ 33 h 48"/>
                  <a:gd name="T40" fmla="*/ 0 w 57"/>
                  <a:gd name="T41" fmla="*/ 30 h 48"/>
                  <a:gd name="T42" fmla="*/ 6 w 57"/>
                  <a:gd name="T43" fmla="*/ 36 h 48"/>
                  <a:gd name="T44" fmla="*/ 12 w 57"/>
                  <a:gd name="T45" fmla="*/ 42 h 48"/>
                  <a:gd name="T46" fmla="*/ 15 w 57"/>
                  <a:gd name="T47" fmla="*/ 42 h 48"/>
                  <a:gd name="T48" fmla="*/ 12 w 57"/>
                  <a:gd name="T49" fmla="*/ 36 h 48"/>
                  <a:gd name="T50" fmla="*/ 6 w 57"/>
                  <a:gd name="T51" fmla="*/ 3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7" h="48">
                    <a:moveTo>
                      <a:pt x="54" y="15"/>
                    </a:moveTo>
                    <a:cubicBezTo>
                      <a:pt x="51" y="15"/>
                      <a:pt x="48" y="9"/>
                      <a:pt x="45" y="3"/>
                    </a:cubicBezTo>
                    <a:cubicBezTo>
                      <a:pt x="42" y="6"/>
                      <a:pt x="36" y="6"/>
                      <a:pt x="36" y="9"/>
                    </a:cubicBezTo>
                    <a:cubicBezTo>
                      <a:pt x="36" y="12"/>
                      <a:pt x="33" y="9"/>
                      <a:pt x="30" y="9"/>
                    </a:cubicBezTo>
                    <a:cubicBezTo>
                      <a:pt x="30" y="9"/>
                      <a:pt x="27" y="3"/>
                      <a:pt x="24" y="3"/>
                    </a:cubicBezTo>
                    <a:cubicBezTo>
                      <a:pt x="21" y="3"/>
                      <a:pt x="21" y="3"/>
                      <a:pt x="18" y="0"/>
                    </a:cubicBezTo>
                    <a:cubicBezTo>
                      <a:pt x="18" y="3"/>
                      <a:pt x="18" y="3"/>
                      <a:pt x="18" y="6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18" y="12"/>
                      <a:pt x="15" y="12"/>
                      <a:pt x="12" y="9"/>
                    </a:cubicBezTo>
                    <a:cubicBezTo>
                      <a:pt x="9" y="9"/>
                      <a:pt x="6" y="6"/>
                      <a:pt x="3" y="6"/>
                    </a:cubicBezTo>
                    <a:cubicBezTo>
                      <a:pt x="3" y="9"/>
                      <a:pt x="9" y="15"/>
                      <a:pt x="9" y="15"/>
                    </a:cubicBezTo>
                    <a:cubicBezTo>
                      <a:pt x="6" y="18"/>
                      <a:pt x="12" y="21"/>
                      <a:pt x="12" y="24"/>
                    </a:cubicBezTo>
                    <a:cubicBezTo>
                      <a:pt x="12" y="30"/>
                      <a:pt x="18" y="30"/>
                      <a:pt x="18" y="33"/>
                    </a:cubicBezTo>
                    <a:cubicBezTo>
                      <a:pt x="18" y="36"/>
                      <a:pt x="21" y="36"/>
                      <a:pt x="21" y="39"/>
                    </a:cubicBezTo>
                    <a:cubicBezTo>
                      <a:pt x="27" y="36"/>
                      <a:pt x="30" y="33"/>
                      <a:pt x="36" y="30"/>
                    </a:cubicBezTo>
                    <a:cubicBezTo>
                      <a:pt x="39" y="27"/>
                      <a:pt x="39" y="39"/>
                      <a:pt x="36" y="42"/>
                    </a:cubicBezTo>
                    <a:cubicBezTo>
                      <a:pt x="36" y="42"/>
                      <a:pt x="42" y="45"/>
                      <a:pt x="45" y="48"/>
                    </a:cubicBezTo>
                    <a:cubicBezTo>
                      <a:pt x="45" y="45"/>
                      <a:pt x="45" y="42"/>
                      <a:pt x="48" y="39"/>
                    </a:cubicBezTo>
                    <a:cubicBezTo>
                      <a:pt x="54" y="33"/>
                      <a:pt x="57" y="21"/>
                      <a:pt x="54" y="15"/>
                    </a:cubicBezTo>
                    <a:close/>
                    <a:moveTo>
                      <a:pt x="6" y="33"/>
                    </a:moveTo>
                    <a:cubicBezTo>
                      <a:pt x="6" y="33"/>
                      <a:pt x="3" y="30"/>
                      <a:pt x="0" y="30"/>
                    </a:cubicBezTo>
                    <a:cubicBezTo>
                      <a:pt x="3" y="33"/>
                      <a:pt x="0" y="36"/>
                      <a:pt x="6" y="36"/>
                    </a:cubicBezTo>
                    <a:cubicBezTo>
                      <a:pt x="9" y="39"/>
                      <a:pt x="3" y="39"/>
                      <a:pt x="12" y="42"/>
                    </a:cubicBezTo>
                    <a:cubicBezTo>
                      <a:pt x="12" y="42"/>
                      <a:pt x="12" y="42"/>
                      <a:pt x="15" y="42"/>
                    </a:cubicBezTo>
                    <a:cubicBezTo>
                      <a:pt x="15" y="39"/>
                      <a:pt x="15" y="36"/>
                      <a:pt x="12" y="36"/>
                    </a:cubicBezTo>
                    <a:cubicBezTo>
                      <a:pt x="9" y="30"/>
                      <a:pt x="9" y="33"/>
                      <a:pt x="6" y="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7" name="Freeform 177">
                <a:extLst>
                  <a:ext uri="{FF2B5EF4-FFF2-40B4-BE49-F238E27FC236}">
                    <a16:creationId xmlns:a16="http://schemas.microsoft.com/office/drawing/2014/main" id="{80C71791-6959-ABA0-6BC5-015681C0AF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361757" y="3120732"/>
                <a:ext cx="994910" cy="362277"/>
              </a:xfrm>
              <a:custGeom>
                <a:avLst/>
                <a:gdLst>
                  <a:gd name="T0" fmla="*/ 39 w 519"/>
                  <a:gd name="T1" fmla="*/ 81 h 189"/>
                  <a:gd name="T2" fmla="*/ 147 w 519"/>
                  <a:gd name="T3" fmla="*/ 102 h 189"/>
                  <a:gd name="T4" fmla="*/ 24 w 519"/>
                  <a:gd name="T5" fmla="*/ 51 h 189"/>
                  <a:gd name="T6" fmla="*/ 279 w 519"/>
                  <a:gd name="T7" fmla="*/ 135 h 189"/>
                  <a:gd name="T8" fmla="*/ 291 w 519"/>
                  <a:gd name="T9" fmla="*/ 108 h 189"/>
                  <a:gd name="T10" fmla="*/ 306 w 519"/>
                  <a:gd name="T11" fmla="*/ 111 h 189"/>
                  <a:gd name="T12" fmla="*/ 318 w 519"/>
                  <a:gd name="T13" fmla="*/ 75 h 189"/>
                  <a:gd name="T14" fmla="*/ 318 w 519"/>
                  <a:gd name="T15" fmla="*/ 63 h 189"/>
                  <a:gd name="T16" fmla="*/ 297 w 519"/>
                  <a:gd name="T17" fmla="*/ 54 h 189"/>
                  <a:gd name="T18" fmla="*/ 267 w 519"/>
                  <a:gd name="T19" fmla="*/ 96 h 189"/>
                  <a:gd name="T20" fmla="*/ 123 w 519"/>
                  <a:gd name="T21" fmla="*/ 105 h 189"/>
                  <a:gd name="T22" fmla="*/ 120 w 519"/>
                  <a:gd name="T23" fmla="*/ 87 h 189"/>
                  <a:gd name="T24" fmla="*/ 114 w 519"/>
                  <a:gd name="T25" fmla="*/ 96 h 189"/>
                  <a:gd name="T26" fmla="*/ 96 w 519"/>
                  <a:gd name="T27" fmla="*/ 72 h 189"/>
                  <a:gd name="T28" fmla="*/ 78 w 519"/>
                  <a:gd name="T29" fmla="*/ 51 h 189"/>
                  <a:gd name="T30" fmla="*/ 54 w 519"/>
                  <a:gd name="T31" fmla="*/ 33 h 189"/>
                  <a:gd name="T32" fmla="*/ 3 w 519"/>
                  <a:gd name="T33" fmla="*/ 6 h 189"/>
                  <a:gd name="T34" fmla="*/ 45 w 519"/>
                  <a:gd name="T35" fmla="*/ 66 h 189"/>
                  <a:gd name="T36" fmla="*/ 99 w 519"/>
                  <a:gd name="T37" fmla="*/ 129 h 189"/>
                  <a:gd name="T38" fmla="*/ 123 w 519"/>
                  <a:gd name="T39" fmla="*/ 117 h 189"/>
                  <a:gd name="T40" fmla="*/ 375 w 519"/>
                  <a:gd name="T41" fmla="*/ 54 h 189"/>
                  <a:gd name="T42" fmla="*/ 378 w 519"/>
                  <a:gd name="T43" fmla="*/ 63 h 189"/>
                  <a:gd name="T44" fmla="*/ 348 w 519"/>
                  <a:gd name="T45" fmla="*/ 105 h 189"/>
                  <a:gd name="T46" fmla="*/ 279 w 519"/>
                  <a:gd name="T47" fmla="*/ 168 h 189"/>
                  <a:gd name="T48" fmla="*/ 324 w 519"/>
                  <a:gd name="T49" fmla="*/ 162 h 189"/>
                  <a:gd name="T50" fmla="*/ 387 w 519"/>
                  <a:gd name="T51" fmla="*/ 108 h 189"/>
                  <a:gd name="T52" fmla="*/ 219 w 519"/>
                  <a:gd name="T53" fmla="*/ 159 h 189"/>
                  <a:gd name="T54" fmla="*/ 198 w 519"/>
                  <a:gd name="T55" fmla="*/ 147 h 189"/>
                  <a:gd name="T56" fmla="*/ 123 w 519"/>
                  <a:gd name="T57" fmla="*/ 138 h 189"/>
                  <a:gd name="T58" fmla="*/ 132 w 519"/>
                  <a:gd name="T59" fmla="*/ 153 h 189"/>
                  <a:gd name="T60" fmla="*/ 201 w 519"/>
                  <a:gd name="T61" fmla="*/ 165 h 189"/>
                  <a:gd name="T62" fmla="*/ 219 w 519"/>
                  <a:gd name="T63" fmla="*/ 159 h 189"/>
                  <a:gd name="T64" fmla="*/ 453 w 519"/>
                  <a:gd name="T65" fmla="*/ 105 h 189"/>
                  <a:gd name="T66" fmla="*/ 405 w 519"/>
                  <a:gd name="T67" fmla="*/ 81 h 189"/>
                  <a:gd name="T68" fmla="*/ 435 w 519"/>
                  <a:gd name="T69" fmla="*/ 93 h 189"/>
                  <a:gd name="T70" fmla="*/ 417 w 519"/>
                  <a:gd name="T71" fmla="*/ 102 h 189"/>
                  <a:gd name="T72" fmla="*/ 444 w 519"/>
                  <a:gd name="T73" fmla="*/ 114 h 189"/>
                  <a:gd name="T74" fmla="*/ 492 w 519"/>
                  <a:gd name="T75" fmla="*/ 144 h 189"/>
                  <a:gd name="T76" fmla="*/ 507 w 519"/>
                  <a:gd name="T77" fmla="*/ 162 h 189"/>
                  <a:gd name="T78" fmla="*/ 480 w 519"/>
                  <a:gd name="T79" fmla="*/ 87 h 189"/>
                  <a:gd name="T80" fmla="*/ 330 w 519"/>
                  <a:gd name="T81" fmla="*/ 174 h 189"/>
                  <a:gd name="T82" fmla="*/ 336 w 519"/>
                  <a:gd name="T83" fmla="*/ 177 h 189"/>
                  <a:gd name="T84" fmla="*/ 339 w 519"/>
                  <a:gd name="T85" fmla="*/ 174 h 189"/>
                  <a:gd name="T86" fmla="*/ 252 w 519"/>
                  <a:gd name="T87" fmla="*/ 66 h 189"/>
                  <a:gd name="T88" fmla="*/ 255 w 519"/>
                  <a:gd name="T89" fmla="*/ 39 h 189"/>
                  <a:gd name="T90" fmla="*/ 255 w 519"/>
                  <a:gd name="T91" fmla="*/ 21 h 189"/>
                  <a:gd name="T92" fmla="*/ 225 w 519"/>
                  <a:gd name="T93" fmla="*/ 36 h 189"/>
                  <a:gd name="T94" fmla="*/ 201 w 519"/>
                  <a:gd name="T95" fmla="*/ 51 h 189"/>
                  <a:gd name="T96" fmla="*/ 165 w 519"/>
                  <a:gd name="T97" fmla="*/ 51 h 189"/>
                  <a:gd name="T98" fmla="*/ 153 w 519"/>
                  <a:gd name="T99" fmla="*/ 60 h 189"/>
                  <a:gd name="T100" fmla="*/ 180 w 519"/>
                  <a:gd name="T101" fmla="*/ 102 h 189"/>
                  <a:gd name="T102" fmla="*/ 219 w 519"/>
                  <a:gd name="T103" fmla="*/ 111 h 189"/>
                  <a:gd name="T104" fmla="*/ 270 w 519"/>
                  <a:gd name="T105" fmla="*/ 177 h 189"/>
                  <a:gd name="T106" fmla="*/ 270 w 519"/>
                  <a:gd name="T107" fmla="*/ 177 h 189"/>
                  <a:gd name="T108" fmla="*/ 237 w 519"/>
                  <a:gd name="T109" fmla="*/ 168 h 189"/>
                  <a:gd name="T110" fmla="*/ 252 w 519"/>
                  <a:gd name="T111" fmla="*/ 162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19" h="189">
                    <a:moveTo>
                      <a:pt x="39" y="81"/>
                    </a:moveTo>
                    <a:cubicBezTo>
                      <a:pt x="39" y="81"/>
                      <a:pt x="42" y="90"/>
                      <a:pt x="45" y="87"/>
                    </a:cubicBezTo>
                    <a:cubicBezTo>
                      <a:pt x="48" y="84"/>
                      <a:pt x="42" y="75"/>
                      <a:pt x="39" y="81"/>
                    </a:cubicBezTo>
                    <a:close/>
                    <a:moveTo>
                      <a:pt x="147" y="102"/>
                    </a:moveTo>
                    <a:cubicBezTo>
                      <a:pt x="147" y="99"/>
                      <a:pt x="138" y="99"/>
                      <a:pt x="141" y="102"/>
                    </a:cubicBezTo>
                    <a:cubicBezTo>
                      <a:pt x="144" y="108"/>
                      <a:pt x="147" y="105"/>
                      <a:pt x="147" y="102"/>
                    </a:cubicBezTo>
                    <a:close/>
                    <a:moveTo>
                      <a:pt x="24" y="51"/>
                    </a:moveTo>
                    <a:cubicBezTo>
                      <a:pt x="21" y="54"/>
                      <a:pt x="27" y="66"/>
                      <a:pt x="30" y="60"/>
                    </a:cubicBezTo>
                    <a:cubicBezTo>
                      <a:pt x="33" y="57"/>
                      <a:pt x="24" y="48"/>
                      <a:pt x="24" y="51"/>
                    </a:cubicBezTo>
                    <a:close/>
                    <a:moveTo>
                      <a:pt x="273" y="108"/>
                    </a:moveTo>
                    <a:cubicBezTo>
                      <a:pt x="279" y="108"/>
                      <a:pt x="279" y="117"/>
                      <a:pt x="279" y="120"/>
                    </a:cubicBezTo>
                    <a:cubicBezTo>
                      <a:pt x="276" y="126"/>
                      <a:pt x="276" y="135"/>
                      <a:pt x="279" y="135"/>
                    </a:cubicBezTo>
                    <a:cubicBezTo>
                      <a:pt x="285" y="132"/>
                      <a:pt x="288" y="126"/>
                      <a:pt x="285" y="123"/>
                    </a:cubicBezTo>
                    <a:cubicBezTo>
                      <a:pt x="282" y="120"/>
                      <a:pt x="282" y="105"/>
                      <a:pt x="282" y="102"/>
                    </a:cubicBezTo>
                    <a:cubicBezTo>
                      <a:pt x="285" y="99"/>
                      <a:pt x="294" y="102"/>
                      <a:pt x="291" y="108"/>
                    </a:cubicBezTo>
                    <a:cubicBezTo>
                      <a:pt x="288" y="111"/>
                      <a:pt x="297" y="111"/>
                      <a:pt x="297" y="117"/>
                    </a:cubicBezTo>
                    <a:cubicBezTo>
                      <a:pt x="297" y="123"/>
                      <a:pt x="300" y="120"/>
                      <a:pt x="306" y="120"/>
                    </a:cubicBezTo>
                    <a:cubicBezTo>
                      <a:pt x="312" y="117"/>
                      <a:pt x="312" y="114"/>
                      <a:pt x="306" y="111"/>
                    </a:cubicBezTo>
                    <a:cubicBezTo>
                      <a:pt x="303" y="108"/>
                      <a:pt x="309" y="102"/>
                      <a:pt x="306" y="99"/>
                    </a:cubicBezTo>
                    <a:cubicBezTo>
                      <a:pt x="300" y="93"/>
                      <a:pt x="297" y="90"/>
                      <a:pt x="300" y="87"/>
                    </a:cubicBezTo>
                    <a:cubicBezTo>
                      <a:pt x="306" y="87"/>
                      <a:pt x="321" y="78"/>
                      <a:pt x="318" y="75"/>
                    </a:cubicBezTo>
                    <a:cubicBezTo>
                      <a:pt x="318" y="72"/>
                      <a:pt x="297" y="78"/>
                      <a:pt x="294" y="84"/>
                    </a:cubicBezTo>
                    <a:cubicBezTo>
                      <a:pt x="294" y="90"/>
                      <a:pt x="279" y="81"/>
                      <a:pt x="282" y="72"/>
                    </a:cubicBezTo>
                    <a:cubicBezTo>
                      <a:pt x="282" y="60"/>
                      <a:pt x="312" y="60"/>
                      <a:pt x="318" y="63"/>
                    </a:cubicBezTo>
                    <a:cubicBezTo>
                      <a:pt x="327" y="66"/>
                      <a:pt x="336" y="57"/>
                      <a:pt x="339" y="51"/>
                    </a:cubicBezTo>
                    <a:cubicBezTo>
                      <a:pt x="342" y="45"/>
                      <a:pt x="333" y="54"/>
                      <a:pt x="327" y="57"/>
                    </a:cubicBezTo>
                    <a:cubicBezTo>
                      <a:pt x="321" y="60"/>
                      <a:pt x="306" y="57"/>
                      <a:pt x="297" y="54"/>
                    </a:cubicBezTo>
                    <a:cubicBezTo>
                      <a:pt x="291" y="51"/>
                      <a:pt x="291" y="57"/>
                      <a:pt x="285" y="60"/>
                    </a:cubicBezTo>
                    <a:cubicBezTo>
                      <a:pt x="279" y="60"/>
                      <a:pt x="279" y="75"/>
                      <a:pt x="276" y="75"/>
                    </a:cubicBezTo>
                    <a:cubicBezTo>
                      <a:pt x="273" y="78"/>
                      <a:pt x="273" y="87"/>
                      <a:pt x="267" y="96"/>
                    </a:cubicBezTo>
                    <a:cubicBezTo>
                      <a:pt x="261" y="108"/>
                      <a:pt x="270" y="108"/>
                      <a:pt x="273" y="108"/>
                    </a:cubicBezTo>
                    <a:close/>
                    <a:moveTo>
                      <a:pt x="123" y="117"/>
                    </a:moveTo>
                    <a:cubicBezTo>
                      <a:pt x="123" y="114"/>
                      <a:pt x="123" y="108"/>
                      <a:pt x="123" y="105"/>
                    </a:cubicBezTo>
                    <a:cubicBezTo>
                      <a:pt x="123" y="102"/>
                      <a:pt x="126" y="102"/>
                      <a:pt x="129" y="102"/>
                    </a:cubicBezTo>
                    <a:cubicBezTo>
                      <a:pt x="132" y="105"/>
                      <a:pt x="132" y="96"/>
                      <a:pt x="129" y="96"/>
                    </a:cubicBezTo>
                    <a:cubicBezTo>
                      <a:pt x="126" y="96"/>
                      <a:pt x="126" y="87"/>
                      <a:pt x="120" y="87"/>
                    </a:cubicBezTo>
                    <a:cubicBezTo>
                      <a:pt x="114" y="87"/>
                      <a:pt x="114" y="93"/>
                      <a:pt x="117" y="93"/>
                    </a:cubicBezTo>
                    <a:cubicBezTo>
                      <a:pt x="120" y="93"/>
                      <a:pt x="123" y="96"/>
                      <a:pt x="123" y="96"/>
                    </a:cubicBezTo>
                    <a:cubicBezTo>
                      <a:pt x="120" y="99"/>
                      <a:pt x="120" y="96"/>
                      <a:pt x="114" y="96"/>
                    </a:cubicBezTo>
                    <a:cubicBezTo>
                      <a:pt x="111" y="96"/>
                      <a:pt x="114" y="90"/>
                      <a:pt x="108" y="90"/>
                    </a:cubicBezTo>
                    <a:cubicBezTo>
                      <a:pt x="102" y="90"/>
                      <a:pt x="105" y="78"/>
                      <a:pt x="99" y="78"/>
                    </a:cubicBezTo>
                    <a:cubicBezTo>
                      <a:pt x="93" y="78"/>
                      <a:pt x="93" y="75"/>
                      <a:pt x="96" y="72"/>
                    </a:cubicBezTo>
                    <a:cubicBezTo>
                      <a:pt x="99" y="69"/>
                      <a:pt x="90" y="66"/>
                      <a:pt x="90" y="60"/>
                    </a:cubicBezTo>
                    <a:cubicBezTo>
                      <a:pt x="90" y="57"/>
                      <a:pt x="84" y="60"/>
                      <a:pt x="84" y="57"/>
                    </a:cubicBezTo>
                    <a:cubicBezTo>
                      <a:pt x="84" y="54"/>
                      <a:pt x="81" y="54"/>
                      <a:pt x="78" y="51"/>
                    </a:cubicBezTo>
                    <a:cubicBezTo>
                      <a:pt x="75" y="45"/>
                      <a:pt x="75" y="51"/>
                      <a:pt x="72" y="48"/>
                    </a:cubicBezTo>
                    <a:cubicBezTo>
                      <a:pt x="69" y="45"/>
                      <a:pt x="66" y="42"/>
                      <a:pt x="63" y="42"/>
                    </a:cubicBezTo>
                    <a:cubicBezTo>
                      <a:pt x="60" y="45"/>
                      <a:pt x="54" y="39"/>
                      <a:pt x="54" y="33"/>
                    </a:cubicBezTo>
                    <a:cubicBezTo>
                      <a:pt x="51" y="30"/>
                      <a:pt x="36" y="21"/>
                      <a:pt x="33" y="18"/>
                    </a:cubicBezTo>
                    <a:cubicBezTo>
                      <a:pt x="33" y="12"/>
                      <a:pt x="27" y="9"/>
                      <a:pt x="18" y="9"/>
                    </a:cubicBezTo>
                    <a:cubicBezTo>
                      <a:pt x="9" y="9"/>
                      <a:pt x="6" y="0"/>
                      <a:pt x="3" y="6"/>
                    </a:cubicBezTo>
                    <a:cubicBezTo>
                      <a:pt x="0" y="9"/>
                      <a:pt x="12" y="24"/>
                      <a:pt x="18" y="27"/>
                    </a:cubicBezTo>
                    <a:cubicBezTo>
                      <a:pt x="24" y="30"/>
                      <a:pt x="27" y="42"/>
                      <a:pt x="33" y="42"/>
                    </a:cubicBezTo>
                    <a:cubicBezTo>
                      <a:pt x="42" y="42"/>
                      <a:pt x="42" y="63"/>
                      <a:pt x="45" y="66"/>
                    </a:cubicBezTo>
                    <a:cubicBezTo>
                      <a:pt x="51" y="66"/>
                      <a:pt x="63" y="81"/>
                      <a:pt x="63" y="90"/>
                    </a:cubicBezTo>
                    <a:cubicBezTo>
                      <a:pt x="66" y="99"/>
                      <a:pt x="75" y="105"/>
                      <a:pt x="81" y="111"/>
                    </a:cubicBezTo>
                    <a:cubicBezTo>
                      <a:pt x="84" y="117"/>
                      <a:pt x="99" y="126"/>
                      <a:pt x="99" y="129"/>
                    </a:cubicBezTo>
                    <a:cubicBezTo>
                      <a:pt x="102" y="132"/>
                      <a:pt x="105" y="138"/>
                      <a:pt x="105" y="135"/>
                    </a:cubicBezTo>
                    <a:cubicBezTo>
                      <a:pt x="108" y="132"/>
                      <a:pt x="114" y="135"/>
                      <a:pt x="117" y="135"/>
                    </a:cubicBezTo>
                    <a:cubicBezTo>
                      <a:pt x="120" y="135"/>
                      <a:pt x="123" y="123"/>
                      <a:pt x="123" y="117"/>
                    </a:cubicBezTo>
                    <a:close/>
                    <a:moveTo>
                      <a:pt x="378" y="63"/>
                    </a:moveTo>
                    <a:cubicBezTo>
                      <a:pt x="384" y="66"/>
                      <a:pt x="381" y="60"/>
                      <a:pt x="381" y="57"/>
                    </a:cubicBezTo>
                    <a:cubicBezTo>
                      <a:pt x="381" y="51"/>
                      <a:pt x="375" y="54"/>
                      <a:pt x="375" y="54"/>
                    </a:cubicBezTo>
                    <a:cubicBezTo>
                      <a:pt x="375" y="51"/>
                      <a:pt x="372" y="42"/>
                      <a:pt x="366" y="48"/>
                    </a:cubicBezTo>
                    <a:cubicBezTo>
                      <a:pt x="360" y="57"/>
                      <a:pt x="369" y="75"/>
                      <a:pt x="372" y="72"/>
                    </a:cubicBezTo>
                    <a:cubicBezTo>
                      <a:pt x="375" y="72"/>
                      <a:pt x="369" y="63"/>
                      <a:pt x="378" y="63"/>
                    </a:cubicBezTo>
                    <a:close/>
                    <a:moveTo>
                      <a:pt x="348" y="105"/>
                    </a:moveTo>
                    <a:cubicBezTo>
                      <a:pt x="351" y="111"/>
                      <a:pt x="360" y="114"/>
                      <a:pt x="363" y="108"/>
                    </a:cubicBezTo>
                    <a:cubicBezTo>
                      <a:pt x="366" y="105"/>
                      <a:pt x="348" y="99"/>
                      <a:pt x="348" y="105"/>
                    </a:cubicBezTo>
                    <a:close/>
                    <a:moveTo>
                      <a:pt x="324" y="162"/>
                    </a:moveTo>
                    <a:cubicBezTo>
                      <a:pt x="315" y="162"/>
                      <a:pt x="309" y="168"/>
                      <a:pt x="300" y="165"/>
                    </a:cubicBezTo>
                    <a:cubicBezTo>
                      <a:pt x="291" y="162"/>
                      <a:pt x="276" y="165"/>
                      <a:pt x="279" y="168"/>
                    </a:cubicBezTo>
                    <a:cubicBezTo>
                      <a:pt x="279" y="171"/>
                      <a:pt x="288" y="171"/>
                      <a:pt x="297" y="171"/>
                    </a:cubicBezTo>
                    <a:cubicBezTo>
                      <a:pt x="306" y="171"/>
                      <a:pt x="312" y="165"/>
                      <a:pt x="318" y="165"/>
                    </a:cubicBezTo>
                    <a:cubicBezTo>
                      <a:pt x="324" y="165"/>
                      <a:pt x="333" y="162"/>
                      <a:pt x="324" y="162"/>
                    </a:cubicBezTo>
                    <a:close/>
                    <a:moveTo>
                      <a:pt x="393" y="102"/>
                    </a:moveTo>
                    <a:cubicBezTo>
                      <a:pt x="387" y="99"/>
                      <a:pt x="372" y="99"/>
                      <a:pt x="372" y="105"/>
                    </a:cubicBezTo>
                    <a:cubicBezTo>
                      <a:pt x="375" y="108"/>
                      <a:pt x="381" y="108"/>
                      <a:pt x="387" y="108"/>
                    </a:cubicBezTo>
                    <a:cubicBezTo>
                      <a:pt x="396" y="108"/>
                      <a:pt x="399" y="111"/>
                      <a:pt x="402" y="111"/>
                    </a:cubicBezTo>
                    <a:cubicBezTo>
                      <a:pt x="405" y="111"/>
                      <a:pt x="402" y="105"/>
                      <a:pt x="393" y="102"/>
                    </a:cubicBezTo>
                    <a:close/>
                    <a:moveTo>
                      <a:pt x="219" y="159"/>
                    </a:moveTo>
                    <a:cubicBezTo>
                      <a:pt x="219" y="153"/>
                      <a:pt x="204" y="159"/>
                      <a:pt x="198" y="156"/>
                    </a:cubicBezTo>
                    <a:cubicBezTo>
                      <a:pt x="192" y="153"/>
                      <a:pt x="207" y="150"/>
                      <a:pt x="210" y="147"/>
                    </a:cubicBezTo>
                    <a:cubicBezTo>
                      <a:pt x="216" y="144"/>
                      <a:pt x="207" y="144"/>
                      <a:pt x="198" y="147"/>
                    </a:cubicBezTo>
                    <a:cubicBezTo>
                      <a:pt x="186" y="150"/>
                      <a:pt x="174" y="141"/>
                      <a:pt x="174" y="144"/>
                    </a:cubicBezTo>
                    <a:cubicBezTo>
                      <a:pt x="174" y="150"/>
                      <a:pt x="153" y="144"/>
                      <a:pt x="150" y="138"/>
                    </a:cubicBezTo>
                    <a:cubicBezTo>
                      <a:pt x="144" y="135"/>
                      <a:pt x="126" y="132"/>
                      <a:pt x="123" y="138"/>
                    </a:cubicBezTo>
                    <a:cubicBezTo>
                      <a:pt x="120" y="144"/>
                      <a:pt x="117" y="138"/>
                      <a:pt x="117" y="144"/>
                    </a:cubicBezTo>
                    <a:cubicBezTo>
                      <a:pt x="120" y="150"/>
                      <a:pt x="123" y="147"/>
                      <a:pt x="126" y="147"/>
                    </a:cubicBezTo>
                    <a:cubicBezTo>
                      <a:pt x="129" y="147"/>
                      <a:pt x="129" y="153"/>
                      <a:pt x="132" y="153"/>
                    </a:cubicBezTo>
                    <a:cubicBezTo>
                      <a:pt x="138" y="153"/>
                      <a:pt x="150" y="156"/>
                      <a:pt x="153" y="153"/>
                    </a:cubicBezTo>
                    <a:cubicBezTo>
                      <a:pt x="153" y="150"/>
                      <a:pt x="168" y="153"/>
                      <a:pt x="174" y="159"/>
                    </a:cubicBezTo>
                    <a:cubicBezTo>
                      <a:pt x="180" y="165"/>
                      <a:pt x="195" y="165"/>
                      <a:pt x="201" y="165"/>
                    </a:cubicBezTo>
                    <a:cubicBezTo>
                      <a:pt x="207" y="162"/>
                      <a:pt x="213" y="168"/>
                      <a:pt x="216" y="165"/>
                    </a:cubicBezTo>
                    <a:cubicBezTo>
                      <a:pt x="219" y="162"/>
                      <a:pt x="222" y="171"/>
                      <a:pt x="231" y="165"/>
                    </a:cubicBezTo>
                    <a:cubicBezTo>
                      <a:pt x="237" y="159"/>
                      <a:pt x="219" y="162"/>
                      <a:pt x="219" y="159"/>
                    </a:cubicBezTo>
                    <a:close/>
                    <a:moveTo>
                      <a:pt x="480" y="87"/>
                    </a:moveTo>
                    <a:cubicBezTo>
                      <a:pt x="477" y="87"/>
                      <a:pt x="474" y="96"/>
                      <a:pt x="471" y="96"/>
                    </a:cubicBezTo>
                    <a:cubicBezTo>
                      <a:pt x="468" y="96"/>
                      <a:pt x="462" y="105"/>
                      <a:pt x="453" y="105"/>
                    </a:cubicBezTo>
                    <a:cubicBezTo>
                      <a:pt x="444" y="108"/>
                      <a:pt x="444" y="84"/>
                      <a:pt x="441" y="78"/>
                    </a:cubicBezTo>
                    <a:cubicBezTo>
                      <a:pt x="438" y="72"/>
                      <a:pt x="417" y="69"/>
                      <a:pt x="414" y="75"/>
                    </a:cubicBezTo>
                    <a:cubicBezTo>
                      <a:pt x="414" y="81"/>
                      <a:pt x="405" y="78"/>
                      <a:pt x="405" y="81"/>
                    </a:cubicBezTo>
                    <a:cubicBezTo>
                      <a:pt x="405" y="87"/>
                      <a:pt x="408" y="84"/>
                      <a:pt x="411" y="84"/>
                    </a:cubicBezTo>
                    <a:cubicBezTo>
                      <a:pt x="417" y="84"/>
                      <a:pt x="417" y="90"/>
                      <a:pt x="417" y="93"/>
                    </a:cubicBezTo>
                    <a:cubicBezTo>
                      <a:pt x="420" y="96"/>
                      <a:pt x="432" y="93"/>
                      <a:pt x="435" y="93"/>
                    </a:cubicBezTo>
                    <a:cubicBezTo>
                      <a:pt x="441" y="93"/>
                      <a:pt x="441" y="99"/>
                      <a:pt x="435" y="96"/>
                    </a:cubicBezTo>
                    <a:cubicBezTo>
                      <a:pt x="429" y="96"/>
                      <a:pt x="429" y="99"/>
                      <a:pt x="426" y="99"/>
                    </a:cubicBezTo>
                    <a:cubicBezTo>
                      <a:pt x="420" y="99"/>
                      <a:pt x="417" y="99"/>
                      <a:pt x="417" y="102"/>
                    </a:cubicBezTo>
                    <a:cubicBezTo>
                      <a:pt x="420" y="102"/>
                      <a:pt x="426" y="105"/>
                      <a:pt x="426" y="111"/>
                    </a:cubicBezTo>
                    <a:cubicBezTo>
                      <a:pt x="426" y="117"/>
                      <a:pt x="432" y="114"/>
                      <a:pt x="432" y="111"/>
                    </a:cubicBezTo>
                    <a:cubicBezTo>
                      <a:pt x="432" y="105"/>
                      <a:pt x="438" y="111"/>
                      <a:pt x="444" y="114"/>
                    </a:cubicBezTo>
                    <a:cubicBezTo>
                      <a:pt x="453" y="117"/>
                      <a:pt x="447" y="120"/>
                      <a:pt x="456" y="120"/>
                    </a:cubicBezTo>
                    <a:cubicBezTo>
                      <a:pt x="462" y="120"/>
                      <a:pt x="480" y="126"/>
                      <a:pt x="486" y="129"/>
                    </a:cubicBezTo>
                    <a:cubicBezTo>
                      <a:pt x="492" y="135"/>
                      <a:pt x="489" y="138"/>
                      <a:pt x="492" y="144"/>
                    </a:cubicBezTo>
                    <a:cubicBezTo>
                      <a:pt x="498" y="147"/>
                      <a:pt x="498" y="153"/>
                      <a:pt x="492" y="153"/>
                    </a:cubicBezTo>
                    <a:cubicBezTo>
                      <a:pt x="486" y="153"/>
                      <a:pt x="480" y="159"/>
                      <a:pt x="483" y="162"/>
                    </a:cubicBezTo>
                    <a:cubicBezTo>
                      <a:pt x="483" y="165"/>
                      <a:pt x="504" y="162"/>
                      <a:pt x="507" y="162"/>
                    </a:cubicBezTo>
                    <a:cubicBezTo>
                      <a:pt x="510" y="162"/>
                      <a:pt x="513" y="165"/>
                      <a:pt x="519" y="171"/>
                    </a:cubicBezTo>
                    <a:cubicBezTo>
                      <a:pt x="519" y="99"/>
                      <a:pt x="519" y="99"/>
                      <a:pt x="519" y="99"/>
                    </a:cubicBezTo>
                    <a:cubicBezTo>
                      <a:pt x="504" y="93"/>
                      <a:pt x="486" y="84"/>
                      <a:pt x="480" y="87"/>
                    </a:cubicBezTo>
                    <a:close/>
                    <a:moveTo>
                      <a:pt x="336" y="171"/>
                    </a:moveTo>
                    <a:cubicBezTo>
                      <a:pt x="336" y="171"/>
                      <a:pt x="336" y="171"/>
                      <a:pt x="333" y="171"/>
                    </a:cubicBezTo>
                    <a:cubicBezTo>
                      <a:pt x="333" y="174"/>
                      <a:pt x="333" y="174"/>
                      <a:pt x="330" y="174"/>
                    </a:cubicBezTo>
                    <a:cubicBezTo>
                      <a:pt x="330" y="177"/>
                      <a:pt x="330" y="174"/>
                      <a:pt x="327" y="174"/>
                    </a:cubicBezTo>
                    <a:cubicBezTo>
                      <a:pt x="321" y="174"/>
                      <a:pt x="318" y="183"/>
                      <a:pt x="321" y="186"/>
                    </a:cubicBezTo>
                    <a:cubicBezTo>
                      <a:pt x="327" y="189"/>
                      <a:pt x="333" y="183"/>
                      <a:pt x="336" y="177"/>
                    </a:cubicBezTo>
                    <a:cubicBezTo>
                      <a:pt x="339" y="177"/>
                      <a:pt x="339" y="177"/>
                      <a:pt x="339" y="177"/>
                    </a:cubicBezTo>
                    <a:cubicBezTo>
                      <a:pt x="339" y="174"/>
                      <a:pt x="339" y="174"/>
                      <a:pt x="339" y="174"/>
                    </a:cubicBezTo>
                    <a:cubicBezTo>
                      <a:pt x="339" y="174"/>
                      <a:pt x="339" y="174"/>
                      <a:pt x="339" y="174"/>
                    </a:cubicBezTo>
                    <a:cubicBezTo>
                      <a:pt x="339" y="171"/>
                      <a:pt x="339" y="171"/>
                      <a:pt x="336" y="171"/>
                    </a:cubicBezTo>
                    <a:close/>
                    <a:moveTo>
                      <a:pt x="243" y="84"/>
                    </a:moveTo>
                    <a:cubicBezTo>
                      <a:pt x="249" y="81"/>
                      <a:pt x="252" y="75"/>
                      <a:pt x="252" y="66"/>
                    </a:cubicBezTo>
                    <a:cubicBezTo>
                      <a:pt x="249" y="60"/>
                      <a:pt x="264" y="60"/>
                      <a:pt x="267" y="57"/>
                    </a:cubicBezTo>
                    <a:cubicBezTo>
                      <a:pt x="270" y="54"/>
                      <a:pt x="264" y="51"/>
                      <a:pt x="261" y="48"/>
                    </a:cubicBezTo>
                    <a:cubicBezTo>
                      <a:pt x="255" y="45"/>
                      <a:pt x="258" y="42"/>
                      <a:pt x="255" y="39"/>
                    </a:cubicBezTo>
                    <a:cubicBezTo>
                      <a:pt x="252" y="36"/>
                      <a:pt x="249" y="30"/>
                      <a:pt x="252" y="30"/>
                    </a:cubicBezTo>
                    <a:cubicBezTo>
                      <a:pt x="258" y="30"/>
                      <a:pt x="249" y="24"/>
                      <a:pt x="252" y="21"/>
                    </a:cubicBezTo>
                    <a:cubicBezTo>
                      <a:pt x="255" y="21"/>
                      <a:pt x="255" y="21"/>
                      <a:pt x="255" y="21"/>
                    </a:cubicBezTo>
                    <a:cubicBezTo>
                      <a:pt x="252" y="18"/>
                      <a:pt x="252" y="18"/>
                      <a:pt x="249" y="18"/>
                    </a:cubicBezTo>
                    <a:cubicBezTo>
                      <a:pt x="243" y="18"/>
                      <a:pt x="231" y="18"/>
                      <a:pt x="231" y="27"/>
                    </a:cubicBezTo>
                    <a:cubicBezTo>
                      <a:pt x="234" y="33"/>
                      <a:pt x="225" y="30"/>
                      <a:pt x="225" y="36"/>
                    </a:cubicBezTo>
                    <a:cubicBezTo>
                      <a:pt x="225" y="39"/>
                      <a:pt x="222" y="39"/>
                      <a:pt x="222" y="45"/>
                    </a:cubicBezTo>
                    <a:cubicBezTo>
                      <a:pt x="222" y="51"/>
                      <a:pt x="219" y="51"/>
                      <a:pt x="213" y="54"/>
                    </a:cubicBezTo>
                    <a:cubicBezTo>
                      <a:pt x="207" y="57"/>
                      <a:pt x="207" y="51"/>
                      <a:pt x="201" y="51"/>
                    </a:cubicBezTo>
                    <a:cubicBezTo>
                      <a:pt x="195" y="51"/>
                      <a:pt x="195" y="54"/>
                      <a:pt x="189" y="57"/>
                    </a:cubicBezTo>
                    <a:cubicBezTo>
                      <a:pt x="186" y="57"/>
                      <a:pt x="177" y="54"/>
                      <a:pt x="177" y="57"/>
                    </a:cubicBezTo>
                    <a:cubicBezTo>
                      <a:pt x="174" y="60"/>
                      <a:pt x="168" y="51"/>
                      <a:pt x="165" y="51"/>
                    </a:cubicBezTo>
                    <a:cubicBezTo>
                      <a:pt x="165" y="51"/>
                      <a:pt x="165" y="48"/>
                      <a:pt x="162" y="45"/>
                    </a:cubicBezTo>
                    <a:cubicBezTo>
                      <a:pt x="162" y="45"/>
                      <a:pt x="162" y="45"/>
                      <a:pt x="162" y="45"/>
                    </a:cubicBezTo>
                    <a:cubicBezTo>
                      <a:pt x="156" y="45"/>
                      <a:pt x="150" y="57"/>
                      <a:pt x="153" y="60"/>
                    </a:cubicBezTo>
                    <a:cubicBezTo>
                      <a:pt x="159" y="66"/>
                      <a:pt x="159" y="72"/>
                      <a:pt x="159" y="75"/>
                    </a:cubicBezTo>
                    <a:cubicBezTo>
                      <a:pt x="162" y="81"/>
                      <a:pt x="171" y="81"/>
                      <a:pt x="171" y="87"/>
                    </a:cubicBezTo>
                    <a:cubicBezTo>
                      <a:pt x="171" y="96"/>
                      <a:pt x="177" y="105"/>
                      <a:pt x="180" y="102"/>
                    </a:cubicBezTo>
                    <a:cubicBezTo>
                      <a:pt x="186" y="99"/>
                      <a:pt x="189" y="105"/>
                      <a:pt x="189" y="108"/>
                    </a:cubicBezTo>
                    <a:cubicBezTo>
                      <a:pt x="192" y="111"/>
                      <a:pt x="201" y="105"/>
                      <a:pt x="204" y="105"/>
                    </a:cubicBezTo>
                    <a:cubicBezTo>
                      <a:pt x="207" y="105"/>
                      <a:pt x="219" y="108"/>
                      <a:pt x="219" y="111"/>
                    </a:cubicBezTo>
                    <a:cubicBezTo>
                      <a:pt x="219" y="117"/>
                      <a:pt x="228" y="111"/>
                      <a:pt x="234" y="108"/>
                    </a:cubicBezTo>
                    <a:cubicBezTo>
                      <a:pt x="243" y="108"/>
                      <a:pt x="237" y="87"/>
                      <a:pt x="243" y="84"/>
                    </a:cubicBezTo>
                    <a:close/>
                    <a:moveTo>
                      <a:pt x="270" y="177"/>
                    </a:moveTo>
                    <a:cubicBezTo>
                      <a:pt x="270" y="180"/>
                      <a:pt x="276" y="180"/>
                      <a:pt x="279" y="183"/>
                    </a:cubicBezTo>
                    <a:cubicBezTo>
                      <a:pt x="282" y="186"/>
                      <a:pt x="291" y="189"/>
                      <a:pt x="291" y="183"/>
                    </a:cubicBezTo>
                    <a:cubicBezTo>
                      <a:pt x="291" y="177"/>
                      <a:pt x="267" y="174"/>
                      <a:pt x="270" y="177"/>
                    </a:cubicBezTo>
                    <a:close/>
                    <a:moveTo>
                      <a:pt x="252" y="162"/>
                    </a:moveTo>
                    <a:cubicBezTo>
                      <a:pt x="252" y="165"/>
                      <a:pt x="246" y="165"/>
                      <a:pt x="243" y="162"/>
                    </a:cubicBezTo>
                    <a:cubicBezTo>
                      <a:pt x="240" y="159"/>
                      <a:pt x="234" y="165"/>
                      <a:pt x="237" y="168"/>
                    </a:cubicBezTo>
                    <a:cubicBezTo>
                      <a:pt x="237" y="171"/>
                      <a:pt x="246" y="174"/>
                      <a:pt x="252" y="171"/>
                    </a:cubicBezTo>
                    <a:cubicBezTo>
                      <a:pt x="261" y="168"/>
                      <a:pt x="267" y="171"/>
                      <a:pt x="270" y="168"/>
                    </a:cubicBezTo>
                    <a:cubicBezTo>
                      <a:pt x="270" y="162"/>
                      <a:pt x="255" y="159"/>
                      <a:pt x="252" y="16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8" name="Freeform 178">
                <a:extLst>
                  <a:ext uri="{FF2B5EF4-FFF2-40B4-BE49-F238E27FC236}">
                    <a16:creationId xmlns:a16="http://schemas.microsoft.com/office/drawing/2014/main" id="{E4F6DEBB-E5A8-B5C0-259C-FEAA69C696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88983" y="3426234"/>
                <a:ext cx="74348" cy="33794"/>
              </a:xfrm>
              <a:custGeom>
                <a:avLst/>
                <a:gdLst>
                  <a:gd name="T0" fmla="*/ 3 w 39"/>
                  <a:gd name="T1" fmla="*/ 12 h 18"/>
                  <a:gd name="T2" fmla="*/ 0 w 39"/>
                  <a:gd name="T3" fmla="*/ 15 h 18"/>
                  <a:gd name="T4" fmla="*/ 3 w 39"/>
                  <a:gd name="T5" fmla="*/ 15 h 18"/>
                  <a:gd name="T6" fmla="*/ 6 w 39"/>
                  <a:gd name="T7" fmla="*/ 12 h 18"/>
                  <a:gd name="T8" fmla="*/ 6 w 39"/>
                  <a:gd name="T9" fmla="*/ 12 h 18"/>
                  <a:gd name="T10" fmla="*/ 3 w 39"/>
                  <a:gd name="T11" fmla="*/ 12 h 18"/>
                  <a:gd name="T12" fmla="*/ 21 w 39"/>
                  <a:gd name="T13" fmla="*/ 3 h 18"/>
                  <a:gd name="T14" fmla="*/ 12 w 39"/>
                  <a:gd name="T15" fmla="*/ 9 h 18"/>
                  <a:gd name="T16" fmla="*/ 9 w 39"/>
                  <a:gd name="T17" fmla="*/ 12 h 18"/>
                  <a:gd name="T18" fmla="*/ 12 w 39"/>
                  <a:gd name="T19" fmla="*/ 15 h 18"/>
                  <a:gd name="T20" fmla="*/ 36 w 39"/>
                  <a:gd name="T21" fmla="*/ 3 h 18"/>
                  <a:gd name="T22" fmla="*/ 21 w 39"/>
                  <a:gd name="T23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18">
                    <a:moveTo>
                      <a:pt x="3" y="12"/>
                    </a:moveTo>
                    <a:cubicBezTo>
                      <a:pt x="3" y="12"/>
                      <a:pt x="3" y="12"/>
                      <a:pt x="0" y="15"/>
                    </a:cubicBezTo>
                    <a:cubicBezTo>
                      <a:pt x="3" y="15"/>
                      <a:pt x="3" y="18"/>
                      <a:pt x="3" y="15"/>
                    </a:cubicBezTo>
                    <a:cubicBezTo>
                      <a:pt x="6" y="15"/>
                      <a:pt x="6" y="15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3" y="12"/>
                      <a:pt x="3" y="12"/>
                    </a:cubicBezTo>
                    <a:close/>
                    <a:moveTo>
                      <a:pt x="21" y="3"/>
                    </a:moveTo>
                    <a:cubicBezTo>
                      <a:pt x="15" y="3"/>
                      <a:pt x="15" y="9"/>
                      <a:pt x="12" y="9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2" y="12"/>
                      <a:pt x="12" y="12"/>
                      <a:pt x="12" y="15"/>
                    </a:cubicBezTo>
                    <a:cubicBezTo>
                      <a:pt x="21" y="12"/>
                      <a:pt x="36" y="6"/>
                      <a:pt x="36" y="3"/>
                    </a:cubicBezTo>
                    <a:cubicBezTo>
                      <a:pt x="39" y="0"/>
                      <a:pt x="27" y="6"/>
                      <a:pt x="21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9" name="Freeform 179">
                <a:extLst>
                  <a:ext uri="{FF2B5EF4-FFF2-40B4-BE49-F238E27FC236}">
                    <a16:creationId xmlns:a16="http://schemas.microsoft.com/office/drawing/2014/main" id="{F973504D-5934-ACE9-7531-C1F38F9915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77375" y="2137988"/>
                <a:ext cx="252783" cy="270356"/>
              </a:xfrm>
              <a:custGeom>
                <a:avLst/>
                <a:gdLst>
                  <a:gd name="T0" fmla="*/ 90 w 132"/>
                  <a:gd name="T1" fmla="*/ 123 h 141"/>
                  <a:gd name="T2" fmla="*/ 78 w 132"/>
                  <a:gd name="T3" fmla="*/ 123 h 141"/>
                  <a:gd name="T4" fmla="*/ 69 w 132"/>
                  <a:gd name="T5" fmla="*/ 126 h 141"/>
                  <a:gd name="T6" fmla="*/ 81 w 132"/>
                  <a:gd name="T7" fmla="*/ 132 h 141"/>
                  <a:gd name="T8" fmla="*/ 93 w 132"/>
                  <a:gd name="T9" fmla="*/ 141 h 141"/>
                  <a:gd name="T10" fmla="*/ 96 w 132"/>
                  <a:gd name="T11" fmla="*/ 135 h 141"/>
                  <a:gd name="T12" fmla="*/ 99 w 132"/>
                  <a:gd name="T13" fmla="*/ 123 h 141"/>
                  <a:gd name="T14" fmla="*/ 90 w 132"/>
                  <a:gd name="T15" fmla="*/ 123 h 141"/>
                  <a:gd name="T16" fmla="*/ 27 w 132"/>
                  <a:gd name="T17" fmla="*/ 84 h 141"/>
                  <a:gd name="T18" fmla="*/ 18 w 132"/>
                  <a:gd name="T19" fmla="*/ 87 h 141"/>
                  <a:gd name="T20" fmla="*/ 24 w 132"/>
                  <a:gd name="T21" fmla="*/ 102 h 141"/>
                  <a:gd name="T22" fmla="*/ 27 w 132"/>
                  <a:gd name="T23" fmla="*/ 111 h 141"/>
                  <a:gd name="T24" fmla="*/ 36 w 132"/>
                  <a:gd name="T25" fmla="*/ 108 h 141"/>
                  <a:gd name="T26" fmla="*/ 36 w 132"/>
                  <a:gd name="T27" fmla="*/ 90 h 141"/>
                  <a:gd name="T28" fmla="*/ 27 w 132"/>
                  <a:gd name="T29" fmla="*/ 84 h 141"/>
                  <a:gd name="T30" fmla="*/ 108 w 132"/>
                  <a:gd name="T31" fmla="*/ 78 h 141"/>
                  <a:gd name="T32" fmla="*/ 99 w 132"/>
                  <a:gd name="T33" fmla="*/ 72 h 141"/>
                  <a:gd name="T34" fmla="*/ 84 w 132"/>
                  <a:gd name="T35" fmla="*/ 54 h 141"/>
                  <a:gd name="T36" fmla="*/ 66 w 132"/>
                  <a:gd name="T37" fmla="*/ 39 h 141"/>
                  <a:gd name="T38" fmla="*/ 66 w 132"/>
                  <a:gd name="T39" fmla="*/ 27 h 141"/>
                  <a:gd name="T40" fmla="*/ 72 w 132"/>
                  <a:gd name="T41" fmla="*/ 21 h 141"/>
                  <a:gd name="T42" fmla="*/ 72 w 132"/>
                  <a:gd name="T43" fmla="*/ 6 h 141"/>
                  <a:gd name="T44" fmla="*/ 66 w 132"/>
                  <a:gd name="T45" fmla="*/ 6 h 141"/>
                  <a:gd name="T46" fmla="*/ 66 w 132"/>
                  <a:gd name="T47" fmla="*/ 0 h 141"/>
                  <a:gd name="T48" fmla="*/ 57 w 132"/>
                  <a:gd name="T49" fmla="*/ 0 h 141"/>
                  <a:gd name="T50" fmla="*/ 48 w 132"/>
                  <a:gd name="T51" fmla="*/ 3 h 141"/>
                  <a:gd name="T52" fmla="*/ 48 w 132"/>
                  <a:gd name="T53" fmla="*/ 3 h 141"/>
                  <a:gd name="T54" fmla="*/ 45 w 132"/>
                  <a:gd name="T55" fmla="*/ 6 h 141"/>
                  <a:gd name="T56" fmla="*/ 42 w 132"/>
                  <a:gd name="T57" fmla="*/ 6 h 141"/>
                  <a:gd name="T58" fmla="*/ 39 w 132"/>
                  <a:gd name="T59" fmla="*/ 9 h 141"/>
                  <a:gd name="T60" fmla="*/ 36 w 132"/>
                  <a:gd name="T61" fmla="*/ 9 h 141"/>
                  <a:gd name="T62" fmla="*/ 30 w 132"/>
                  <a:gd name="T63" fmla="*/ 12 h 141"/>
                  <a:gd name="T64" fmla="*/ 27 w 132"/>
                  <a:gd name="T65" fmla="*/ 15 h 141"/>
                  <a:gd name="T66" fmla="*/ 21 w 132"/>
                  <a:gd name="T67" fmla="*/ 9 h 141"/>
                  <a:gd name="T68" fmla="*/ 15 w 132"/>
                  <a:gd name="T69" fmla="*/ 18 h 141"/>
                  <a:gd name="T70" fmla="*/ 6 w 132"/>
                  <a:gd name="T71" fmla="*/ 18 h 141"/>
                  <a:gd name="T72" fmla="*/ 6 w 132"/>
                  <a:gd name="T73" fmla="*/ 24 h 141"/>
                  <a:gd name="T74" fmla="*/ 6 w 132"/>
                  <a:gd name="T75" fmla="*/ 27 h 141"/>
                  <a:gd name="T76" fmla="*/ 3 w 132"/>
                  <a:gd name="T77" fmla="*/ 30 h 141"/>
                  <a:gd name="T78" fmla="*/ 6 w 132"/>
                  <a:gd name="T79" fmla="*/ 36 h 141"/>
                  <a:gd name="T80" fmla="*/ 9 w 132"/>
                  <a:gd name="T81" fmla="*/ 42 h 141"/>
                  <a:gd name="T82" fmla="*/ 15 w 132"/>
                  <a:gd name="T83" fmla="*/ 42 h 141"/>
                  <a:gd name="T84" fmla="*/ 12 w 132"/>
                  <a:gd name="T85" fmla="*/ 48 h 141"/>
                  <a:gd name="T86" fmla="*/ 18 w 132"/>
                  <a:gd name="T87" fmla="*/ 45 h 141"/>
                  <a:gd name="T88" fmla="*/ 27 w 132"/>
                  <a:gd name="T89" fmla="*/ 39 h 141"/>
                  <a:gd name="T90" fmla="*/ 42 w 132"/>
                  <a:gd name="T91" fmla="*/ 45 h 141"/>
                  <a:gd name="T92" fmla="*/ 45 w 132"/>
                  <a:gd name="T93" fmla="*/ 51 h 141"/>
                  <a:gd name="T94" fmla="*/ 57 w 132"/>
                  <a:gd name="T95" fmla="*/ 66 h 141"/>
                  <a:gd name="T96" fmla="*/ 72 w 132"/>
                  <a:gd name="T97" fmla="*/ 78 h 141"/>
                  <a:gd name="T98" fmla="*/ 81 w 132"/>
                  <a:gd name="T99" fmla="*/ 84 h 141"/>
                  <a:gd name="T100" fmla="*/ 93 w 132"/>
                  <a:gd name="T101" fmla="*/ 90 h 141"/>
                  <a:gd name="T102" fmla="*/ 99 w 132"/>
                  <a:gd name="T103" fmla="*/ 96 h 141"/>
                  <a:gd name="T104" fmla="*/ 105 w 132"/>
                  <a:gd name="T105" fmla="*/ 102 h 141"/>
                  <a:gd name="T106" fmla="*/ 105 w 132"/>
                  <a:gd name="T107" fmla="*/ 114 h 141"/>
                  <a:gd name="T108" fmla="*/ 105 w 132"/>
                  <a:gd name="T109" fmla="*/ 123 h 141"/>
                  <a:gd name="T110" fmla="*/ 111 w 132"/>
                  <a:gd name="T111" fmla="*/ 114 h 141"/>
                  <a:gd name="T112" fmla="*/ 117 w 132"/>
                  <a:gd name="T113" fmla="*/ 108 h 141"/>
                  <a:gd name="T114" fmla="*/ 111 w 132"/>
                  <a:gd name="T115" fmla="*/ 99 h 141"/>
                  <a:gd name="T116" fmla="*/ 123 w 132"/>
                  <a:gd name="T117" fmla="*/ 96 h 141"/>
                  <a:gd name="T118" fmla="*/ 132 w 132"/>
                  <a:gd name="T119" fmla="*/ 96 h 141"/>
                  <a:gd name="T120" fmla="*/ 108 w 132"/>
                  <a:gd name="T121" fmla="*/ 78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2" h="141">
                    <a:moveTo>
                      <a:pt x="90" y="123"/>
                    </a:moveTo>
                    <a:cubicBezTo>
                      <a:pt x="84" y="123"/>
                      <a:pt x="81" y="123"/>
                      <a:pt x="78" y="123"/>
                    </a:cubicBezTo>
                    <a:cubicBezTo>
                      <a:pt x="75" y="120"/>
                      <a:pt x="66" y="123"/>
                      <a:pt x="69" y="126"/>
                    </a:cubicBezTo>
                    <a:cubicBezTo>
                      <a:pt x="69" y="129"/>
                      <a:pt x="72" y="132"/>
                      <a:pt x="81" y="132"/>
                    </a:cubicBezTo>
                    <a:cubicBezTo>
                      <a:pt x="87" y="135"/>
                      <a:pt x="90" y="141"/>
                      <a:pt x="93" y="141"/>
                    </a:cubicBezTo>
                    <a:cubicBezTo>
                      <a:pt x="96" y="141"/>
                      <a:pt x="96" y="138"/>
                      <a:pt x="96" y="135"/>
                    </a:cubicBezTo>
                    <a:cubicBezTo>
                      <a:pt x="96" y="129"/>
                      <a:pt x="99" y="123"/>
                      <a:pt x="99" y="123"/>
                    </a:cubicBezTo>
                    <a:cubicBezTo>
                      <a:pt x="102" y="123"/>
                      <a:pt x="99" y="120"/>
                      <a:pt x="90" y="123"/>
                    </a:cubicBezTo>
                    <a:close/>
                    <a:moveTo>
                      <a:pt x="27" y="84"/>
                    </a:moveTo>
                    <a:cubicBezTo>
                      <a:pt x="24" y="87"/>
                      <a:pt x="21" y="84"/>
                      <a:pt x="18" y="87"/>
                    </a:cubicBezTo>
                    <a:cubicBezTo>
                      <a:pt x="18" y="90"/>
                      <a:pt x="24" y="96"/>
                      <a:pt x="24" y="102"/>
                    </a:cubicBezTo>
                    <a:cubicBezTo>
                      <a:pt x="21" y="108"/>
                      <a:pt x="24" y="117"/>
                      <a:pt x="27" y="111"/>
                    </a:cubicBezTo>
                    <a:cubicBezTo>
                      <a:pt x="30" y="108"/>
                      <a:pt x="33" y="111"/>
                      <a:pt x="36" y="108"/>
                    </a:cubicBezTo>
                    <a:cubicBezTo>
                      <a:pt x="39" y="105"/>
                      <a:pt x="36" y="93"/>
                      <a:pt x="36" y="90"/>
                    </a:cubicBezTo>
                    <a:cubicBezTo>
                      <a:pt x="39" y="84"/>
                      <a:pt x="30" y="81"/>
                      <a:pt x="27" y="84"/>
                    </a:cubicBezTo>
                    <a:close/>
                    <a:moveTo>
                      <a:pt x="108" y="78"/>
                    </a:moveTo>
                    <a:cubicBezTo>
                      <a:pt x="105" y="78"/>
                      <a:pt x="108" y="72"/>
                      <a:pt x="99" y="72"/>
                    </a:cubicBezTo>
                    <a:cubicBezTo>
                      <a:pt x="93" y="72"/>
                      <a:pt x="84" y="63"/>
                      <a:pt x="84" y="54"/>
                    </a:cubicBezTo>
                    <a:cubicBezTo>
                      <a:pt x="81" y="45"/>
                      <a:pt x="69" y="45"/>
                      <a:pt x="66" y="39"/>
                    </a:cubicBezTo>
                    <a:cubicBezTo>
                      <a:pt x="63" y="33"/>
                      <a:pt x="69" y="33"/>
                      <a:pt x="66" y="27"/>
                    </a:cubicBezTo>
                    <a:cubicBezTo>
                      <a:pt x="66" y="24"/>
                      <a:pt x="69" y="21"/>
                      <a:pt x="72" y="21"/>
                    </a:cubicBezTo>
                    <a:cubicBezTo>
                      <a:pt x="72" y="15"/>
                      <a:pt x="72" y="9"/>
                      <a:pt x="72" y="6"/>
                    </a:cubicBezTo>
                    <a:cubicBezTo>
                      <a:pt x="69" y="6"/>
                      <a:pt x="69" y="6"/>
                      <a:pt x="66" y="6"/>
                    </a:cubicBezTo>
                    <a:cubicBezTo>
                      <a:pt x="66" y="3"/>
                      <a:pt x="66" y="0"/>
                      <a:pt x="66" y="0"/>
                    </a:cubicBezTo>
                    <a:cubicBezTo>
                      <a:pt x="63" y="0"/>
                      <a:pt x="57" y="0"/>
                      <a:pt x="57" y="0"/>
                    </a:cubicBezTo>
                    <a:cubicBezTo>
                      <a:pt x="54" y="3"/>
                      <a:pt x="51" y="6"/>
                      <a:pt x="48" y="3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5" y="6"/>
                      <a:pt x="45" y="6"/>
                      <a:pt x="45" y="6"/>
                    </a:cubicBezTo>
                    <a:cubicBezTo>
                      <a:pt x="45" y="6"/>
                      <a:pt x="45" y="6"/>
                      <a:pt x="42" y="6"/>
                    </a:cubicBezTo>
                    <a:cubicBezTo>
                      <a:pt x="42" y="6"/>
                      <a:pt x="39" y="6"/>
                      <a:pt x="39" y="9"/>
                    </a:cubicBezTo>
                    <a:cubicBezTo>
                      <a:pt x="39" y="12"/>
                      <a:pt x="36" y="9"/>
                      <a:pt x="36" y="9"/>
                    </a:cubicBezTo>
                    <a:cubicBezTo>
                      <a:pt x="33" y="9"/>
                      <a:pt x="30" y="9"/>
                      <a:pt x="30" y="12"/>
                    </a:cubicBezTo>
                    <a:cubicBezTo>
                      <a:pt x="30" y="15"/>
                      <a:pt x="30" y="18"/>
                      <a:pt x="27" y="15"/>
                    </a:cubicBezTo>
                    <a:cubicBezTo>
                      <a:pt x="24" y="15"/>
                      <a:pt x="21" y="9"/>
                      <a:pt x="21" y="9"/>
                    </a:cubicBezTo>
                    <a:cubicBezTo>
                      <a:pt x="21" y="9"/>
                      <a:pt x="18" y="18"/>
                      <a:pt x="15" y="18"/>
                    </a:cubicBezTo>
                    <a:cubicBezTo>
                      <a:pt x="15" y="18"/>
                      <a:pt x="9" y="18"/>
                      <a:pt x="6" y="18"/>
                    </a:cubicBezTo>
                    <a:cubicBezTo>
                      <a:pt x="6" y="21"/>
                      <a:pt x="6" y="21"/>
                      <a:pt x="6" y="24"/>
                    </a:cubicBezTo>
                    <a:cubicBezTo>
                      <a:pt x="9" y="24"/>
                      <a:pt x="6" y="27"/>
                      <a:pt x="6" y="27"/>
                    </a:cubicBezTo>
                    <a:cubicBezTo>
                      <a:pt x="3" y="27"/>
                      <a:pt x="0" y="27"/>
                      <a:pt x="3" y="30"/>
                    </a:cubicBezTo>
                    <a:cubicBezTo>
                      <a:pt x="6" y="33"/>
                      <a:pt x="9" y="33"/>
                      <a:pt x="6" y="36"/>
                    </a:cubicBezTo>
                    <a:cubicBezTo>
                      <a:pt x="3" y="39"/>
                      <a:pt x="6" y="42"/>
                      <a:pt x="9" y="42"/>
                    </a:cubicBezTo>
                    <a:cubicBezTo>
                      <a:pt x="12" y="42"/>
                      <a:pt x="15" y="42"/>
                      <a:pt x="15" y="42"/>
                    </a:cubicBezTo>
                    <a:cubicBezTo>
                      <a:pt x="12" y="45"/>
                      <a:pt x="12" y="45"/>
                      <a:pt x="12" y="48"/>
                    </a:cubicBezTo>
                    <a:cubicBezTo>
                      <a:pt x="15" y="45"/>
                      <a:pt x="15" y="45"/>
                      <a:pt x="18" y="45"/>
                    </a:cubicBezTo>
                    <a:cubicBezTo>
                      <a:pt x="21" y="42"/>
                      <a:pt x="21" y="39"/>
                      <a:pt x="27" y="39"/>
                    </a:cubicBezTo>
                    <a:cubicBezTo>
                      <a:pt x="33" y="36"/>
                      <a:pt x="39" y="42"/>
                      <a:pt x="42" y="45"/>
                    </a:cubicBezTo>
                    <a:cubicBezTo>
                      <a:pt x="45" y="48"/>
                      <a:pt x="45" y="48"/>
                      <a:pt x="45" y="51"/>
                    </a:cubicBezTo>
                    <a:cubicBezTo>
                      <a:pt x="45" y="54"/>
                      <a:pt x="48" y="60"/>
                      <a:pt x="57" y="66"/>
                    </a:cubicBezTo>
                    <a:cubicBezTo>
                      <a:pt x="63" y="72"/>
                      <a:pt x="66" y="75"/>
                      <a:pt x="72" y="78"/>
                    </a:cubicBezTo>
                    <a:cubicBezTo>
                      <a:pt x="75" y="81"/>
                      <a:pt x="81" y="81"/>
                      <a:pt x="81" y="84"/>
                    </a:cubicBezTo>
                    <a:cubicBezTo>
                      <a:pt x="84" y="87"/>
                      <a:pt x="87" y="87"/>
                      <a:pt x="93" y="90"/>
                    </a:cubicBezTo>
                    <a:cubicBezTo>
                      <a:pt x="96" y="93"/>
                      <a:pt x="96" y="96"/>
                      <a:pt x="99" y="96"/>
                    </a:cubicBezTo>
                    <a:cubicBezTo>
                      <a:pt x="105" y="96"/>
                      <a:pt x="102" y="99"/>
                      <a:pt x="105" y="102"/>
                    </a:cubicBezTo>
                    <a:cubicBezTo>
                      <a:pt x="105" y="105"/>
                      <a:pt x="108" y="111"/>
                      <a:pt x="105" y="114"/>
                    </a:cubicBezTo>
                    <a:cubicBezTo>
                      <a:pt x="102" y="120"/>
                      <a:pt x="102" y="123"/>
                      <a:pt x="105" y="123"/>
                    </a:cubicBezTo>
                    <a:cubicBezTo>
                      <a:pt x="105" y="123"/>
                      <a:pt x="111" y="117"/>
                      <a:pt x="111" y="114"/>
                    </a:cubicBezTo>
                    <a:cubicBezTo>
                      <a:pt x="111" y="111"/>
                      <a:pt x="114" y="111"/>
                      <a:pt x="117" y="108"/>
                    </a:cubicBezTo>
                    <a:cubicBezTo>
                      <a:pt x="120" y="105"/>
                      <a:pt x="114" y="105"/>
                      <a:pt x="111" y="99"/>
                    </a:cubicBezTo>
                    <a:cubicBezTo>
                      <a:pt x="111" y="96"/>
                      <a:pt x="117" y="90"/>
                      <a:pt x="123" y="96"/>
                    </a:cubicBezTo>
                    <a:cubicBezTo>
                      <a:pt x="129" y="99"/>
                      <a:pt x="132" y="102"/>
                      <a:pt x="132" y="96"/>
                    </a:cubicBezTo>
                    <a:cubicBezTo>
                      <a:pt x="132" y="90"/>
                      <a:pt x="114" y="81"/>
                      <a:pt x="108" y="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0" name="Freeform 180">
                <a:extLst>
                  <a:ext uri="{FF2B5EF4-FFF2-40B4-BE49-F238E27FC236}">
                    <a16:creationId xmlns:a16="http://schemas.microsoft.com/office/drawing/2014/main" id="{96B0C31E-6950-E967-83DC-452854BA8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0158" y="2235316"/>
                <a:ext cx="22980" cy="33794"/>
              </a:xfrm>
              <a:custGeom>
                <a:avLst/>
                <a:gdLst>
                  <a:gd name="T0" fmla="*/ 3 w 12"/>
                  <a:gd name="T1" fmla="*/ 0 h 18"/>
                  <a:gd name="T2" fmla="*/ 0 w 12"/>
                  <a:gd name="T3" fmla="*/ 9 h 18"/>
                  <a:gd name="T4" fmla="*/ 0 w 12"/>
                  <a:gd name="T5" fmla="*/ 12 h 18"/>
                  <a:gd name="T6" fmla="*/ 6 w 12"/>
                  <a:gd name="T7" fmla="*/ 18 h 18"/>
                  <a:gd name="T8" fmla="*/ 9 w 12"/>
                  <a:gd name="T9" fmla="*/ 18 h 18"/>
                  <a:gd name="T10" fmla="*/ 12 w 12"/>
                  <a:gd name="T11" fmla="*/ 12 h 18"/>
                  <a:gd name="T12" fmla="*/ 3 w 12"/>
                  <a:gd name="T1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8">
                    <a:moveTo>
                      <a:pt x="3" y="0"/>
                    </a:moveTo>
                    <a:cubicBezTo>
                      <a:pt x="3" y="3"/>
                      <a:pt x="0" y="9"/>
                      <a:pt x="0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" y="15"/>
                      <a:pt x="6" y="18"/>
                      <a:pt x="6" y="18"/>
                    </a:cubicBezTo>
                    <a:cubicBezTo>
                      <a:pt x="6" y="18"/>
                      <a:pt x="6" y="18"/>
                      <a:pt x="9" y="18"/>
                    </a:cubicBezTo>
                    <a:cubicBezTo>
                      <a:pt x="9" y="15"/>
                      <a:pt x="12" y="12"/>
                      <a:pt x="12" y="12"/>
                    </a:cubicBezTo>
                    <a:cubicBezTo>
                      <a:pt x="9" y="9"/>
                      <a:pt x="6" y="3"/>
                      <a:pt x="3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1" name="Freeform 181">
                <a:extLst>
                  <a:ext uri="{FF2B5EF4-FFF2-40B4-BE49-F238E27FC236}">
                    <a16:creationId xmlns:a16="http://schemas.microsoft.com/office/drawing/2014/main" id="{912A528E-C669-3A5E-4035-A9BD73DB7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5565" y="2160968"/>
                <a:ext cx="86514" cy="108142"/>
              </a:xfrm>
              <a:custGeom>
                <a:avLst/>
                <a:gdLst>
                  <a:gd name="T0" fmla="*/ 39 w 45"/>
                  <a:gd name="T1" fmla="*/ 36 h 57"/>
                  <a:gd name="T2" fmla="*/ 39 w 45"/>
                  <a:gd name="T3" fmla="*/ 30 h 57"/>
                  <a:gd name="T4" fmla="*/ 42 w 45"/>
                  <a:gd name="T5" fmla="*/ 24 h 57"/>
                  <a:gd name="T6" fmla="*/ 27 w 45"/>
                  <a:gd name="T7" fmla="*/ 21 h 57"/>
                  <a:gd name="T8" fmla="*/ 27 w 45"/>
                  <a:gd name="T9" fmla="*/ 12 h 57"/>
                  <a:gd name="T10" fmla="*/ 24 w 45"/>
                  <a:gd name="T11" fmla="*/ 9 h 57"/>
                  <a:gd name="T12" fmla="*/ 18 w 45"/>
                  <a:gd name="T13" fmla="*/ 3 h 57"/>
                  <a:gd name="T14" fmla="*/ 18 w 45"/>
                  <a:gd name="T15" fmla="*/ 3 h 57"/>
                  <a:gd name="T16" fmla="*/ 15 w 45"/>
                  <a:gd name="T17" fmla="*/ 0 h 57"/>
                  <a:gd name="T18" fmla="*/ 12 w 45"/>
                  <a:gd name="T19" fmla="*/ 0 h 57"/>
                  <a:gd name="T20" fmla="*/ 0 w 45"/>
                  <a:gd name="T21" fmla="*/ 3 h 57"/>
                  <a:gd name="T22" fmla="*/ 3 w 45"/>
                  <a:gd name="T23" fmla="*/ 9 h 57"/>
                  <a:gd name="T24" fmla="*/ 6 w 45"/>
                  <a:gd name="T25" fmla="*/ 18 h 57"/>
                  <a:gd name="T26" fmla="*/ 6 w 45"/>
                  <a:gd name="T27" fmla="*/ 36 h 57"/>
                  <a:gd name="T28" fmla="*/ 0 w 45"/>
                  <a:gd name="T29" fmla="*/ 39 h 57"/>
                  <a:gd name="T30" fmla="*/ 9 w 45"/>
                  <a:gd name="T31" fmla="*/ 51 h 57"/>
                  <a:gd name="T32" fmla="*/ 9 w 45"/>
                  <a:gd name="T33" fmla="*/ 51 h 57"/>
                  <a:gd name="T34" fmla="*/ 21 w 45"/>
                  <a:gd name="T35" fmla="*/ 57 h 57"/>
                  <a:gd name="T36" fmla="*/ 39 w 45"/>
                  <a:gd name="T37" fmla="*/ 51 h 57"/>
                  <a:gd name="T38" fmla="*/ 39 w 45"/>
                  <a:gd name="T39" fmla="*/ 48 h 57"/>
                  <a:gd name="T40" fmla="*/ 45 w 45"/>
                  <a:gd name="T41" fmla="*/ 45 h 57"/>
                  <a:gd name="T42" fmla="*/ 39 w 45"/>
                  <a:gd name="T43" fmla="*/ 3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5" h="57">
                    <a:moveTo>
                      <a:pt x="39" y="36"/>
                    </a:moveTo>
                    <a:cubicBezTo>
                      <a:pt x="39" y="30"/>
                      <a:pt x="39" y="30"/>
                      <a:pt x="39" y="30"/>
                    </a:cubicBezTo>
                    <a:cubicBezTo>
                      <a:pt x="42" y="27"/>
                      <a:pt x="42" y="27"/>
                      <a:pt x="42" y="24"/>
                    </a:cubicBezTo>
                    <a:cubicBezTo>
                      <a:pt x="42" y="21"/>
                      <a:pt x="30" y="21"/>
                      <a:pt x="27" y="21"/>
                    </a:cubicBezTo>
                    <a:cubicBezTo>
                      <a:pt x="27" y="18"/>
                      <a:pt x="30" y="12"/>
                      <a:pt x="27" y="12"/>
                    </a:cubicBezTo>
                    <a:cubicBezTo>
                      <a:pt x="24" y="12"/>
                      <a:pt x="24" y="12"/>
                      <a:pt x="24" y="9"/>
                    </a:cubicBezTo>
                    <a:cubicBezTo>
                      <a:pt x="24" y="6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0"/>
                      <a:pt x="15" y="0"/>
                      <a:pt x="1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3" y="3"/>
                      <a:pt x="0" y="3"/>
                    </a:cubicBezTo>
                    <a:cubicBezTo>
                      <a:pt x="0" y="6"/>
                      <a:pt x="0" y="9"/>
                      <a:pt x="3" y="9"/>
                    </a:cubicBezTo>
                    <a:cubicBezTo>
                      <a:pt x="6" y="12"/>
                      <a:pt x="6" y="15"/>
                      <a:pt x="6" y="18"/>
                    </a:cubicBezTo>
                    <a:cubicBezTo>
                      <a:pt x="6" y="21"/>
                      <a:pt x="6" y="36"/>
                      <a:pt x="6" y="36"/>
                    </a:cubicBezTo>
                    <a:cubicBezTo>
                      <a:pt x="3" y="36"/>
                      <a:pt x="3" y="36"/>
                      <a:pt x="0" y="39"/>
                    </a:cubicBezTo>
                    <a:cubicBezTo>
                      <a:pt x="3" y="42"/>
                      <a:pt x="6" y="48"/>
                      <a:pt x="9" y="51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12" y="51"/>
                      <a:pt x="21" y="57"/>
                      <a:pt x="21" y="57"/>
                    </a:cubicBezTo>
                    <a:cubicBezTo>
                      <a:pt x="21" y="57"/>
                      <a:pt x="33" y="54"/>
                      <a:pt x="39" y="51"/>
                    </a:cubicBezTo>
                    <a:cubicBezTo>
                      <a:pt x="39" y="51"/>
                      <a:pt x="39" y="51"/>
                      <a:pt x="39" y="48"/>
                    </a:cubicBezTo>
                    <a:cubicBezTo>
                      <a:pt x="39" y="48"/>
                      <a:pt x="42" y="45"/>
                      <a:pt x="45" y="45"/>
                    </a:cubicBezTo>
                    <a:cubicBezTo>
                      <a:pt x="45" y="45"/>
                      <a:pt x="42" y="39"/>
                      <a:pt x="39" y="3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2" name="Freeform 182">
                <a:extLst>
                  <a:ext uri="{FF2B5EF4-FFF2-40B4-BE49-F238E27FC236}">
                    <a16:creationId xmlns:a16="http://schemas.microsoft.com/office/drawing/2014/main" id="{CB259990-4372-7222-38E9-1026DB8C8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9686" y="2804415"/>
                <a:ext cx="56775" cy="51368"/>
              </a:xfrm>
              <a:custGeom>
                <a:avLst/>
                <a:gdLst>
                  <a:gd name="T0" fmla="*/ 15 w 30"/>
                  <a:gd name="T1" fmla="*/ 3 h 27"/>
                  <a:gd name="T2" fmla="*/ 6 w 30"/>
                  <a:gd name="T3" fmla="*/ 18 h 27"/>
                  <a:gd name="T4" fmla="*/ 24 w 30"/>
                  <a:gd name="T5" fmla="*/ 18 h 27"/>
                  <a:gd name="T6" fmla="*/ 30 w 30"/>
                  <a:gd name="T7" fmla="*/ 3 h 27"/>
                  <a:gd name="T8" fmla="*/ 15 w 30"/>
                  <a:gd name="T9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27">
                    <a:moveTo>
                      <a:pt x="15" y="3"/>
                    </a:moveTo>
                    <a:cubicBezTo>
                      <a:pt x="12" y="3"/>
                      <a:pt x="0" y="9"/>
                      <a:pt x="6" y="18"/>
                    </a:cubicBezTo>
                    <a:cubicBezTo>
                      <a:pt x="9" y="27"/>
                      <a:pt x="24" y="21"/>
                      <a:pt x="24" y="18"/>
                    </a:cubicBezTo>
                    <a:cubicBezTo>
                      <a:pt x="24" y="12"/>
                      <a:pt x="30" y="6"/>
                      <a:pt x="30" y="3"/>
                    </a:cubicBezTo>
                    <a:cubicBezTo>
                      <a:pt x="30" y="0"/>
                      <a:pt x="21" y="3"/>
                      <a:pt x="15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3" name="Freeform 183">
                <a:extLst>
                  <a:ext uri="{FF2B5EF4-FFF2-40B4-BE49-F238E27FC236}">
                    <a16:creationId xmlns:a16="http://schemas.microsoft.com/office/drawing/2014/main" id="{F4D416CD-8137-7389-C26B-FDEFDB100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469" y="2684107"/>
                <a:ext cx="51368" cy="74348"/>
              </a:xfrm>
              <a:custGeom>
                <a:avLst/>
                <a:gdLst>
                  <a:gd name="T0" fmla="*/ 3 w 27"/>
                  <a:gd name="T1" fmla="*/ 21 h 39"/>
                  <a:gd name="T2" fmla="*/ 9 w 27"/>
                  <a:gd name="T3" fmla="*/ 39 h 39"/>
                  <a:gd name="T4" fmla="*/ 24 w 27"/>
                  <a:gd name="T5" fmla="*/ 3 h 39"/>
                  <a:gd name="T6" fmla="*/ 3 w 27"/>
                  <a:gd name="T7" fmla="*/ 2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39">
                    <a:moveTo>
                      <a:pt x="3" y="21"/>
                    </a:moveTo>
                    <a:cubicBezTo>
                      <a:pt x="0" y="33"/>
                      <a:pt x="9" y="39"/>
                      <a:pt x="9" y="39"/>
                    </a:cubicBezTo>
                    <a:cubicBezTo>
                      <a:pt x="12" y="36"/>
                      <a:pt x="27" y="9"/>
                      <a:pt x="24" y="3"/>
                    </a:cubicBezTo>
                    <a:cubicBezTo>
                      <a:pt x="21" y="0"/>
                      <a:pt x="6" y="6"/>
                      <a:pt x="3" y="2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4" name="Freeform 184">
                <a:extLst>
                  <a:ext uri="{FF2B5EF4-FFF2-40B4-BE49-F238E27FC236}">
                    <a16:creationId xmlns:a16="http://schemas.microsoft.com/office/drawing/2014/main" id="{707EA9FF-EFC1-CC59-C407-D2C4CD65CD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9369" y="2408344"/>
                <a:ext cx="316317" cy="316316"/>
              </a:xfrm>
              <a:custGeom>
                <a:avLst/>
                <a:gdLst>
                  <a:gd name="T0" fmla="*/ 93 w 165"/>
                  <a:gd name="T1" fmla="*/ 156 h 165"/>
                  <a:gd name="T2" fmla="*/ 105 w 165"/>
                  <a:gd name="T3" fmla="*/ 156 h 165"/>
                  <a:gd name="T4" fmla="*/ 114 w 165"/>
                  <a:gd name="T5" fmla="*/ 156 h 165"/>
                  <a:gd name="T6" fmla="*/ 111 w 165"/>
                  <a:gd name="T7" fmla="*/ 144 h 165"/>
                  <a:gd name="T8" fmla="*/ 105 w 165"/>
                  <a:gd name="T9" fmla="*/ 132 h 165"/>
                  <a:gd name="T10" fmla="*/ 99 w 165"/>
                  <a:gd name="T11" fmla="*/ 126 h 165"/>
                  <a:gd name="T12" fmla="*/ 105 w 165"/>
                  <a:gd name="T13" fmla="*/ 114 h 165"/>
                  <a:gd name="T14" fmla="*/ 114 w 165"/>
                  <a:gd name="T15" fmla="*/ 114 h 165"/>
                  <a:gd name="T16" fmla="*/ 123 w 165"/>
                  <a:gd name="T17" fmla="*/ 114 h 165"/>
                  <a:gd name="T18" fmla="*/ 129 w 165"/>
                  <a:gd name="T19" fmla="*/ 105 h 165"/>
                  <a:gd name="T20" fmla="*/ 138 w 165"/>
                  <a:gd name="T21" fmla="*/ 99 h 165"/>
                  <a:gd name="T22" fmla="*/ 141 w 165"/>
                  <a:gd name="T23" fmla="*/ 87 h 165"/>
                  <a:gd name="T24" fmla="*/ 150 w 165"/>
                  <a:gd name="T25" fmla="*/ 84 h 165"/>
                  <a:gd name="T26" fmla="*/ 153 w 165"/>
                  <a:gd name="T27" fmla="*/ 78 h 165"/>
                  <a:gd name="T28" fmla="*/ 156 w 165"/>
                  <a:gd name="T29" fmla="*/ 69 h 165"/>
                  <a:gd name="T30" fmla="*/ 162 w 165"/>
                  <a:gd name="T31" fmla="*/ 60 h 165"/>
                  <a:gd name="T32" fmla="*/ 156 w 165"/>
                  <a:gd name="T33" fmla="*/ 54 h 165"/>
                  <a:gd name="T34" fmla="*/ 150 w 165"/>
                  <a:gd name="T35" fmla="*/ 45 h 165"/>
                  <a:gd name="T36" fmla="*/ 147 w 165"/>
                  <a:gd name="T37" fmla="*/ 33 h 165"/>
                  <a:gd name="T38" fmla="*/ 153 w 165"/>
                  <a:gd name="T39" fmla="*/ 27 h 165"/>
                  <a:gd name="T40" fmla="*/ 147 w 165"/>
                  <a:gd name="T41" fmla="*/ 19 h 165"/>
                  <a:gd name="T42" fmla="*/ 135 w 165"/>
                  <a:gd name="T43" fmla="*/ 10 h 165"/>
                  <a:gd name="T44" fmla="*/ 143 w 165"/>
                  <a:gd name="T45" fmla="*/ 3 h 165"/>
                  <a:gd name="T46" fmla="*/ 152 w 165"/>
                  <a:gd name="T47" fmla="*/ 0 h 165"/>
                  <a:gd name="T48" fmla="*/ 144 w 165"/>
                  <a:gd name="T49" fmla="*/ 0 h 165"/>
                  <a:gd name="T50" fmla="*/ 129 w 165"/>
                  <a:gd name="T51" fmla="*/ 6 h 165"/>
                  <a:gd name="T52" fmla="*/ 123 w 165"/>
                  <a:gd name="T53" fmla="*/ 6 h 165"/>
                  <a:gd name="T54" fmla="*/ 123 w 165"/>
                  <a:gd name="T55" fmla="*/ 9 h 165"/>
                  <a:gd name="T56" fmla="*/ 120 w 165"/>
                  <a:gd name="T57" fmla="*/ 12 h 165"/>
                  <a:gd name="T58" fmla="*/ 123 w 165"/>
                  <a:gd name="T59" fmla="*/ 21 h 165"/>
                  <a:gd name="T60" fmla="*/ 117 w 165"/>
                  <a:gd name="T61" fmla="*/ 27 h 165"/>
                  <a:gd name="T62" fmla="*/ 117 w 165"/>
                  <a:gd name="T63" fmla="*/ 36 h 165"/>
                  <a:gd name="T64" fmla="*/ 102 w 165"/>
                  <a:gd name="T65" fmla="*/ 36 h 165"/>
                  <a:gd name="T66" fmla="*/ 108 w 165"/>
                  <a:gd name="T67" fmla="*/ 45 h 165"/>
                  <a:gd name="T68" fmla="*/ 99 w 165"/>
                  <a:gd name="T69" fmla="*/ 48 h 165"/>
                  <a:gd name="T70" fmla="*/ 96 w 165"/>
                  <a:gd name="T71" fmla="*/ 60 h 165"/>
                  <a:gd name="T72" fmla="*/ 90 w 165"/>
                  <a:gd name="T73" fmla="*/ 66 h 165"/>
                  <a:gd name="T74" fmla="*/ 78 w 165"/>
                  <a:gd name="T75" fmla="*/ 69 h 165"/>
                  <a:gd name="T76" fmla="*/ 69 w 165"/>
                  <a:gd name="T77" fmla="*/ 72 h 165"/>
                  <a:gd name="T78" fmla="*/ 60 w 165"/>
                  <a:gd name="T79" fmla="*/ 78 h 165"/>
                  <a:gd name="T80" fmla="*/ 63 w 165"/>
                  <a:gd name="T81" fmla="*/ 87 h 165"/>
                  <a:gd name="T82" fmla="*/ 18 w 165"/>
                  <a:gd name="T83" fmla="*/ 93 h 165"/>
                  <a:gd name="T84" fmla="*/ 0 w 165"/>
                  <a:gd name="T85" fmla="*/ 93 h 165"/>
                  <a:gd name="T86" fmla="*/ 6 w 165"/>
                  <a:gd name="T87" fmla="*/ 99 h 165"/>
                  <a:gd name="T88" fmla="*/ 18 w 165"/>
                  <a:gd name="T89" fmla="*/ 108 h 165"/>
                  <a:gd name="T90" fmla="*/ 21 w 165"/>
                  <a:gd name="T91" fmla="*/ 120 h 165"/>
                  <a:gd name="T92" fmla="*/ 24 w 165"/>
                  <a:gd name="T93" fmla="*/ 129 h 165"/>
                  <a:gd name="T94" fmla="*/ 15 w 165"/>
                  <a:gd name="T95" fmla="*/ 132 h 165"/>
                  <a:gd name="T96" fmla="*/ 6 w 165"/>
                  <a:gd name="T97" fmla="*/ 144 h 165"/>
                  <a:gd name="T98" fmla="*/ 9 w 165"/>
                  <a:gd name="T99" fmla="*/ 147 h 165"/>
                  <a:gd name="T100" fmla="*/ 30 w 165"/>
                  <a:gd name="T101" fmla="*/ 144 h 165"/>
                  <a:gd name="T102" fmla="*/ 36 w 165"/>
                  <a:gd name="T103" fmla="*/ 144 h 165"/>
                  <a:gd name="T104" fmla="*/ 54 w 165"/>
                  <a:gd name="T105" fmla="*/ 144 h 165"/>
                  <a:gd name="T106" fmla="*/ 63 w 165"/>
                  <a:gd name="T107" fmla="*/ 147 h 165"/>
                  <a:gd name="T108" fmla="*/ 69 w 165"/>
                  <a:gd name="T109" fmla="*/ 153 h 165"/>
                  <a:gd name="T110" fmla="*/ 72 w 165"/>
                  <a:gd name="T111" fmla="*/ 159 h 165"/>
                  <a:gd name="T112" fmla="*/ 81 w 165"/>
                  <a:gd name="T113" fmla="*/ 165 h 165"/>
                  <a:gd name="T114" fmla="*/ 84 w 165"/>
                  <a:gd name="T115" fmla="*/ 165 h 165"/>
                  <a:gd name="T116" fmla="*/ 93 w 165"/>
                  <a:gd name="T117" fmla="*/ 15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5" h="165">
                    <a:moveTo>
                      <a:pt x="93" y="156"/>
                    </a:moveTo>
                    <a:cubicBezTo>
                      <a:pt x="102" y="159"/>
                      <a:pt x="102" y="156"/>
                      <a:pt x="105" y="156"/>
                    </a:cubicBezTo>
                    <a:cubicBezTo>
                      <a:pt x="108" y="159"/>
                      <a:pt x="111" y="156"/>
                      <a:pt x="114" y="156"/>
                    </a:cubicBezTo>
                    <a:cubicBezTo>
                      <a:pt x="114" y="153"/>
                      <a:pt x="111" y="147"/>
                      <a:pt x="111" y="144"/>
                    </a:cubicBezTo>
                    <a:cubicBezTo>
                      <a:pt x="108" y="141"/>
                      <a:pt x="105" y="138"/>
                      <a:pt x="105" y="132"/>
                    </a:cubicBezTo>
                    <a:cubicBezTo>
                      <a:pt x="105" y="129"/>
                      <a:pt x="99" y="129"/>
                      <a:pt x="99" y="126"/>
                    </a:cubicBezTo>
                    <a:cubicBezTo>
                      <a:pt x="99" y="120"/>
                      <a:pt x="105" y="114"/>
                      <a:pt x="105" y="114"/>
                    </a:cubicBezTo>
                    <a:cubicBezTo>
                      <a:pt x="108" y="114"/>
                      <a:pt x="114" y="117"/>
                      <a:pt x="114" y="114"/>
                    </a:cubicBezTo>
                    <a:cubicBezTo>
                      <a:pt x="117" y="111"/>
                      <a:pt x="120" y="114"/>
                      <a:pt x="123" y="114"/>
                    </a:cubicBezTo>
                    <a:cubicBezTo>
                      <a:pt x="123" y="114"/>
                      <a:pt x="129" y="111"/>
                      <a:pt x="129" y="105"/>
                    </a:cubicBezTo>
                    <a:cubicBezTo>
                      <a:pt x="129" y="102"/>
                      <a:pt x="135" y="102"/>
                      <a:pt x="138" y="99"/>
                    </a:cubicBezTo>
                    <a:cubicBezTo>
                      <a:pt x="138" y="99"/>
                      <a:pt x="141" y="90"/>
                      <a:pt x="141" y="87"/>
                    </a:cubicBezTo>
                    <a:cubicBezTo>
                      <a:pt x="144" y="87"/>
                      <a:pt x="150" y="87"/>
                      <a:pt x="150" y="84"/>
                    </a:cubicBezTo>
                    <a:cubicBezTo>
                      <a:pt x="150" y="78"/>
                      <a:pt x="150" y="78"/>
                      <a:pt x="153" y="78"/>
                    </a:cubicBezTo>
                    <a:cubicBezTo>
                      <a:pt x="156" y="75"/>
                      <a:pt x="156" y="72"/>
                      <a:pt x="156" y="69"/>
                    </a:cubicBezTo>
                    <a:cubicBezTo>
                      <a:pt x="156" y="66"/>
                      <a:pt x="159" y="60"/>
                      <a:pt x="162" y="60"/>
                    </a:cubicBezTo>
                    <a:cubicBezTo>
                      <a:pt x="165" y="60"/>
                      <a:pt x="162" y="54"/>
                      <a:pt x="156" y="54"/>
                    </a:cubicBezTo>
                    <a:cubicBezTo>
                      <a:pt x="153" y="57"/>
                      <a:pt x="150" y="45"/>
                      <a:pt x="150" y="45"/>
                    </a:cubicBezTo>
                    <a:cubicBezTo>
                      <a:pt x="150" y="45"/>
                      <a:pt x="150" y="36"/>
                      <a:pt x="147" y="33"/>
                    </a:cubicBezTo>
                    <a:cubicBezTo>
                      <a:pt x="147" y="33"/>
                      <a:pt x="150" y="27"/>
                      <a:pt x="153" y="27"/>
                    </a:cubicBezTo>
                    <a:cubicBezTo>
                      <a:pt x="153" y="26"/>
                      <a:pt x="152" y="23"/>
                      <a:pt x="147" y="19"/>
                    </a:cubicBezTo>
                    <a:cubicBezTo>
                      <a:pt x="141" y="15"/>
                      <a:pt x="134" y="11"/>
                      <a:pt x="135" y="10"/>
                    </a:cubicBezTo>
                    <a:cubicBezTo>
                      <a:pt x="138" y="7"/>
                      <a:pt x="140" y="3"/>
                      <a:pt x="143" y="3"/>
                    </a:cubicBezTo>
                    <a:cubicBezTo>
                      <a:pt x="149" y="3"/>
                      <a:pt x="152" y="0"/>
                      <a:pt x="152" y="0"/>
                    </a:cubicBezTo>
                    <a:cubicBezTo>
                      <a:pt x="149" y="0"/>
                      <a:pt x="146" y="0"/>
                      <a:pt x="144" y="0"/>
                    </a:cubicBezTo>
                    <a:cubicBezTo>
                      <a:pt x="141" y="0"/>
                      <a:pt x="132" y="3"/>
                      <a:pt x="129" y="6"/>
                    </a:cubicBezTo>
                    <a:cubicBezTo>
                      <a:pt x="129" y="6"/>
                      <a:pt x="126" y="6"/>
                      <a:pt x="123" y="6"/>
                    </a:cubicBezTo>
                    <a:cubicBezTo>
                      <a:pt x="123" y="6"/>
                      <a:pt x="123" y="6"/>
                      <a:pt x="123" y="9"/>
                    </a:cubicBezTo>
                    <a:cubicBezTo>
                      <a:pt x="120" y="9"/>
                      <a:pt x="117" y="12"/>
                      <a:pt x="120" y="12"/>
                    </a:cubicBezTo>
                    <a:cubicBezTo>
                      <a:pt x="123" y="15"/>
                      <a:pt x="123" y="18"/>
                      <a:pt x="123" y="21"/>
                    </a:cubicBezTo>
                    <a:cubicBezTo>
                      <a:pt x="123" y="24"/>
                      <a:pt x="117" y="24"/>
                      <a:pt x="117" y="27"/>
                    </a:cubicBezTo>
                    <a:cubicBezTo>
                      <a:pt x="114" y="30"/>
                      <a:pt x="117" y="33"/>
                      <a:pt x="117" y="36"/>
                    </a:cubicBezTo>
                    <a:cubicBezTo>
                      <a:pt x="114" y="39"/>
                      <a:pt x="105" y="36"/>
                      <a:pt x="102" y="36"/>
                    </a:cubicBezTo>
                    <a:cubicBezTo>
                      <a:pt x="102" y="39"/>
                      <a:pt x="105" y="42"/>
                      <a:pt x="108" y="45"/>
                    </a:cubicBezTo>
                    <a:cubicBezTo>
                      <a:pt x="108" y="45"/>
                      <a:pt x="102" y="48"/>
                      <a:pt x="99" y="48"/>
                    </a:cubicBezTo>
                    <a:cubicBezTo>
                      <a:pt x="96" y="48"/>
                      <a:pt x="96" y="54"/>
                      <a:pt x="96" y="60"/>
                    </a:cubicBezTo>
                    <a:cubicBezTo>
                      <a:pt x="96" y="66"/>
                      <a:pt x="90" y="69"/>
                      <a:pt x="90" y="66"/>
                    </a:cubicBezTo>
                    <a:cubicBezTo>
                      <a:pt x="90" y="63"/>
                      <a:pt x="78" y="66"/>
                      <a:pt x="78" y="69"/>
                    </a:cubicBezTo>
                    <a:cubicBezTo>
                      <a:pt x="78" y="72"/>
                      <a:pt x="75" y="72"/>
                      <a:pt x="69" y="72"/>
                    </a:cubicBezTo>
                    <a:cubicBezTo>
                      <a:pt x="66" y="72"/>
                      <a:pt x="63" y="75"/>
                      <a:pt x="60" y="78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90"/>
                      <a:pt x="24" y="96"/>
                      <a:pt x="18" y="93"/>
                    </a:cubicBezTo>
                    <a:cubicBezTo>
                      <a:pt x="12" y="93"/>
                      <a:pt x="6" y="93"/>
                      <a:pt x="0" y="93"/>
                    </a:cubicBezTo>
                    <a:cubicBezTo>
                      <a:pt x="3" y="93"/>
                      <a:pt x="3" y="96"/>
                      <a:pt x="6" y="99"/>
                    </a:cubicBezTo>
                    <a:cubicBezTo>
                      <a:pt x="6" y="102"/>
                      <a:pt x="12" y="105"/>
                      <a:pt x="18" y="108"/>
                    </a:cubicBezTo>
                    <a:cubicBezTo>
                      <a:pt x="21" y="111"/>
                      <a:pt x="18" y="120"/>
                      <a:pt x="21" y="120"/>
                    </a:cubicBezTo>
                    <a:cubicBezTo>
                      <a:pt x="24" y="120"/>
                      <a:pt x="27" y="129"/>
                      <a:pt x="24" y="129"/>
                    </a:cubicBezTo>
                    <a:cubicBezTo>
                      <a:pt x="21" y="129"/>
                      <a:pt x="18" y="129"/>
                      <a:pt x="15" y="132"/>
                    </a:cubicBezTo>
                    <a:cubicBezTo>
                      <a:pt x="12" y="135"/>
                      <a:pt x="6" y="138"/>
                      <a:pt x="6" y="144"/>
                    </a:cubicBezTo>
                    <a:cubicBezTo>
                      <a:pt x="6" y="144"/>
                      <a:pt x="6" y="144"/>
                      <a:pt x="9" y="147"/>
                    </a:cubicBezTo>
                    <a:cubicBezTo>
                      <a:pt x="18" y="147"/>
                      <a:pt x="27" y="147"/>
                      <a:pt x="30" y="144"/>
                    </a:cubicBezTo>
                    <a:cubicBezTo>
                      <a:pt x="30" y="144"/>
                      <a:pt x="36" y="141"/>
                      <a:pt x="36" y="144"/>
                    </a:cubicBezTo>
                    <a:cubicBezTo>
                      <a:pt x="39" y="144"/>
                      <a:pt x="51" y="147"/>
                      <a:pt x="54" y="144"/>
                    </a:cubicBezTo>
                    <a:cubicBezTo>
                      <a:pt x="60" y="141"/>
                      <a:pt x="63" y="144"/>
                      <a:pt x="63" y="147"/>
                    </a:cubicBezTo>
                    <a:cubicBezTo>
                      <a:pt x="66" y="150"/>
                      <a:pt x="66" y="150"/>
                      <a:pt x="69" y="153"/>
                    </a:cubicBezTo>
                    <a:cubicBezTo>
                      <a:pt x="72" y="153"/>
                      <a:pt x="69" y="156"/>
                      <a:pt x="72" y="159"/>
                    </a:cubicBezTo>
                    <a:cubicBezTo>
                      <a:pt x="75" y="162"/>
                      <a:pt x="78" y="162"/>
                      <a:pt x="81" y="165"/>
                    </a:cubicBezTo>
                    <a:cubicBezTo>
                      <a:pt x="84" y="165"/>
                      <a:pt x="84" y="165"/>
                      <a:pt x="84" y="165"/>
                    </a:cubicBezTo>
                    <a:cubicBezTo>
                      <a:pt x="87" y="162"/>
                      <a:pt x="87" y="156"/>
                      <a:pt x="93" y="1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5" name="Freeform 185">
                <a:extLst>
                  <a:ext uri="{FF2B5EF4-FFF2-40B4-BE49-F238E27FC236}">
                    <a16:creationId xmlns:a16="http://schemas.microsoft.com/office/drawing/2014/main" id="{692DC304-EE65-57B8-D88D-703E4B803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9369" y="2408344"/>
                <a:ext cx="316317" cy="316316"/>
              </a:xfrm>
              <a:custGeom>
                <a:avLst/>
                <a:gdLst>
                  <a:gd name="T0" fmla="*/ 93 w 165"/>
                  <a:gd name="T1" fmla="*/ 156 h 165"/>
                  <a:gd name="T2" fmla="*/ 105 w 165"/>
                  <a:gd name="T3" fmla="*/ 156 h 165"/>
                  <a:gd name="T4" fmla="*/ 114 w 165"/>
                  <a:gd name="T5" fmla="*/ 156 h 165"/>
                  <a:gd name="T6" fmla="*/ 111 w 165"/>
                  <a:gd name="T7" fmla="*/ 144 h 165"/>
                  <a:gd name="T8" fmla="*/ 105 w 165"/>
                  <a:gd name="T9" fmla="*/ 132 h 165"/>
                  <a:gd name="T10" fmla="*/ 99 w 165"/>
                  <a:gd name="T11" fmla="*/ 126 h 165"/>
                  <a:gd name="T12" fmla="*/ 105 w 165"/>
                  <a:gd name="T13" fmla="*/ 114 h 165"/>
                  <a:gd name="T14" fmla="*/ 114 w 165"/>
                  <a:gd name="T15" fmla="*/ 114 h 165"/>
                  <a:gd name="T16" fmla="*/ 123 w 165"/>
                  <a:gd name="T17" fmla="*/ 114 h 165"/>
                  <a:gd name="T18" fmla="*/ 129 w 165"/>
                  <a:gd name="T19" fmla="*/ 105 h 165"/>
                  <a:gd name="T20" fmla="*/ 138 w 165"/>
                  <a:gd name="T21" fmla="*/ 99 h 165"/>
                  <a:gd name="T22" fmla="*/ 141 w 165"/>
                  <a:gd name="T23" fmla="*/ 87 h 165"/>
                  <a:gd name="T24" fmla="*/ 150 w 165"/>
                  <a:gd name="T25" fmla="*/ 84 h 165"/>
                  <a:gd name="T26" fmla="*/ 153 w 165"/>
                  <a:gd name="T27" fmla="*/ 78 h 165"/>
                  <a:gd name="T28" fmla="*/ 156 w 165"/>
                  <a:gd name="T29" fmla="*/ 69 h 165"/>
                  <a:gd name="T30" fmla="*/ 162 w 165"/>
                  <a:gd name="T31" fmla="*/ 60 h 165"/>
                  <a:gd name="T32" fmla="*/ 156 w 165"/>
                  <a:gd name="T33" fmla="*/ 54 h 165"/>
                  <a:gd name="T34" fmla="*/ 150 w 165"/>
                  <a:gd name="T35" fmla="*/ 45 h 165"/>
                  <a:gd name="T36" fmla="*/ 147 w 165"/>
                  <a:gd name="T37" fmla="*/ 33 h 165"/>
                  <a:gd name="T38" fmla="*/ 153 w 165"/>
                  <a:gd name="T39" fmla="*/ 27 h 165"/>
                  <a:gd name="T40" fmla="*/ 147 w 165"/>
                  <a:gd name="T41" fmla="*/ 19 h 165"/>
                  <a:gd name="T42" fmla="*/ 135 w 165"/>
                  <a:gd name="T43" fmla="*/ 10 h 165"/>
                  <a:gd name="T44" fmla="*/ 143 w 165"/>
                  <a:gd name="T45" fmla="*/ 3 h 165"/>
                  <a:gd name="T46" fmla="*/ 152 w 165"/>
                  <a:gd name="T47" fmla="*/ 0 h 165"/>
                  <a:gd name="T48" fmla="*/ 144 w 165"/>
                  <a:gd name="T49" fmla="*/ 0 h 165"/>
                  <a:gd name="T50" fmla="*/ 129 w 165"/>
                  <a:gd name="T51" fmla="*/ 6 h 165"/>
                  <a:gd name="T52" fmla="*/ 123 w 165"/>
                  <a:gd name="T53" fmla="*/ 6 h 165"/>
                  <a:gd name="T54" fmla="*/ 123 w 165"/>
                  <a:gd name="T55" fmla="*/ 9 h 165"/>
                  <a:gd name="T56" fmla="*/ 120 w 165"/>
                  <a:gd name="T57" fmla="*/ 12 h 165"/>
                  <a:gd name="T58" fmla="*/ 123 w 165"/>
                  <a:gd name="T59" fmla="*/ 21 h 165"/>
                  <a:gd name="T60" fmla="*/ 117 w 165"/>
                  <a:gd name="T61" fmla="*/ 27 h 165"/>
                  <a:gd name="T62" fmla="*/ 117 w 165"/>
                  <a:gd name="T63" fmla="*/ 36 h 165"/>
                  <a:gd name="T64" fmla="*/ 102 w 165"/>
                  <a:gd name="T65" fmla="*/ 36 h 165"/>
                  <a:gd name="T66" fmla="*/ 108 w 165"/>
                  <a:gd name="T67" fmla="*/ 45 h 165"/>
                  <a:gd name="T68" fmla="*/ 99 w 165"/>
                  <a:gd name="T69" fmla="*/ 48 h 165"/>
                  <a:gd name="T70" fmla="*/ 96 w 165"/>
                  <a:gd name="T71" fmla="*/ 60 h 165"/>
                  <a:gd name="T72" fmla="*/ 90 w 165"/>
                  <a:gd name="T73" fmla="*/ 66 h 165"/>
                  <a:gd name="T74" fmla="*/ 78 w 165"/>
                  <a:gd name="T75" fmla="*/ 69 h 165"/>
                  <a:gd name="T76" fmla="*/ 69 w 165"/>
                  <a:gd name="T77" fmla="*/ 72 h 165"/>
                  <a:gd name="T78" fmla="*/ 60 w 165"/>
                  <a:gd name="T79" fmla="*/ 78 h 165"/>
                  <a:gd name="T80" fmla="*/ 63 w 165"/>
                  <a:gd name="T81" fmla="*/ 87 h 165"/>
                  <a:gd name="T82" fmla="*/ 18 w 165"/>
                  <a:gd name="T83" fmla="*/ 93 h 165"/>
                  <a:gd name="T84" fmla="*/ 0 w 165"/>
                  <a:gd name="T85" fmla="*/ 93 h 165"/>
                  <a:gd name="T86" fmla="*/ 6 w 165"/>
                  <a:gd name="T87" fmla="*/ 99 h 165"/>
                  <a:gd name="T88" fmla="*/ 18 w 165"/>
                  <a:gd name="T89" fmla="*/ 108 h 165"/>
                  <a:gd name="T90" fmla="*/ 21 w 165"/>
                  <a:gd name="T91" fmla="*/ 120 h 165"/>
                  <a:gd name="T92" fmla="*/ 24 w 165"/>
                  <a:gd name="T93" fmla="*/ 129 h 165"/>
                  <a:gd name="T94" fmla="*/ 15 w 165"/>
                  <a:gd name="T95" fmla="*/ 132 h 165"/>
                  <a:gd name="T96" fmla="*/ 6 w 165"/>
                  <a:gd name="T97" fmla="*/ 144 h 165"/>
                  <a:gd name="T98" fmla="*/ 9 w 165"/>
                  <a:gd name="T99" fmla="*/ 147 h 165"/>
                  <a:gd name="T100" fmla="*/ 30 w 165"/>
                  <a:gd name="T101" fmla="*/ 144 h 165"/>
                  <a:gd name="T102" fmla="*/ 36 w 165"/>
                  <a:gd name="T103" fmla="*/ 144 h 165"/>
                  <a:gd name="T104" fmla="*/ 54 w 165"/>
                  <a:gd name="T105" fmla="*/ 144 h 165"/>
                  <a:gd name="T106" fmla="*/ 63 w 165"/>
                  <a:gd name="T107" fmla="*/ 147 h 165"/>
                  <a:gd name="T108" fmla="*/ 69 w 165"/>
                  <a:gd name="T109" fmla="*/ 153 h 165"/>
                  <a:gd name="T110" fmla="*/ 72 w 165"/>
                  <a:gd name="T111" fmla="*/ 159 h 165"/>
                  <a:gd name="T112" fmla="*/ 81 w 165"/>
                  <a:gd name="T113" fmla="*/ 165 h 165"/>
                  <a:gd name="T114" fmla="*/ 84 w 165"/>
                  <a:gd name="T115" fmla="*/ 165 h 165"/>
                  <a:gd name="T116" fmla="*/ 93 w 165"/>
                  <a:gd name="T117" fmla="*/ 15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5" h="165">
                    <a:moveTo>
                      <a:pt x="93" y="156"/>
                    </a:moveTo>
                    <a:cubicBezTo>
                      <a:pt x="102" y="159"/>
                      <a:pt x="102" y="156"/>
                      <a:pt x="105" y="156"/>
                    </a:cubicBezTo>
                    <a:cubicBezTo>
                      <a:pt x="108" y="159"/>
                      <a:pt x="111" y="156"/>
                      <a:pt x="114" y="156"/>
                    </a:cubicBezTo>
                    <a:cubicBezTo>
                      <a:pt x="114" y="153"/>
                      <a:pt x="111" y="147"/>
                      <a:pt x="111" y="144"/>
                    </a:cubicBezTo>
                    <a:cubicBezTo>
                      <a:pt x="108" y="141"/>
                      <a:pt x="105" y="138"/>
                      <a:pt x="105" y="132"/>
                    </a:cubicBezTo>
                    <a:cubicBezTo>
                      <a:pt x="105" y="129"/>
                      <a:pt x="99" y="129"/>
                      <a:pt x="99" y="126"/>
                    </a:cubicBezTo>
                    <a:cubicBezTo>
                      <a:pt x="99" y="120"/>
                      <a:pt x="105" y="114"/>
                      <a:pt x="105" y="114"/>
                    </a:cubicBezTo>
                    <a:cubicBezTo>
                      <a:pt x="108" y="114"/>
                      <a:pt x="114" y="117"/>
                      <a:pt x="114" y="114"/>
                    </a:cubicBezTo>
                    <a:cubicBezTo>
                      <a:pt x="117" y="111"/>
                      <a:pt x="120" y="114"/>
                      <a:pt x="123" y="114"/>
                    </a:cubicBezTo>
                    <a:cubicBezTo>
                      <a:pt x="123" y="114"/>
                      <a:pt x="129" y="111"/>
                      <a:pt x="129" y="105"/>
                    </a:cubicBezTo>
                    <a:cubicBezTo>
                      <a:pt x="129" y="102"/>
                      <a:pt x="135" y="102"/>
                      <a:pt x="138" y="99"/>
                    </a:cubicBezTo>
                    <a:cubicBezTo>
                      <a:pt x="138" y="99"/>
                      <a:pt x="141" y="90"/>
                      <a:pt x="141" y="87"/>
                    </a:cubicBezTo>
                    <a:cubicBezTo>
                      <a:pt x="144" y="87"/>
                      <a:pt x="150" y="87"/>
                      <a:pt x="150" y="84"/>
                    </a:cubicBezTo>
                    <a:cubicBezTo>
                      <a:pt x="150" y="78"/>
                      <a:pt x="150" y="78"/>
                      <a:pt x="153" y="78"/>
                    </a:cubicBezTo>
                    <a:cubicBezTo>
                      <a:pt x="156" y="75"/>
                      <a:pt x="156" y="72"/>
                      <a:pt x="156" y="69"/>
                    </a:cubicBezTo>
                    <a:cubicBezTo>
                      <a:pt x="156" y="66"/>
                      <a:pt x="159" y="60"/>
                      <a:pt x="162" y="60"/>
                    </a:cubicBezTo>
                    <a:cubicBezTo>
                      <a:pt x="165" y="60"/>
                      <a:pt x="162" y="54"/>
                      <a:pt x="156" y="54"/>
                    </a:cubicBezTo>
                    <a:cubicBezTo>
                      <a:pt x="153" y="57"/>
                      <a:pt x="150" y="45"/>
                      <a:pt x="150" y="45"/>
                    </a:cubicBezTo>
                    <a:cubicBezTo>
                      <a:pt x="150" y="45"/>
                      <a:pt x="150" y="36"/>
                      <a:pt x="147" y="33"/>
                    </a:cubicBezTo>
                    <a:cubicBezTo>
                      <a:pt x="147" y="33"/>
                      <a:pt x="150" y="27"/>
                      <a:pt x="153" y="27"/>
                    </a:cubicBezTo>
                    <a:cubicBezTo>
                      <a:pt x="153" y="26"/>
                      <a:pt x="152" y="23"/>
                      <a:pt x="147" y="19"/>
                    </a:cubicBezTo>
                    <a:cubicBezTo>
                      <a:pt x="141" y="15"/>
                      <a:pt x="134" y="11"/>
                      <a:pt x="135" y="10"/>
                    </a:cubicBezTo>
                    <a:cubicBezTo>
                      <a:pt x="138" y="7"/>
                      <a:pt x="140" y="3"/>
                      <a:pt x="143" y="3"/>
                    </a:cubicBezTo>
                    <a:cubicBezTo>
                      <a:pt x="149" y="3"/>
                      <a:pt x="152" y="0"/>
                      <a:pt x="152" y="0"/>
                    </a:cubicBezTo>
                    <a:cubicBezTo>
                      <a:pt x="149" y="0"/>
                      <a:pt x="146" y="0"/>
                      <a:pt x="144" y="0"/>
                    </a:cubicBezTo>
                    <a:cubicBezTo>
                      <a:pt x="141" y="0"/>
                      <a:pt x="132" y="3"/>
                      <a:pt x="129" y="6"/>
                    </a:cubicBezTo>
                    <a:cubicBezTo>
                      <a:pt x="129" y="6"/>
                      <a:pt x="126" y="6"/>
                      <a:pt x="123" y="6"/>
                    </a:cubicBezTo>
                    <a:cubicBezTo>
                      <a:pt x="123" y="6"/>
                      <a:pt x="123" y="6"/>
                      <a:pt x="123" y="9"/>
                    </a:cubicBezTo>
                    <a:cubicBezTo>
                      <a:pt x="120" y="9"/>
                      <a:pt x="117" y="12"/>
                      <a:pt x="120" y="12"/>
                    </a:cubicBezTo>
                    <a:cubicBezTo>
                      <a:pt x="123" y="15"/>
                      <a:pt x="123" y="18"/>
                      <a:pt x="123" y="21"/>
                    </a:cubicBezTo>
                    <a:cubicBezTo>
                      <a:pt x="123" y="24"/>
                      <a:pt x="117" y="24"/>
                      <a:pt x="117" y="27"/>
                    </a:cubicBezTo>
                    <a:cubicBezTo>
                      <a:pt x="114" y="30"/>
                      <a:pt x="117" y="33"/>
                      <a:pt x="117" y="36"/>
                    </a:cubicBezTo>
                    <a:cubicBezTo>
                      <a:pt x="114" y="39"/>
                      <a:pt x="105" y="36"/>
                      <a:pt x="102" y="36"/>
                    </a:cubicBezTo>
                    <a:cubicBezTo>
                      <a:pt x="102" y="39"/>
                      <a:pt x="105" y="42"/>
                      <a:pt x="108" y="45"/>
                    </a:cubicBezTo>
                    <a:cubicBezTo>
                      <a:pt x="108" y="45"/>
                      <a:pt x="102" y="48"/>
                      <a:pt x="99" y="48"/>
                    </a:cubicBezTo>
                    <a:cubicBezTo>
                      <a:pt x="96" y="48"/>
                      <a:pt x="96" y="54"/>
                      <a:pt x="96" y="60"/>
                    </a:cubicBezTo>
                    <a:cubicBezTo>
                      <a:pt x="96" y="66"/>
                      <a:pt x="90" y="69"/>
                      <a:pt x="90" y="66"/>
                    </a:cubicBezTo>
                    <a:cubicBezTo>
                      <a:pt x="90" y="63"/>
                      <a:pt x="78" y="66"/>
                      <a:pt x="78" y="69"/>
                    </a:cubicBezTo>
                    <a:cubicBezTo>
                      <a:pt x="78" y="72"/>
                      <a:pt x="75" y="72"/>
                      <a:pt x="69" y="72"/>
                    </a:cubicBezTo>
                    <a:cubicBezTo>
                      <a:pt x="66" y="72"/>
                      <a:pt x="63" y="75"/>
                      <a:pt x="60" y="78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90"/>
                      <a:pt x="24" y="96"/>
                      <a:pt x="18" y="93"/>
                    </a:cubicBezTo>
                    <a:cubicBezTo>
                      <a:pt x="12" y="93"/>
                      <a:pt x="6" y="93"/>
                      <a:pt x="0" y="93"/>
                    </a:cubicBezTo>
                    <a:cubicBezTo>
                      <a:pt x="3" y="93"/>
                      <a:pt x="3" y="96"/>
                      <a:pt x="6" y="99"/>
                    </a:cubicBezTo>
                    <a:cubicBezTo>
                      <a:pt x="6" y="102"/>
                      <a:pt x="12" y="105"/>
                      <a:pt x="18" y="108"/>
                    </a:cubicBezTo>
                    <a:cubicBezTo>
                      <a:pt x="21" y="111"/>
                      <a:pt x="18" y="120"/>
                      <a:pt x="21" y="120"/>
                    </a:cubicBezTo>
                    <a:cubicBezTo>
                      <a:pt x="24" y="120"/>
                      <a:pt x="27" y="129"/>
                      <a:pt x="24" y="129"/>
                    </a:cubicBezTo>
                    <a:cubicBezTo>
                      <a:pt x="21" y="129"/>
                      <a:pt x="18" y="129"/>
                      <a:pt x="15" y="132"/>
                    </a:cubicBezTo>
                    <a:cubicBezTo>
                      <a:pt x="12" y="135"/>
                      <a:pt x="6" y="138"/>
                      <a:pt x="6" y="144"/>
                    </a:cubicBezTo>
                    <a:cubicBezTo>
                      <a:pt x="6" y="144"/>
                      <a:pt x="6" y="144"/>
                      <a:pt x="9" y="147"/>
                    </a:cubicBezTo>
                    <a:cubicBezTo>
                      <a:pt x="18" y="147"/>
                      <a:pt x="27" y="147"/>
                      <a:pt x="30" y="144"/>
                    </a:cubicBezTo>
                    <a:cubicBezTo>
                      <a:pt x="30" y="144"/>
                      <a:pt x="36" y="141"/>
                      <a:pt x="36" y="144"/>
                    </a:cubicBezTo>
                    <a:cubicBezTo>
                      <a:pt x="39" y="144"/>
                      <a:pt x="51" y="147"/>
                      <a:pt x="54" y="144"/>
                    </a:cubicBezTo>
                    <a:cubicBezTo>
                      <a:pt x="60" y="141"/>
                      <a:pt x="63" y="144"/>
                      <a:pt x="63" y="147"/>
                    </a:cubicBezTo>
                    <a:cubicBezTo>
                      <a:pt x="66" y="150"/>
                      <a:pt x="66" y="150"/>
                      <a:pt x="69" y="153"/>
                    </a:cubicBezTo>
                    <a:cubicBezTo>
                      <a:pt x="72" y="153"/>
                      <a:pt x="69" y="156"/>
                      <a:pt x="72" y="159"/>
                    </a:cubicBezTo>
                    <a:cubicBezTo>
                      <a:pt x="75" y="162"/>
                      <a:pt x="78" y="162"/>
                      <a:pt x="81" y="165"/>
                    </a:cubicBezTo>
                    <a:cubicBezTo>
                      <a:pt x="84" y="165"/>
                      <a:pt x="84" y="165"/>
                      <a:pt x="84" y="165"/>
                    </a:cubicBezTo>
                    <a:cubicBezTo>
                      <a:pt x="87" y="162"/>
                      <a:pt x="87" y="156"/>
                      <a:pt x="93" y="15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6" name="Freeform 186">
                <a:extLst>
                  <a:ext uri="{FF2B5EF4-FFF2-40B4-BE49-F238E27FC236}">
                    <a16:creationId xmlns:a16="http://schemas.microsoft.com/office/drawing/2014/main" id="{30759D55-940F-F21E-F9CA-93BFBDCA7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2658" y="2304257"/>
                <a:ext cx="164917" cy="109494"/>
              </a:xfrm>
              <a:custGeom>
                <a:avLst/>
                <a:gdLst>
                  <a:gd name="T0" fmla="*/ 21 w 86"/>
                  <a:gd name="T1" fmla="*/ 48 h 57"/>
                  <a:gd name="T2" fmla="*/ 33 w 86"/>
                  <a:gd name="T3" fmla="*/ 42 h 57"/>
                  <a:gd name="T4" fmla="*/ 42 w 86"/>
                  <a:gd name="T5" fmla="*/ 33 h 57"/>
                  <a:gd name="T6" fmla="*/ 48 w 86"/>
                  <a:gd name="T7" fmla="*/ 42 h 57"/>
                  <a:gd name="T8" fmla="*/ 48 w 86"/>
                  <a:gd name="T9" fmla="*/ 57 h 57"/>
                  <a:gd name="T10" fmla="*/ 51 w 86"/>
                  <a:gd name="T11" fmla="*/ 57 h 57"/>
                  <a:gd name="T12" fmla="*/ 57 w 86"/>
                  <a:gd name="T13" fmla="*/ 54 h 57"/>
                  <a:gd name="T14" fmla="*/ 72 w 86"/>
                  <a:gd name="T15" fmla="*/ 45 h 57"/>
                  <a:gd name="T16" fmla="*/ 75 w 86"/>
                  <a:gd name="T17" fmla="*/ 51 h 57"/>
                  <a:gd name="T18" fmla="*/ 81 w 86"/>
                  <a:gd name="T19" fmla="*/ 51 h 57"/>
                  <a:gd name="T20" fmla="*/ 86 w 86"/>
                  <a:gd name="T21" fmla="*/ 49 h 57"/>
                  <a:gd name="T22" fmla="*/ 84 w 86"/>
                  <a:gd name="T23" fmla="*/ 36 h 57"/>
                  <a:gd name="T24" fmla="*/ 72 w 86"/>
                  <a:gd name="T25" fmla="*/ 30 h 57"/>
                  <a:gd name="T26" fmla="*/ 72 w 86"/>
                  <a:gd name="T27" fmla="*/ 18 h 57"/>
                  <a:gd name="T28" fmla="*/ 57 w 86"/>
                  <a:gd name="T29" fmla="*/ 21 h 57"/>
                  <a:gd name="T30" fmla="*/ 48 w 86"/>
                  <a:gd name="T31" fmla="*/ 18 h 57"/>
                  <a:gd name="T32" fmla="*/ 36 w 86"/>
                  <a:gd name="T33" fmla="*/ 18 h 57"/>
                  <a:gd name="T34" fmla="*/ 21 w 86"/>
                  <a:gd name="T35" fmla="*/ 18 h 57"/>
                  <a:gd name="T36" fmla="*/ 30 w 86"/>
                  <a:gd name="T37" fmla="*/ 9 h 57"/>
                  <a:gd name="T38" fmla="*/ 33 w 86"/>
                  <a:gd name="T39" fmla="*/ 9 h 57"/>
                  <a:gd name="T40" fmla="*/ 36 w 86"/>
                  <a:gd name="T41" fmla="*/ 0 h 57"/>
                  <a:gd name="T42" fmla="*/ 30 w 86"/>
                  <a:gd name="T43" fmla="*/ 3 h 57"/>
                  <a:gd name="T44" fmla="*/ 21 w 86"/>
                  <a:gd name="T45" fmla="*/ 6 h 57"/>
                  <a:gd name="T46" fmla="*/ 15 w 86"/>
                  <a:gd name="T47" fmla="*/ 12 h 57"/>
                  <a:gd name="T48" fmla="*/ 12 w 86"/>
                  <a:gd name="T49" fmla="*/ 18 h 57"/>
                  <a:gd name="T50" fmla="*/ 0 w 86"/>
                  <a:gd name="T51" fmla="*/ 21 h 57"/>
                  <a:gd name="T52" fmla="*/ 9 w 86"/>
                  <a:gd name="T53" fmla="*/ 30 h 57"/>
                  <a:gd name="T54" fmla="*/ 9 w 86"/>
                  <a:gd name="T55" fmla="*/ 39 h 57"/>
                  <a:gd name="T56" fmla="*/ 3 w 86"/>
                  <a:gd name="T57" fmla="*/ 51 h 57"/>
                  <a:gd name="T58" fmla="*/ 9 w 86"/>
                  <a:gd name="T59" fmla="*/ 51 h 57"/>
                  <a:gd name="T60" fmla="*/ 21 w 86"/>
                  <a:gd name="T61" fmla="*/ 4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6" h="57">
                    <a:moveTo>
                      <a:pt x="21" y="48"/>
                    </a:moveTo>
                    <a:cubicBezTo>
                      <a:pt x="21" y="45"/>
                      <a:pt x="33" y="48"/>
                      <a:pt x="33" y="42"/>
                    </a:cubicBezTo>
                    <a:cubicBezTo>
                      <a:pt x="33" y="39"/>
                      <a:pt x="39" y="33"/>
                      <a:pt x="42" y="33"/>
                    </a:cubicBezTo>
                    <a:cubicBezTo>
                      <a:pt x="45" y="33"/>
                      <a:pt x="42" y="42"/>
                      <a:pt x="48" y="42"/>
                    </a:cubicBezTo>
                    <a:cubicBezTo>
                      <a:pt x="51" y="45"/>
                      <a:pt x="45" y="54"/>
                      <a:pt x="48" y="57"/>
                    </a:cubicBezTo>
                    <a:cubicBezTo>
                      <a:pt x="51" y="57"/>
                      <a:pt x="51" y="57"/>
                      <a:pt x="51" y="57"/>
                    </a:cubicBezTo>
                    <a:cubicBezTo>
                      <a:pt x="54" y="57"/>
                      <a:pt x="57" y="54"/>
                      <a:pt x="57" y="54"/>
                    </a:cubicBezTo>
                    <a:cubicBezTo>
                      <a:pt x="63" y="51"/>
                      <a:pt x="69" y="45"/>
                      <a:pt x="72" y="45"/>
                    </a:cubicBezTo>
                    <a:cubicBezTo>
                      <a:pt x="72" y="48"/>
                      <a:pt x="72" y="51"/>
                      <a:pt x="75" y="51"/>
                    </a:cubicBezTo>
                    <a:cubicBezTo>
                      <a:pt x="77" y="49"/>
                      <a:pt x="79" y="50"/>
                      <a:pt x="81" y="51"/>
                    </a:cubicBezTo>
                    <a:cubicBezTo>
                      <a:pt x="83" y="50"/>
                      <a:pt x="84" y="49"/>
                      <a:pt x="86" y="49"/>
                    </a:cubicBezTo>
                    <a:cubicBezTo>
                      <a:pt x="85" y="45"/>
                      <a:pt x="84" y="39"/>
                      <a:pt x="84" y="36"/>
                    </a:cubicBezTo>
                    <a:cubicBezTo>
                      <a:pt x="84" y="33"/>
                      <a:pt x="72" y="30"/>
                      <a:pt x="72" y="30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8"/>
                      <a:pt x="60" y="21"/>
                      <a:pt x="57" y="21"/>
                    </a:cubicBezTo>
                    <a:cubicBezTo>
                      <a:pt x="54" y="18"/>
                      <a:pt x="51" y="21"/>
                      <a:pt x="48" y="18"/>
                    </a:cubicBezTo>
                    <a:cubicBezTo>
                      <a:pt x="45" y="15"/>
                      <a:pt x="42" y="21"/>
                      <a:pt x="36" y="18"/>
                    </a:cubicBezTo>
                    <a:cubicBezTo>
                      <a:pt x="33" y="15"/>
                      <a:pt x="21" y="18"/>
                      <a:pt x="21" y="18"/>
                    </a:cubicBezTo>
                    <a:cubicBezTo>
                      <a:pt x="21" y="15"/>
                      <a:pt x="27" y="9"/>
                      <a:pt x="30" y="9"/>
                    </a:cubicBezTo>
                    <a:cubicBezTo>
                      <a:pt x="30" y="9"/>
                      <a:pt x="30" y="9"/>
                      <a:pt x="33" y="9"/>
                    </a:cubicBezTo>
                    <a:cubicBezTo>
                      <a:pt x="33" y="9"/>
                      <a:pt x="39" y="3"/>
                      <a:pt x="36" y="0"/>
                    </a:cubicBezTo>
                    <a:cubicBezTo>
                      <a:pt x="36" y="0"/>
                      <a:pt x="33" y="0"/>
                      <a:pt x="30" y="3"/>
                    </a:cubicBezTo>
                    <a:cubicBezTo>
                      <a:pt x="27" y="6"/>
                      <a:pt x="21" y="3"/>
                      <a:pt x="21" y="6"/>
                    </a:cubicBezTo>
                    <a:cubicBezTo>
                      <a:pt x="18" y="9"/>
                      <a:pt x="18" y="12"/>
                      <a:pt x="15" y="12"/>
                    </a:cubicBezTo>
                    <a:cubicBezTo>
                      <a:pt x="12" y="12"/>
                      <a:pt x="15" y="15"/>
                      <a:pt x="12" y="18"/>
                    </a:cubicBezTo>
                    <a:cubicBezTo>
                      <a:pt x="9" y="18"/>
                      <a:pt x="0" y="18"/>
                      <a:pt x="0" y="21"/>
                    </a:cubicBezTo>
                    <a:cubicBezTo>
                      <a:pt x="0" y="24"/>
                      <a:pt x="9" y="27"/>
                      <a:pt x="9" y="30"/>
                    </a:cubicBezTo>
                    <a:cubicBezTo>
                      <a:pt x="6" y="33"/>
                      <a:pt x="12" y="36"/>
                      <a:pt x="9" y="39"/>
                    </a:cubicBezTo>
                    <a:cubicBezTo>
                      <a:pt x="6" y="42"/>
                      <a:pt x="3" y="45"/>
                      <a:pt x="3" y="51"/>
                    </a:cubicBezTo>
                    <a:cubicBezTo>
                      <a:pt x="6" y="54"/>
                      <a:pt x="9" y="54"/>
                      <a:pt x="9" y="51"/>
                    </a:cubicBezTo>
                    <a:cubicBezTo>
                      <a:pt x="12" y="48"/>
                      <a:pt x="21" y="51"/>
                      <a:pt x="21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7" name="Freeform 187">
                <a:extLst>
                  <a:ext uri="{FF2B5EF4-FFF2-40B4-BE49-F238E27FC236}">
                    <a16:creationId xmlns:a16="http://schemas.microsoft.com/office/drawing/2014/main" id="{3D782153-E3BB-E7D3-6A05-563CA0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8555" y="2367790"/>
                <a:ext cx="309558" cy="224395"/>
              </a:xfrm>
              <a:custGeom>
                <a:avLst/>
                <a:gdLst>
                  <a:gd name="T0" fmla="*/ 96 w 162"/>
                  <a:gd name="T1" fmla="*/ 87 h 117"/>
                  <a:gd name="T2" fmla="*/ 102 w 162"/>
                  <a:gd name="T3" fmla="*/ 81 h 117"/>
                  <a:gd name="T4" fmla="*/ 105 w 162"/>
                  <a:gd name="T5" fmla="*/ 69 h 117"/>
                  <a:gd name="T6" fmla="*/ 114 w 162"/>
                  <a:gd name="T7" fmla="*/ 66 h 117"/>
                  <a:gd name="T8" fmla="*/ 108 w 162"/>
                  <a:gd name="T9" fmla="*/ 57 h 117"/>
                  <a:gd name="T10" fmla="*/ 123 w 162"/>
                  <a:gd name="T11" fmla="*/ 57 h 117"/>
                  <a:gd name="T12" fmla="*/ 123 w 162"/>
                  <a:gd name="T13" fmla="*/ 48 h 117"/>
                  <a:gd name="T14" fmla="*/ 129 w 162"/>
                  <a:gd name="T15" fmla="*/ 42 h 117"/>
                  <a:gd name="T16" fmla="*/ 126 w 162"/>
                  <a:gd name="T17" fmla="*/ 33 h 117"/>
                  <a:gd name="T18" fmla="*/ 129 w 162"/>
                  <a:gd name="T19" fmla="*/ 30 h 117"/>
                  <a:gd name="T20" fmla="*/ 129 w 162"/>
                  <a:gd name="T21" fmla="*/ 27 h 117"/>
                  <a:gd name="T22" fmla="*/ 135 w 162"/>
                  <a:gd name="T23" fmla="*/ 27 h 117"/>
                  <a:gd name="T24" fmla="*/ 150 w 162"/>
                  <a:gd name="T25" fmla="*/ 21 h 117"/>
                  <a:gd name="T26" fmla="*/ 158 w 162"/>
                  <a:gd name="T27" fmla="*/ 21 h 117"/>
                  <a:gd name="T28" fmla="*/ 162 w 162"/>
                  <a:gd name="T29" fmla="*/ 18 h 117"/>
                  <a:gd name="T30" fmla="*/ 162 w 162"/>
                  <a:gd name="T31" fmla="*/ 18 h 117"/>
                  <a:gd name="T32" fmla="*/ 156 w 162"/>
                  <a:gd name="T33" fmla="*/ 18 h 117"/>
                  <a:gd name="T34" fmla="*/ 153 w 162"/>
                  <a:gd name="T35" fmla="*/ 12 h 117"/>
                  <a:gd name="T36" fmla="*/ 138 w 162"/>
                  <a:gd name="T37" fmla="*/ 21 h 117"/>
                  <a:gd name="T38" fmla="*/ 135 w 162"/>
                  <a:gd name="T39" fmla="*/ 24 h 117"/>
                  <a:gd name="T40" fmla="*/ 129 w 162"/>
                  <a:gd name="T41" fmla="*/ 24 h 117"/>
                  <a:gd name="T42" fmla="*/ 129 w 162"/>
                  <a:gd name="T43" fmla="*/ 9 h 117"/>
                  <a:gd name="T44" fmla="*/ 123 w 162"/>
                  <a:gd name="T45" fmla="*/ 0 h 117"/>
                  <a:gd name="T46" fmla="*/ 114 w 162"/>
                  <a:gd name="T47" fmla="*/ 9 h 117"/>
                  <a:gd name="T48" fmla="*/ 102 w 162"/>
                  <a:gd name="T49" fmla="*/ 15 h 117"/>
                  <a:gd name="T50" fmla="*/ 90 w 162"/>
                  <a:gd name="T51" fmla="*/ 18 h 117"/>
                  <a:gd name="T52" fmla="*/ 81 w 162"/>
                  <a:gd name="T53" fmla="*/ 15 h 117"/>
                  <a:gd name="T54" fmla="*/ 72 w 162"/>
                  <a:gd name="T55" fmla="*/ 12 h 117"/>
                  <a:gd name="T56" fmla="*/ 63 w 162"/>
                  <a:gd name="T57" fmla="*/ 12 h 117"/>
                  <a:gd name="T58" fmla="*/ 54 w 162"/>
                  <a:gd name="T59" fmla="*/ 18 h 117"/>
                  <a:gd name="T60" fmla="*/ 48 w 162"/>
                  <a:gd name="T61" fmla="*/ 27 h 117"/>
                  <a:gd name="T62" fmla="*/ 30 w 162"/>
                  <a:gd name="T63" fmla="*/ 36 h 117"/>
                  <a:gd name="T64" fmla="*/ 21 w 162"/>
                  <a:gd name="T65" fmla="*/ 42 h 117"/>
                  <a:gd name="T66" fmla="*/ 12 w 162"/>
                  <a:gd name="T67" fmla="*/ 39 h 117"/>
                  <a:gd name="T68" fmla="*/ 9 w 162"/>
                  <a:gd name="T69" fmla="*/ 45 h 117"/>
                  <a:gd name="T70" fmla="*/ 3 w 162"/>
                  <a:gd name="T71" fmla="*/ 54 h 117"/>
                  <a:gd name="T72" fmla="*/ 3 w 162"/>
                  <a:gd name="T73" fmla="*/ 63 h 117"/>
                  <a:gd name="T74" fmla="*/ 3 w 162"/>
                  <a:gd name="T75" fmla="*/ 75 h 117"/>
                  <a:gd name="T76" fmla="*/ 3 w 162"/>
                  <a:gd name="T77" fmla="*/ 87 h 117"/>
                  <a:gd name="T78" fmla="*/ 15 w 162"/>
                  <a:gd name="T79" fmla="*/ 93 h 117"/>
                  <a:gd name="T80" fmla="*/ 3 w 162"/>
                  <a:gd name="T81" fmla="*/ 108 h 117"/>
                  <a:gd name="T82" fmla="*/ 6 w 162"/>
                  <a:gd name="T83" fmla="*/ 114 h 117"/>
                  <a:gd name="T84" fmla="*/ 24 w 162"/>
                  <a:gd name="T85" fmla="*/ 114 h 117"/>
                  <a:gd name="T86" fmla="*/ 69 w 162"/>
                  <a:gd name="T87" fmla="*/ 108 h 117"/>
                  <a:gd name="T88" fmla="*/ 66 w 162"/>
                  <a:gd name="T89" fmla="*/ 99 h 117"/>
                  <a:gd name="T90" fmla="*/ 75 w 162"/>
                  <a:gd name="T91" fmla="*/ 93 h 117"/>
                  <a:gd name="T92" fmla="*/ 84 w 162"/>
                  <a:gd name="T93" fmla="*/ 90 h 117"/>
                  <a:gd name="T94" fmla="*/ 96 w 162"/>
                  <a:gd name="T95" fmla="*/ 87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62" h="117">
                    <a:moveTo>
                      <a:pt x="96" y="87"/>
                    </a:moveTo>
                    <a:cubicBezTo>
                      <a:pt x="96" y="90"/>
                      <a:pt x="102" y="87"/>
                      <a:pt x="102" y="81"/>
                    </a:cubicBezTo>
                    <a:cubicBezTo>
                      <a:pt x="102" y="75"/>
                      <a:pt x="102" y="69"/>
                      <a:pt x="105" y="69"/>
                    </a:cubicBezTo>
                    <a:cubicBezTo>
                      <a:pt x="108" y="69"/>
                      <a:pt x="114" y="66"/>
                      <a:pt x="114" y="66"/>
                    </a:cubicBezTo>
                    <a:cubicBezTo>
                      <a:pt x="111" y="63"/>
                      <a:pt x="108" y="60"/>
                      <a:pt x="108" y="57"/>
                    </a:cubicBezTo>
                    <a:cubicBezTo>
                      <a:pt x="111" y="57"/>
                      <a:pt x="120" y="60"/>
                      <a:pt x="123" y="57"/>
                    </a:cubicBezTo>
                    <a:cubicBezTo>
                      <a:pt x="123" y="54"/>
                      <a:pt x="120" y="51"/>
                      <a:pt x="123" y="48"/>
                    </a:cubicBezTo>
                    <a:cubicBezTo>
                      <a:pt x="123" y="45"/>
                      <a:pt x="129" y="45"/>
                      <a:pt x="129" y="42"/>
                    </a:cubicBezTo>
                    <a:cubicBezTo>
                      <a:pt x="129" y="39"/>
                      <a:pt x="129" y="36"/>
                      <a:pt x="126" y="33"/>
                    </a:cubicBezTo>
                    <a:cubicBezTo>
                      <a:pt x="123" y="33"/>
                      <a:pt x="126" y="30"/>
                      <a:pt x="129" y="30"/>
                    </a:cubicBezTo>
                    <a:cubicBezTo>
                      <a:pt x="129" y="27"/>
                      <a:pt x="129" y="27"/>
                      <a:pt x="129" y="27"/>
                    </a:cubicBezTo>
                    <a:cubicBezTo>
                      <a:pt x="132" y="27"/>
                      <a:pt x="135" y="27"/>
                      <a:pt x="135" y="27"/>
                    </a:cubicBezTo>
                    <a:cubicBezTo>
                      <a:pt x="138" y="24"/>
                      <a:pt x="147" y="21"/>
                      <a:pt x="150" y="21"/>
                    </a:cubicBezTo>
                    <a:cubicBezTo>
                      <a:pt x="152" y="21"/>
                      <a:pt x="155" y="22"/>
                      <a:pt x="158" y="21"/>
                    </a:cubicBezTo>
                    <a:cubicBezTo>
                      <a:pt x="158" y="20"/>
                      <a:pt x="160" y="19"/>
                      <a:pt x="162" y="18"/>
                    </a:cubicBezTo>
                    <a:cubicBezTo>
                      <a:pt x="162" y="18"/>
                      <a:pt x="162" y="18"/>
                      <a:pt x="162" y="18"/>
                    </a:cubicBezTo>
                    <a:cubicBezTo>
                      <a:pt x="160" y="17"/>
                      <a:pt x="158" y="16"/>
                      <a:pt x="156" y="18"/>
                    </a:cubicBezTo>
                    <a:cubicBezTo>
                      <a:pt x="153" y="18"/>
                      <a:pt x="153" y="15"/>
                      <a:pt x="153" y="12"/>
                    </a:cubicBezTo>
                    <a:cubicBezTo>
                      <a:pt x="150" y="12"/>
                      <a:pt x="144" y="18"/>
                      <a:pt x="138" y="21"/>
                    </a:cubicBezTo>
                    <a:cubicBezTo>
                      <a:pt x="135" y="24"/>
                      <a:pt x="135" y="24"/>
                      <a:pt x="135" y="24"/>
                    </a:cubicBezTo>
                    <a:cubicBezTo>
                      <a:pt x="132" y="24"/>
                      <a:pt x="129" y="24"/>
                      <a:pt x="129" y="24"/>
                    </a:cubicBezTo>
                    <a:cubicBezTo>
                      <a:pt x="126" y="21"/>
                      <a:pt x="132" y="12"/>
                      <a:pt x="129" y="9"/>
                    </a:cubicBezTo>
                    <a:cubicBezTo>
                      <a:pt x="123" y="9"/>
                      <a:pt x="126" y="0"/>
                      <a:pt x="123" y="0"/>
                    </a:cubicBezTo>
                    <a:cubicBezTo>
                      <a:pt x="120" y="0"/>
                      <a:pt x="114" y="6"/>
                      <a:pt x="114" y="9"/>
                    </a:cubicBezTo>
                    <a:cubicBezTo>
                      <a:pt x="114" y="15"/>
                      <a:pt x="102" y="12"/>
                      <a:pt x="102" y="15"/>
                    </a:cubicBezTo>
                    <a:cubicBezTo>
                      <a:pt x="102" y="18"/>
                      <a:pt x="93" y="15"/>
                      <a:pt x="90" y="18"/>
                    </a:cubicBezTo>
                    <a:cubicBezTo>
                      <a:pt x="90" y="21"/>
                      <a:pt x="84" y="15"/>
                      <a:pt x="81" y="15"/>
                    </a:cubicBezTo>
                    <a:cubicBezTo>
                      <a:pt x="78" y="15"/>
                      <a:pt x="75" y="12"/>
                      <a:pt x="72" y="12"/>
                    </a:cubicBezTo>
                    <a:cubicBezTo>
                      <a:pt x="69" y="15"/>
                      <a:pt x="66" y="12"/>
                      <a:pt x="63" y="12"/>
                    </a:cubicBezTo>
                    <a:cubicBezTo>
                      <a:pt x="60" y="12"/>
                      <a:pt x="57" y="18"/>
                      <a:pt x="54" y="18"/>
                    </a:cubicBezTo>
                    <a:cubicBezTo>
                      <a:pt x="51" y="15"/>
                      <a:pt x="48" y="24"/>
                      <a:pt x="48" y="27"/>
                    </a:cubicBezTo>
                    <a:cubicBezTo>
                      <a:pt x="45" y="33"/>
                      <a:pt x="30" y="33"/>
                      <a:pt x="30" y="36"/>
                    </a:cubicBezTo>
                    <a:cubicBezTo>
                      <a:pt x="30" y="42"/>
                      <a:pt x="21" y="45"/>
                      <a:pt x="21" y="42"/>
                    </a:cubicBezTo>
                    <a:cubicBezTo>
                      <a:pt x="21" y="39"/>
                      <a:pt x="15" y="39"/>
                      <a:pt x="12" y="39"/>
                    </a:cubicBezTo>
                    <a:cubicBezTo>
                      <a:pt x="12" y="39"/>
                      <a:pt x="6" y="39"/>
                      <a:pt x="9" y="45"/>
                    </a:cubicBezTo>
                    <a:cubicBezTo>
                      <a:pt x="9" y="48"/>
                      <a:pt x="3" y="51"/>
                      <a:pt x="3" y="54"/>
                    </a:cubicBezTo>
                    <a:cubicBezTo>
                      <a:pt x="3" y="54"/>
                      <a:pt x="0" y="60"/>
                      <a:pt x="3" y="63"/>
                    </a:cubicBezTo>
                    <a:cubicBezTo>
                      <a:pt x="3" y="66"/>
                      <a:pt x="0" y="69"/>
                      <a:pt x="3" y="75"/>
                    </a:cubicBezTo>
                    <a:cubicBezTo>
                      <a:pt x="3" y="78"/>
                      <a:pt x="3" y="87"/>
                      <a:pt x="3" y="87"/>
                    </a:cubicBezTo>
                    <a:cubicBezTo>
                      <a:pt x="6" y="90"/>
                      <a:pt x="12" y="87"/>
                      <a:pt x="15" y="93"/>
                    </a:cubicBezTo>
                    <a:cubicBezTo>
                      <a:pt x="18" y="99"/>
                      <a:pt x="3" y="108"/>
                      <a:pt x="3" y="108"/>
                    </a:cubicBezTo>
                    <a:cubicBezTo>
                      <a:pt x="3" y="111"/>
                      <a:pt x="3" y="111"/>
                      <a:pt x="6" y="114"/>
                    </a:cubicBezTo>
                    <a:cubicBezTo>
                      <a:pt x="12" y="114"/>
                      <a:pt x="18" y="114"/>
                      <a:pt x="24" y="114"/>
                    </a:cubicBezTo>
                    <a:cubicBezTo>
                      <a:pt x="30" y="117"/>
                      <a:pt x="69" y="111"/>
                      <a:pt x="69" y="108"/>
                    </a:cubicBezTo>
                    <a:cubicBezTo>
                      <a:pt x="66" y="99"/>
                      <a:pt x="66" y="99"/>
                      <a:pt x="66" y="99"/>
                    </a:cubicBezTo>
                    <a:cubicBezTo>
                      <a:pt x="69" y="96"/>
                      <a:pt x="72" y="93"/>
                      <a:pt x="75" y="93"/>
                    </a:cubicBezTo>
                    <a:cubicBezTo>
                      <a:pt x="81" y="93"/>
                      <a:pt x="84" y="93"/>
                      <a:pt x="84" y="90"/>
                    </a:cubicBezTo>
                    <a:cubicBezTo>
                      <a:pt x="84" y="87"/>
                      <a:pt x="96" y="84"/>
                      <a:pt x="96" y="8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736" name="Freeform 156">
              <a:extLst>
                <a:ext uri="{FF2B5EF4-FFF2-40B4-BE49-F238E27FC236}">
                  <a16:creationId xmlns:a16="http://schemas.microsoft.com/office/drawing/2014/main" id="{C39D720B-1E9A-63A2-8AD5-2774E42B7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784" y="3677659"/>
              <a:ext cx="58127" cy="33794"/>
            </a:xfrm>
            <a:custGeom>
              <a:avLst/>
              <a:gdLst>
                <a:gd name="T0" fmla="*/ 12 w 30"/>
                <a:gd name="T1" fmla="*/ 3 h 18"/>
                <a:gd name="T2" fmla="*/ 9 w 30"/>
                <a:gd name="T3" fmla="*/ 15 h 18"/>
                <a:gd name="T4" fmla="*/ 18 w 30"/>
                <a:gd name="T5" fmla="*/ 15 h 18"/>
                <a:gd name="T6" fmla="*/ 27 w 30"/>
                <a:gd name="T7" fmla="*/ 12 h 18"/>
                <a:gd name="T8" fmla="*/ 12 w 30"/>
                <a:gd name="T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8">
                  <a:moveTo>
                    <a:pt x="12" y="3"/>
                  </a:moveTo>
                  <a:cubicBezTo>
                    <a:pt x="12" y="0"/>
                    <a:pt x="0" y="12"/>
                    <a:pt x="9" y="15"/>
                  </a:cubicBezTo>
                  <a:cubicBezTo>
                    <a:pt x="12" y="18"/>
                    <a:pt x="15" y="12"/>
                    <a:pt x="18" y="15"/>
                  </a:cubicBezTo>
                  <a:cubicBezTo>
                    <a:pt x="21" y="18"/>
                    <a:pt x="27" y="18"/>
                    <a:pt x="27" y="12"/>
                  </a:cubicBezTo>
                  <a:cubicBezTo>
                    <a:pt x="30" y="6"/>
                    <a:pt x="15" y="6"/>
                    <a:pt x="12" y="3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7" name="Freeform 127">
              <a:extLst>
                <a:ext uri="{FF2B5EF4-FFF2-40B4-BE49-F238E27FC236}">
                  <a16:creationId xmlns:a16="http://schemas.microsoft.com/office/drawing/2014/main" id="{894A762E-E128-A16A-6FD2-EEFABB5F3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7689" y="3715554"/>
              <a:ext cx="52719" cy="29739"/>
            </a:xfrm>
            <a:custGeom>
              <a:avLst/>
              <a:gdLst>
                <a:gd name="T0" fmla="*/ 6 w 27"/>
                <a:gd name="T1" fmla="*/ 6 h 15"/>
                <a:gd name="T2" fmla="*/ 24 w 27"/>
                <a:gd name="T3" fmla="*/ 6 h 15"/>
                <a:gd name="T4" fmla="*/ 6 w 27"/>
                <a:gd name="T5" fmla="*/ 6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5">
                  <a:moveTo>
                    <a:pt x="6" y="6"/>
                  </a:moveTo>
                  <a:cubicBezTo>
                    <a:pt x="9" y="15"/>
                    <a:pt x="24" y="9"/>
                    <a:pt x="24" y="6"/>
                  </a:cubicBezTo>
                  <a:cubicBezTo>
                    <a:pt x="27" y="3"/>
                    <a:pt x="0" y="0"/>
                    <a:pt x="6" y="6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5010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252</Words>
  <Application>Microsoft Macintosh PowerPoint</Application>
  <PresentationFormat>Affichage à l'écran (16:9)</PresentationFormat>
  <Paragraphs>178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Arial</vt:lpstr>
      <vt:lpstr>Calibri</vt:lpstr>
      <vt:lpstr>Helvetica 45 Light</vt:lpstr>
      <vt:lpstr>Helvetica 55 Roman</vt:lpstr>
      <vt:lpstr>Helvetica 75</vt:lpstr>
      <vt:lpstr>Helvetica 75 Bold</vt:lpstr>
      <vt:lpstr>Wingdings</vt:lpstr>
      <vt:lpstr>OUK-Template_Beta_220616</vt:lpstr>
      <vt:lpstr>World map with country names</vt:lpstr>
      <vt:lpstr>World map without country names</vt:lpstr>
    </vt:vector>
  </TitlesOfParts>
  <Company>Article10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COURTIAL Stephane COMM/MC</cp:lastModifiedBy>
  <cp:revision>15</cp:revision>
  <dcterms:created xsi:type="dcterms:W3CDTF">2016-08-11T14:02:28Z</dcterms:created>
  <dcterms:modified xsi:type="dcterms:W3CDTF">2024-11-08T13:19:29Z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OUK-Template_Beta_220616:5</vt:lpwstr>
  </property>
  <property fmtid="{D5CDD505-2E9C-101B-9397-08002B2CF9AE}" pid="3" name="ClassificationContentMarkingFooterText">
    <vt:lpwstr>Orange Restricted</vt:lpwstr>
  </property>
</Properties>
</file>