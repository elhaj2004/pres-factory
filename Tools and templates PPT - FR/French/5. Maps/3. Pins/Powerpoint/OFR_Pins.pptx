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92" r:id="rId2"/>
    <p:sldId id="293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4" userDrawn="1">
          <p15:clr>
            <a:srgbClr val="A4A3A4"/>
          </p15:clr>
        </p15:guide>
        <p15:guide id="12" orient="horz" pos="745" userDrawn="1">
          <p15:clr>
            <a:srgbClr val="A4A3A4"/>
          </p15:clr>
        </p15:guide>
        <p15:guide id="13" orient="horz" pos="1622" userDrawn="1">
          <p15:clr>
            <a:srgbClr val="A4A3A4"/>
          </p15:clr>
        </p15:guide>
        <p15:guide id="14" orient="horz" pos="2870" userDrawn="1">
          <p15:clr>
            <a:srgbClr val="A4A3A4"/>
          </p15:clr>
        </p15:guide>
        <p15:guide id="15" pos="194" userDrawn="1">
          <p15:clr>
            <a:srgbClr val="A4A3A4"/>
          </p15:clr>
        </p15:guide>
        <p15:guide id="16" pos="5566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22" d="100"/>
          <a:sy n="122" d="100"/>
        </p:scale>
        <p:origin x="-96" y="-108"/>
      </p:cViewPr>
      <p:guideLst>
        <p:guide orient="horz" pos="169"/>
        <p:guide orient="horz" pos="634"/>
        <p:guide orient="horz" pos="745"/>
        <p:guide orient="horz" pos="1622"/>
        <p:guide orient="horz" pos="2870"/>
        <p:guide pos="2880"/>
        <p:guide pos="194"/>
        <p:guide pos="5566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10/10/2016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 smtClean="0"/>
              <a:t>Cliquez pour modifier le titre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7389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Interne Orange</a:t>
            </a:r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9650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 smtClean="0"/>
              <a:t>Cliquez pour modifier le titre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20112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 dirty="0" smtClean="0"/>
              <a:t>Cliquez pour modifier le texte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</a:p>
          <a:p>
            <a:pPr lvl="5"/>
            <a:r>
              <a:rPr lang="fr-FR" noProof="0" dirty="0" smtClean="0"/>
              <a:t>Sixième niveau</a:t>
            </a:r>
            <a:endParaRPr lang="fr-FR" noProof="0" dirty="0"/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5401839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rgbClr val="0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07397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Punaises - Orange</a:t>
            </a:r>
            <a:endParaRPr lang="fr-FR" dirty="0"/>
          </a:p>
        </p:txBody>
      </p:sp>
      <p:grpSp>
        <p:nvGrpSpPr>
          <p:cNvPr id="13" name="Group 12"/>
          <p:cNvGrpSpPr/>
          <p:nvPr/>
        </p:nvGrpSpPr>
        <p:grpSpPr>
          <a:xfrm>
            <a:off x="1625404" y="3428395"/>
            <a:ext cx="1211087" cy="972149"/>
            <a:chOff x="3275856" y="3541851"/>
            <a:chExt cx="1235336" cy="991615"/>
          </a:xfrm>
        </p:grpSpPr>
        <p:sp>
          <p:nvSpPr>
            <p:cNvPr id="15" name="Isosceles Triangle 14"/>
            <p:cNvSpPr/>
            <p:nvPr/>
          </p:nvSpPr>
          <p:spPr>
            <a:xfrm rot="10800000">
              <a:off x="3423744" y="4272615"/>
              <a:ext cx="302588" cy="26085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5856" y="3541851"/>
              <a:ext cx="1235336" cy="728979"/>
            </a:xfrm>
            <a:prstGeom prst="rect">
              <a:avLst/>
            </a:prstGeom>
            <a:noFill/>
            <a:ln w="1270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 smtClean="0">
                  <a:solidFill>
                    <a:srgbClr val="000000"/>
                  </a:solidFill>
                </a:rPr>
                <a:t>Ajouter texte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99734" y="2980404"/>
            <a:ext cx="1429623" cy="1420142"/>
            <a:chOff x="3275858" y="3084887"/>
            <a:chExt cx="1458249" cy="1448577"/>
          </a:xfrm>
        </p:grpSpPr>
        <p:sp>
          <p:nvSpPr>
            <p:cNvPr id="18" name="Isosceles Triangle 17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>
                <a:solidFill>
                  <a:srgbClr val="000000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5858" y="3084887"/>
              <a:ext cx="1458249" cy="1185946"/>
            </a:xfrm>
            <a:prstGeom prst="rect">
              <a:avLst/>
            </a:prstGeom>
            <a:noFill/>
            <a:ln w="1270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 smtClean="0">
                  <a:solidFill>
                    <a:srgbClr val="000000"/>
                  </a:solidFill>
                </a:rPr>
                <a:t>Objet groupé. Adaptable en cliquant sir le coin en bas à droite.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66203" y="3428396"/>
            <a:ext cx="2506540" cy="972147"/>
            <a:chOff x="3275857" y="3541851"/>
            <a:chExt cx="2556730" cy="991613"/>
          </a:xfrm>
        </p:grpSpPr>
        <p:sp>
          <p:nvSpPr>
            <p:cNvPr id="22" name="Isosceles Triangle 21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>
                <a:solidFill>
                  <a:srgbClr val="00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75857" y="3541851"/>
              <a:ext cx="2556730" cy="728979"/>
            </a:xfrm>
            <a:prstGeom prst="rect">
              <a:avLst/>
            </a:prstGeom>
            <a:noFill/>
            <a:ln w="127000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 smtClean="0">
                  <a:solidFill>
                    <a:srgbClr val="000000"/>
                  </a:solidFill>
                </a:rPr>
                <a:t>Objet groupé. Adaptable en cliquant sur le coin en haut à droite.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706851" y="1162488"/>
            <a:ext cx="779024" cy="1024799"/>
            <a:chOff x="7809502" y="2446577"/>
            <a:chExt cx="668940" cy="879985"/>
          </a:xfrm>
          <a:solidFill>
            <a:schemeClr val="accent1"/>
          </a:solidFill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100" dirty="0"/>
            </a:p>
          </p:txBody>
        </p: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sp>
        <p:nvSpPr>
          <p:cNvPr id="55" name="Freeform 54"/>
          <p:cNvSpPr>
            <a:spLocks/>
          </p:cNvSpPr>
          <p:nvPr/>
        </p:nvSpPr>
        <p:spPr bwMode="auto">
          <a:xfrm>
            <a:off x="3318866" y="1162488"/>
            <a:ext cx="780086" cy="1026197"/>
          </a:xfrm>
          <a:custGeom>
            <a:avLst/>
            <a:gdLst>
              <a:gd name="connsiteX0" fmla="*/ 439428 w 878856"/>
              <a:gd name="connsiteY0" fmla="*/ 142500 h 1156128"/>
              <a:gd name="connsiteX1" fmla="*/ 142500 w 878856"/>
              <a:gd name="connsiteY1" fmla="*/ 439428 h 1156128"/>
              <a:gd name="connsiteX2" fmla="*/ 439428 w 878856"/>
              <a:gd name="connsiteY2" fmla="*/ 736356 h 1156128"/>
              <a:gd name="connsiteX3" fmla="*/ 736356 w 878856"/>
              <a:gd name="connsiteY3" fmla="*/ 439428 h 1156128"/>
              <a:gd name="connsiteX4" fmla="*/ 439428 w 878856"/>
              <a:gd name="connsiteY4" fmla="*/ 142500 h 1156128"/>
              <a:gd name="connsiteX5" fmla="*/ 439428 w 878856"/>
              <a:gd name="connsiteY5" fmla="*/ 0 h 1156128"/>
              <a:gd name="connsiteX6" fmla="*/ 878856 w 878856"/>
              <a:gd name="connsiteY6" fmla="*/ 447777 h 1156128"/>
              <a:gd name="connsiteX7" fmla="*/ 763217 w 878856"/>
              <a:gd name="connsiteY7" fmla="*/ 751928 h 1156128"/>
              <a:gd name="connsiteX8" fmla="*/ 439428 w 878856"/>
              <a:gd name="connsiteY8" fmla="*/ 1156128 h 1156128"/>
              <a:gd name="connsiteX9" fmla="*/ 114766 w 878856"/>
              <a:gd name="connsiteY9" fmla="*/ 751039 h 1156128"/>
              <a:gd name="connsiteX10" fmla="*/ 83347 w 878856"/>
              <a:gd name="connsiteY10" fmla="*/ 710130 h 1156128"/>
              <a:gd name="connsiteX11" fmla="*/ 82911 w 878856"/>
              <a:gd name="connsiteY11" fmla="*/ 709240 h 1156128"/>
              <a:gd name="connsiteX12" fmla="*/ 0 w 878856"/>
              <a:gd name="connsiteY12" fmla="*/ 447777 h 1156128"/>
              <a:gd name="connsiteX13" fmla="*/ 439428 w 878856"/>
              <a:gd name="connsiteY13" fmla="*/ 0 h 115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78856" h="1156128">
                <a:moveTo>
                  <a:pt x="439428" y="142500"/>
                </a:moveTo>
                <a:cubicBezTo>
                  <a:pt x="275439" y="142500"/>
                  <a:pt x="142500" y="275439"/>
                  <a:pt x="142500" y="439428"/>
                </a:cubicBezTo>
                <a:cubicBezTo>
                  <a:pt x="142500" y="603417"/>
                  <a:pt x="275439" y="736356"/>
                  <a:pt x="439428" y="736356"/>
                </a:cubicBezTo>
                <a:cubicBezTo>
                  <a:pt x="603417" y="736356"/>
                  <a:pt x="736356" y="603417"/>
                  <a:pt x="736356" y="439428"/>
                </a:cubicBezTo>
                <a:cubicBezTo>
                  <a:pt x="736356" y="275439"/>
                  <a:pt x="603417" y="142500"/>
                  <a:pt x="439428" y="142500"/>
                </a:cubicBezTo>
                <a:close/>
                <a:moveTo>
                  <a:pt x="439428" y="0"/>
                </a:moveTo>
                <a:cubicBezTo>
                  <a:pt x="682052" y="0"/>
                  <a:pt x="878856" y="200544"/>
                  <a:pt x="878856" y="447777"/>
                </a:cubicBezTo>
                <a:cubicBezTo>
                  <a:pt x="878856" y="564280"/>
                  <a:pt x="835219" y="672333"/>
                  <a:pt x="763217" y="751928"/>
                </a:cubicBezTo>
                <a:cubicBezTo>
                  <a:pt x="763217" y="751928"/>
                  <a:pt x="763217" y="751928"/>
                  <a:pt x="439428" y="1156128"/>
                </a:cubicBezTo>
                <a:lnTo>
                  <a:pt x="114766" y="751039"/>
                </a:lnTo>
                <a:cubicBezTo>
                  <a:pt x="103857" y="738588"/>
                  <a:pt x="93384" y="723914"/>
                  <a:pt x="83347" y="710130"/>
                </a:cubicBezTo>
                <a:cubicBezTo>
                  <a:pt x="83347" y="710130"/>
                  <a:pt x="83347" y="710130"/>
                  <a:pt x="82911" y="709240"/>
                </a:cubicBezTo>
                <a:cubicBezTo>
                  <a:pt x="30983" y="635426"/>
                  <a:pt x="0" y="545159"/>
                  <a:pt x="0" y="447777"/>
                </a:cubicBezTo>
                <a:cubicBezTo>
                  <a:pt x="0" y="200544"/>
                  <a:pt x="196805" y="0"/>
                  <a:pt x="439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100" dirty="0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1625404" y="1188288"/>
            <a:ext cx="779024" cy="1024799"/>
          </a:xfrm>
          <a:custGeom>
            <a:avLst/>
            <a:gdLst>
              <a:gd name="T0" fmla="*/ 1007 w 2014"/>
              <a:gd name="T1" fmla="*/ 2600 h 2600"/>
              <a:gd name="T2" fmla="*/ 1749 w 2014"/>
              <a:gd name="T3" fmla="*/ 1691 h 2600"/>
              <a:gd name="T4" fmla="*/ 2014 w 2014"/>
              <a:gd name="T5" fmla="*/ 1007 h 2600"/>
              <a:gd name="T6" fmla="*/ 1007 w 2014"/>
              <a:gd name="T7" fmla="*/ 0 h 2600"/>
              <a:gd name="T8" fmla="*/ 0 w 2014"/>
              <a:gd name="T9" fmla="*/ 1007 h 2600"/>
              <a:gd name="T10" fmla="*/ 190 w 2014"/>
              <a:gd name="T11" fmla="*/ 1595 h 2600"/>
              <a:gd name="T12" fmla="*/ 190 w 2014"/>
              <a:gd name="T13" fmla="*/ 1595 h 2600"/>
              <a:gd name="T14" fmla="*/ 191 w 2014"/>
              <a:gd name="T15" fmla="*/ 1597 h 2600"/>
              <a:gd name="T16" fmla="*/ 263 w 2014"/>
              <a:gd name="T17" fmla="*/ 1689 h 2600"/>
              <a:gd name="T18" fmla="*/ 1007 w 2014"/>
              <a:gd name="T19" fmla="*/ 2600 h 2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14" h="2600">
                <a:moveTo>
                  <a:pt x="1007" y="2600"/>
                </a:moveTo>
                <a:cubicBezTo>
                  <a:pt x="1749" y="1691"/>
                  <a:pt x="1749" y="1691"/>
                  <a:pt x="1749" y="1691"/>
                </a:cubicBezTo>
                <a:cubicBezTo>
                  <a:pt x="1914" y="1512"/>
                  <a:pt x="2014" y="1269"/>
                  <a:pt x="2014" y="1007"/>
                </a:cubicBezTo>
                <a:cubicBezTo>
                  <a:pt x="2014" y="451"/>
                  <a:pt x="1563" y="0"/>
                  <a:pt x="1007" y="0"/>
                </a:cubicBezTo>
                <a:cubicBezTo>
                  <a:pt x="451" y="0"/>
                  <a:pt x="0" y="451"/>
                  <a:pt x="0" y="1007"/>
                </a:cubicBezTo>
                <a:cubicBezTo>
                  <a:pt x="0" y="1226"/>
                  <a:pt x="71" y="1429"/>
                  <a:pt x="190" y="1595"/>
                </a:cubicBezTo>
                <a:cubicBezTo>
                  <a:pt x="190" y="1595"/>
                  <a:pt x="190" y="1595"/>
                  <a:pt x="190" y="1595"/>
                </a:cubicBezTo>
                <a:cubicBezTo>
                  <a:pt x="191" y="1597"/>
                  <a:pt x="191" y="1597"/>
                  <a:pt x="191" y="1597"/>
                </a:cubicBezTo>
                <a:cubicBezTo>
                  <a:pt x="214" y="1628"/>
                  <a:pt x="238" y="1661"/>
                  <a:pt x="263" y="1689"/>
                </a:cubicBezTo>
                <a:lnTo>
                  <a:pt x="1007" y="2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11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5013390" y="1162488"/>
            <a:ext cx="779024" cy="1024799"/>
            <a:chOff x="5271281" y="843558"/>
            <a:chExt cx="824301" cy="1084361"/>
          </a:xfrm>
          <a:solidFill>
            <a:schemeClr val="accent1"/>
          </a:solidFill>
        </p:grpSpPr>
        <p:sp>
          <p:nvSpPr>
            <p:cNvPr id="58" name="Freeform 5"/>
            <p:cNvSpPr>
              <a:spLocks/>
            </p:cNvSpPr>
            <p:nvPr/>
          </p:nvSpPr>
          <p:spPr bwMode="auto">
            <a:xfrm>
              <a:off x="5271281" y="843558"/>
              <a:ext cx="824301" cy="1084361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10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5404934" y="977211"/>
              <a:ext cx="556992" cy="5569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fr-FR" sz="1600" dirty="0" smtClean="0">
                  <a:solidFill>
                    <a:srgbClr val="000000"/>
                  </a:solidFill>
                </a:rPr>
                <a:t>UK</a:t>
              </a:r>
              <a:endParaRPr lang="fr-FR" sz="1600" dirty="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906077" y="2242440"/>
            <a:ext cx="9915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Fond blanc</a:t>
            </a:r>
            <a:endParaRPr lang="fr-FR" sz="900" dirty="0"/>
          </a:p>
        </p:txBody>
      </p:sp>
      <p:sp>
        <p:nvSpPr>
          <p:cNvPr id="61" name="TextBox 60"/>
          <p:cNvSpPr txBox="1"/>
          <p:nvPr/>
        </p:nvSpPr>
        <p:spPr>
          <a:xfrm>
            <a:off x="3319928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Transparente</a:t>
            </a:r>
            <a:endParaRPr lang="fr-FR" sz="900" dirty="0"/>
          </a:p>
        </p:txBody>
      </p:sp>
      <p:sp>
        <p:nvSpPr>
          <p:cNvPr id="62" name="TextBox 61"/>
          <p:cNvSpPr txBox="1"/>
          <p:nvPr/>
        </p:nvSpPr>
        <p:spPr>
          <a:xfrm>
            <a:off x="1625404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Remplie</a:t>
            </a:r>
            <a:endParaRPr lang="fr-FR" sz="900" dirty="0"/>
          </a:p>
        </p:txBody>
      </p:sp>
      <p:sp>
        <p:nvSpPr>
          <p:cNvPr id="63" name="TextBox 62"/>
          <p:cNvSpPr txBox="1"/>
          <p:nvPr/>
        </p:nvSpPr>
        <p:spPr>
          <a:xfrm>
            <a:off x="6706851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Drapeau</a:t>
            </a:r>
            <a:endParaRPr lang="fr-FR" sz="900" dirty="0"/>
          </a:p>
        </p:txBody>
      </p:sp>
      <p:sp>
        <p:nvSpPr>
          <p:cNvPr id="66" name="TextBox 65"/>
          <p:cNvSpPr txBox="1"/>
          <p:nvPr/>
        </p:nvSpPr>
        <p:spPr>
          <a:xfrm>
            <a:off x="549936" y="2889655"/>
            <a:ext cx="625171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r-FR" sz="1200" dirty="0" smtClean="0"/>
              <a:t>Contenu</a:t>
            </a:r>
            <a:endParaRPr lang="fr-FR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484212" y="1203325"/>
            <a:ext cx="585097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r-FR" sz="1200" dirty="0" smtClean="0"/>
              <a:t>Punaise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8461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5401839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rgbClr val="000000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3707397" y="915567"/>
            <a:ext cx="594580" cy="1656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 smtClean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Punaises - Grises</a:t>
            </a:r>
            <a:endParaRPr lang="fr-FR" dirty="0"/>
          </a:p>
        </p:txBody>
      </p:sp>
      <p:grpSp>
        <p:nvGrpSpPr>
          <p:cNvPr id="13" name="Group 12"/>
          <p:cNvGrpSpPr/>
          <p:nvPr/>
        </p:nvGrpSpPr>
        <p:grpSpPr>
          <a:xfrm>
            <a:off x="1625404" y="3428395"/>
            <a:ext cx="1211087" cy="972149"/>
            <a:chOff x="3275856" y="3541851"/>
            <a:chExt cx="1235336" cy="991615"/>
          </a:xfrm>
        </p:grpSpPr>
        <p:sp>
          <p:nvSpPr>
            <p:cNvPr id="15" name="Isosceles Triangle 14"/>
            <p:cNvSpPr/>
            <p:nvPr/>
          </p:nvSpPr>
          <p:spPr>
            <a:xfrm rot="10800000">
              <a:off x="3423744" y="4272615"/>
              <a:ext cx="302588" cy="260851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5856" y="3541851"/>
              <a:ext cx="1235336" cy="728979"/>
            </a:xfrm>
            <a:prstGeom prst="rect">
              <a:avLst/>
            </a:prstGeom>
            <a:noFill/>
            <a:ln w="127000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 smtClean="0">
                  <a:solidFill>
                    <a:srgbClr val="000000"/>
                  </a:solidFill>
                </a:rPr>
                <a:t>Ajouter texte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999734" y="2980404"/>
            <a:ext cx="1429623" cy="1420142"/>
            <a:chOff x="3275858" y="3084887"/>
            <a:chExt cx="1458249" cy="1448577"/>
          </a:xfrm>
        </p:grpSpPr>
        <p:sp>
          <p:nvSpPr>
            <p:cNvPr id="18" name="Isosceles Triangle 17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>
                <a:solidFill>
                  <a:srgbClr val="000000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5858" y="3084887"/>
              <a:ext cx="1458249" cy="1185946"/>
            </a:xfrm>
            <a:prstGeom prst="rect">
              <a:avLst/>
            </a:prstGeom>
            <a:noFill/>
            <a:ln w="127000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 smtClean="0">
                  <a:solidFill>
                    <a:srgbClr val="000000"/>
                  </a:solidFill>
                </a:rPr>
                <a:t>Objet groupé. Adaptable en cliquant sir le coin en bas à droite.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66203" y="3428396"/>
            <a:ext cx="2506540" cy="972147"/>
            <a:chOff x="3275857" y="3541851"/>
            <a:chExt cx="2556730" cy="991613"/>
          </a:xfrm>
        </p:grpSpPr>
        <p:sp>
          <p:nvSpPr>
            <p:cNvPr id="22" name="Isosceles Triangle 21"/>
            <p:cNvSpPr/>
            <p:nvPr/>
          </p:nvSpPr>
          <p:spPr>
            <a:xfrm rot="10800000">
              <a:off x="3423745" y="4274900"/>
              <a:ext cx="299935" cy="25856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dirty="0">
                <a:solidFill>
                  <a:srgbClr val="000000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75857" y="3541851"/>
              <a:ext cx="2556730" cy="728979"/>
            </a:xfrm>
            <a:prstGeom prst="rect">
              <a:avLst/>
            </a:prstGeom>
            <a:noFill/>
            <a:ln w="127000">
              <a:solidFill>
                <a:schemeClr val="tx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dirty="0" smtClean="0">
                  <a:solidFill>
                    <a:srgbClr val="000000"/>
                  </a:solidFill>
                </a:rPr>
                <a:t>Objet groupé. Adaptable en cliquant sur le coin en haut à droite.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706851" y="1162488"/>
            <a:ext cx="779024" cy="1024799"/>
            <a:chOff x="7809502" y="2446577"/>
            <a:chExt cx="668940" cy="879985"/>
          </a:xfrm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100" dirty="0"/>
            </a:p>
          </p:txBody>
        </p: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sp>
        <p:nvSpPr>
          <p:cNvPr id="55" name="Freeform 54"/>
          <p:cNvSpPr>
            <a:spLocks/>
          </p:cNvSpPr>
          <p:nvPr/>
        </p:nvSpPr>
        <p:spPr bwMode="auto">
          <a:xfrm>
            <a:off x="3318866" y="1162488"/>
            <a:ext cx="780086" cy="1026197"/>
          </a:xfrm>
          <a:custGeom>
            <a:avLst/>
            <a:gdLst>
              <a:gd name="connsiteX0" fmla="*/ 439428 w 878856"/>
              <a:gd name="connsiteY0" fmla="*/ 142500 h 1156128"/>
              <a:gd name="connsiteX1" fmla="*/ 142500 w 878856"/>
              <a:gd name="connsiteY1" fmla="*/ 439428 h 1156128"/>
              <a:gd name="connsiteX2" fmla="*/ 439428 w 878856"/>
              <a:gd name="connsiteY2" fmla="*/ 736356 h 1156128"/>
              <a:gd name="connsiteX3" fmla="*/ 736356 w 878856"/>
              <a:gd name="connsiteY3" fmla="*/ 439428 h 1156128"/>
              <a:gd name="connsiteX4" fmla="*/ 439428 w 878856"/>
              <a:gd name="connsiteY4" fmla="*/ 142500 h 1156128"/>
              <a:gd name="connsiteX5" fmla="*/ 439428 w 878856"/>
              <a:gd name="connsiteY5" fmla="*/ 0 h 1156128"/>
              <a:gd name="connsiteX6" fmla="*/ 878856 w 878856"/>
              <a:gd name="connsiteY6" fmla="*/ 447777 h 1156128"/>
              <a:gd name="connsiteX7" fmla="*/ 763217 w 878856"/>
              <a:gd name="connsiteY7" fmla="*/ 751928 h 1156128"/>
              <a:gd name="connsiteX8" fmla="*/ 439428 w 878856"/>
              <a:gd name="connsiteY8" fmla="*/ 1156128 h 1156128"/>
              <a:gd name="connsiteX9" fmla="*/ 114766 w 878856"/>
              <a:gd name="connsiteY9" fmla="*/ 751039 h 1156128"/>
              <a:gd name="connsiteX10" fmla="*/ 83347 w 878856"/>
              <a:gd name="connsiteY10" fmla="*/ 710130 h 1156128"/>
              <a:gd name="connsiteX11" fmla="*/ 82911 w 878856"/>
              <a:gd name="connsiteY11" fmla="*/ 709240 h 1156128"/>
              <a:gd name="connsiteX12" fmla="*/ 0 w 878856"/>
              <a:gd name="connsiteY12" fmla="*/ 447777 h 1156128"/>
              <a:gd name="connsiteX13" fmla="*/ 439428 w 878856"/>
              <a:gd name="connsiteY13" fmla="*/ 0 h 115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78856" h="1156128">
                <a:moveTo>
                  <a:pt x="439428" y="142500"/>
                </a:moveTo>
                <a:cubicBezTo>
                  <a:pt x="275439" y="142500"/>
                  <a:pt x="142500" y="275439"/>
                  <a:pt x="142500" y="439428"/>
                </a:cubicBezTo>
                <a:cubicBezTo>
                  <a:pt x="142500" y="603417"/>
                  <a:pt x="275439" y="736356"/>
                  <a:pt x="439428" y="736356"/>
                </a:cubicBezTo>
                <a:cubicBezTo>
                  <a:pt x="603417" y="736356"/>
                  <a:pt x="736356" y="603417"/>
                  <a:pt x="736356" y="439428"/>
                </a:cubicBezTo>
                <a:cubicBezTo>
                  <a:pt x="736356" y="275439"/>
                  <a:pt x="603417" y="142500"/>
                  <a:pt x="439428" y="142500"/>
                </a:cubicBezTo>
                <a:close/>
                <a:moveTo>
                  <a:pt x="439428" y="0"/>
                </a:moveTo>
                <a:cubicBezTo>
                  <a:pt x="682052" y="0"/>
                  <a:pt x="878856" y="200544"/>
                  <a:pt x="878856" y="447777"/>
                </a:cubicBezTo>
                <a:cubicBezTo>
                  <a:pt x="878856" y="564280"/>
                  <a:pt x="835219" y="672333"/>
                  <a:pt x="763217" y="751928"/>
                </a:cubicBezTo>
                <a:cubicBezTo>
                  <a:pt x="763217" y="751928"/>
                  <a:pt x="763217" y="751928"/>
                  <a:pt x="439428" y="1156128"/>
                </a:cubicBezTo>
                <a:lnTo>
                  <a:pt x="114766" y="751039"/>
                </a:lnTo>
                <a:cubicBezTo>
                  <a:pt x="103857" y="738588"/>
                  <a:pt x="93384" y="723914"/>
                  <a:pt x="83347" y="710130"/>
                </a:cubicBezTo>
                <a:cubicBezTo>
                  <a:pt x="83347" y="710130"/>
                  <a:pt x="83347" y="710130"/>
                  <a:pt x="82911" y="709240"/>
                </a:cubicBezTo>
                <a:cubicBezTo>
                  <a:pt x="30983" y="635426"/>
                  <a:pt x="0" y="545159"/>
                  <a:pt x="0" y="447777"/>
                </a:cubicBezTo>
                <a:cubicBezTo>
                  <a:pt x="0" y="200544"/>
                  <a:pt x="196805" y="0"/>
                  <a:pt x="43942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sz="1100" dirty="0"/>
          </a:p>
        </p:txBody>
      </p:sp>
      <p:sp>
        <p:nvSpPr>
          <p:cNvPr id="56" name="Freeform 5"/>
          <p:cNvSpPr>
            <a:spLocks/>
          </p:cNvSpPr>
          <p:nvPr/>
        </p:nvSpPr>
        <p:spPr bwMode="auto">
          <a:xfrm>
            <a:off x="1625404" y="1188288"/>
            <a:ext cx="779024" cy="1024799"/>
          </a:xfrm>
          <a:custGeom>
            <a:avLst/>
            <a:gdLst>
              <a:gd name="T0" fmla="*/ 1007 w 2014"/>
              <a:gd name="T1" fmla="*/ 2600 h 2600"/>
              <a:gd name="T2" fmla="*/ 1749 w 2014"/>
              <a:gd name="T3" fmla="*/ 1691 h 2600"/>
              <a:gd name="T4" fmla="*/ 2014 w 2014"/>
              <a:gd name="T5" fmla="*/ 1007 h 2600"/>
              <a:gd name="T6" fmla="*/ 1007 w 2014"/>
              <a:gd name="T7" fmla="*/ 0 h 2600"/>
              <a:gd name="T8" fmla="*/ 0 w 2014"/>
              <a:gd name="T9" fmla="*/ 1007 h 2600"/>
              <a:gd name="T10" fmla="*/ 190 w 2014"/>
              <a:gd name="T11" fmla="*/ 1595 h 2600"/>
              <a:gd name="T12" fmla="*/ 190 w 2014"/>
              <a:gd name="T13" fmla="*/ 1595 h 2600"/>
              <a:gd name="T14" fmla="*/ 191 w 2014"/>
              <a:gd name="T15" fmla="*/ 1597 h 2600"/>
              <a:gd name="T16" fmla="*/ 263 w 2014"/>
              <a:gd name="T17" fmla="*/ 1689 h 2600"/>
              <a:gd name="T18" fmla="*/ 1007 w 2014"/>
              <a:gd name="T19" fmla="*/ 2600 h 2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14" h="2600">
                <a:moveTo>
                  <a:pt x="1007" y="2600"/>
                </a:moveTo>
                <a:cubicBezTo>
                  <a:pt x="1749" y="1691"/>
                  <a:pt x="1749" y="1691"/>
                  <a:pt x="1749" y="1691"/>
                </a:cubicBezTo>
                <a:cubicBezTo>
                  <a:pt x="1914" y="1512"/>
                  <a:pt x="2014" y="1269"/>
                  <a:pt x="2014" y="1007"/>
                </a:cubicBezTo>
                <a:cubicBezTo>
                  <a:pt x="2014" y="451"/>
                  <a:pt x="1563" y="0"/>
                  <a:pt x="1007" y="0"/>
                </a:cubicBezTo>
                <a:cubicBezTo>
                  <a:pt x="451" y="0"/>
                  <a:pt x="0" y="451"/>
                  <a:pt x="0" y="1007"/>
                </a:cubicBezTo>
                <a:cubicBezTo>
                  <a:pt x="0" y="1226"/>
                  <a:pt x="71" y="1429"/>
                  <a:pt x="190" y="1595"/>
                </a:cubicBezTo>
                <a:cubicBezTo>
                  <a:pt x="190" y="1595"/>
                  <a:pt x="190" y="1595"/>
                  <a:pt x="190" y="1595"/>
                </a:cubicBezTo>
                <a:cubicBezTo>
                  <a:pt x="191" y="1597"/>
                  <a:pt x="191" y="1597"/>
                  <a:pt x="191" y="1597"/>
                </a:cubicBezTo>
                <a:cubicBezTo>
                  <a:pt x="214" y="1628"/>
                  <a:pt x="238" y="1661"/>
                  <a:pt x="263" y="1689"/>
                </a:cubicBezTo>
                <a:lnTo>
                  <a:pt x="1007" y="260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1100" dirty="0"/>
          </a:p>
        </p:txBody>
      </p:sp>
      <p:grpSp>
        <p:nvGrpSpPr>
          <p:cNvPr id="57" name="Group 56"/>
          <p:cNvGrpSpPr/>
          <p:nvPr/>
        </p:nvGrpSpPr>
        <p:grpSpPr>
          <a:xfrm>
            <a:off x="5013390" y="1162488"/>
            <a:ext cx="779024" cy="1024799"/>
            <a:chOff x="5271281" y="843558"/>
            <a:chExt cx="824301" cy="1084361"/>
          </a:xfrm>
        </p:grpSpPr>
        <p:sp>
          <p:nvSpPr>
            <p:cNvPr id="58" name="Freeform 5"/>
            <p:cNvSpPr>
              <a:spLocks/>
            </p:cNvSpPr>
            <p:nvPr/>
          </p:nvSpPr>
          <p:spPr bwMode="auto">
            <a:xfrm>
              <a:off x="5271281" y="843558"/>
              <a:ext cx="824301" cy="1084361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10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5404934" y="977211"/>
              <a:ext cx="556992" cy="5569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fr-FR" sz="1600" dirty="0" smtClean="0">
                  <a:solidFill>
                    <a:srgbClr val="000000"/>
                  </a:solidFill>
                </a:rPr>
                <a:t>UK</a:t>
              </a:r>
              <a:endParaRPr lang="fr-FR" sz="1600" dirty="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906077" y="2242440"/>
            <a:ext cx="9915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Fond blanc</a:t>
            </a:r>
            <a:endParaRPr lang="fr-FR" sz="900" dirty="0"/>
          </a:p>
        </p:txBody>
      </p:sp>
      <p:sp>
        <p:nvSpPr>
          <p:cNvPr id="61" name="TextBox 60"/>
          <p:cNvSpPr txBox="1"/>
          <p:nvPr/>
        </p:nvSpPr>
        <p:spPr>
          <a:xfrm>
            <a:off x="3319928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Transparente</a:t>
            </a:r>
            <a:endParaRPr lang="fr-FR" sz="900" dirty="0"/>
          </a:p>
        </p:txBody>
      </p:sp>
      <p:sp>
        <p:nvSpPr>
          <p:cNvPr id="62" name="TextBox 61"/>
          <p:cNvSpPr txBox="1"/>
          <p:nvPr/>
        </p:nvSpPr>
        <p:spPr>
          <a:xfrm>
            <a:off x="1625404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Remplie</a:t>
            </a:r>
            <a:endParaRPr lang="fr-FR" sz="900" dirty="0"/>
          </a:p>
        </p:txBody>
      </p:sp>
      <p:sp>
        <p:nvSpPr>
          <p:cNvPr id="63" name="TextBox 62"/>
          <p:cNvSpPr txBox="1"/>
          <p:nvPr/>
        </p:nvSpPr>
        <p:spPr>
          <a:xfrm>
            <a:off x="6706851" y="2242440"/>
            <a:ext cx="779024" cy="1384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fr-FR" sz="900" dirty="0" smtClean="0"/>
              <a:t>Drapeau</a:t>
            </a:r>
            <a:endParaRPr lang="fr-FR" sz="900" dirty="0"/>
          </a:p>
        </p:txBody>
      </p:sp>
      <p:sp>
        <p:nvSpPr>
          <p:cNvPr id="29" name="TextBox 65"/>
          <p:cNvSpPr txBox="1"/>
          <p:nvPr/>
        </p:nvSpPr>
        <p:spPr>
          <a:xfrm>
            <a:off x="549936" y="2889655"/>
            <a:ext cx="625171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r-FR" sz="1200" dirty="0" smtClean="0"/>
              <a:t>Contenu</a:t>
            </a:r>
            <a:endParaRPr lang="fr-FR" sz="1200" dirty="0"/>
          </a:p>
        </p:txBody>
      </p:sp>
      <p:sp>
        <p:nvSpPr>
          <p:cNvPr id="30" name="TextBox 66"/>
          <p:cNvSpPr txBox="1"/>
          <p:nvPr/>
        </p:nvSpPr>
        <p:spPr>
          <a:xfrm>
            <a:off x="484212" y="1203325"/>
            <a:ext cx="585097" cy="184666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r-FR" sz="1200" dirty="0" smtClean="0"/>
              <a:t>Punaise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9318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restricted_110816.potx" id="{AEC699ED-3C4A-4928-9EB8-BA9B3008E923}" vid="{93319D55-5D9B-48DD-B897-B32A754BBF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ORA_Template_Beta_restricted_110816</Template>
  <TotalTime>21</TotalTime>
  <Words>82</Words>
  <Application>Microsoft Office PowerPoint</Application>
  <PresentationFormat>Affichage à l'écran (16:9)</PresentationFormat>
  <Paragraphs>22</Paragraphs>
  <Slides>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OUK-Template_Beta_220616</vt:lpstr>
      <vt:lpstr>Punaises - Orange</vt:lpstr>
      <vt:lpstr>Punaises - Grises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map without country names</dc:title>
  <dc:creator>David Smith</dc:creator>
  <cp:lastModifiedBy>COPIN Patrice COMM/MARQ</cp:lastModifiedBy>
  <cp:revision>24</cp:revision>
  <dcterms:created xsi:type="dcterms:W3CDTF">2016-08-12T12:37:27Z</dcterms:created>
  <dcterms:modified xsi:type="dcterms:W3CDTF">2016-10-10T09:12:52Z</dcterms:modified>
</cp:coreProperties>
</file>