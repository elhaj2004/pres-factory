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4"/>
  </p:notesMasterIdLst>
  <p:sldIdLst>
    <p:sldId id="292" r:id="rId2"/>
    <p:sldId id="293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4" userDrawn="1">
          <p15:clr>
            <a:srgbClr val="A4A3A4"/>
          </p15:clr>
        </p15:guide>
        <p15:guide id="12" orient="horz" pos="745" userDrawn="1">
          <p15:clr>
            <a:srgbClr val="A4A3A4"/>
          </p15:clr>
        </p15:guide>
        <p15:guide id="13" orient="horz" pos="1622" userDrawn="1">
          <p15:clr>
            <a:srgbClr val="A4A3A4"/>
          </p15:clr>
        </p15:guide>
        <p15:guide id="14" orient="horz" pos="2870" userDrawn="1">
          <p15:clr>
            <a:srgbClr val="A4A3A4"/>
          </p15:clr>
        </p15:guide>
        <p15:guide id="15" pos="194" userDrawn="1">
          <p15:clr>
            <a:srgbClr val="A4A3A4"/>
          </p15:clr>
        </p15:guide>
        <p15:guide id="16" pos="55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D200"/>
    <a:srgbClr val="FFFFFF"/>
    <a:srgbClr val="A885D8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9130" autoAdjust="0"/>
  </p:normalViewPr>
  <p:slideViewPr>
    <p:cSldViewPr showGuides="1">
      <p:cViewPr varScale="1">
        <p:scale>
          <a:sx n="144" d="100"/>
          <a:sy n="144" d="100"/>
        </p:scale>
        <p:origin x="612" y="120"/>
      </p:cViewPr>
      <p:guideLst>
        <p:guide orient="horz" pos="169"/>
        <p:guide pos="2880"/>
        <p:guide orient="horz" pos="634"/>
        <p:guide orient="horz" pos="745"/>
        <p:guide orient="horz" pos="1622"/>
        <p:guide orient="horz" pos="2870"/>
        <p:guide pos="194"/>
        <p:guide pos="5566"/>
      </p:guideLst>
    </p:cSldViewPr>
  </p:slideViewPr>
  <p:outlineViewPr>
    <p:cViewPr>
      <p:scale>
        <a:sx n="33" d="100"/>
        <a:sy n="33" d="100"/>
      </p:scale>
      <p:origin x="0" y="14958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12/08/2016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0" y="1183484"/>
            <a:ext cx="8520500" cy="3369466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2858" y="267618"/>
            <a:ext cx="4829966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315916" y="4237562"/>
            <a:ext cx="608009" cy="608009"/>
            <a:chOff x="360362" y="1781889"/>
            <a:chExt cx="1144765" cy="1144191"/>
          </a:xfrm>
        </p:grpSpPr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60362" y="1781889"/>
              <a:ext cx="1144765" cy="11441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9" name="Freeform 8"/>
            <p:cNvSpPr>
              <a:spLocks noEditPoints="1"/>
            </p:cNvSpPr>
            <p:nvPr/>
          </p:nvSpPr>
          <p:spPr bwMode="auto">
            <a:xfrm>
              <a:off x="702813" y="2650392"/>
              <a:ext cx="142160" cy="166334"/>
            </a:xfrm>
            <a:custGeom>
              <a:avLst/>
              <a:gdLst>
                <a:gd name="T0" fmla="*/ 31 w 104"/>
                <a:gd name="T1" fmla="*/ 85 h 122"/>
                <a:gd name="T2" fmla="*/ 45 w 104"/>
                <a:gd name="T3" fmla="*/ 101 h 122"/>
                <a:gd name="T4" fmla="*/ 73 w 104"/>
                <a:gd name="T5" fmla="*/ 88 h 122"/>
                <a:gd name="T6" fmla="*/ 73 w 104"/>
                <a:gd name="T7" fmla="*/ 60 h 122"/>
                <a:gd name="T8" fmla="*/ 31 w 104"/>
                <a:gd name="T9" fmla="*/ 85 h 122"/>
                <a:gd name="T10" fmla="*/ 74 w 104"/>
                <a:gd name="T11" fmla="*/ 110 h 122"/>
                <a:gd name="T12" fmla="*/ 35 w 104"/>
                <a:gd name="T13" fmla="*/ 122 h 122"/>
                <a:gd name="T14" fmla="*/ 0 w 104"/>
                <a:gd name="T15" fmla="*/ 88 h 122"/>
                <a:gd name="T16" fmla="*/ 74 w 104"/>
                <a:gd name="T17" fmla="*/ 42 h 122"/>
                <a:gd name="T18" fmla="*/ 74 w 104"/>
                <a:gd name="T19" fmla="*/ 35 h 122"/>
                <a:gd name="T20" fmla="*/ 56 w 104"/>
                <a:gd name="T21" fmla="*/ 22 h 122"/>
                <a:gd name="T22" fmla="*/ 27 w 104"/>
                <a:gd name="T23" fmla="*/ 35 h 122"/>
                <a:gd name="T24" fmla="*/ 6 w 104"/>
                <a:gd name="T25" fmla="*/ 23 h 122"/>
                <a:gd name="T26" fmla="*/ 56 w 104"/>
                <a:gd name="T27" fmla="*/ 0 h 122"/>
                <a:gd name="T28" fmla="*/ 104 w 104"/>
                <a:gd name="T29" fmla="*/ 35 h 122"/>
                <a:gd name="T30" fmla="*/ 104 w 104"/>
                <a:gd name="T31" fmla="*/ 120 h 122"/>
                <a:gd name="T32" fmla="*/ 77 w 104"/>
                <a:gd name="T33" fmla="*/ 120 h 122"/>
                <a:gd name="T34" fmla="*/ 74 w 104"/>
                <a:gd name="T35" fmla="*/ 11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4" h="122">
                  <a:moveTo>
                    <a:pt x="31" y="85"/>
                  </a:moveTo>
                  <a:cubicBezTo>
                    <a:pt x="31" y="93"/>
                    <a:pt x="36" y="101"/>
                    <a:pt x="45" y="101"/>
                  </a:cubicBezTo>
                  <a:cubicBezTo>
                    <a:pt x="54" y="101"/>
                    <a:pt x="64" y="97"/>
                    <a:pt x="73" y="88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44" y="64"/>
                    <a:pt x="31" y="71"/>
                    <a:pt x="31" y="85"/>
                  </a:cubicBezTo>
                  <a:moveTo>
                    <a:pt x="74" y="110"/>
                  </a:moveTo>
                  <a:cubicBezTo>
                    <a:pt x="62" y="118"/>
                    <a:pt x="49" y="122"/>
                    <a:pt x="35" y="122"/>
                  </a:cubicBezTo>
                  <a:cubicBezTo>
                    <a:pt x="13" y="122"/>
                    <a:pt x="0" y="107"/>
                    <a:pt x="0" y="88"/>
                  </a:cubicBezTo>
                  <a:cubicBezTo>
                    <a:pt x="0" y="61"/>
                    <a:pt x="24" y="47"/>
                    <a:pt x="74" y="42"/>
                  </a:cubicBezTo>
                  <a:cubicBezTo>
                    <a:pt x="74" y="35"/>
                    <a:pt x="74" y="35"/>
                    <a:pt x="74" y="35"/>
                  </a:cubicBezTo>
                  <a:cubicBezTo>
                    <a:pt x="74" y="27"/>
                    <a:pt x="68" y="22"/>
                    <a:pt x="56" y="22"/>
                  </a:cubicBezTo>
                  <a:cubicBezTo>
                    <a:pt x="44" y="22"/>
                    <a:pt x="34" y="26"/>
                    <a:pt x="27" y="35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17" y="8"/>
                    <a:pt x="34" y="0"/>
                    <a:pt x="56" y="0"/>
                  </a:cubicBezTo>
                  <a:cubicBezTo>
                    <a:pt x="87" y="0"/>
                    <a:pt x="104" y="14"/>
                    <a:pt x="104" y="35"/>
                  </a:cubicBezTo>
                  <a:cubicBezTo>
                    <a:pt x="104" y="35"/>
                    <a:pt x="104" y="120"/>
                    <a:pt x="104" y="120"/>
                  </a:cubicBezTo>
                  <a:cubicBezTo>
                    <a:pt x="77" y="120"/>
                    <a:pt x="77" y="120"/>
                    <a:pt x="77" y="120"/>
                  </a:cubicBezTo>
                  <a:lnTo>
                    <a:pt x="74" y="1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878931" y="2650392"/>
              <a:ext cx="143311" cy="164031"/>
            </a:xfrm>
            <a:custGeom>
              <a:avLst/>
              <a:gdLst>
                <a:gd name="T0" fmla="*/ 0 w 105"/>
                <a:gd name="T1" fmla="*/ 6 h 120"/>
                <a:gd name="T2" fmla="*/ 25 w 105"/>
                <a:gd name="T3" fmla="*/ 2 h 120"/>
                <a:gd name="T4" fmla="*/ 28 w 105"/>
                <a:gd name="T5" fmla="*/ 16 h 120"/>
                <a:gd name="T6" fmla="*/ 68 w 105"/>
                <a:gd name="T7" fmla="*/ 0 h 120"/>
                <a:gd name="T8" fmla="*/ 105 w 105"/>
                <a:gd name="T9" fmla="*/ 38 h 120"/>
                <a:gd name="T10" fmla="*/ 105 w 105"/>
                <a:gd name="T11" fmla="*/ 120 h 120"/>
                <a:gd name="T12" fmla="*/ 74 w 105"/>
                <a:gd name="T13" fmla="*/ 120 h 120"/>
                <a:gd name="T14" fmla="*/ 74 w 105"/>
                <a:gd name="T15" fmla="*/ 44 h 120"/>
                <a:gd name="T16" fmla="*/ 59 w 105"/>
                <a:gd name="T17" fmla="*/ 23 h 120"/>
                <a:gd name="T18" fmla="*/ 30 w 105"/>
                <a:gd name="T19" fmla="*/ 36 h 120"/>
                <a:gd name="T20" fmla="*/ 30 w 105"/>
                <a:gd name="T21" fmla="*/ 120 h 120"/>
                <a:gd name="T22" fmla="*/ 0 w 105"/>
                <a:gd name="T23" fmla="*/ 120 h 120"/>
                <a:gd name="T24" fmla="*/ 0 w 105"/>
                <a:gd name="T25" fmla="*/ 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5" h="120">
                  <a:moveTo>
                    <a:pt x="0" y="6"/>
                  </a:moveTo>
                  <a:cubicBezTo>
                    <a:pt x="25" y="2"/>
                    <a:pt x="25" y="2"/>
                    <a:pt x="25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42" y="6"/>
                    <a:pt x="54" y="0"/>
                    <a:pt x="68" y="0"/>
                  </a:cubicBezTo>
                  <a:cubicBezTo>
                    <a:pt x="92" y="0"/>
                    <a:pt x="105" y="13"/>
                    <a:pt x="105" y="38"/>
                  </a:cubicBezTo>
                  <a:cubicBezTo>
                    <a:pt x="105" y="120"/>
                    <a:pt x="105" y="120"/>
                    <a:pt x="105" y="120"/>
                  </a:cubicBezTo>
                  <a:cubicBezTo>
                    <a:pt x="74" y="120"/>
                    <a:pt x="74" y="120"/>
                    <a:pt x="74" y="120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29"/>
                    <a:pt x="70" y="23"/>
                    <a:pt x="59" y="23"/>
                  </a:cubicBezTo>
                  <a:cubicBezTo>
                    <a:pt x="50" y="23"/>
                    <a:pt x="41" y="27"/>
                    <a:pt x="30" y="36"/>
                  </a:cubicBezTo>
                  <a:cubicBezTo>
                    <a:pt x="30" y="120"/>
                    <a:pt x="30" y="120"/>
                    <a:pt x="30" y="120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11" name="Freeform 8"/>
            <p:cNvSpPr>
              <a:spLocks noEditPoints="1"/>
            </p:cNvSpPr>
            <p:nvPr/>
          </p:nvSpPr>
          <p:spPr bwMode="auto">
            <a:xfrm>
              <a:off x="1225411" y="2650392"/>
              <a:ext cx="149067" cy="166334"/>
            </a:xfrm>
            <a:custGeom>
              <a:avLst/>
              <a:gdLst>
                <a:gd name="T0" fmla="*/ 79 w 109"/>
                <a:gd name="T1" fmla="*/ 46 h 122"/>
                <a:gd name="T2" fmla="*/ 55 w 109"/>
                <a:gd name="T3" fmla="*/ 21 h 122"/>
                <a:gd name="T4" fmla="*/ 31 w 109"/>
                <a:gd name="T5" fmla="*/ 46 h 122"/>
                <a:gd name="T6" fmla="*/ 79 w 109"/>
                <a:gd name="T7" fmla="*/ 46 h 122"/>
                <a:gd name="T8" fmla="*/ 56 w 109"/>
                <a:gd name="T9" fmla="*/ 122 h 122"/>
                <a:gd name="T10" fmla="*/ 0 w 109"/>
                <a:gd name="T11" fmla="*/ 62 h 122"/>
                <a:gd name="T12" fmla="*/ 55 w 109"/>
                <a:gd name="T13" fmla="*/ 0 h 122"/>
                <a:gd name="T14" fmla="*/ 109 w 109"/>
                <a:gd name="T15" fmla="*/ 60 h 122"/>
                <a:gd name="T16" fmla="*/ 109 w 109"/>
                <a:gd name="T17" fmla="*/ 66 h 122"/>
                <a:gd name="T18" fmla="*/ 31 w 109"/>
                <a:gd name="T19" fmla="*/ 66 h 122"/>
                <a:gd name="T20" fmla="*/ 58 w 109"/>
                <a:gd name="T21" fmla="*/ 100 h 122"/>
                <a:gd name="T22" fmla="*/ 85 w 109"/>
                <a:gd name="T23" fmla="*/ 84 h 122"/>
                <a:gd name="T24" fmla="*/ 108 w 109"/>
                <a:gd name="T25" fmla="*/ 97 h 122"/>
                <a:gd name="T26" fmla="*/ 56 w 109"/>
                <a:gd name="T27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9" h="122">
                  <a:moveTo>
                    <a:pt x="79" y="46"/>
                  </a:moveTo>
                  <a:cubicBezTo>
                    <a:pt x="79" y="30"/>
                    <a:pt x="70" y="21"/>
                    <a:pt x="55" y="21"/>
                  </a:cubicBezTo>
                  <a:cubicBezTo>
                    <a:pt x="41" y="21"/>
                    <a:pt x="32" y="30"/>
                    <a:pt x="31" y="46"/>
                  </a:cubicBezTo>
                  <a:lnTo>
                    <a:pt x="79" y="46"/>
                  </a:lnTo>
                  <a:close/>
                  <a:moveTo>
                    <a:pt x="56" y="122"/>
                  </a:moveTo>
                  <a:cubicBezTo>
                    <a:pt x="21" y="122"/>
                    <a:pt x="0" y="100"/>
                    <a:pt x="0" y="62"/>
                  </a:cubicBezTo>
                  <a:cubicBezTo>
                    <a:pt x="0" y="22"/>
                    <a:pt x="21" y="0"/>
                    <a:pt x="55" y="0"/>
                  </a:cubicBezTo>
                  <a:cubicBezTo>
                    <a:pt x="89" y="0"/>
                    <a:pt x="109" y="22"/>
                    <a:pt x="109" y="60"/>
                  </a:cubicBezTo>
                  <a:cubicBezTo>
                    <a:pt x="109" y="62"/>
                    <a:pt x="109" y="64"/>
                    <a:pt x="109" y="66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1" y="88"/>
                    <a:pt x="40" y="100"/>
                    <a:pt x="58" y="100"/>
                  </a:cubicBezTo>
                  <a:cubicBezTo>
                    <a:pt x="70" y="100"/>
                    <a:pt x="78" y="95"/>
                    <a:pt x="85" y="84"/>
                  </a:cubicBezTo>
                  <a:cubicBezTo>
                    <a:pt x="108" y="97"/>
                    <a:pt x="108" y="97"/>
                    <a:pt x="108" y="97"/>
                  </a:cubicBezTo>
                  <a:cubicBezTo>
                    <a:pt x="98" y="114"/>
                    <a:pt x="80" y="122"/>
                    <a:pt x="56" y="1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15039" y="2650392"/>
              <a:ext cx="158276" cy="169211"/>
            </a:xfrm>
            <a:custGeom>
              <a:avLst/>
              <a:gdLst>
                <a:gd name="T0" fmla="*/ 58 w 116"/>
                <a:gd name="T1" fmla="*/ 26 h 124"/>
                <a:gd name="T2" fmla="*/ 31 w 116"/>
                <a:gd name="T3" fmla="*/ 62 h 124"/>
                <a:gd name="T4" fmla="*/ 58 w 116"/>
                <a:gd name="T5" fmla="*/ 98 h 124"/>
                <a:gd name="T6" fmla="*/ 85 w 116"/>
                <a:gd name="T7" fmla="*/ 62 h 124"/>
                <a:gd name="T8" fmla="*/ 58 w 116"/>
                <a:gd name="T9" fmla="*/ 26 h 124"/>
                <a:gd name="T10" fmla="*/ 58 w 116"/>
                <a:gd name="T11" fmla="*/ 124 h 124"/>
                <a:gd name="T12" fmla="*/ 0 w 116"/>
                <a:gd name="T13" fmla="*/ 62 h 124"/>
                <a:gd name="T14" fmla="*/ 58 w 116"/>
                <a:gd name="T15" fmla="*/ 0 h 124"/>
                <a:gd name="T16" fmla="*/ 116 w 116"/>
                <a:gd name="T17" fmla="*/ 62 h 124"/>
                <a:gd name="T18" fmla="*/ 58 w 116"/>
                <a:gd name="T1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124">
                  <a:moveTo>
                    <a:pt x="58" y="26"/>
                  </a:moveTo>
                  <a:cubicBezTo>
                    <a:pt x="35" y="26"/>
                    <a:pt x="31" y="47"/>
                    <a:pt x="31" y="62"/>
                  </a:cubicBezTo>
                  <a:cubicBezTo>
                    <a:pt x="31" y="77"/>
                    <a:pt x="35" y="98"/>
                    <a:pt x="58" y="98"/>
                  </a:cubicBezTo>
                  <a:cubicBezTo>
                    <a:pt x="81" y="98"/>
                    <a:pt x="85" y="77"/>
                    <a:pt x="85" y="62"/>
                  </a:cubicBezTo>
                  <a:cubicBezTo>
                    <a:pt x="85" y="47"/>
                    <a:pt x="81" y="26"/>
                    <a:pt x="58" y="26"/>
                  </a:cubicBezTo>
                  <a:moveTo>
                    <a:pt x="58" y="124"/>
                  </a:moveTo>
                  <a:cubicBezTo>
                    <a:pt x="27" y="124"/>
                    <a:pt x="0" y="104"/>
                    <a:pt x="0" y="62"/>
                  </a:cubicBezTo>
                  <a:cubicBezTo>
                    <a:pt x="0" y="19"/>
                    <a:pt x="27" y="0"/>
                    <a:pt x="58" y="0"/>
                  </a:cubicBezTo>
                  <a:cubicBezTo>
                    <a:pt x="88" y="0"/>
                    <a:pt x="116" y="19"/>
                    <a:pt x="116" y="62"/>
                  </a:cubicBezTo>
                  <a:cubicBezTo>
                    <a:pt x="116" y="104"/>
                    <a:pt x="88" y="124"/>
                    <a:pt x="58" y="1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602092" y="2650392"/>
              <a:ext cx="89785" cy="164031"/>
            </a:xfrm>
            <a:custGeom>
              <a:avLst/>
              <a:gdLst>
                <a:gd name="T0" fmla="*/ 0 w 66"/>
                <a:gd name="T1" fmla="*/ 3 h 120"/>
                <a:gd name="T2" fmla="*/ 30 w 66"/>
                <a:gd name="T3" fmla="*/ 3 h 120"/>
                <a:gd name="T4" fmla="*/ 30 w 66"/>
                <a:gd name="T5" fmla="*/ 17 h 120"/>
                <a:gd name="T6" fmla="*/ 62 w 66"/>
                <a:gd name="T7" fmla="*/ 0 h 120"/>
                <a:gd name="T8" fmla="*/ 66 w 66"/>
                <a:gd name="T9" fmla="*/ 1 h 120"/>
                <a:gd name="T10" fmla="*/ 66 w 66"/>
                <a:gd name="T11" fmla="*/ 30 h 120"/>
                <a:gd name="T12" fmla="*/ 64 w 66"/>
                <a:gd name="T13" fmla="*/ 30 h 120"/>
                <a:gd name="T14" fmla="*/ 32 w 66"/>
                <a:gd name="T15" fmla="*/ 42 h 120"/>
                <a:gd name="T16" fmla="*/ 32 w 66"/>
                <a:gd name="T17" fmla="*/ 120 h 120"/>
                <a:gd name="T18" fmla="*/ 0 w 66"/>
                <a:gd name="T19" fmla="*/ 120 h 120"/>
                <a:gd name="T20" fmla="*/ 0 w 66"/>
                <a:gd name="T21" fmla="*/ 3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120">
                  <a:moveTo>
                    <a:pt x="0" y="3"/>
                  </a:moveTo>
                  <a:cubicBezTo>
                    <a:pt x="30" y="3"/>
                    <a:pt x="30" y="3"/>
                    <a:pt x="30" y="3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5" y="9"/>
                    <a:pt x="49" y="0"/>
                    <a:pt x="62" y="0"/>
                  </a:cubicBezTo>
                  <a:cubicBezTo>
                    <a:pt x="63" y="0"/>
                    <a:pt x="65" y="0"/>
                    <a:pt x="66" y="1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51" y="30"/>
                    <a:pt x="36" y="32"/>
                    <a:pt x="32" y="42"/>
                  </a:cubicBezTo>
                  <a:cubicBezTo>
                    <a:pt x="32" y="120"/>
                    <a:pt x="32" y="120"/>
                    <a:pt x="32" y="120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14" name="Freeform 11"/>
            <p:cNvSpPr>
              <a:spLocks noEditPoints="1"/>
            </p:cNvSpPr>
            <p:nvPr/>
          </p:nvSpPr>
          <p:spPr bwMode="auto">
            <a:xfrm>
              <a:off x="1051020" y="2650392"/>
              <a:ext cx="149642" cy="226766"/>
            </a:xfrm>
            <a:custGeom>
              <a:avLst/>
              <a:gdLst>
                <a:gd name="T0" fmla="*/ 110 w 110"/>
                <a:gd name="T1" fmla="*/ 2 h 166"/>
                <a:gd name="T2" fmla="*/ 110 w 110"/>
                <a:gd name="T3" fmla="*/ 114 h 166"/>
                <a:gd name="T4" fmla="*/ 52 w 110"/>
                <a:gd name="T5" fmla="*/ 166 h 166"/>
                <a:gd name="T6" fmla="*/ 3 w 110"/>
                <a:gd name="T7" fmla="*/ 137 h 166"/>
                <a:gd name="T8" fmla="*/ 34 w 110"/>
                <a:gd name="T9" fmla="*/ 132 h 166"/>
                <a:gd name="T10" fmla="*/ 56 w 110"/>
                <a:gd name="T11" fmla="*/ 143 h 166"/>
                <a:gd name="T12" fmla="*/ 80 w 110"/>
                <a:gd name="T13" fmla="*/ 117 h 166"/>
                <a:gd name="T14" fmla="*/ 80 w 110"/>
                <a:gd name="T15" fmla="*/ 104 h 166"/>
                <a:gd name="T16" fmla="*/ 79 w 110"/>
                <a:gd name="T17" fmla="*/ 103 h 166"/>
                <a:gd name="T18" fmla="*/ 49 w 110"/>
                <a:gd name="T19" fmla="*/ 120 h 166"/>
                <a:gd name="T20" fmla="*/ 0 w 110"/>
                <a:gd name="T21" fmla="*/ 62 h 166"/>
                <a:gd name="T22" fmla="*/ 47 w 110"/>
                <a:gd name="T23" fmla="*/ 0 h 166"/>
                <a:gd name="T24" fmla="*/ 81 w 110"/>
                <a:gd name="T25" fmla="*/ 17 h 166"/>
                <a:gd name="T26" fmla="*/ 81 w 110"/>
                <a:gd name="T27" fmla="*/ 16 h 166"/>
                <a:gd name="T28" fmla="*/ 84 w 110"/>
                <a:gd name="T29" fmla="*/ 2 h 166"/>
                <a:gd name="T30" fmla="*/ 110 w 110"/>
                <a:gd name="T31" fmla="*/ 2 h 166"/>
                <a:gd name="T32" fmla="*/ 55 w 110"/>
                <a:gd name="T33" fmla="*/ 95 h 166"/>
                <a:gd name="T34" fmla="*/ 80 w 110"/>
                <a:gd name="T35" fmla="*/ 55 h 166"/>
                <a:gd name="T36" fmla="*/ 54 w 110"/>
                <a:gd name="T37" fmla="*/ 22 h 166"/>
                <a:gd name="T38" fmla="*/ 31 w 110"/>
                <a:gd name="T39" fmla="*/ 57 h 166"/>
                <a:gd name="T40" fmla="*/ 55 w 110"/>
                <a:gd name="T41" fmla="*/ 95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6">
                  <a:moveTo>
                    <a:pt x="110" y="2"/>
                  </a:moveTo>
                  <a:cubicBezTo>
                    <a:pt x="110" y="114"/>
                    <a:pt x="110" y="114"/>
                    <a:pt x="110" y="114"/>
                  </a:cubicBezTo>
                  <a:cubicBezTo>
                    <a:pt x="110" y="133"/>
                    <a:pt x="108" y="166"/>
                    <a:pt x="52" y="166"/>
                  </a:cubicBezTo>
                  <a:cubicBezTo>
                    <a:pt x="29" y="166"/>
                    <a:pt x="8" y="157"/>
                    <a:pt x="3" y="137"/>
                  </a:cubicBezTo>
                  <a:cubicBezTo>
                    <a:pt x="34" y="132"/>
                    <a:pt x="34" y="132"/>
                    <a:pt x="34" y="132"/>
                  </a:cubicBezTo>
                  <a:cubicBezTo>
                    <a:pt x="35" y="138"/>
                    <a:pt x="39" y="143"/>
                    <a:pt x="56" y="143"/>
                  </a:cubicBezTo>
                  <a:cubicBezTo>
                    <a:pt x="72" y="143"/>
                    <a:pt x="80" y="136"/>
                    <a:pt x="80" y="117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79" y="103"/>
                    <a:pt x="79" y="103"/>
                    <a:pt x="79" y="103"/>
                  </a:cubicBezTo>
                  <a:cubicBezTo>
                    <a:pt x="74" y="112"/>
                    <a:pt x="67" y="120"/>
                    <a:pt x="49" y="120"/>
                  </a:cubicBezTo>
                  <a:cubicBezTo>
                    <a:pt x="22" y="120"/>
                    <a:pt x="0" y="101"/>
                    <a:pt x="0" y="62"/>
                  </a:cubicBezTo>
                  <a:cubicBezTo>
                    <a:pt x="0" y="22"/>
                    <a:pt x="22" y="0"/>
                    <a:pt x="47" y="0"/>
                  </a:cubicBezTo>
                  <a:cubicBezTo>
                    <a:pt x="71" y="0"/>
                    <a:pt x="79" y="11"/>
                    <a:pt x="81" y="17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4" y="2"/>
                    <a:pt x="84" y="2"/>
                    <a:pt x="84" y="2"/>
                  </a:cubicBezTo>
                  <a:lnTo>
                    <a:pt x="110" y="2"/>
                  </a:lnTo>
                  <a:close/>
                  <a:moveTo>
                    <a:pt x="55" y="95"/>
                  </a:moveTo>
                  <a:cubicBezTo>
                    <a:pt x="78" y="95"/>
                    <a:pt x="80" y="71"/>
                    <a:pt x="80" y="55"/>
                  </a:cubicBezTo>
                  <a:cubicBezTo>
                    <a:pt x="80" y="37"/>
                    <a:pt x="71" y="22"/>
                    <a:pt x="54" y="22"/>
                  </a:cubicBezTo>
                  <a:cubicBezTo>
                    <a:pt x="43" y="22"/>
                    <a:pt x="31" y="30"/>
                    <a:pt x="31" y="57"/>
                  </a:cubicBezTo>
                  <a:cubicBezTo>
                    <a:pt x="31" y="71"/>
                    <a:pt x="32" y="95"/>
                    <a:pt x="55" y="9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1348002" y="2593413"/>
              <a:ext cx="112232" cy="52950"/>
            </a:xfrm>
            <a:custGeom>
              <a:avLst/>
              <a:gdLst>
                <a:gd name="T0" fmla="*/ 195 w 195"/>
                <a:gd name="T1" fmla="*/ 92 h 92"/>
                <a:gd name="T2" fmla="*/ 178 w 195"/>
                <a:gd name="T3" fmla="*/ 92 h 92"/>
                <a:gd name="T4" fmla="*/ 178 w 195"/>
                <a:gd name="T5" fmla="*/ 16 h 92"/>
                <a:gd name="T6" fmla="*/ 178 w 195"/>
                <a:gd name="T7" fmla="*/ 16 h 92"/>
                <a:gd name="T8" fmla="*/ 147 w 195"/>
                <a:gd name="T9" fmla="*/ 92 h 92"/>
                <a:gd name="T10" fmla="*/ 138 w 195"/>
                <a:gd name="T11" fmla="*/ 92 h 92"/>
                <a:gd name="T12" fmla="*/ 110 w 195"/>
                <a:gd name="T13" fmla="*/ 16 h 92"/>
                <a:gd name="T14" fmla="*/ 107 w 195"/>
                <a:gd name="T15" fmla="*/ 16 h 92"/>
                <a:gd name="T16" fmla="*/ 107 w 195"/>
                <a:gd name="T17" fmla="*/ 92 h 92"/>
                <a:gd name="T18" fmla="*/ 93 w 195"/>
                <a:gd name="T19" fmla="*/ 92 h 92"/>
                <a:gd name="T20" fmla="*/ 93 w 195"/>
                <a:gd name="T21" fmla="*/ 0 h 92"/>
                <a:gd name="T22" fmla="*/ 117 w 195"/>
                <a:gd name="T23" fmla="*/ 0 h 92"/>
                <a:gd name="T24" fmla="*/ 145 w 195"/>
                <a:gd name="T25" fmla="*/ 71 h 92"/>
                <a:gd name="T26" fmla="*/ 171 w 195"/>
                <a:gd name="T27" fmla="*/ 0 h 92"/>
                <a:gd name="T28" fmla="*/ 195 w 195"/>
                <a:gd name="T29" fmla="*/ 0 h 92"/>
                <a:gd name="T30" fmla="*/ 195 w 195"/>
                <a:gd name="T31" fmla="*/ 92 h 92"/>
                <a:gd name="T32" fmla="*/ 74 w 195"/>
                <a:gd name="T33" fmla="*/ 14 h 92"/>
                <a:gd name="T34" fmla="*/ 46 w 195"/>
                <a:gd name="T35" fmla="*/ 14 h 92"/>
                <a:gd name="T36" fmla="*/ 46 w 195"/>
                <a:gd name="T37" fmla="*/ 92 h 92"/>
                <a:gd name="T38" fmla="*/ 31 w 195"/>
                <a:gd name="T39" fmla="*/ 92 h 92"/>
                <a:gd name="T40" fmla="*/ 31 w 195"/>
                <a:gd name="T41" fmla="*/ 14 h 92"/>
                <a:gd name="T42" fmla="*/ 0 w 195"/>
                <a:gd name="T43" fmla="*/ 14 h 92"/>
                <a:gd name="T44" fmla="*/ 0 w 195"/>
                <a:gd name="T45" fmla="*/ 0 h 92"/>
                <a:gd name="T46" fmla="*/ 74 w 195"/>
                <a:gd name="T47" fmla="*/ 0 h 92"/>
                <a:gd name="T48" fmla="*/ 74 w 195"/>
                <a:gd name="T49" fmla="*/ 1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5" h="92">
                  <a:moveTo>
                    <a:pt x="195" y="92"/>
                  </a:moveTo>
                  <a:lnTo>
                    <a:pt x="178" y="92"/>
                  </a:lnTo>
                  <a:lnTo>
                    <a:pt x="178" y="16"/>
                  </a:lnTo>
                  <a:lnTo>
                    <a:pt x="178" y="16"/>
                  </a:lnTo>
                  <a:lnTo>
                    <a:pt x="147" y="92"/>
                  </a:lnTo>
                  <a:lnTo>
                    <a:pt x="138" y="92"/>
                  </a:lnTo>
                  <a:lnTo>
                    <a:pt x="110" y="16"/>
                  </a:lnTo>
                  <a:lnTo>
                    <a:pt x="107" y="16"/>
                  </a:lnTo>
                  <a:lnTo>
                    <a:pt x="107" y="92"/>
                  </a:lnTo>
                  <a:lnTo>
                    <a:pt x="93" y="92"/>
                  </a:lnTo>
                  <a:lnTo>
                    <a:pt x="93" y="0"/>
                  </a:lnTo>
                  <a:lnTo>
                    <a:pt x="117" y="0"/>
                  </a:lnTo>
                  <a:lnTo>
                    <a:pt x="145" y="71"/>
                  </a:lnTo>
                  <a:lnTo>
                    <a:pt x="171" y="0"/>
                  </a:lnTo>
                  <a:lnTo>
                    <a:pt x="195" y="0"/>
                  </a:lnTo>
                  <a:lnTo>
                    <a:pt x="195" y="92"/>
                  </a:lnTo>
                  <a:close/>
                  <a:moveTo>
                    <a:pt x="74" y="14"/>
                  </a:moveTo>
                  <a:lnTo>
                    <a:pt x="46" y="14"/>
                  </a:lnTo>
                  <a:lnTo>
                    <a:pt x="46" y="92"/>
                  </a:lnTo>
                  <a:lnTo>
                    <a:pt x="31" y="92"/>
                  </a:lnTo>
                  <a:lnTo>
                    <a:pt x="31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74" y="0"/>
                  </a:lnTo>
                  <a:lnTo>
                    <a:pt x="74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</p:grp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5" y="266701"/>
            <a:ext cx="3033713" cy="340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687" y="2704144"/>
            <a:ext cx="4831185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 and date</a:t>
            </a:r>
          </a:p>
        </p:txBody>
      </p:sp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9" y="268292"/>
            <a:ext cx="8519642" cy="4284658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contents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4662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en-US" dirty="0"/>
              <a:t>Click to edit section number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3698"/>
            <a:ext cx="3968055" cy="336925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3698"/>
            <a:ext cx="3968055" cy="336441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200" y="268288"/>
            <a:ext cx="8519650" cy="7413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9650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3484"/>
            <a:ext cx="8520112" cy="3369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1" r:id="rId5"/>
    <p:sldLayoutId id="2147483662" r:id="rId6"/>
    <p:sldLayoutId id="2147483663" r:id="rId7"/>
    <p:sldLayoutId id="2147483666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5401839" y="915567"/>
            <a:ext cx="594580" cy="16561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smtClean="0">
              <a:solidFill>
                <a:srgbClr val="00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707397" y="915567"/>
            <a:ext cx="594580" cy="16561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smtClean="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Pins - </a:t>
            </a:r>
            <a:r>
              <a:rPr lang="en-GB" dirty="0" smtClean="0"/>
              <a:t>Orange</a:t>
            </a:r>
            <a:endParaRPr lang="en-GB" dirty="0"/>
          </a:p>
        </p:txBody>
      </p:sp>
      <p:grpSp>
        <p:nvGrpSpPr>
          <p:cNvPr id="13" name="Group 12"/>
          <p:cNvGrpSpPr/>
          <p:nvPr/>
        </p:nvGrpSpPr>
        <p:grpSpPr>
          <a:xfrm>
            <a:off x="1625404" y="3428395"/>
            <a:ext cx="1211087" cy="972149"/>
            <a:chOff x="3275856" y="3541851"/>
            <a:chExt cx="1235336" cy="991615"/>
          </a:xfrm>
        </p:grpSpPr>
        <p:sp>
          <p:nvSpPr>
            <p:cNvPr id="15" name="Isosceles Triangle 14"/>
            <p:cNvSpPr/>
            <p:nvPr/>
          </p:nvSpPr>
          <p:spPr>
            <a:xfrm rot="10800000">
              <a:off x="3423744" y="4272615"/>
              <a:ext cx="302588" cy="26085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rgbClr val="000000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275856" y="3541851"/>
              <a:ext cx="1235336" cy="728979"/>
            </a:xfrm>
            <a:prstGeom prst="rect">
              <a:avLst/>
            </a:prstGeom>
            <a:noFill/>
            <a:ln w="127000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dirty="0">
                  <a:solidFill>
                    <a:srgbClr val="000000"/>
                  </a:solidFill>
                </a:rPr>
                <a:t>Insert copy here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999734" y="2980404"/>
            <a:ext cx="1429623" cy="1420142"/>
            <a:chOff x="3275858" y="3084887"/>
            <a:chExt cx="1458249" cy="1448577"/>
          </a:xfrm>
        </p:grpSpPr>
        <p:sp>
          <p:nvSpPr>
            <p:cNvPr id="18" name="Isosceles Triangle 17"/>
            <p:cNvSpPr/>
            <p:nvPr/>
          </p:nvSpPr>
          <p:spPr>
            <a:xfrm rot="10800000">
              <a:off x="3423745" y="4274900"/>
              <a:ext cx="299935" cy="25856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rgbClr val="000000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75858" y="3084887"/>
              <a:ext cx="1458249" cy="1185946"/>
            </a:xfrm>
            <a:prstGeom prst="rect">
              <a:avLst/>
            </a:prstGeom>
            <a:noFill/>
            <a:ln w="127000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dirty="0">
                  <a:solidFill>
                    <a:srgbClr val="000000"/>
                  </a:solidFill>
                </a:rPr>
                <a:t>This is a grouped </a:t>
              </a:r>
              <a:r>
                <a:rPr lang="en-GB" sz="900" dirty="0" smtClean="0">
                  <a:solidFill>
                    <a:srgbClr val="000000"/>
                  </a:solidFill>
                </a:rPr>
                <a:t/>
              </a:r>
              <a:br>
                <a:rPr lang="en-GB" sz="900" dirty="0" smtClean="0">
                  <a:solidFill>
                    <a:srgbClr val="000000"/>
                  </a:solidFill>
                </a:rPr>
              </a:br>
              <a:r>
                <a:rPr lang="en-GB" sz="900" dirty="0" smtClean="0">
                  <a:solidFill>
                    <a:srgbClr val="000000"/>
                  </a:solidFill>
                </a:rPr>
                <a:t>object</a:t>
              </a:r>
              <a:r>
                <a:rPr lang="en-GB" sz="900" dirty="0">
                  <a:solidFill>
                    <a:srgbClr val="000000"/>
                  </a:solidFill>
                </a:rPr>
                <a:t>. The box </a:t>
              </a:r>
              <a:r>
                <a:rPr lang="en-GB" sz="900" dirty="0" smtClean="0">
                  <a:solidFill>
                    <a:srgbClr val="000000"/>
                  </a:solidFill>
                </a:rPr>
                <a:t>can </a:t>
              </a:r>
              <a:br>
                <a:rPr lang="en-GB" sz="900" dirty="0" smtClean="0">
                  <a:solidFill>
                    <a:srgbClr val="000000"/>
                  </a:solidFill>
                </a:rPr>
              </a:br>
              <a:r>
                <a:rPr lang="en-GB" sz="900" dirty="0" smtClean="0">
                  <a:solidFill>
                    <a:srgbClr val="000000"/>
                  </a:solidFill>
                </a:rPr>
                <a:t>be adjusted from the </a:t>
              </a:r>
              <a:br>
                <a:rPr lang="en-GB" sz="900" dirty="0" smtClean="0">
                  <a:solidFill>
                    <a:srgbClr val="000000"/>
                  </a:solidFill>
                </a:rPr>
              </a:br>
              <a:r>
                <a:rPr lang="en-GB" sz="900" dirty="0" smtClean="0">
                  <a:solidFill>
                    <a:srgbClr val="000000"/>
                  </a:solidFill>
                </a:rPr>
                <a:t>top right corner to accommodate </a:t>
              </a:r>
              <a:br>
                <a:rPr lang="en-GB" sz="900" dirty="0" smtClean="0">
                  <a:solidFill>
                    <a:srgbClr val="000000"/>
                  </a:solidFill>
                </a:rPr>
              </a:br>
              <a:r>
                <a:rPr lang="en-GB" sz="900" dirty="0" smtClean="0">
                  <a:solidFill>
                    <a:srgbClr val="000000"/>
                  </a:solidFill>
                </a:rPr>
                <a:t>your </a:t>
              </a:r>
              <a:r>
                <a:rPr lang="en-GB" sz="900" dirty="0">
                  <a:solidFill>
                    <a:srgbClr val="000000"/>
                  </a:solidFill>
                </a:rPr>
                <a:t>copy.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166203" y="3428396"/>
            <a:ext cx="2506540" cy="972147"/>
            <a:chOff x="3275857" y="3541851"/>
            <a:chExt cx="2556730" cy="991613"/>
          </a:xfrm>
        </p:grpSpPr>
        <p:sp>
          <p:nvSpPr>
            <p:cNvPr id="22" name="Isosceles Triangle 21"/>
            <p:cNvSpPr/>
            <p:nvPr/>
          </p:nvSpPr>
          <p:spPr>
            <a:xfrm rot="10800000">
              <a:off x="3423745" y="4274900"/>
              <a:ext cx="299935" cy="25856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rgbClr val="000000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275857" y="3541851"/>
              <a:ext cx="2556730" cy="728979"/>
            </a:xfrm>
            <a:prstGeom prst="rect">
              <a:avLst/>
            </a:prstGeom>
            <a:noFill/>
            <a:ln w="127000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dirty="0">
                  <a:solidFill>
                    <a:srgbClr val="000000"/>
                  </a:solidFill>
                </a:rPr>
                <a:t>This is a grouped object. The box can </a:t>
              </a:r>
              <a:br>
                <a:rPr lang="en-GB" sz="900" dirty="0">
                  <a:solidFill>
                    <a:srgbClr val="000000"/>
                  </a:solidFill>
                </a:rPr>
              </a:br>
              <a:r>
                <a:rPr lang="en-GB" sz="900" dirty="0">
                  <a:solidFill>
                    <a:srgbClr val="000000"/>
                  </a:solidFill>
                </a:rPr>
                <a:t>be </a:t>
              </a:r>
              <a:r>
                <a:rPr lang="en-GB" sz="900" dirty="0" smtClean="0">
                  <a:solidFill>
                    <a:srgbClr val="000000"/>
                  </a:solidFill>
                </a:rPr>
                <a:t>adjusted from the top right corner </a:t>
              </a:r>
              <a:br>
                <a:rPr lang="en-GB" sz="900" dirty="0" smtClean="0">
                  <a:solidFill>
                    <a:srgbClr val="000000"/>
                  </a:solidFill>
                </a:rPr>
              </a:br>
              <a:r>
                <a:rPr lang="en-GB" sz="900" dirty="0" smtClean="0">
                  <a:solidFill>
                    <a:srgbClr val="000000"/>
                  </a:solidFill>
                </a:rPr>
                <a:t>to accommodate </a:t>
              </a:r>
              <a:r>
                <a:rPr lang="en-GB" sz="900" dirty="0">
                  <a:solidFill>
                    <a:srgbClr val="000000"/>
                  </a:solidFill>
                </a:rPr>
                <a:t>your copy.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6706851" y="1162488"/>
            <a:ext cx="779024" cy="1024799"/>
            <a:chOff x="7809502" y="2446577"/>
            <a:chExt cx="668940" cy="879985"/>
          </a:xfrm>
          <a:solidFill>
            <a:schemeClr val="accent1"/>
          </a:solidFill>
        </p:grpSpPr>
        <p:sp>
          <p:nvSpPr>
            <p:cNvPr id="53" name="Freeform 5"/>
            <p:cNvSpPr>
              <a:spLocks/>
            </p:cNvSpPr>
            <p:nvPr/>
          </p:nvSpPr>
          <p:spPr bwMode="auto">
            <a:xfrm>
              <a:off x="7809502" y="2446577"/>
              <a:ext cx="668940" cy="879985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100"/>
            </a:p>
          </p:txBody>
        </p:sp>
        <p:pic>
          <p:nvPicPr>
            <p:cNvPr id="54" name="Picture 5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7965" y="2555040"/>
              <a:ext cx="452012" cy="452012"/>
            </a:xfrm>
            <a:prstGeom prst="ellipse">
              <a:avLst/>
            </a:prstGeom>
            <a:grpFill/>
          </p:spPr>
        </p:pic>
      </p:grpSp>
      <p:sp>
        <p:nvSpPr>
          <p:cNvPr id="55" name="Freeform 54"/>
          <p:cNvSpPr>
            <a:spLocks/>
          </p:cNvSpPr>
          <p:nvPr/>
        </p:nvSpPr>
        <p:spPr bwMode="auto">
          <a:xfrm>
            <a:off x="3318866" y="1162488"/>
            <a:ext cx="780086" cy="1026197"/>
          </a:xfrm>
          <a:custGeom>
            <a:avLst/>
            <a:gdLst>
              <a:gd name="connsiteX0" fmla="*/ 439428 w 878856"/>
              <a:gd name="connsiteY0" fmla="*/ 142500 h 1156128"/>
              <a:gd name="connsiteX1" fmla="*/ 142500 w 878856"/>
              <a:gd name="connsiteY1" fmla="*/ 439428 h 1156128"/>
              <a:gd name="connsiteX2" fmla="*/ 439428 w 878856"/>
              <a:gd name="connsiteY2" fmla="*/ 736356 h 1156128"/>
              <a:gd name="connsiteX3" fmla="*/ 736356 w 878856"/>
              <a:gd name="connsiteY3" fmla="*/ 439428 h 1156128"/>
              <a:gd name="connsiteX4" fmla="*/ 439428 w 878856"/>
              <a:gd name="connsiteY4" fmla="*/ 142500 h 1156128"/>
              <a:gd name="connsiteX5" fmla="*/ 439428 w 878856"/>
              <a:gd name="connsiteY5" fmla="*/ 0 h 1156128"/>
              <a:gd name="connsiteX6" fmla="*/ 878856 w 878856"/>
              <a:gd name="connsiteY6" fmla="*/ 447777 h 1156128"/>
              <a:gd name="connsiteX7" fmla="*/ 763217 w 878856"/>
              <a:gd name="connsiteY7" fmla="*/ 751928 h 1156128"/>
              <a:gd name="connsiteX8" fmla="*/ 439428 w 878856"/>
              <a:gd name="connsiteY8" fmla="*/ 1156128 h 1156128"/>
              <a:gd name="connsiteX9" fmla="*/ 114766 w 878856"/>
              <a:gd name="connsiteY9" fmla="*/ 751039 h 1156128"/>
              <a:gd name="connsiteX10" fmla="*/ 83347 w 878856"/>
              <a:gd name="connsiteY10" fmla="*/ 710130 h 1156128"/>
              <a:gd name="connsiteX11" fmla="*/ 82911 w 878856"/>
              <a:gd name="connsiteY11" fmla="*/ 709240 h 1156128"/>
              <a:gd name="connsiteX12" fmla="*/ 0 w 878856"/>
              <a:gd name="connsiteY12" fmla="*/ 447777 h 1156128"/>
              <a:gd name="connsiteX13" fmla="*/ 439428 w 878856"/>
              <a:gd name="connsiteY13" fmla="*/ 0 h 115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78856" h="1156128">
                <a:moveTo>
                  <a:pt x="439428" y="142500"/>
                </a:moveTo>
                <a:cubicBezTo>
                  <a:pt x="275439" y="142500"/>
                  <a:pt x="142500" y="275439"/>
                  <a:pt x="142500" y="439428"/>
                </a:cubicBezTo>
                <a:cubicBezTo>
                  <a:pt x="142500" y="603417"/>
                  <a:pt x="275439" y="736356"/>
                  <a:pt x="439428" y="736356"/>
                </a:cubicBezTo>
                <a:cubicBezTo>
                  <a:pt x="603417" y="736356"/>
                  <a:pt x="736356" y="603417"/>
                  <a:pt x="736356" y="439428"/>
                </a:cubicBezTo>
                <a:cubicBezTo>
                  <a:pt x="736356" y="275439"/>
                  <a:pt x="603417" y="142500"/>
                  <a:pt x="439428" y="142500"/>
                </a:cubicBezTo>
                <a:close/>
                <a:moveTo>
                  <a:pt x="439428" y="0"/>
                </a:moveTo>
                <a:cubicBezTo>
                  <a:pt x="682052" y="0"/>
                  <a:pt x="878856" y="200544"/>
                  <a:pt x="878856" y="447777"/>
                </a:cubicBezTo>
                <a:cubicBezTo>
                  <a:pt x="878856" y="564280"/>
                  <a:pt x="835219" y="672333"/>
                  <a:pt x="763217" y="751928"/>
                </a:cubicBezTo>
                <a:cubicBezTo>
                  <a:pt x="763217" y="751928"/>
                  <a:pt x="763217" y="751928"/>
                  <a:pt x="439428" y="1156128"/>
                </a:cubicBezTo>
                <a:lnTo>
                  <a:pt x="114766" y="751039"/>
                </a:lnTo>
                <a:cubicBezTo>
                  <a:pt x="103857" y="738588"/>
                  <a:pt x="93384" y="723914"/>
                  <a:pt x="83347" y="710130"/>
                </a:cubicBezTo>
                <a:cubicBezTo>
                  <a:pt x="83347" y="710130"/>
                  <a:pt x="83347" y="710130"/>
                  <a:pt x="82911" y="709240"/>
                </a:cubicBezTo>
                <a:cubicBezTo>
                  <a:pt x="30983" y="635426"/>
                  <a:pt x="0" y="545159"/>
                  <a:pt x="0" y="447777"/>
                </a:cubicBezTo>
                <a:cubicBezTo>
                  <a:pt x="0" y="200544"/>
                  <a:pt x="196805" y="0"/>
                  <a:pt x="4394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100"/>
          </a:p>
        </p:txBody>
      </p:sp>
      <p:sp>
        <p:nvSpPr>
          <p:cNvPr id="56" name="Freeform 5"/>
          <p:cNvSpPr>
            <a:spLocks/>
          </p:cNvSpPr>
          <p:nvPr/>
        </p:nvSpPr>
        <p:spPr bwMode="auto">
          <a:xfrm>
            <a:off x="1625404" y="1188288"/>
            <a:ext cx="779024" cy="1024799"/>
          </a:xfrm>
          <a:custGeom>
            <a:avLst/>
            <a:gdLst>
              <a:gd name="T0" fmla="*/ 1007 w 2014"/>
              <a:gd name="T1" fmla="*/ 2600 h 2600"/>
              <a:gd name="T2" fmla="*/ 1749 w 2014"/>
              <a:gd name="T3" fmla="*/ 1691 h 2600"/>
              <a:gd name="T4" fmla="*/ 2014 w 2014"/>
              <a:gd name="T5" fmla="*/ 1007 h 2600"/>
              <a:gd name="T6" fmla="*/ 1007 w 2014"/>
              <a:gd name="T7" fmla="*/ 0 h 2600"/>
              <a:gd name="T8" fmla="*/ 0 w 2014"/>
              <a:gd name="T9" fmla="*/ 1007 h 2600"/>
              <a:gd name="T10" fmla="*/ 190 w 2014"/>
              <a:gd name="T11" fmla="*/ 1595 h 2600"/>
              <a:gd name="T12" fmla="*/ 190 w 2014"/>
              <a:gd name="T13" fmla="*/ 1595 h 2600"/>
              <a:gd name="T14" fmla="*/ 191 w 2014"/>
              <a:gd name="T15" fmla="*/ 1597 h 2600"/>
              <a:gd name="T16" fmla="*/ 263 w 2014"/>
              <a:gd name="T17" fmla="*/ 1689 h 2600"/>
              <a:gd name="T18" fmla="*/ 1007 w 2014"/>
              <a:gd name="T19" fmla="*/ 2600 h 2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14" h="2600">
                <a:moveTo>
                  <a:pt x="1007" y="2600"/>
                </a:moveTo>
                <a:cubicBezTo>
                  <a:pt x="1749" y="1691"/>
                  <a:pt x="1749" y="1691"/>
                  <a:pt x="1749" y="1691"/>
                </a:cubicBezTo>
                <a:cubicBezTo>
                  <a:pt x="1914" y="1512"/>
                  <a:pt x="2014" y="1269"/>
                  <a:pt x="2014" y="1007"/>
                </a:cubicBezTo>
                <a:cubicBezTo>
                  <a:pt x="2014" y="451"/>
                  <a:pt x="1563" y="0"/>
                  <a:pt x="1007" y="0"/>
                </a:cubicBezTo>
                <a:cubicBezTo>
                  <a:pt x="451" y="0"/>
                  <a:pt x="0" y="451"/>
                  <a:pt x="0" y="1007"/>
                </a:cubicBezTo>
                <a:cubicBezTo>
                  <a:pt x="0" y="1226"/>
                  <a:pt x="71" y="1429"/>
                  <a:pt x="190" y="1595"/>
                </a:cubicBezTo>
                <a:cubicBezTo>
                  <a:pt x="190" y="1595"/>
                  <a:pt x="190" y="1595"/>
                  <a:pt x="190" y="1595"/>
                </a:cubicBezTo>
                <a:cubicBezTo>
                  <a:pt x="191" y="1597"/>
                  <a:pt x="191" y="1597"/>
                  <a:pt x="191" y="1597"/>
                </a:cubicBezTo>
                <a:cubicBezTo>
                  <a:pt x="214" y="1628"/>
                  <a:pt x="238" y="1661"/>
                  <a:pt x="263" y="1689"/>
                </a:cubicBezTo>
                <a:lnTo>
                  <a:pt x="1007" y="2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100"/>
          </a:p>
        </p:txBody>
      </p:sp>
      <p:grpSp>
        <p:nvGrpSpPr>
          <p:cNvPr id="57" name="Group 56"/>
          <p:cNvGrpSpPr/>
          <p:nvPr/>
        </p:nvGrpSpPr>
        <p:grpSpPr>
          <a:xfrm>
            <a:off x="5013390" y="1162488"/>
            <a:ext cx="779024" cy="1024799"/>
            <a:chOff x="5271281" y="843558"/>
            <a:chExt cx="824301" cy="1084361"/>
          </a:xfrm>
          <a:solidFill>
            <a:schemeClr val="accent1"/>
          </a:solidFill>
        </p:grpSpPr>
        <p:sp>
          <p:nvSpPr>
            <p:cNvPr id="58" name="Freeform 5"/>
            <p:cNvSpPr>
              <a:spLocks/>
            </p:cNvSpPr>
            <p:nvPr/>
          </p:nvSpPr>
          <p:spPr bwMode="auto">
            <a:xfrm>
              <a:off x="5271281" y="843558"/>
              <a:ext cx="824301" cy="1084361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100"/>
            </a:p>
          </p:txBody>
        </p:sp>
        <p:sp>
          <p:nvSpPr>
            <p:cNvPr id="59" name="Oval 58"/>
            <p:cNvSpPr/>
            <p:nvPr/>
          </p:nvSpPr>
          <p:spPr>
            <a:xfrm>
              <a:off x="5404934" y="977211"/>
              <a:ext cx="556992" cy="5569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1600" dirty="0" smtClean="0">
                  <a:solidFill>
                    <a:srgbClr val="000000"/>
                  </a:solidFill>
                </a:rPr>
                <a:t>UK</a:t>
              </a: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906077" y="2242440"/>
            <a:ext cx="991524" cy="1384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900" dirty="0" smtClean="0"/>
              <a:t>Solid white pin</a:t>
            </a:r>
            <a:endParaRPr lang="en-GB" sz="900" dirty="0"/>
          </a:p>
        </p:txBody>
      </p:sp>
      <p:sp>
        <p:nvSpPr>
          <p:cNvPr id="61" name="TextBox 60"/>
          <p:cNvSpPr txBox="1"/>
          <p:nvPr/>
        </p:nvSpPr>
        <p:spPr>
          <a:xfrm>
            <a:off x="3319928" y="2242440"/>
            <a:ext cx="779024" cy="1384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900" dirty="0" smtClean="0"/>
              <a:t>Hollow pin</a:t>
            </a:r>
            <a:endParaRPr lang="en-GB" sz="900" dirty="0"/>
          </a:p>
        </p:txBody>
      </p:sp>
      <p:sp>
        <p:nvSpPr>
          <p:cNvPr id="62" name="TextBox 61"/>
          <p:cNvSpPr txBox="1"/>
          <p:nvPr/>
        </p:nvSpPr>
        <p:spPr>
          <a:xfrm>
            <a:off x="1625404" y="2242440"/>
            <a:ext cx="779024" cy="1384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900" dirty="0" smtClean="0"/>
              <a:t>Solid pin</a:t>
            </a:r>
            <a:endParaRPr lang="en-GB" sz="900" dirty="0"/>
          </a:p>
        </p:txBody>
      </p:sp>
      <p:sp>
        <p:nvSpPr>
          <p:cNvPr id="63" name="TextBox 62"/>
          <p:cNvSpPr txBox="1"/>
          <p:nvPr/>
        </p:nvSpPr>
        <p:spPr>
          <a:xfrm>
            <a:off x="6706851" y="2242440"/>
            <a:ext cx="779024" cy="1384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900" dirty="0" smtClean="0"/>
              <a:t>Flag pin</a:t>
            </a:r>
            <a:endParaRPr lang="en-GB" sz="900" dirty="0"/>
          </a:p>
        </p:txBody>
      </p:sp>
      <p:sp>
        <p:nvSpPr>
          <p:cNvPr id="66" name="TextBox 65"/>
          <p:cNvSpPr txBox="1"/>
          <p:nvPr/>
        </p:nvSpPr>
        <p:spPr>
          <a:xfrm>
            <a:off x="317500" y="2889655"/>
            <a:ext cx="857607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1200" dirty="0"/>
              <a:t>Content pin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7500" y="1203325"/>
            <a:ext cx="751809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1200" dirty="0"/>
              <a:t>Round pin</a:t>
            </a:r>
          </a:p>
        </p:txBody>
      </p:sp>
    </p:spTree>
    <p:extLst>
      <p:ext uri="{BB962C8B-B14F-4D97-AF65-F5344CB8AC3E}">
        <p14:creationId xmlns:p14="http://schemas.microsoft.com/office/powerpoint/2010/main" val="2846118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5401839" y="915567"/>
            <a:ext cx="594580" cy="16561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smtClean="0">
              <a:solidFill>
                <a:srgbClr val="000000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3707397" y="915567"/>
            <a:ext cx="594580" cy="16561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smtClean="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Pins </a:t>
            </a:r>
            <a:r>
              <a:rPr lang="en-GB" dirty="0" smtClean="0"/>
              <a:t>- </a:t>
            </a:r>
            <a:r>
              <a:rPr lang="en-GB" dirty="0"/>
              <a:t>Grey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625404" y="3428395"/>
            <a:ext cx="1211087" cy="972149"/>
            <a:chOff x="3275856" y="3541851"/>
            <a:chExt cx="1235336" cy="991615"/>
          </a:xfrm>
        </p:grpSpPr>
        <p:sp>
          <p:nvSpPr>
            <p:cNvPr id="15" name="Isosceles Triangle 14"/>
            <p:cNvSpPr/>
            <p:nvPr/>
          </p:nvSpPr>
          <p:spPr>
            <a:xfrm rot="10800000">
              <a:off x="3423744" y="4272615"/>
              <a:ext cx="302588" cy="260851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rgbClr val="000000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275856" y="3541851"/>
              <a:ext cx="1235336" cy="728979"/>
            </a:xfrm>
            <a:prstGeom prst="rect">
              <a:avLst/>
            </a:prstGeom>
            <a:noFill/>
            <a:ln w="127000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dirty="0">
                  <a:solidFill>
                    <a:srgbClr val="000000"/>
                  </a:solidFill>
                </a:rPr>
                <a:t>Insert copy here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999734" y="2980404"/>
            <a:ext cx="1429623" cy="1420142"/>
            <a:chOff x="3275858" y="3084887"/>
            <a:chExt cx="1458249" cy="1448577"/>
          </a:xfrm>
        </p:grpSpPr>
        <p:sp>
          <p:nvSpPr>
            <p:cNvPr id="18" name="Isosceles Triangle 17"/>
            <p:cNvSpPr/>
            <p:nvPr/>
          </p:nvSpPr>
          <p:spPr>
            <a:xfrm rot="10800000">
              <a:off x="3423745" y="4274900"/>
              <a:ext cx="299935" cy="25856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rgbClr val="000000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75858" y="3084887"/>
              <a:ext cx="1458249" cy="1185946"/>
            </a:xfrm>
            <a:prstGeom prst="rect">
              <a:avLst/>
            </a:prstGeom>
            <a:noFill/>
            <a:ln w="127000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dirty="0">
                  <a:solidFill>
                    <a:srgbClr val="000000"/>
                  </a:solidFill>
                </a:rPr>
                <a:t>This is a grouped </a:t>
              </a:r>
              <a:r>
                <a:rPr lang="en-GB" sz="900" dirty="0" smtClean="0">
                  <a:solidFill>
                    <a:srgbClr val="000000"/>
                  </a:solidFill>
                </a:rPr>
                <a:t/>
              </a:r>
              <a:br>
                <a:rPr lang="en-GB" sz="900" dirty="0" smtClean="0">
                  <a:solidFill>
                    <a:srgbClr val="000000"/>
                  </a:solidFill>
                </a:rPr>
              </a:br>
              <a:r>
                <a:rPr lang="en-GB" sz="900" dirty="0" smtClean="0">
                  <a:solidFill>
                    <a:srgbClr val="000000"/>
                  </a:solidFill>
                </a:rPr>
                <a:t>object</a:t>
              </a:r>
              <a:r>
                <a:rPr lang="en-GB" sz="900" dirty="0">
                  <a:solidFill>
                    <a:srgbClr val="000000"/>
                  </a:solidFill>
                </a:rPr>
                <a:t>. The box </a:t>
              </a:r>
              <a:r>
                <a:rPr lang="en-GB" sz="900" dirty="0" smtClean="0">
                  <a:solidFill>
                    <a:srgbClr val="000000"/>
                  </a:solidFill>
                </a:rPr>
                <a:t>can </a:t>
              </a:r>
              <a:br>
                <a:rPr lang="en-GB" sz="900" dirty="0" smtClean="0">
                  <a:solidFill>
                    <a:srgbClr val="000000"/>
                  </a:solidFill>
                </a:rPr>
              </a:br>
              <a:r>
                <a:rPr lang="en-GB" sz="900" dirty="0" smtClean="0">
                  <a:solidFill>
                    <a:srgbClr val="000000"/>
                  </a:solidFill>
                </a:rPr>
                <a:t>be adjusted from the </a:t>
              </a:r>
              <a:br>
                <a:rPr lang="en-GB" sz="900" dirty="0" smtClean="0">
                  <a:solidFill>
                    <a:srgbClr val="000000"/>
                  </a:solidFill>
                </a:rPr>
              </a:br>
              <a:r>
                <a:rPr lang="en-GB" sz="900" dirty="0" smtClean="0">
                  <a:solidFill>
                    <a:srgbClr val="000000"/>
                  </a:solidFill>
                </a:rPr>
                <a:t>top right corner to accommodate </a:t>
              </a:r>
              <a:br>
                <a:rPr lang="en-GB" sz="900" dirty="0" smtClean="0">
                  <a:solidFill>
                    <a:srgbClr val="000000"/>
                  </a:solidFill>
                </a:rPr>
              </a:br>
              <a:r>
                <a:rPr lang="en-GB" sz="900" dirty="0" smtClean="0">
                  <a:solidFill>
                    <a:srgbClr val="000000"/>
                  </a:solidFill>
                </a:rPr>
                <a:t>your </a:t>
              </a:r>
              <a:r>
                <a:rPr lang="en-GB" sz="900" dirty="0">
                  <a:solidFill>
                    <a:srgbClr val="000000"/>
                  </a:solidFill>
                </a:rPr>
                <a:t>copy.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166203" y="3428396"/>
            <a:ext cx="2506540" cy="972147"/>
            <a:chOff x="3275857" y="3541851"/>
            <a:chExt cx="2556730" cy="991613"/>
          </a:xfrm>
        </p:grpSpPr>
        <p:sp>
          <p:nvSpPr>
            <p:cNvPr id="22" name="Isosceles Triangle 21"/>
            <p:cNvSpPr/>
            <p:nvPr/>
          </p:nvSpPr>
          <p:spPr>
            <a:xfrm rot="10800000">
              <a:off x="3423745" y="4274900"/>
              <a:ext cx="299935" cy="25856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rgbClr val="000000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275857" y="3541851"/>
              <a:ext cx="2556730" cy="728979"/>
            </a:xfrm>
            <a:prstGeom prst="rect">
              <a:avLst/>
            </a:prstGeom>
            <a:noFill/>
            <a:ln w="127000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dirty="0">
                  <a:solidFill>
                    <a:srgbClr val="000000"/>
                  </a:solidFill>
                </a:rPr>
                <a:t>This is a grouped object. The box can </a:t>
              </a:r>
              <a:br>
                <a:rPr lang="en-GB" sz="900" dirty="0">
                  <a:solidFill>
                    <a:srgbClr val="000000"/>
                  </a:solidFill>
                </a:rPr>
              </a:br>
              <a:r>
                <a:rPr lang="en-GB" sz="900" dirty="0">
                  <a:solidFill>
                    <a:srgbClr val="000000"/>
                  </a:solidFill>
                </a:rPr>
                <a:t>be </a:t>
              </a:r>
              <a:r>
                <a:rPr lang="en-GB" sz="900" dirty="0" smtClean="0">
                  <a:solidFill>
                    <a:srgbClr val="000000"/>
                  </a:solidFill>
                </a:rPr>
                <a:t>adjusted from the top right corner </a:t>
              </a:r>
              <a:br>
                <a:rPr lang="en-GB" sz="900" dirty="0" smtClean="0">
                  <a:solidFill>
                    <a:srgbClr val="000000"/>
                  </a:solidFill>
                </a:rPr>
              </a:br>
              <a:r>
                <a:rPr lang="en-GB" sz="900" dirty="0" smtClean="0">
                  <a:solidFill>
                    <a:srgbClr val="000000"/>
                  </a:solidFill>
                </a:rPr>
                <a:t>to accommodate </a:t>
              </a:r>
              <a:r>
                <a:rPr lang="en-GB" sz="900" dirty="0">
                  <a:solidFill>
                    <a:srgbClr val="000000"/>
                  </a:solidFill>
                </a:rPr>
                <a:t>your copy.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6706851" y="1162488"/>
            <a:ext cx="779024" cy="1024799"/>
            <a:chOff x="7809502" y="2446577"/>
            <a:chExt cx="668940" cy="879985"/>
          </a:xfrm>
        </p:grpSpPr>
        <p:sp>
          <p:nvSpPr>
            <p:cNvPr id="53" name="Freeform 5"/>
            <p:cNvSpPr>
              <a:spLocks/>
            </p:cNvSpPr>
            <p:nvPr/>
          </p:nvSpPr>
          <p:spPr bwMode="auto">
            <a:xfrm>
              <a:off x="7809502" y="2446577"/>
              <a:ext cx="668940" cy="879985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100"/>
            </a:p>
          </p:txBody>
        </p:sp>
        <p:pic>
          <p:nvPicPr>
            <p:cNvPr id="54" name="Picture 5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7965" y="2555040"/>
              <a:ext cx="452012" cy="452012"/>
            </a:xfrm>
            <a:prstGeom prst="ellipse">
              <a:avLst/>
            </a:prstGeom>
          </p:spPr>
        </p:pic>
      </p:grpSp>
      <p:sp>
        <p:nvSpPr>
          <p:cNvPr id="55" name="Freeform 54"/>
          <p:cNvSpPr>
            <a:spLocks/>
          </p:cNvSpPr>
          <p:nvPr/>
        </p:nvSpPr>
        <p:spPr bwMode="auto">
          <a:xfrm>
            <a:off x="3318866" y="1162488"/>
            <a:ext cx="780086" cy="1026197"/>
          </a:xfrm>
          <a:custGeom>
            <a:avLst/>
            <a:gdLst>
              <a:gd name="connsiteX0" fmla="*/ 439428 w 878856"/>
              <a:gd name="connsiteY0" fmla="*/ 142500 h 1156128"/>
              <a:gd name="connsiteX1" fmla="*/ 142500 w 878856"/>
              <a:gd name="connsiteY1" fmla="*/ 439428 h 1156128"/>
              <a:gd name="connsiteX2" fmla="*/ 439428 w 878856"/>
              <a:gd name="connsiteY2" fmla="*/ 736356 h 1156128"/>
              <a:gd name="connsiteX3" fmla="*/ 736356 w 878856"/>
              <a:gd name="connsiteY3" fmla="*/ 439428 h 1156128"/>
              <a:gd name="connsiteX4" fmla="*/ 439428 w 878856"/>
              <a:gd name="connsiteY4" fmla="*/ 142500 h 1156128"/>
              <a:gd name="connsiteX5" fmla="*/ 439428 w 878856"/>
              <a:gd name="connsiteY5" fmla="*/ 0 h 1156128"/>
              <a:gd name="connsiteX6" fmla="*/ 878856 w 878856"/>
              <a:gd name="connsiteY6" fmla="*/ 447777 h 1156128"/>
              <a:gd name="connsiteX7" fmla="*/ 763217 w 878856"/>
              <a:gd name="connsiteY7" fmla="*/ 751928 h 1156128"/>
              <a:gd name="connsiteX8" fmla="*/ 439428 w 878856"/>
              <a:gd name="connsiteY8" fmla="*/ 1156128 h 1156128"/>
              <a:gd name="connsiteX9" fmla="*/ 114766 w 878856"/>
              <a:gd name="connsiteY9" fmla="*/ 751039 h 1156128"/>
              <a:gd name="connsiteX10" fmla="*/ 83347 w 878856"/>
              <a:gd name="connsiteY10" fmla="*/ 710130 h 1156128"/>
              <a:gd name="connsiteX11" fmla="*/ 82911 w 878856"/>
              <a:gd name="connsiteY11" fmla="*/ 709240 h 1156128"/>
              <a:gd name="connsiteX12" fmla="*/ 0 w 878856"/>
              <a:gd name="connsiteY12" fmla="*/ 447777 h 1156128"/>
              <a:gd name="connsiteX13" fmla="*/ 439428 w 878856"/>
              <a:gd name="connsiteY13" fmla="*/ 0 h 115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78856" h="1156128">
                <a:moveTo>
                  <a:pt x="439428" y="142500"/>
                </a:moveTo>
                <a:cubicBezTo>
                  <a:pt x="275439" y="142500"/>
                  <a:pt x="142500" y="275439"/>
                  <a:pt x="142500" y="439428"/>
                </a:cubicBezTo>
                <a:cubicBezTo>
                  <a:pt x="142500" y="603417"/>
                  <a:pt x="275439" y="736356"/>
                  <a:pt x="439428" y="736356"/>
                </a:cubicBezTo>
                <a:cubicBezTo>
                  <a:pt x="603417" y="736356"/>
                  <a:pt x="736356" y="603417"/>
                  <a:pt x="736356" y="439428"/>
                </a:cubicBezTo>
                <a:cubicBezTo>
                  <a:pt x="736356" y="275439"/>
                  <a:pt x="603417" y="142500"/>
                  <a:pt x="439428" y="142500"/>
                </a:cubicBezTo>
                <a:close/>
                <a:moveTo>
                  <a:pt x="439428" y="0"/>
                </a:moveTo>
                <a:cubicBezTo>
                  <a:pt x="682052" y="0"/>
                  <a:pt x="878856" y="200544"/>
                  <a:pt x="878856" y="447777"/>
                </a:cubicBezTo>
                <a:cubicBezTo>
                  <a:pt x="878856" y="564280"/>
                  <a:pt x="835219" y="672333"/>
                  <a:pt x="763217" y="751928"/>
                </a:cubicBezTo>
                <a:cubicBezTo>
                  <a:pt x="763217" y="751928"/>
                  <a:pt x="763217" y="751928"/>
                  <a:pt x="439428" y="1156128"/>
                </a:cubicBezTo>
                <a:lnTo>
                  <a:pt x="114766" y="751039"/>
                </a:lnTo>
                <a:cubicBezTo>
                  <a:pt x="103857" y="738588"/>
                  <a:pt x="93384" y="723914"/>
                  <a:pt x="83347" y="710130"/>
                </a:cubicBezTo>
                <a:cubicBezTo>
                  <a:pt x="83347" y="710130"/>
                  <a:pt x="83347" y="710130"/>
                  <a:pt x="82911" y="709240"/>
                </a:cubicBezTo>
                <a:cubicBezTo>
                  <a:pt x="30983" y="635426"/>
                  <a:pt x="0" y="545159"/>
                  <a:pt x="0" y="447777"/>
                </a:cubicBezTo>
                <a:cubicBezTo>
                  <a:pt x="0" y="200544"/>
                  <a:pt x="196805" y="0"/>
                  <a:pt x="43942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100"/>
          </a:p>
        </p:txBody>
      </p:sp>
      <p:sp>
        <p:nvSpPr>
          <p:cNvPr id="56" name="Freeform 5"/>
          <p:cNvSpPr>
            <a:spLocks/>
          </p:cNvSpPr>
          <p:nvPr/>
        </p:nvSpPr>
        <p:spPr bwMode="auto">
          <a:xfrm>
            <a:off x="1625404" y="1188288"/>
            <a:ext cx="779024" cy="1024799"/>
          </a:xfrm>
          <a:custGeom>
            <a:avLst/>
            <a:gdLst>
              <a:gd name="T0" fmla="*/ 1007 w 2014"/>
              <a:gd name="T1" fmla="*/ 2600 h 2600"/>
              <a:gd name="T2" fmla="*/ 1749 w 2014"/>
              <a:gd name="T3" fmla="*/ 1691 h 2600"/>
              <a:gd name="T4" fmla="*/ 2014 w 2014"/>
              <a:gd name="T5" fmla="*/ 1007 h 2600"/>
              <a:gd name="T6" fmla="*/ 1007 w 2014"/>
              <a:gd name="T7" fmla="*/ 0 h 2600"/>
              <a:gd name="T8" fmla="*/ 0 w 2014"/>
              <a:gd name="T9" fmla="*/ 1007 h 2600"/>
              <a:gd name="T10" fmla="*/ 190 w 2014"/>
              <a:gd name="T11" fmla="*/ 1595 h 2600"/>
              <a:gd name="T12" fmla="*/ 190 w 2014"/>
              <a:gd name="T13" fmla="*/ 1595 h 2600"/>
              <a:gd name="T14" fmla="*/ 191 w 2014"/>
              <a:gd name="T15" fmla="*/ 1597 h 2600"/>
              <a:gd name="T16" fmla="*/ 263 w 2014"/>
              <a:gd name="T17" fmla="*/ 1689 h 2600"/>
              <a:gd name="T18" fmla="*/ 1007 w 2014"/>
              <a:gd name="T19" fmla="*/ 2600 h 2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14" h="2600">
                <a:moveTo>
                  <a:pt x="1007" y="2600"/>
                </a:moveTo>
                <a:cubicBezTo>
                  <a:pt x="1749" y="1691"/>
                  <a:pt x="1749" y="1691"/>
                  <a:pt x="1749" y="1691"/>
                </a:cubicBezTo>
                <a:cubicBezTo>
                  <a:pt x="1914" y="1512"/>
                  <a:pt x="2014" y="1269"/>
                  <a:pt x="2014" y="1007"/>
                </a:cubicBezTo>
                <a:cubicBezTo>
                  <a:pt x="2014" y="451"/>
                  <a:pt x="1563" y="0"/>
                  <a:pt x="1007" y="0"/>
                </a:cubicBezTo>
                <a:cubicBezTo>
                  <a:pt x="451" y="0"/>
                  <a:pt x="0" y="451"/>
                  <a:pt x="0" y="1007"/>
                </a:cubicBezTo>
                <a:cubicBezTo>
                  <a:pt x="0" y="1226"/>
                  <a:pt x="71" y="1429"/>
                  <a:pt x="190" y="1595"/>
                </a:cubicBezTo>
                <a:cubicBezTo>
                  <a:pt x="190" y="1595"/>
                  <a:pt x="190" y="1595"/>
                  <a:pt x="190" y="1595"/>
                </a:cubicBezTo>
                <a:cubicBezTo>
                  <a:pt x="191" y="1597"/>
                  <a:pt x="191" y="1597"/>
                  <a:pt x="191" y="1597"/>
                </a:cubicBezTo>
                <a:cubicBezTo>
                  <a:pt x="214" y="1628"/>
                  <a:pt x="238" y="1661"/>
                  <a:pt x="263" y="1689"/>
                </a:cubicBezTo>
                <a:lnTo>
                  <a:pt x="1007" y="2600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100"/>
          </a:p>
        </p:txBody>
      </p:sp>
      <p:grpSp>
        <p:nvGrpSpPr>
          <p:cNvPr id="57" name="Group 56"/>
          <p:cNvGrpSpPr/>
          <p:nvPr/>
        </p:nvGrpSpPr>
        <p:grpSpPr>
          <a:xfrm>
            <a:off x="5013390" y="1162488"/>
            <a:ext cx="779024" cy="1024799"/>
            <a:chOff x="5271281" y="843558"/>
            <a:chExt cx="824301" cy="1084361"/>
          </a:xfrm>
        </p:grpSpPr>
        <p:sp>
          <p:nvSpPr>
            <p:cNvPr id="58" name="Freeform 5"/>
            <p:cNvSpPr>
              <a:spLocks/>
            </p:cNvSpPr>
            <p:nvPr/>
          </p:nvSpPr>
          <p:spPr bwMode="auto">
            <a:xfrm>
              <a:off x="5271281" y="843558"/>
              <a:ext cx="824301" cy="1084361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100"/>
            </a:p>
          </p:txBody>
        </p:sp>
        <p:sp>
          <p:nvSpPr>
            <p:cNvPr id="59" name="Oval 58"/>
            <p:cNvSpPr/>
            <p:nvPr/>
          </p:nvSpPr>
          <p:spPr>
            <a:xfrm>
              <a:off x="5404934" y="977211"/>
              <a:ext cx="556992" cy="5569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1600" dirty="0" smtClean="0">
                  <a:solidFill>
                    <a:srgbClr val="000000"/>
                  </a:solidFill>
                </a:rPr>
                <a:t>UK</a:t>
              </a: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906077" y="2242440"/>
            <a:ext cx="991524" cy="1384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900" dirty="0" smtClean="0"/>
              <a:t>Solid white pin</a:t>
            </a:r>
            <a:endParaRPr lang="en-GB" sz="900" dirty="0"/>
          </a:p>
        </p:txBody>
      </p:sp>
      <p:sp>
        <p:nvSpPr>
          <p:cNvPr id="61" name="TextBox 60"/>
          <p:cNvSpPr txBox="1"/>
          <p:nvPr/>
        </p:nvSpPr>
        <p:spPr>
          <a:xfrm>
            <a:off x="3319928" y="2242440"/>
            <a:ext cx="779024" cy="1384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900" dirty="0" smtClean="0"/>
              <a:t>Hollow pin</a:t>
            </a:r>
            <a:endParaRPr lang="en-GB" sz="900" dirty="0"/>
          </a:p>
        </p:txBody>
      </p:sp>
      <p:sp>
        <p:nvSpPr>
          <p:cNvPr id="62" name="TextBox 61"/>
          <p:cNvSpPr txBox="1"/>
          <p:nvPr/>
        </p:nvSpPr>
        <p:spPr>
          <a:xfrm>
            <a:off x="1625404" y="2242440"/>
            <a:ext cx="779024" cy="1384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900" dirty="0" smtClean="0"/>
              <a:t>Solid pin</a:t>
            </a:r>
            <a:endParaRPr lang="en-GB" sz="900" dirty="0"/>
          </a:p>
        </p:txBody>
      </p:sp>
      <p:sp>
        <p:nvSpPr>
          <p:cNvPr id="63" name="TextBox 62"/>
          <p:cNvSpPr txBox="1"/>
          <p:nvPr/>
        </p:nvSpPr>
        <p:spPr>
          <a:xfrm>
            <a:off x="6706851" y="2242440"/>
            <a:ext cx="779024" cy="1384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900" dirty="0" smtClean="0"/>
              <a:t>Flag pin</a:t>
            </a:r>
            <a:endParaRPr lang="en-GB" sz="900" dirty="0"/>
          </a:p>
        </p:txBody>
      </p:sp>
      <p:sp>
        <p:nvSpPr>
          <p:cNvPr id="66" name="TextBox 65"/>
          <p:cNvSpPr txBox="1"/>
          <p:nvPr/>
        </p:nvSpPr>
        <p:spPr>
          <a:xfrm>
            <a:off x="317500" y="2889655"/>
            <a:ext cx="857607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1200" dirty="0"/>
              <a:t>Content pin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7500" y="1203325"/>
            <a:ext cx="751809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1200" dirty="0"/>
              <a:t>Round pin</a:t>
            </a:r>
          </a:p>
        </p:txBody>
      </p:sp>
    </p:spTree>
    <p:extLst>
      <p:ext uri="{BB962C8B-B14F-4D97-AF65-F5344CB8AC3E}">
        <p14:creationId xmlns:p14="http://schemas.microsoft.com/office/powerpoint/2010/main" val="293187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UK-Template_Beta_220616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RA_Template_Beta_restricted_110816.potx" id="{AEC699ED-3C4A-4928-9EB8-BA9B3008E923}" vid="{93319D55-5D9B-48DD-B897-B32A754BBF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ORA_Template_Beta_restricted_110816</Template>
  <TotalTime>12</TotalTime>
  <Words>66</Words>
  <Application>Microsoft Office PowerPoint</Application>
  <PresentationFormat>On-screen Show (16:9)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Helvetica 55 Roman</vt:lpstr>
      <vt:lpstr>Helvetica 75</vt:lpstr>
      <vt:lpstr>Helvetica 75 Bold</vt:lpstr>
      <vt:lpstr>Wingdings</vt:lpstr>
      <vt:lpstr>OUK-Template_Beta_220616</vt:lpstr>
      <vt:lpstr>Pins - Orange</vt:lpstr>
      <vt:lpstr>Pins - Grey</vt:lpstr>
    </vt:vector>
  </TitlesOfParts>
  <Company>Article10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map without country names</dc:title>
  <dc:creator>David Smith</dc:creator>
  <cp:lastModifiedBy>David Smith</cp:lastModifiedBy>
  <cp:revision>22</cp:revision>
  <dcterms:created xsi:type="dcterms:W3CDTF">2016-08-12T12:37:27Z</dcterms:created>
  <dcterms:modified xsi:type="dcterms:W3CDTF">2016-08-12T12:49:47Z</dcterms:modified>
</cp:coreProperties>
</file>